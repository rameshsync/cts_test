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theme/theme3.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theme/theme4.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theme/theme5.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theme/theme6.xml" ContentType="application/vnd.openxmlformats-officedocument.theme+xml"/>
  <Override PartName="/ppt/tags/tag26.xml" ContentType="application/vnd.openxmlformats-officedocument.presentationml.tags+xml"/>
  <Override PartName="/ppt/tags/tag27.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 id="2147483881" r:id="rId5"/>
    <p:sldMasterId id="2147483942" r:id="rId6"/>
    <p:sldMasterId id="2147484082" r:id="rId7"/>
    <p:sldMasterId id="2147484112" r:id="rId8"/>
    <p:sldMasterId id="2147484181" r:id="rId9"/>
  </p:sldMasterIdLst>
  <p:notesMasterIdLst>
    <p:notesMasterId r:id="rId17"/>
  </p:notesMasterIdLst>
  <p:sldIdLst>
    <p:sldId id="257" r:id="rId10"/>
    <p:sldId id="2580" r:id="rId11"/>
    <p:sldId id="2147483484" r:id="rId12"/>
    <p:sldId id="2147483485" r:id="rId13"/>
    <p:sldId id="259" r:id="rId14"/>
    <p:sldId id="258" r:id="rId15"/>
    <p:sldId id="260" r:id="rId16"/>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2CC3B103-5655-7B0A-CA15-A84BC9C1242D}" name="Khan, Aman" initials="AK" userId="S::aman.a.khan@capgemini.com::0bf17818-a3df-4e4b-9f41-a133b449d3df" providerId="AD"/>
  <p188:author id="{44B8973D-5F58-659A-200F-A651B2C7D756}" name="Dale, James" initials="JD" userId="S::james.dale@capgemini.com::7009202b-e81b-43f4-8a74-8e722c6e1880" providerId="AD"/>
  <p188:author id="{E8BD9656-DECA-0C91-35C4-49ED4B1EC16A}" name="Ghosh, Manoj" initials="GM" userId="S::manoj.ghosh@capgemini.com::035820ad-d5ec-4734-b40d-5a8068897a5a" providerId="AD"/>
  <p188:author id="{ACCB8E63-5845-6C12-9A35-1020179F6B7B}" name="Reisling, Kelly" initials="RK" userId="S::kelly.reisling@capgemini.com::bcb6b671-0c2e-4a4b-b03f-54cdc0397ac5" providerId="AD"/>
  <p188:author id="{83D7EF6E-98A9-780F-5ECD-B63B8021BD24}" name="Kaluskar, Nikhil" initials="KN" userId="S::nikhil.kaluskar@capgemini.com::b1fd0f62-da58-47b6-92c6-2339ee29430c" providerId="AD"/>
  <p188:author id="{C9369B82-F61C-1DAB-D2B9-DBEF2F861C75}" name="Wójcik, Jakub" initials="WJ" userId="S::jakub.wojcik@capgemini.com::67d39b31-f876-42af-a5d3-3244421dda40" providerId="AD"/>
  <p188:author id="{20EDFA85-5CA8-5ECC-ECA0-BF6CFAE47224}" name="Cartwright, Max" initials="MC" userId="S::max.cartwright@capgemini.com::4fdaca64-157b-4f34-aebd-58f672b6a20c" providerId="AD"/>
  <p188:author id="{ABFE7C8A-44D6-C62D-74C1-98F46929C423}" name="Derché, Aurélie" initials="AD" userId="S::aurelie.derche@capgemini.com::5f68c882-6845-4196-8575-a10c2237bca0" providerId="AD"/>
  <p188:author id="{AA5FB5AC-C4BB-07E1-68CB-7E33A9D8A6EB}" name="Solanki, Jigar" initials="JS" userId="S::jigar.solanki@capgemini.com::3f4ee6f3-26ac-4cf7-b06f-bbc51af815a3" providerId="AD"/>
  <p188:author id="{9B9755B4-A166-14F8-06DD-AC35809BD67F}" name="Williamson, Wendy" initials="" userId="S::wendy-laird.williamson@capgemini.com::ef9edf4c-6939-4fb3-85d1-5d565a596f1a" providerId="AD"/>
  <p188:author id="{5B4594BA-5066-0F4F-815A-97275993FBAA}" name="Blackburn, Harminder" initials="BH" userId="S::harminder.blackburn@capgemini.com::eb1edb6c-b43a-4742-9998-36cf381d2490" providerId="AD"/>
  <p188:author id="{FCC1FBCA-68DF-04C9-1E64-E67B40FEFB0A}" name="Odubiyi, Segun" initials="SO" userId="S::segun.odubiyi@capgemini.com::77b028ad-9b98-4854-a528-bced7cc4aa2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21A38"/>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3B8989-DA5A-49BC-831B-31BAD8FAEC06}" v="1" dt="2026-03-18T18:47:31.924"/>
    <p1510:client id="{711B5C3A-4943-3AE8-4FC0-64DF167B9838}" v="1" dt="2026-03-19T10:43:50.274"/>
    <p1510:client id="{79B81267-FFA1-4AAC-9ED1-2076DF90F613}" v="31" dt="2026-03-18T15:24:05.106"/>
    <p1510:client id="{C8B86B3D-E3D6-5BD1-1350-BD1693CDC60D}" v="6" dt="2026-03-19T14:35:23.756"/>
    <p1510:client id="{CF404009-6D02-7EFB-EEA9-679D223F8B74}" v="2" dt="2026-03-18T15:45:05.258"/>
    <p1510:client id="{F64CD992-7F42-48CB-9928-235C9383B44B}" v="287" dt="2026-03-18T15:39:24.9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77" autoAdjust="0"/>
    <p:restoredTop sz="94660"/>
  </p:normalViewPr>
  <p:slideViewPr>
    <p:cSldViewPr snapToGrid="0">
      <p:cViewPr varScale="1">
        <p:scale>
          <a:sx n="59" d="100"/>
          <a:sy n="59" d="100"/>
        </p:scale>
        <p:origin x="95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6.xml"/><Relationship Id="rId23" Type="http://schemas.microsoft.com/office/2015/10/relationships/revisionInfo" Target="revisionInfo.xml"/><Relationship Id="rId10" Type="http://schemas.openxmlformats.org/officeDocument/2006/relationships/slide" Target="slides/slide1.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isling, Kelly" userId="bcb6b671-0c2e-4a4b-b03f-54cdc0397ac5" providerId="ADAL" clId="{F64CD992-7F42-48CB-9928-235C9383B44B}"/>
    <pc:docChg chg="undo custSel addSld delSld modSld">
      <pc:chgData name="Reisling, Kelly" userId="bcb6b671-0c2e-4a4b-b03f-54cdc0397ac5" providerId="ADAL" clId="{F64CD992-7F42-48CB-9928-235C9383B44B}" dt="2026-03-18T12:08:26.058" v="1507"/>
      <pc:docMkLst>
        <pc:docMk/>
      </pc:docMkLst>
      <pc:sldChg chg="addSp delSp modSp new mod setBg modClrScheme addCm chgLayout">
        <pc:chgData name="Reisling, Kelly" userId="bcb6b671-0c2e-4a4b-b03f-54cdc0397ac5" providerId="ADAL" clId="{F64CD992-7F42-48CB-9928-235C9383B44B}" dt="2026-03-17T18:50:30.839" v="1178" actId="207"/>
        <pc:sldMkLst>
          <pc:docMk/>
          <pc:sldMk cId="2028660915" sldId="2147480739"/>
        </pc:sldMkLst>
        <pc:spChg chg="add mod ord">
          <ac:chgData name="Reisling, Kelly" userId="bcb6b671-0c2e-4a4b-b03f-54cdc0397ac5" providerId="ADAL" clId="{F64CD992-7F42-48CB-9928-235C9383B44B}" dt="2026-03-13T12:25:00.010" v="180" actId="20577"/>
          <ac:spMkLst>
            <pc:docMk/>
            <pc:sldMk cId="2028660915" sldId="2147480739"/>
            <ac:spMk id="4" creationId="{2D4EB38A-32B6-6EEC-9B08-7F42BD99FD5A}"/>
          </ac:spMkLst>
        </pc:spChg>
        <pc:spChg chg="add mod">
          <ac:chgData name="Reisling, Kelly" userId="bcb6b671-0c2e-4a4b-b03f-54cdc0397ac5" providerId="ADAL" clId="{F64CD992-7F42-48CB-9928-235C9383B44B}" dt="2026-03-17T18:50:30.839" v="1178" actId="207"/>
          <ac:spMkLst>
            <pc:docMk/>
            <pc:sldMk cId="2028660915" sldId="2147480739"/>
            <ac:spMk id="5" creationId="{E2A1DC9C-7ADE-A25D-2759-1127DCDFBA79}"/>
          </ac:spMkLst>
        </pc:spChg>
        <pc:picChg chg="add mod">
          <ac:chgData name="Reisling, Kelly" userId="bcb6b671-0c2e-4a4b-b03f-54cdc0397ac5" providerId="ADAL" clId="{F64CD992-7F42-48CB-9928-235C9383B44B}" dt="2026-03-17T18:19:46.040" v="202" actId="14100"/>
          <ac:picMkLst>
            <pc:docMk/>
            <pc:sldMk cId="2028660915" sldId="2147480739"/>
            <ac:picMk id="3" creationId="{FF1B7DB9-C8E4-7651-868E-0D45EA5E10B1}"/>
          </ac:picMkLst>
        </pc:picChg>
        <pc:picChg chg="add del mod">
          <ac:chgData name="Reisling, Kelly" userId="bcb6b671-0c2e-4a4b-b03f-54cdc0397ac5" providerId="ADAL" clId="{F64CD992-7F42-48CB-9928-235C9383B44B}" dt="2026-03-17T18:19:17.367" v="198" actId="21"/>
          <ac:picMkLst>
            <pc:docMk/>
            <pc:sldMk cId="2028660915" sldId="2147480739"/>
            <ac:picMk id="9" creationId="{45BEEAB0-913A-0FDB-AE23-21F881F16466}"/>
          </ac:picMkLst>
        </pc:picChg>
        <pc:extLst>
          <p:ext xmlns:p="http://schemas.openxmlformats.org/presentationml/2006/main" uri="{D6D511B9-2390-475A-947B-AFAB55BFBCF1}">
            <pc226:cmChg xmlns:pc226="http://schemas.microsoft.com/office/powerpoint/2022/06/main/command" chg="add">
              <pc226:chgData name="Reisling, Kelly" userId="bcb6b671-0c2e-4a4b-b03f-54cdc0397ac5" providerId="ADAL" clId="{F64CD992-7F42-48CB-9928-235C9383B44B}" dt="2026-03-17T18:22:53.649" v="229"/>
              <pc2:cmMkLst xmlns:pc2="http://schemas.microsoft.com/office/powerpoint/2019/9/main/command">
                <pc:docMk/>
                <pc:sldMk cId="2028660915" sldId="2147480739"/>
                <pc2:cmMk id="{75C80582-C93E-471D-8844-DB98D5C37849}"/>
              </pc2:cmMkLst>
            </pc226:cmChg>
          </p:ext>
        </pc:extLst>
      </pc:sldChg>
      <pc:sldChg chg="addSp delSp modSp mod addCm modCm">
        <pc:chgData name="Reisling, Kelly" userId="bcb6b671-0c2e-4a4b-b03f-54cdc0397ac5" providerId="ADAL" clId="{F64CD992-7F42-48CB-9928-235C9383B44B}" dt="2026-03-18T12:08:26.058" v="1507"/>
        <pc:sldMkLst>
          <pc:docMk/>
          <pc:sldMk cId="2604118914" sldId="2147483480"/>
        </pc:sldMkLst>
        <pc:spChg chg="add del mod">
          <ac:chgData name="Reisling, Kelly" userId="bcb6b671-0c2e-4a4b-b03f-54cdc0397ac5" providerId="ADAL" clId="{F64CD992-7F42-48CB-9928-235C9383B44B}" dt="2026-03-18T12:07:46.099" v="1482" actId="21"/>
          <ac:spMkLst>
            <pc:docMk/>
            <pc:sldMk cId="2604118914" sldId="2147483480"/>
            <ac:spMk id="4" creationId="{BD91DE91-EDB2-13DB-2C7D-2F58683E72D7}"/>
          </ac:spMkLst>
        </pc:spChg>
        <pc:spChg chg="mod">
          <ac:chgData name="Reisling, Kelly" userId="bcb6b671-0c2e-4a4b-b03f-54cdc0397ac5" providerId="ADAL" clId="{F64CD992-7F42-48CB-9928-235C9383B44B}" dt="2026-03-18T12:08:18.809" v="1506" actId="20577"/>
          <ac:spMkLst>
            <pc:docMk/>
            <pc:sldMk cId="2604118914" sldId="2147483480"/>
            <ac:spMk id="6" creationId="{1476F2CF-6654-DA7D-FF3C-33BDD16AD6B3}"/>
          </ac:spMkLst>
        </pc:spChg>
        <pc:picChg chg="add del mod">
          <ac:chgData name="Reisling, Kelly" userId="bcb6b671-0c2e-4a4b-b03f-54cdc0397ac5" providerId="ADAL" clId="{F64CD992-7F42-48CB-9928-235C9383B44B}" dt="2026-03-18T12:06:35.666" v="1475" actId="21"/>
          <ac:picMkLst>
            <pc:docMk/>
            <pc:sldMk cId="2604118914" sldId="2147483480"/>
            <ac:picMk id="3" creationId="{1AC34C2B-0A85-E564-82F4-56165FC8E8F7}"/>
          </ac:picMkLst>
        </pc:picChg>
        <pc:picChg chg="add mod">
          <ac:chgData name="Reisling, Kelly" userId="bcb6b671-0c2e-4a4b-b03f-54cdc0397ac5" providerId="ADAL" clId="{F64CD992-7F42-48CB-9928-235C9383B44B}" dt="2026-03-18T12:07:57.924" v="1486" actId="208"/>
          <ac:picMkLst>
            <pc:docMk/>
            <pc:sldMk cId="2604118914" sldId="2147483480"/>
            <ac:picMk id="5" creationId="{3BA98B3D-CDA4-8AF9-858C-EEA3B47DE14F}"/>
          </ac:picMkLst>
        </pc:picChg>
        <pc:extLst>
          <p:ext xmlns:p="http://schemas.openxmlformats.org/presentationml/2006/main" uri="{D6D511B9-2390-475A-947B-AFAB55BFBCF1}">
            <pc226:cmChg xmlns:pc226="http://schemas.microsoft.com/office/powerpoint/2022/06/main/command" chg="add mod">
              <pc226:chgData name="Reisling, Kelly" userId="bcb6b671-0c2e-4a4b-b03f-54cdc0397ac5" providerId="ADAL" clId="{F64CD992-7F42-48CB-9928-235C9383B44B}" dt="2026-03-18T12:08:26.058" v="1507"/>
              <pc2:cmMkLst xmlns:pc2="http://schemas.microsoft.com/office/powerpoint/2019/9/main/command">
                <pc:docMk/>
                <pc:sldMk cId="2604118914" sldId="2147483480"/>
                <pc2:cmMk id="{CFDD1010-4829-4522-BD97-5A2D4521ECA1}"/>
              </pc2:cmMkLst>
            </pc226:cmChg>
          </p:ext>
        </pc:extLst>
      </pc:sldChg>
      <pc:sldChg chg="addSp delSp modSp new mod modClrScheme addCm chgLayout">
        <pc:chgData name="Reisling, Kelly" userId="bcb6b671-0c2e-4a4b-b03f-54cdc0397ac5" providerId="ADAL" clId="{F64CD992-7F42-48CB-9928-235C9383B44B}" dt="2026-03-17T18:50:21.042" v="1177" actId="207"/>
        <pc:sldMkLst>
          <pc:docMk/>
          <pc:sldMk cId="2878409054" sldId="2147483481"/>
        </pc:sldMkLst>
        <pc:spChg chg="del">
          <ac:chgData name="Reisling, Kelly" userId="bcb6b671-0c2e-4a4b-b03f-54cdc0397ac5" providerId="ADAL" clId="{F64CD992-7F42-48CB-9928-235C9383B44B}" dt="2026-03-17T18:23:32.392" v="231" actId="700"/>
          <ac:spMkLst>
            <pc:docMk/>
            <pc:sldMk cId="2878409054" sldId="2147483481"/>
            <ac:spMk id="2" creationId="{15947AAA-A325-3A31-D919-8D5C8683FB89}"/>
          </ac:spMkLst>
        </pc:spChg>
        <pc:spChg chg="del mod ord">
          <ac:chgData name="Reisling, Kelly" userId="bcb6b671-0c2e-4a4b-b03f-54cdc0397ac5" providerId="ADAL" clId="{F64CD992-7F42-48CB-9928-235C9383B44B}" dt="2026-03-17T18:23:32.392" v="231" actId="700"/>
          <ac:spMkLst>
            <pc:docMk/>
            <pc:sldMk cId="2878409054" sldId="2147483481"/>
            <ac:spMk id="3" creationId="{BBEC2343-9D97-D618-0B2B-A75E96C8A375}"/>
          </ac:spMkLst>
        </pc:spChg>
        <pc:spChg chg="add mod ord">
          <ac:chgData name="Reisling, Kelly" userId="bcb6b671-0c2e-4a4b-b03f-54cdc0397ac5" providerId="ADAL" clId="{F64CD992-7F42-48CB-9928-235C9383B44B}" dt="2026-03-17T18:50:06.313" v="1169" actId="1076"/>
          <ac:spMkLst>
            <pc:docMk/>
            <pc:sldMk cId="2878409054" sldId="2147483481"/>
            <ac:spMk id="4" creationId="{53224B0B-2289-6AC2-B2CE-5B4FB4FC32AC}"/>
          </ac:spMkLst>
        </pc:spChg>
        <pc:spChg chg="add mod">
          <ac:chgData name="Reisling, Kelly" userId="bcb6b671-0c2e-4a4b-b03f-54cdc0397ac5" providerId="ADAL" clId="{F64CD992-7F42-48CB-9928-235C9383B44B}" dt="2026-03-17T18:25:01.847" v="280" actId="5793"/>
          <ac:spMkLst>
            <pc:docMk/>
            <pc:sldMk cId="2878409054" sldId="2147483481"/>
            <ac:spMk id="6" creationId="{FE9B44D0-9533-A1B8-56A8-9F0CFA9AB296}"/>
          </ac:spMkLst>
        </pc:spChg>
        <pc:spChg chg="add del mod">
          <ac:chgData name="Reisling, Kelly" userId="bcb6b671-0c2e-4a4b-b03f-54cdc0397ac5" providerId="ADAL" clId="{F64CD992-7F42-48CB-9928-235C9383B44B}" dt="2026-03-17T18:50:00.173" v="1166"/>
          <ac:spMkLst>
            <pc:docMk/>
            <pc:sldMk cId="2878409054" sldId="2147483481"/>
            <ac:spMk id="7" creationId="{21BD04F4-4F89-E9AD-D659-E73D9368DBED}"/>
          </ac:spMkLst>
        </pc:spChg>
        <pc:spChg chg="add mod">
          <ac:chgData name="Reisling, Kelly" userId="bcb6b671-0c2e-4a4b-b03f-54cdc0397ac5" providerId="ADAL" clId="{F64CD992-7F42-48CB-9928-235C9383B44B}" dt="2026-03-17T18:50:21.042" v="1177" actId="207"/>
          <ac:spMkLst>
            <pc:docMk/>
            <pc:sldMk cId="2878409054" sldId="2147483481"/>
            <ac:spMk id="8" creationId="{A736BA5B-E1F3-31B0-00B5-4247F8247F9B}"/>
          </ac:spMkLst>
        </pc:spChg>
        <pc:extLst>
          <p:ext xmlns:p="http://schemas.openxmlformats.org/presentationml/2006/main" uri="{D6D511B9-2390-475A-947B-AFAB55BFBCF1}">
            <pc226:cmChg xmlns:pc226="http://schemas.microsoft.com/office/powerpoint/2022/06/main/command" chg="add">
              <pc226:chgData name="Reisling, Kelly" userId="bcb6b671-0c2e-4a4b-b03f-54cdc0397ac5" providerId="ADAL" clId="{F64CD992-7F42-48CB-9928-235C9383B44B}" dt="2026-03-17T18:34:03.380" v="413"/>
              <pc2:cmMkLst xmlns:pc2="http://schemas.microsoft.com/office/powerpoint/2019/9/main/command">
                <pc:docMk/>
                <pc:sldMk cId="2878409054" sldId="2147483481"/>
                <pc2:cmMk id="{4FB0E13D-FFDB-44C6-A9D0-51095A574F4A}"/>
              </pc2:cmMkLst>
            </pc226:cmChg>
          </p:ext>
        </pc:extLst>
      </pc:sldChg>
      <pc:sldChg chg="addSp modSp new mod addCm">
        <pc:chgData name="Reisling, Kelly" userId="bcb6b671-0c2e-4a4b-b03f-54cdc0397ac5" providerId="ADAL" clId="{F64CD992-7F42-48CB-9928-235C9383B44B}" dt="2026-03-17T18:50:49.534" v="1185" actId="207"/>
        <pc:sldMkLst>
          <pc:docMk/>
          <pc:sldMk cId="309466851" sldId="2147483482"/>
        </pc:sldMkLst>
        <pc:spChg chg="mod">
          <ac:chgData name="Reisling, Kelly" userId="bcb6b671-0c2e-4a4b-b03f-54cdc0397ac5" providerId="ADAL" clId="{F64CD992-7F42-48CB-9928-235C9383B44B}" dt="2026-03-17T18:25:55.670" v="283" actId="20577"/>
          <ac:spMkLst>
            <pc:docMk/>
            <pc:sldMk cId="309466851" sldId="2147483482"/>
            <ac:spMk id="2" creationId="{F7294DB9-3AB0-62D7-5430-08C4B4E5217E}"/>
          </ac:spMkLst>
        </pc:spChg>
        <pc:spChg chg="mod">
          <ac:chgData name="Reisling, Kelly" userId="bcb6b671-0c2e-4a4b-b03f-54cdc0397ac5" providerId="ADAL" clId="{F64CD992-7F42-48CB-9928-235C9383B44B}" dt="2026-03-17T18:25:52.322" v="282" actId="20577"/>
          <ac:spMkLst>
            <pc:docMk/>
            <pc:sldMk cId="309466851" sldId="2147483482"/>
            <ac:spMk id="3" creationId="{485F0ADE-828F-DBC6-479A-797CF995E9B5}"/>
          </ac:spMkLst>
        </pc:spChg>
        <pc:spChg chg="mod">
          <ac:chgData name="Reisling, Kelly" userId="bcb6b671-0c2e-4a4b-b03f-54cdc0397ac5" providerId="ADAL" clId="{F64CD992-7F42-48CB-9928-235C9383B44B}" dt="2026-03-17T18:32:48.743" v="412" actId="5793"/>
          <ac:spMkLst>
            <pc:docMk/>
            <pc:sldMk cId="309466851" sldId="2147483482"/>
            <ac:spMk id="5" creationId="{62E52C2B-F4F6-296A-ECCD-422675F98304}"/>
          </ac:spMkLst>
        </pc:spChg>
        <pc:spChg chg="mod">
          <ac:chgData name="Reisling, Kelly" userId="bcb6b671-0c2e-4a4b-b03f-54cdc0397ac5" providerId="ADAL" clId="{F64CD992-7F42-48CB-9928-235C9383B44B}" dt="2026-03-17T18:26:07.991" v="312" actId="20577"/>
          <ac:spMkLst>
            <pc:docMk/>
            <pc:sldMk cId="309466851" sldId="2147483482"/>
            <ac:spMk id="6" creationId="{25A21250-1806-DF74-2586-69A09FCA3241}"/>
          </ac:spMkLst>
        </pc:spChg>
        <pc:spChg chg="add mod">
          <ac:chgData name="Reisling, Kelly" userId="bcb6b671-0c2e-4a4b-b03f-54cdc0397ac5" providerId="ADAL" clId="{F64CD992-7F42-48CB-9928-235C9383B44B}" dt="2026-03-17T18:50:49.534" v="1185" actId="207"/>
          <ac:spMkLst>
            <pc:docMk/>
            <pc:sldMk cId="309466851" sldId="2147483482"/>
            <ac:spMk id="7" creationId="{70917AB9-B536-A9E5-1401-BCC0D1AC44D8}"/>
          </ac:spMkLst>
        </pc:spChg>
        <pc:extLst>
          <p:ext xmlns:p="http://schemas.openxmlformats.org/presentationml/2006/main" uri="{D6D511B9-2390-475A-947B-AFAB55BFBCF1}">
            <pc226:cmChg xmlns:pc226="http://schemas.microsoft.com/office/powerpoint/2022/06/main/command" chg="add">
              <pc226:chgData name="Reisling, Kelly" userId="bcb6b671-0c2e-4a4b-b03f-54cdc0397ac5" providerId="ADAL" clId="{F64CD992-7F42-48CB-9928-235C9383B44B}" dt="2026-03-17T18:32:38.068" v="409"/>
              <pc2:cmMkLst xmlns:pc2="http://schemas.microsoft.com/office/powerpoint/2019/9/main/command">
                <pc:docMk/>
                <pc:sldMk cId="309466851" sldId="2147483482"/>
                <pc2:cmMk id="{513EBE43-93D7-44B6-9E0E-F9D436D79815}"/>
              </pc2:cmMkLst>
            </pc226:cmChg>
          </p:ext>
        </pc:extLst>
      </pc:sldChg>
      <pc:sldChg chg="addSp delSp modSp new mod modClrScheme chgLayout">
        <pc:chgData name="Reisling, Kelly" userId="bcb6b671-0c2e-4a4b-b03f-54cdc0397ac5" providerId="ADAL" clId="{F64CD992-7F42-48CB-9928-235C9383B44B}" dt="2026-03-17T18:52:16.697" v="1188"/>
        <pc:sldMkLst>
          <pc:docMk/>
          <pc:sldMk cId="3190375680" sldId="2147483483"/>
        </pc:sldMkLst>
        <pc:spChg chg="del">
          <ac:chgData name="Reisling, Kelly" userId="bcb6b671-0c2e-4a4b-b03f-54cdc0397ac5" providerId="ADAL" clId="{F64CD992-7F42-48CB-9928-235C9383B44B}" dt="2026-03-17T18:34:18.345" v="415" actId="700"/>
          <ac:spMkLst>
            <pc:docMk/>
            <pc:sldMk cId="3190375680" sldId="2147483483"/>
            <ac:spMk id="2" creationId="{E67BC874-6EC3-46A6-2123-55DDAF33F87D}"/>
          </ac:spMkLst>
        </pc:spChg>
        <pc:spChg chg="del mod ord">
          <ac:chgData name="Reisling, Kelly" userId="bcb6b671-0c2e-4a4b-b03f-54cdc0397ac5" providerId="ADAL" clId="{F64CD992-7F42-48CB-9928-235C9383B44B}" dt="2026-03-17T18:34:18.345" v="415" actId="700"/>
          <ac:spMkLst>
            <pc:docMk/>
            <pc:sldMk cId="3190375680" sldId="2147483483"/>
            <ac:spMk id="3" creationId="{B6DFF0B2-0825-50FD-C8D4-F5BF6D90D0BA}"/>
          </ac:spMkLst>
        </pc:spChg>
        <pc:spChg chg="add mod ord">
          <ac:chgData name="Reisling, Kelly" userId="bcb6b671-0c2e-4a4b-b03f-54cdc0397ac5" providerId="ADAL" clId="{F64CD992-7F42-48CB-9928-235C9383B44B}" dt="2026-03-17T18:34:24.815" v="427" actId="20577"/>
          <ac:spMkLst>
            <pc:docMk/>
            <pc:sldMk cId="3190375680" sldId="2147483483"/>
            <ac:spMk id="4" creationId="{7A1E1A1B-45EB-5E71-960A-6AC5FC010C42}"/>
          </ac:spMkLst>
        </pc:spChg>
        <pc:spChg chg="add mod">
          <ac:chgData name="Reisling, Kelly" userId="bcb6b671-0c2e-4a4b-b03f-54cdc0397ac5" providerId="ADAL" clId="{F64CD992-7F42-48CB-9928-235C9383B44B}" dt="2026-03-17T18:52:16.697" v="1188"/>
          <ac:spMkLst>
            <pc:docMk/>
            <pc:sldMk cId="3190375680" sldId="2147483483"/>
            <ac:spMk id="5" creationId="{758D2D3A-71A4-0C56-BD82-FF0107166421}"/>
          </ac:spMkLst>
        </pc:spChg>
      </pc:sldChg>
      <pc:sldChg chg="addSp delSp modSp new mod modClrScheme addCm chgLayout">
        <pc:chgData name="Reisling, Kelly" userId="bcb6b671-0c2e-4a4b-b03f-54cdc0397ac5" providerId="ADAL" clId="{F64CD992-7F42-48CB-9928-235C9383B44B}" dt="2026-03-17T19:25:23.853" v="1473"/>
        <pc:sldMkLst>
          <pc:docMk/>
          <pc:sldMk cId="550473462" sldId="2147483484"/>
        </pc:sldMkLst>
        <pc:spChg chg="del">
          <ac:chgData name="Reisling, Kelly" userId="bcb6b671-0c2e-4a4b-b03f-54cdc0397ac5" providerId="ADAL" clId="{F64CD992-7F42-48CB-9928-235C9383B44B}" dt="2026-03-17T18:35:22.146" v="429" actId="700"/>
          <ac:spMkLst>
            <pc:docMk/>
            <pc:sldMk cId="550473462" sldId="2147483484"/>
            <ac:spMk id="2" creationId="{87806DD0-6D58-CA48-AB26-C4D503FBC151}"/>
          </ac:spMkLst>
        </pc:spChg>
        <pc:spChg chg="del mod ord">
          <ac:chgData name="Reisling, Kelly" userId="bcb6b671-0c2e-4a4b-b03f-54cdc0397ac5" providerId="ADAL" clId="{F64CD992-7F42-48CB-9928-235C9383B44B}" dt="2026-03-17T18:35:22.146" v="429" actId="700"/>
          <ac:spMkLst>
            <pc:docMk/>
            <pc:sldMk cId="550473462" sldId="2147483484"/>
            <ac:spMk id="3" creationId="{901B0EE2-645D-9EFC-A2D2-3EA363291BEA}"/>
          </ac:spMkLst>
        </pc:spChg>
        <pc:spChg chg="add mod ord">
          <ac:chgData name="Reisling, Kelly" userId="bcb6b671-0c2e-4a4b-b03f-54cdc0397ac5" providerId="ADAL" clId="{F64CD992-7F42-48CB-9928-235C9383B44B}" dt="2026-03-17T18:35:26.642" v="440" actId="20577"/>
          <ac:spMkLst>
            <pc:docMk/>
            <pc:sldMk cId="550473462" sldId="2147483484"/>
            <ac:spMk id="4" creationId="{2F6CC7BD-D9C2-ECD2-5CCD-653E93F38866}"/>
          </ac:spMkLst>
        </pc:spChg>
        <pc:spChg chg="add mod">
          <ac:chgData name="Reisling, Kelly" userId="bcb6b671-0c2e-4a4b-b03f-54cdc0397ac5" providerId="ADAL" clId="{F64CD992-7F42-48CB-9928-235C9383B44B}" dt="2026-03-17T18:42:46.829" v="913" actId="20577"/>
          <ac:spMkLst>
            <pc:docMk/>
            <pc:sldMk cId="550473462" sldId="2147483484"/>
            <ac:spMk id="5" creationId="{D456440A-83A9-BF82-5D02-2F06F7811DC2}"/>
          </ac:spMkLst>
        </pc:spChg>
        <pc:spChg chg="add del mod">
          <ac:chgData name="Reisling, Kelly" userId="bcb6b671-0c2e-4a4b-b03f-54cdc0397ac5" providerId="ADAL" clId="{F64CD992-7F42-48CB-9928-235C9383B44B}" dt="2026-03-17T18:43:16.032" v="920" actId="22"/>
          <ac:spMkLst>
            <pc:docMk/>
            <pc:sldMk cId="550473462" sldId="2147483484"/>
            <ac:spMk id="8" creationId="{E4733D06-755A-B794-BDD3-91982B8054E6}"/>
          </ac:spMkLst>
        </pc:spChg>
        <pc:graphicFrameChg chg="add del mod">
          <ac:chgData name="Reisling, Kelly" userId="bcb6b671-0c2e-4a4b-b03f-54cdc0397ac5" providerId="ADAL" clId="{F64CD992-7F42-48CB-9928-235C9383B44B}" dt="2026-03-17T18:43:07.055" v="915"/>
          <ac:graphicFrameMkLst>
            <pc:docMk/>
            <pc:sldMk cId="550473462" sldId="2147483484"/>
            <ac:graphicFrameMk id="6" creationId="{AA86CD24-9BF8-7C4E-9ED4-ABFB382D56A7}"/>
          </ac:graphicFrameMkLst>
        </pc:graphicFrameChg>
        <pc:graphicFrameChg chg="add mod modGraphic">
          <ac:chgData name="Reisling, Kelly" userId="bcb6b671-0c2e-4a4b-b03f-54cdc0397ac5" providerId="ADAL" clId="{F64CD992-7F42-48CB-9928-235C9383B44B}" dt="2026-03-17T18:49:31.321" v="1163" actId="6549"/>
          <ac:graphicFrameMkLst>
            <pc:docMk/>
            <pc:sldMk cId="550473462" sldId="2147483484"/>
            <ac:graphicFrameMk id="9" creationId="{CF9092D7-FE22-DB12-9DF7-B54D3746E44D}"/>
          </ac:graphicFrameMkLst>
        </pc:graphicFrameChg>
        <pc:extLst>
          <p:ext xmlns:p="http://schemas.openxmlformats.org/presentationml/2006/main" uri="{D6D511B9-2390-475A-947B-AFAB55BFBCF1}">
            <pc226:cmChg xmlns:pc226="http://schemas.microsoft.com/office/powerpoint/2022/06/main/command" chg="add">
              <pc226:chgData name="Reisling, Kelly" userId="bcb6b671-0c2e-4a4b-b03f-54cdc0397ac5" providerId="ADAL" clId="{F64CD992-7F42-48CB-9928-235C9383B44B}" dt="2026-03-17T19:25:23.853" v="1473"/>
              <pc2:cmMkLst xmlns:pc2="http://schemas.microsoft.com/office/powerpoint/2019/9/main/command">
                <pc:docMk/>
                <pc:sldMk cId="550473462" sldId="2147483484"/>
                <pc2:cmMk id="{CE15D740-F3BF-49F8-BDD8-4A1B029128BA}"/>
              </pc2:cmMkLst>
            </pc226:cmChg>
          </p:ext>
        </pc:extLst>
      </pc:sldChg>
      <pc:sldChg chg="addSp delSp modSp new mod modClrScheme addCm modCm chgLayout">
        <pc:chgData name="Reisling, Kelly" userId="bcb6b671-0c2e-4a4b-b03f-54cdc0397ac5" providerId="ADAL" clId="{F64CD992-7F42-48CB-9928-235C9383B44B}" dt="2026-03-17T19:22:38.869" v="1472" actId="20577"/>
        <pc:sldMkLst>
          <pc:docMk/>
          <pc:sldMk cId="3135961041" sldId="2147483485"/>
        </pc:sldMkLst>
        <pc:spChg chg="del">
          <ac:chgData name="Reisling, Kelly" userId="bcb6b671-0c2e-4a4b-b03f-54cdc0397ac5" providerId="ADAL" clId="{F64CD992-7F42-48CB-9928-235C9383B44B}" dt="2026-03-17T19:06:48.571" v="1190" actId="700"/>
          <ac:spMkLst>
            <pc:docMk/>
            <pc:sldMk cId="3135961041" sldId="2147483485"/>
            <ac:spMk id="2" creationId="{A2C5018E-4AFD-B58E-EA6A-E5AD4ADEDDCC}"/>
          </ac:spMkLst>
        </pc:spChg>
        <pc:spChg chg="del mod ord">
          <ac:chgData name="Reisling, Kelly" userId="bcb6b671-0c2e-4a4b-b03f-54cdc0397ac5" providerId="ADAL" clId="{F64CD992-7F42-48CB-9928-235C9383B44B}" dt="2026-03-17T19:06:48.571" v="1190" actId="700"/>
          <ac:spMkLst>
            <pc:docMk/>
            <pc:sldMk cId="3135961041" sldId="2147483485"/>
            <ac:spMk id="3" creationId="{838E9658-A9DF-6A47-0957-D7C91F9BDE8C}"/>
          </ac:spMkLst>
        </pc:spChg>
        <pc:spChg chg="add mod ord">
          <ac:chgData name="Reisling, Kelly" userId="bcb6b671-0c2e-4a4b-b03f-54cdc0397ac5" providerId="ADAL" clId="{F64CD992-7F42-48CB-9928-235C9383B44B}" dt="2026-03-17T19:14:09.556" v="1233" actId="20577"/>
          <ac:spMkLst>
            <pc:docMk/>
            <pc:sldMk cId="3135961041" sldId="2147483485"/>
            <ac:spMk id="4" creationId="{76E7E1EA-725C-DB83-429F-654CB945F183}"/>
          </ac:spMkLst>
        </pc:spChg>
        <pc:spChg chg="add mod">
          <ac:chgData name="Reisling, Kelly" userId="bcb6b671-0c2e-4a4b-b03f-54cdc0397ac5" providerId="ADAL" clId="{F64CD992-7F42-48CB-9928-235C9383B44B}" dt="2026-03-17T19:22:38.869" v="1472" actId="20577"/>
          <ac:spMkLst>
            <pc:docMk/>
            <pc:sldMk cId="3135961041" sldId="2147483485"/>
            <ac:spMk id="7" creationId="{4E4B6B46-FD1C-702C-C2D7-F5E8764D2253}"/>
          </ac:spMkLst>
        </pc:spChg>
        <pc:picChg chg="add mod">
          <ac:chgData name="Reisling, Kelly" userId="bcb6b671-0c2e-4a4b-b03f-54cdc0397ac5" providerId="ADAL" clId="{F64CD992-7F42-48CB-9928-235C9383B44B}" dt="2026-03-17T19:22:23.565" v="1437" actId="14100"/>
          <ac:picMkLst>
            <pc:docMk/>
            <pc:sldMk cId="3135961041" sldId="2147483485"/>
            <ac:picMk id="6" creationId="{F38B5573-1F21-B591-6F67-B96549C36A11}"/>
          </ac:picMkLst>
        </pc:picChg>
        <pc:extLst>
          <p:ext xmlns:p="http://schemas.openxmlformats.org/presentationml/2006/main" uri="{D6D511B9-2390-475A-947B-AFAB55BFBCF1}">
            <pc226:cmChg xmlns:pc226="http://schemas.microsoft.com/office/powerpoint/2022/06/main/command" chg="add mod">
              <pc226:chgData name="Reisling, Kelly" userId="bcb6b671-0c2e-4a4b-b03f-54cdc0397ac5" providerId="ADAL" clId="{F64CD992-7F42-48CB-9928-235C9383B44B}" dt="2026-03-17T19:22:38.869" v="1472" actId="20577"/>
              <pc2:cmMkLst xmlns:pc2="http://schemas.microsoft.com/office/powerpoint/2019/9/main/command">
                <pc:docMk/>
                <pc:sldMk cId="3135961041" sldId="2147483485"/>
                <pc2:cmMk id="{941A5C11-F913-4C0E-987C-E3B43EDAE90C}"/>
              </pc2:cmMkLst>
            </pc226:cmChg>
          </p:ext>
        </pc:extLst>
      </pc:sldChg>
    </pc:docChg>
  </pc:docChgLst>
  <pc:docChgLst>
    <pc:chgData name="Kelly" userId="bcb6b671-0c2e-4a4b-b03f-54cdc0397ac5" providerId="ADAL" clId="{F64CD992-7F42-48CB-9928-235C9383B44B}"/>
    <pc:docChg chg="custSel modSld">
      <pc:chgData name="Kelly" userId="bcb6b671-0c2e-4a4b-b03f-54cdc0397ac5" providerId="ADAL" clId="{F64CD992-7F42-48CB-9928-235C9383B44B}" dt="2026-03-18T15:39:24.938" v="86" actId="20577"/>
      <pc:docMkLst>
        <pc:docMk/>
      </pc:docMkLst>
      <pc:sldChg chg="modSp mod">
        <pc:chgData name="Kelly" userId="bcb6b671-0c2e-4a4b-b03f-54cdc0397ac5" providerId="ADAL" clId="{F64CD992-7F42-48CB-9928-235C9383B44B}" dt="2026-03-18T15:39:24.938" v="86" actId="20577"/>
        <pc:sldMkLst>
          <pc:docMk/>
          <pc:sldMk cId="3190375680" sldId="2147483483"/>
        </pc:sldMkLst>
        <pc:spChg chg="mod">
          <ac:chgData name="Kelly" userId="bcb6b671-0c2e-4a4b-b03f-54cdc0397ac5" providerId="ADAL" clId="{F64CD992-7F42-48CB-9928-235C9383B44B}" dt="2026-03-18T15:39:24.938" v="86" actId="20577"/>
          <ac:spMkLst>
            <pc:docMk/>
            <pc:sldMk cId="3190375680" sldId="2147483483"/>
            <ac:spMk id="5" creationId="{758D2D3A-71A4-0C56-BD82-FF0107166421}"/>
          </ac:spMkLst>
        </pc:spChg>
      </pc:sldChg>
      <pc:sldChg chg="addCm">
        <pc:chgData name="Kelly" userId="bcb6b671-0c2e-4a4b-b03f-54cdc0397ac5" providerId="ADAL" clId="{F64CD992-7F42-48CB-9928-235C9383B44B}" dt="2026-03-18T15:38:45.426" v="0"/>
        <pc:sldMkLst>
          <pc:docMk/>
          <pc:sldMk cId="3135961041" sldId="2147483485"/>
        </pc:sldMkLst>
        <pc:extLst>
          <p:ext xmlns:p="http://schemas.openxmlformats.org/presentationml/2006/main" uri="{D6D511B9-2390-475A-947B-AFAB55BFBCF1}">
            <pc226:cmChg xmlns:pc226="http://schemas.microsoft.com/office/powerpoint/2022/06/main/command" chg="add">
              <pc226:chgData name="Kelly" userId="bcb6b671-0c2e-4a4b-b03f-54cdc0397ac5" providerId="ADAL" clId="{F64CD992-7F42-48CB-9928-235C9383B44B}" dt="2026-03-18T15:38:45.426" v="0"/>
              <pc2:cmMkLst xmlns:pc2="http://schemas.microsoft.com/office/powerpoint/2019/9/main/command">
                <pc:docMk/>
                <pc:sldMk cId="3135961041" sldId="2147483485"/>
                <pc2:cmMk id="{6B51ED3F-EE70-4A2D-A959-C249A841FBEB}"/>
              </pc2:cmMkLst>
            </pc226:cmChg>
          </p:ext>
        </pc:extLst>
      </pc:sldChg>
    </pc:docChg>
  </pc:docChgLst>
  <pc:docChgLst>
    <pc:chgData name="Odubiyi, Segun" userId="77b028ad-9b98-4854-a528-bced7cc4aa28" providerId="ADAL" clId="{4F53389E-3BC3-4E2D-A9C2-BC8F1C70973B}"/>
    <pc:docChg chg="undo custSel addSld delSld modSld">
      <pc:chgData name="Odubiyi, Segun" userId="77b028ad-9b98-4854-a528-bced7cc4aa28" providerId="ADAL" clId="{4F53389E-3BC3-4E2D-A9C2-BC8F1C70973B}" dt="2026-03-18T15:24:05.106" v="28" actId="313"/>
      <pc:docMkLst>
        <pc:docMk/>
      </pc:docMkLst>
      <pc:sldChg chg="addSp delSp modSp mod">
        <pc:chgData name="Odubiyi, Segun" userId="77b028ad-9b98-4854-a528-bced7cc4aa28" providerId="ADAL" clId="{4F53389E-3BC3-4E2D-A9C2-BC8F1C70973B}" dt="2026-03-18T15:24:05.106" v="28" actId="313"/>
        <pc:sldMkLst>
          <pc:docMk/>
          <pc:sldMk cId="2028660915" sldId="2147480739"/>
        </pc:sldMkLst>
        <pc:graphicFrameChg chg="add mod">
          <ac:chgData name="Odubiyi, Segun" userId="77b028ad-9b98-4854-a528-bced7cc4aa28" providerId="ADAL" clId="{4F53389E-3BC3-4E2D-A9C2-BC8F1C70973B}" dt="2026-03-18T15:15:45.128" v="1"/>
          <ac:graphicFrameMkLst>
            <pc:docMk/>
            <pc:sldMk cId="2028660915" sldId="2147480739"/>
            <ac:graphicFrameMk id="2" creationId="{81EC7499-0F08-EF11-F17E-6C9EFFAEC9A2}"/>
          </ac:graphicFrameMkLst>
        </pc:graphicFrameChg>
        <pc:graphicFrameChg chg="add del mod modGraphic">
          <ac:chgData name="Odubiyi, Segun" userId="77b028ad-9b98-4854-a528-bced7cc4aa28" providerId="ADAL" clId="{4F53389E-3BC3-4E2D-A9C2-BC8F1C70973B}" dt="2026-03-18T15:23:01.734" v="19" actId="478"/>
          <ac:graphicFrameMkLst>
            <pc:docMk/>
            <pc:sldMk cId="2028660915" sldId="2147480739"/>
            <ac:graphicFrameMk id="6" creationId="{C4C41EB5-8C04-CC17-E113-97DC9007B2A5}"/>
          </ac:graphicFrameMkLst>
        </pc:graphicFrameChg>
        <pc:graphicFrameChg chg="add mod modGraphic">
          <ac:chgData name="Odubiyi, Segun" userId="77b028ad-9b98-4854-a528-bced7cc4aa28" providerId="ADAL" clId="{4F53389E-3BC3-4E2D-A9C2-BC8F1C70973B}" dt="2026-03-18T15:24:05.106" v="28" actId="313"/>
          <ac:graphicFrameMkLst>
            <pc:docMk/>
            <pc:sldMk cId="2028660915" sldId="2147480739"/>
            <ac:graphicFrameMk id="7" creationId="{97271D16-DF7D-A64F-08B6-034503A1158F}"/>
          </ac:graphicFrameMkLst>
        </pc:graphicFrameChg>
        <pc:picChg chg="add del">
          <ac:chgData name="Odubiyi, Segun" userId="77b028ad-9b98-4854-a528-bced7cc4aa28" providerId="ADAL" clId="{4F53389E-3BC3-4E2D-A9C2-BC8F1C70973B}" dt="2026-03-18T15:16:11.988" v="4" actId="478"/>
          <ac:picMkLst>
            <pc:docMk/>
            <pc:sldMk cId="2028660915" sldId="2147480739"/>
            <ac:picMk id="3" creationId="{FF1B7DB9-C8E4-7651-868E-0D45EA5E10B1}"/>
          </ac:picMkLst>
        </pc:picChg>
      </pc:sldChg>
      <pc:sldChg chg="add del">
        <pc:chgData name="Odubiyi, Segun" userId="77b028ad-9b98-4854-a528-bced7cc4aa28" providerId="ADAL" clId="{4F53389E-3BC3-4E2D-A9C2-BC8F1C70973B}" dt="2026-03-18T15:17:45.665" v="13" actId="47"/>
        <pc:sldMkLst>
          <pc:docMk/>
          <pc:sldMk cId="2504744983" sldId="2147483486"/>
        </pc:sldMkLst>
      </pc:sldChg>
    </pc:docChg>
  </pc:docChgLst>
  <pc:docChgLst>
    <pc:chgData name="Solanki, Jigar" userId="3f4ee6f3-26ac-4cf7-b06f-bbc51af815a3" providerId="ADAL" clId="{8C6F792D-5D44-4CD1-84A5-B615F1570349}"/>
    <pc:docChg chg="undo custSel modSld">
      <pc:chgData name="Solanki, Jigar" userId="3f4ee6f3-26ac-4cf7-b06f-bbc51af815a3" providerId="ADAL" clId="{8C6F792D-5D44-4CD1-84A5-B615F1570349}" dt="2026-03-18T22:04:37.058" v="1784" actId="207"/>
      <pc:docMkLst>
        <pc:docMk/>
      </pc:docMkLst>
      <pc:sldChg chg="addSp modSp mod">
        <pc:chgData name="Solanki, Jigar" userId="3f4ee6f3-26ac-4cf7-b06f-bbc51af815a3" providerId="ADAL" clId="{8C6F792D-5D44-4CD1-84A5-B615F1570349}" dt="2026-03-18T22:04:37.058" v="1784" actId="207"/>
        <pc:sldMkLst>
          <pc:docMk/>
          <pc:sldMk cId="309466851" sldId="2147483482"/>
        </pc:sldMkLst>
        <pc:spChg chg="mod">
          <ac:chgData name="Solanki, Jigar" userId="3f4ee6f3-26ac-4cf7-b06f-bbc51af815a3" providerId="ADAL" clId="{8C6F792D-5D44-4CD1-84A5-B615F1570349}" dt="2026-03-18T21:55:16.484" v="1539" actId="20577"/>
          <ac:spMkLst>
            <pc:docMk/>
            <pc:sldMk cId="309466851" sldId="2147483482"/>
            <ac:spMk id="4" creationId="{4BCD48CA-EE92-ED39-1DBC-F491D452E97D}"/>
          </ac:spMkLst>
        </pc:spChg>
        <pc:spChg chg="mod">
          <ac:chgData name="Solanki, Jigar" userId="3f4ee6f3-26ac-4cf7-b06f-bbc51af815a3" providerId="ADAL" clId="{8C6F792D-5D44-4CD1-84A5-B615F1570349}" dt="2026-03-18T22:04:37.058" v="1784" actId="207"/>
          <ac:spMkLst>
            <pc:docMk/>
            <pc:sldMk cId="309466851" sldId="2147483482"/>
            <ac:spMk id="5" creationId="{62E52C2B-F4F6-296A-ECCD-422675F98304}"/>
          </ac:spMkLst>
        </pc:spChg>
        <pc:graphicFrameChg chg="add mod">
          <ac:chgData name="Solanki, Jigar" userId="3f4ee6f3-26ac-4cf7-b06f-bbc51af815a3" providerId="ADAL" clId="{8C6F792D-5D44-4CD1-84A5-B615F1570349}" dt="2026-03-18T14:22:37.312" v="1516"/>
          <ac:graphicFrameMkLst>
            <pc:docMk/>
            <pc:sldMk cId="309466851" sldId="2147483482"/>
            <ac:graphicFrameMk id="8" creationId="{3359C907-B030-B285-E414-3B31476998AA}"/>
          </ac:graphicFrameMkLst>
        </pc:graphicFrameChg>
        <pc:graphicFrameChg chg="add mod">
          <ac:chgData name="Solanki, Jigar" userId="3f4ee6f3-26ac-4cf7-b06f-bbc51af815a3" providerId="ADAL" clId="{8C6F792D-5D44-4CD1-84A5-B615F1570349}" dt="2026-03-18T17:03:24.362" v="1523"/>
          <ac:graphicFrameMkLst>
            <pc:docMk/>
            <pc:sldMk cId="309466851" sldId="2147483482"/>
            <ac:graphicFrameMk id="9" creationId="{B13B229C-F352-16E8-5579-582CBDD9833A}"/>
          </ac:graphicFrameMkLst>
        </pc:graphicFrameChg>
      </pc:sldChg>
    </pc:docChg>
  </pc:docChgLst>
  <pc:docChgLst>
    <pc:chgData name="Reisling, Kelly" userId="S::kelly.reisling@capgemini.com::bcb6b671-0c2e-4a4b-b03f-54cdc0397ac5" providerId="AD" clId="Web-{C8B86B3D-E3D6-5BD1-1350-BD1693CDC60D}"/>
    <pc:docChg chg="modSld">
      <pc:chgData name="Reisling, Kelly" userId="S::kelly.reisling@capgemini.com::bcb6b671-0c2e-4a4b-b03f-54cdc0397ac5" providerId="AD" clId="Web-{C8B86B3D-E3D6-5BD1-1350-BD1693CDC60D}" dt="2026-03-19T14:35:23.756" v="3" actId="1076"/>
      <pc:docMkLst>
        <pc:docMk/>
      </pc:docMkLst>
      <pc:sldChg chg="delSp modSp">
        <pc:chgData name="Reisling, Kelly" userId="S::kelly.reisling@capgemini.com::bcb6b671-0c2e-4a4b-b03f-54cdc0397ac5" providerId="AD" clId="Web-{C8B86B3D-E3D6-5BD1-1350-BD1693CDC60D}" dt="2026-03-19T14:35:23.756" v="3" actId="1076"/>
        <pc:sldMkLst>
          <pc:docMk/>
          <pc:sldMk cId="309466851" sldId="2147483482"/>
        </pc:sldMkLst>
        <pc:spChg chg="del">
          <ac:chgData name="Reisling, Kelly" userId="S::kelly.reisling@capgemini.com::bcb6b671-0c2e-4a4b-b03f-54cdc0397ac5" providerId="AD" clId="Web-{C8B86B3D-E3D6-5BD1-1350-BD1693CDC60D}" dt="2026-03-19T14:34:59.708" v="0"/>
          <ac:spMkLst>
            <pc:docMk/>
            <pc:sldMk cId="309466851" sldId="2147483482"/>
            <ac:spMk id="4" creationId="{4BCD48CA-EE92-ED39-1DBC-F491D452E97D}"/>
          </ac:spMkLst>
        </pc:spChg>
        <pc:spChg chg="mod">
          <ac:chgData name="Reisling, Kelly" userId="S::kelly.reisling@capgemini.com::bcb6b671-0c2e-4a4b-b03f-54cdc0397ac5" providerId="AD" clId="Web-{C8B86B3D-E3D6-5BD1-1350-BD1693CDC60D}" dt="2026-03-19T14:35:23.756" v="3" actId="1076"/>
          <ac:spMkLst>
            <pc:docMk/>
            <pc:sldMk cId="309466851" sldId="2147483482"/>
            <ac:spMk id="5" creationId="{62E52C2B-F4F6-296A-ECCD-422675F98304}"/>
          </ac:spMkLst>
        </pc:spChg>
        <pc:spChg chg="mod">
          <ac:chgData name="Reisling, Kelly" userId="S::kelly.reisling@capgemini.com::bcb6b671-0c2e-4a4b-b03f-54cdc0397ac5" providerId="AD" clId="Web-{C8B86B3D-E3D6-5BD1-1350-BD1693CDC60D}" dt="2026-03-19T14:35:19.974" v="1" actId="1076"/>
          <ac:spMkLst>
            <pc:docMk/>
            <pc:sldMk cId="309466851" sldId="2147483482"/>
            <ac:spMk id="6" creationId="{25A21250-1806-DF74-2586-69A09FCA324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03/20/2026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E640F-EDAC-2875-A592-5BD75C48E2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19800D-A983-90AC-A448-B7B58268229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BA030B0-80D0-1B8E-A705-7C0CEC4B9C4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8815E66-A663-B0C0-18D3-EF80C256893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AD3041-3479-499B-9B57-4AAF6D2FB2DC}"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54711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5899A-2A4D-328D-B00B-47389A000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60B39-638B-BD26-431D-1B6961A178D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C56F747-FA51-6AAD-8052-E340501008A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7C7F29A-EE07-8652-3680-CD854B434E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AD3041-3479-499B-9B57-4AAF6D2FB2DC}"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42561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CAD3041-3479-499B-9B57-4AAF6D2FB2DC}" type="slidenum">
              <a:rPr lang="en-GB" smtClean="0"/>
              <a:t>6</a:t>
            </a:fld>
            <a:endParaRPr lang="en-GB"/>
          </a:p>
        </p:txBody>
      </p:sp>
    </p:spTree>
    <p:extLst>
      <p:ext uri="{BB962C8B-B14F-4D97-AF65-F5344CB8AC3E}">
        <p14:creationId xmlns:p14="http://schemas.microsoft.com/office/powerpoint/2010/main" val="3611480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8.png"/><Relationship Id="rId3" Type="http://schemas.openxmlformats.org/officeDocument/2006/relationships/tags" Target="../tags/tag3.xml"/><Relationship Id="rId7" Type="http://schemas.openxmlformats.org/officeDocument/2006/relationships/image" Target="../media/image5.png"/><Relationship Id="rId12" Type="http://schemas.openxmlformats.org/officeDocument/2006/relationships/hyperlink" Target="http://www.linkedin.com/company/capgemini" TargetMode="Externa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hyperlink" Target="https://www.glassdoor.com/Overview/Working-at-Capgemini-EI_IE3803.11,20.htm" TargetMode="External"/><Relationship Id="rId11" Type="http://schemas.openxmlformats.org/officeDocument/2006/relationships/image" Target="../media/image7.png"/><Relationship Id="rId5" Type="http://schemas.openxmlformats.org/officeDocument/2006/relationships/slideMaster" Target="../slideMasters/slideMaster1.xml"/><Relationship Id="rId1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tags" Target="../tags/tag4.xml"/><Relationship Id="rId9" Type="http://schemas.openxmlformats.org/officeDocument/2006/relationships/image" Target="../media/image6.png"/><Relationship Id="rId14" Type="http://schemas.openxmlformats.org/officeDocument/2006/relationships/hyperlink" Target="https://www.instagram.com/capgemini/" TargetMode="External"/></Relationships>
</file>

<file path=ppt/slideLayouts/_rels/slideLayout56.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8.png"/></Relationships>
</file>

<file path=ppt/slideLayouts/_rels/slideLayout57.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0.png"/><Relationship Id="rId7" Type="http://schemas.microsoft.com/office/2007/relationships/hdphoto" Target="../media/hdphoto2.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12.png"/><Relationship Id="rId18" Type="http://schemas.openxmlformats.org/officeDocument/2006/relationships/hyperlink" Target="https://www.instagram.com/capgemini/" TargetMode="External"/><Relationship Id="rId3" Type="http://schemas.openxmlformats.org/officeDocument/2006/relationships/tags" Target="../tags/tag7.xml"/><Relationship Id="rId7" Type="http://schemas.openxmlformats.org/officeDocument/2006/relationships/image" Target="../media/image10.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6.xml"/><Relationship Id="rId16" Type="http://schemas.openxmlformats.org/officeDocument/2006/relationships/image" Target="../media/image13.png"/><Relationship Id="rId20" Type="http://schemas.microsoft.com/office/2007/relationships/hdphoto" Target="../media/hdphoto10.wdp"/><Relationship Id="rId1" Type="http://schemas.openxmlformats.org/officeDocument/2006/relationships/tags" Target="../tags/tag5.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2.xml"/><Relationship Id="rId15" Type="http://schemas.openxmlformats.org/officeDocument/2006/relationships/hyperlink" Target="http://www.linkedin.com/company/capgemini" TargetMode="External"/><Relationship Id="rId10" Type="http://schemas.openxmlformats.org/officeDocument/2006/relationships/image" Target="../media/image11.png"/><Relationship Id="rId19" Type="http://schemas.openxmlformats.org/officeDocument/2006/relationships/image" Target="../media/image14.png"/><Relationship Id="rId4" Type="http://schemas.openxmlformats.org/officeDocument/2006/relationships/tags" Target="../tags/tag8.xml"/><Relationship Id="rId9" Type="http://schemas.openxmlformats.org/officeDocument/2006/relationships/hyperlink" Target="http://www.youtube.com/capgeminimedia" TargetMode="External"/><Relationship Id="rId14" Type="http://schemas.microsoft.com/office/2007/relationships/hdphoto" Target="../media/hdphoto8.wdp"/></Relationships>
</file>

<file path=ppt/slideLayouts/_rels/slideLayout117.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3" Type="http://schemas.openxmlformats.org/officeDocument/2006/relationships/image" Target="../media/image10.png"/><Relationship Id="rId7" Type="http://schemas.microsoft.com/office/2007/relationships/hdphoto" Target="../media/hdphoto7.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2.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_rels/slideLayout118.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2.xml"/><Relationship Id="rId6" Type="http://schemas.openxmlformats.org/officeDocument/2006/relationships/hyperlink" Target="http://www.facebook.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8.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12.png"/><Relationship Id="rId18" Type="http://schemas.openxmlformats.org/officeDocument/2006/relationships/hyperlink" Target="https://www.instagram.com/capgemini/" TargetMode="External"/><Relationship Id="rId3" Type="http://schemas.openxmlformats.org/officeDocument/2006/relationships/tags" Target="../tags/tag11.xml"/><Relationship Id="rId7" Type="http://schemas.openxmlformats.org/officeDocument/2006/relationships/image" Target="../media/image10.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10.xml"/><Relationship Id="rId16" Type="http://schemas.openxmlformats.org/officeDocument/2006/relationships/image" Target="../media/image13.png"/><Relationship Id="rId20" Type="http://schemas.microsoft.com/office/2007/relationships/hdphoto" Target="../media/hdphoto10.wdp"/><Relationship Id="rId1" Type="http://schemas.openxmlformats.org/officeDocument/2006/relationships/tags" Target="../tags/tag9.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3.xml"/><Relationship Id="rId15" Type="http://schemas.openxmlformats.org/officeDocument/2006/relationships/hyperlink" Target="http://www.linkedin.com/company/capgemini" TargetMode="External"/><Relationship Id="rId10" Type="http://schemas.openxmlformats.org/officeDocument/2006/relationships/image" Target="../media/image11.png"/><Relationship Id="rId19" Type="http://schemas.openxmlformats.org/officeDocument/2006/relationships/image" Target="../media/image14.png"/><Relationship Id="rId4" Type="http://schemas.openxmlformats.org/officeDocument/2006/relationships/tags" Target="../tags/tag12.xml"/><Relationship Id="rId9" Type="http://schemas.openxmlformats.org/officeDocument/2006/relationships/hyperlink" Target="http://www.youtube.com/capgeminimedia" TargetMode="External"/><Relationship Id="rId14" Type="http://schemas.microsoft.com/office/2007/relationships/hdphoto" Target="../media/hdphoto8.wdp"/></Relationships>
</file>

<file path=ppt/slideLayouts/_rels/slideLayout176.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3" Type="http://schemas.openxmlformats.org/officeDocument/2006/relationships/image" Target="../media/image10.png"/><Relationship Id="rId7" Type="http://schemas.microsoft.com/office/2007/relationships/hdphoto" Target="../media/hdphoto7.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3.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_rels/slideLayout177.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0.png"/><Relationship Id="rId7" Type="http://schemas.microsoft.com/office/2007/relationships/hdphoto" Target="../media/hdphoto2.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3.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Master" Target="../slideMasters/slideMaster4.xml"/><Relationship Id="rId5" Type="http://schemas.openxmlformats.org/officeDocument/2006/relationships/image" Target="../media/image23.png"/><Relationship Id="rId4" Type="http://schemas.openxmlformats.org/officeDocument/2006/relationships/image" Target="../media/image22.svg"/></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14.xml"/><Relationship Id="rId4" Type="http://schemas.openxmlformats.org/officeDocument/2006/relationships/image" Target="../media/image19.emf"/></Relationships>
</file>

<file path=ppt/slideLayouts/_rels/slideLayout19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15.xml"/><Relationship Id="rId4" Type="http://schemas.openxmlformats.org/officeDocument/2006/relationships/image" Target="../media/image19.emf"/></Relationships>
</file>

<file path=ppt/slideLayouts/_rels/slideLayout19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16.xml"/><Relationship Id="rId4" Type="http://schemas.openxmlformats.org/officeDocument/2006/relationships/image" Target="../media/image19.emf"/></Relationships>
</file>

<file path=ppt/slideLayouts/_rels/slideLayout19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17.xml"/><Relationship Id="rId4" Type="http://schemas.openxmlformats.org/officeDocument/2006/relationships/image" Target="../media/image19.emf"/></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32.png"/><Relationship Id="rId3" Type="http://schemas.openxmlformats.org/officeDocument/2006/relationships/image" Target="../media/image26.png"/><Relationship Id="rId7" Type="http://schemas.openxmlformats.org/officeDocument/2006/relationships/image" Target="../media/image28.png"/><Relationship Id="rId12" Type="http://schemas.openxmlformats.org/officeDocument/2006/relationships/image" Target="../media/image31.png"/><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30.png"/><Relationship Id="rId5" Type="http://schemas.openxmlformats.org/officeDocument/2006/relationships/image" Target="../media/image27.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29.png"/></Relationships>
</file>

<file path=ppt/slideLayouts/_rels/slideLayout202.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hyperlink" Target="http://www.youtube.com/capgeminimedia" TargetMode="External"/><Relationship Id="rId3" Type="http://schemas.openxmlformats.org/officeDocument/2006/relationships/tags" Target="../tags/tag20.xml"/><Relationship Id="rId7" Type="http://schemas.openxmlformats.org/officeDocument/2006/relationships/hyperlink" Target="http://www.linkedin.com/company/capgemini" TargetMode="External"/><Relationship Id="rId12" Type="http://schemas.openxmlformats.org/officeDocument/2006/relationships/image" Target="../media/image28.png"/><Relationship Id="rId17" Type="http://schemas.openxmlformats.org/officeDocument/2006/relationships/image" Target="../media/image32.png"/><Relationship Id="rId2" Type="http://schemas.openxmlformats.org/officeDocument/2006/relationships/tags" Target="../tags/tag19.xml"/><Relationship Id="rId16" Type="http://schemas.openxmlformats.org/officeDocument/2006/relationships/image" Target="../media/image30.png"/><Relationship Id="rId1" Type="http://schemas.openxmlformats.org/officeDocument/2006/relationships/tags" Target="../tags/tag18.xml"/><Relationship Id="rId6" Type="http://schemas.openxmlformats.org/officeDocument/2006/relationships/image" Target="../media/image31.png"/><Relationship Id="rId11" Type="http://schemas.openxmlformats.org/officeDocument/2006/relationships/hyperlink" Target="http://www.twitter.com/capgemini" TargetMode="External"/><Relationship Id="rId5" Type="http://schemas.openxmlformats.org/officeDocument/2006/relationships/slideMaster" Target="../slideMasters/slideMaster4.xml"/><Relationship Id="rId15" Type="http://schemas.openxmlformats.org/officeDocument/2006/relationships/hyperlink" Target="http://www.facebook.com/capgemini" TargetMode="External"/><Relationship Id="rId10" Type="http://schemas.openxmlformats.org/officeDocument/2006/relationships/image" Target="../media/image27.png"/><Relationship Id="rId4" Type="http://schemas.openxmlformats.org/officeDocument/2006/relationships/tags" Target="../tags/tag21.xml"/><Relationship Id="rId9" Type="http://schemas.openxmlformats.org/officeDocument/2006/relationships/hyperlink" Target="http://www.slideshare.net/capgemini" TargetMode="External"/><Relationship Id="rId14" Type="http://schemas.openxmlformats.org/officeDocument/2006/relationships/image" Target="../media/image29.png"/></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5.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5.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5.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5.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5.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5.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5.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5.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5.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5.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5.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5.xml"/></Relationships>
</file>

<file path=ppt/slideLayouts/_rels/slideLayout267.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12.png"/><Relationship Id="rId18" Type="http://schemas.openxmlformats.org/officeDocument/2006/relationships/hyperlink" Target="https://www.instagram.com/capgemini/" TargetMode="External"/><Relationship Id="rId3" Type="http://schemas.openxmlformats.org/officeDocument/2006/relationships/tags" Target="../tags/tag24.xml"/><Relationship Id="rId7" Type="http://schemas.openxmlformats.org/officeDocument/2006/relationships/image" Target="../media/image10.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23.xml"/><Relationship Id="rId16" Type="http://schemas.openxmlformats.org/officeDocument/2006/relationships/image" Target="../media/image13.png"/><Relationship Id="rId20" Type="http://schemas.microsoft.com/office/2007/relationships/hdphoto" Target="../media/hdphoto10.wdp"/><Relationship Id="rId1" Type="http://schemas.openxmlformats.org/officeDocument/2006/relationships/tags" Target="../tags/tag22.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5.xml"/><Relationship Id="rId15" Type="http://schemas.openxmlformats.org/officeDocument/2006/relationships/hyperlink" Target="http://www.linkedin.com/company/capgemini" TargetMode="External"/><Relationship Id="rId10" Type="http://schemas.openxmlformats.org/officeDocument/2006/relationships/image" Target="../media/image11.png"/><Relationship Id="rId19" Type="http://schemas.openxmlformats.org/officeDocument/2006/relationships/image" Target="../media/image14.png"/><Relationship Id="rId4" Type="http://schemas.openxmlformats.org/officeDocument/2006/relationships/tags" Target="../tags/tag25.xml"/><Relationship Id="rId9" Type="http://schemas.openxmlformats.org/officeDocument/2006/relationships/hyperlink" Target="http://www.youtube.com/capgeminimedia" TargetMode="External"/><Relationship Id="rId14" Type="http://schemas.microsoft.com/office/2007/relationships/hdphoto" Target="../media/hdphoto8.wdp"/></Relationships>
</file>

<file path=ppt/slideLayouts/_rels/slideLayout268.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3" Type="http://schemas.openxmlformats.org/officeDocument/2006/relationships/image" Target="../media/image10.png"/><Relationship Id="rId7" Type="http://schemas.microsoft.com/office/2007/relationships/hdphoto" Target="../media/hdphoto7.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5.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_rels/slideLayout269.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0.png"/><Relationship Id="rId7" Type="http://schemas.microsoft.com/office/2007/relationships/hdphoto" Target="../media/hdphoto2.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5.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5.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27.xml"/><Relationship Id="rId4" Type="http://schemas.openxmlformats.org/officeDocument/2006/relationships/image" Target="../media/image19.emf"/></Relationships>
</file>

<file path=ppt/slideLayouts/_rels/slideLayout27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Master" Target="../slideMasters/slideMaster6.xml"/><Relationship Id="rId5" Type="http://schemas.openxmlformats.org/officeDocument/2006/relationships/image" Target="../media/image23.png"/><Relationship Id="rId4" Type="http://schemas.openxmlformats.org/officeDocument/2006/relationships/image" Target="../media/image22.svg"/></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217657012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366648962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70464260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97521894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15864587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29932165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p:spPr>
        <p:txBody>
          <a:bodyPr anchor="b"/>
          <a:lstStyle>
            <a:lvl1pPr>
              <a:defRPr sz="5400">
                <a:solidFill>
                  <a:schemeClr val="bg1"/>
                </a:solidFill>
              </a:defRPr>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421417972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151929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1309262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8027334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5" name="Logo Placeholder 7">
            <a:extLst>
              <a:ext uri="{FF2B5EF4-FFF2-40B4-BE49-F238E27FC236}">
                <a16:creationId xmlns:a16="http://schemas.microsoft.com/office/drawing/2014/main" id="{0B3C3CBD-E738-C78E-0E05-CABF012E6391}"/>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433383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33787476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solidFill>
                  <a:schemeClr val="tx1"/>
                </a:solidFill>
              </a:defRPr>
            </a:lvl1pPr>
          </a:lstStyle>
          <a:p>
            <a:pPr lvl="0">
              <a:spcBef>
                <a:spcPts val="0"/>
              </a:spcBef>
            </a:pPr>
            <a:r>
              <a:rPr lang="en-US"/>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0850" y="3339001"/>
            <a:ext cx="6857998"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02627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443448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Chapter Placeholder 2">
            <a:extLst>
              <a:ext uri="{FF2B5EF4-FFF2-40B4-BE49-F238E27FC236}">
                <a16:creationId xmlns:a16="http://schemas.microsoft.com/office/drawing/2014/main" id="{23CF6BB0-AE4E-8C5D-62B2-A2216E42A57E}"/>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 name="Title Placeholder 4">
            <a:extLst>
              <a:ext uri="{FF2B5EF4-FFF2-40B4-BE49-F238E27FC236}">
                <a16:creationId xmlns:a16="http://schemas.microsoft.com/office/drawing/2014/main" id="{8616DD99-E5DF-50D2-33AF-495DCBE920C3}"/>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Tree>
    <p:extLst>
      <p:ext uri="{BB962C8B-B14F-4D97-AF65-F5344CB8AC3E}">
        <p14:creationId xmlns:p14="http://schemas.microsoft.com/office/powerpoint/2010/main" val="22213776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54880E18-9261-E63B-CB03-844BADE7AE64}"/>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019E92FE-5A18-711B-5160-9AA65A58DEE3}"/>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29DC02C4-69E4-1466-4B58-A9AE3DE4EE00}"/>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87F47C03-95E0-E83E-1625-0EE59F600C9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458808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559444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5A263D2-B0DE-B389-B995-EAF85F8F77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E424A66F-C6AA-DB93-F283-9B8E0095FE3A}"/>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Chapter Placeholder 2">
            <a:extLst>
              <a:ext uri="{FF2B5EF4-FFF2-40B4-BE49-F238E27FC236}">
                <a16:creationId xmlns:a16="http://schemas.microsoft.com/office/drawing/2014/main" id="{4B67ACC0-0B24-726E-19DC-02446FF83EB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034543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F1E24017-441F-489D-7EA7-E9C24BDAD8CE}"/>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23306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solidFill>
                  <a:schemeClr val="bg1"/>
                </a:solidFill>
                <a:effectLst>
                  <a:outerShdw blurRad="1016000" dir="5400000" algn="ctr" rotWithShape="0">
                    <a:schemeClr val="tx1">
                      <a:alpha val="49641"/>
                    </a:schemeClr>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solidFill>
                  <a:schemeClr val="bg1"/>
                </a:solidFill>
              </a:defRPr>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F2C6038E-E13F-AE5B-E1D9-974A91E4E127}"/>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85325503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12013154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5459D9FD-10B1-F1DE-30EA-A0D3AFDA68E8}"/>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1397617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483008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solidFill>
                  <a:schemeClr val="bg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solidFill>
                  <a:schemeClr val="bg1"/>
                </a:solidFill>
              </a:defRPr>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ED7570D-FB24-0E99-F979-503094A97154}"/>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2378107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3971991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p:spPr>
        <p:txBody>
          <a:bodyPr anchor="b">
            <a:noAutofit/>
          </a:bodyPr>
          <a:lstStyle>
            <a:lvl1pPr algn="r">
              <a:defRPr sz="4800">
                <a:solidFill>
                  <a:schemeClr val="bg1"/>
                </a:solidFill>
              </a:defRPr>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84DB15FA-DBE5-94F0-C763-DAB527467EF9}"/>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37992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tx1"/>
                </a:solidFill>
                <a:cs typeface="Arial"/>
              </a:rPr>
              <a:t>Name, Last Name</a:t>
            </a:r>
          </a:p>
          <a:p>
            <a:pPr>
              <a:lnSpc>
                <a:spcPts val="1200"/>
              </a:lnSpc>
            </a:pPr>
            <a:r>
              <a:rPr lang="en-US" sz="1000" b="0" i="0">
                <a:solidFill>
                  <a:schemeClr val="tx1"/>
                </a:solidFill>
                <a:cs typeface="Arial"/>
              </a:rPr>
              <a:t>Title/Role</a:t>
            </a:r>
          </a:p>
          <a:p>
            <a:pPr>
              <a:lnSpc>
                <a:spcPts val="1200"/>
              </a:lnSpc>
            </a:pPr>
            <a:r>
              <a:rPr lang="en-US" sz="1000" b="0" i="0">
                <a:solidFill>
                  <a:schemeClr val="tx1"/>
                </a:solidFill>
                <a:cs typeface="Arial"/>
              </a:rPr>
              <a:t>Capgemini Office (Optional)</a:t>
            </a:r>
          </a:p>
          <a:p>
            <a:pPr>
              <a:lnSpc>
                <a:spcPts val="1200"/>
              </a:lnSpc>
            </a:pPr>
            <a:r>
              <a:rPr lang="en-US" sz="1000" b="0" i="0">
                <a:solidFill>
                  <a:schemeClr val="tx1"/>
                </a:solidFill>
                <a:cs typeface="Arial"/>
              </a:rPr>
              <a:t>Address Line 1</a:t>
            </a:r>
          </a:p>
          <a:p>
            <a:pPr>
              <a:lnSpc>
                <a:spcPts val="1200"/>
              </a:lnSpc>
            </a:pPr>
            <a:r>
              <a:rPr lang="en-US" sz="1000" b="0" i="0">
                <a:solidFill>
                  <a:schemeClr val="tx1"/>
                </a:solidFill>
                <a:cs typeface="Arial"/>
              </a:rPr>
              <a:t>Address Line 2 </a:t>
            </a:r>
          </a:p>
          <a:p>
            <a:pPr>
              <a:lnSpc>
                <a:spcPts val="1200"/>
              </a:lnSpc>
            </a:pPr>
            <a:r>
              <a:rPr lang="en-US" sz="1000" b="0" i="0">
                <a:solidFill>
                  <a:schemeClr val="tx1"/>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2025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Ubuntu" panose="020B0504030602030204" pitchFamily="34" charset="0"/>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Ubuntu" panose="020B0504030602030204" pitchFamily="34" charset="0"/>
              </a:rPr>
              <a:t>w</a:t>
            </a:r>
            <a:r>
              <a:rPr lang="en-US" sz="1050" err="1">
                <a:solidFill>
                  <a:schemeClr val="tx1"/>
                </a:solidFill>
                <a:latin typeface="Ubuntu" panose="020B0504030602030204" pitchFamily="34" charset="0"/>
              </a:rPr>
              <a:t>ww.capgemini.com</a:t>
            </a:r>
            <a:endParaRPr lang="en-US" sz="1050">
              <a:solidFill>
                <a:schemeClr val="tx1"/>
              </a:solidFill>
              <a:latin typeface="Ubuntu" panose="020B0504030602030204" pitchFamily="34" charset="0"/>
            </a:endParaRP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tx2"/>
              </a:solidFill>
              <a:latin typeface="Ubuntu" panose="020B0504030602030204" pitchFamily="34" charset="0"/>
            </a:endParaRPr>
          </a:p>
        </p:txBody>
      </p:sp>
      <p:grpSp>
        <p:nvGrpSpPr>
          <p:cNvPr id="3" name="Group 2">
            <a:extLst>
              <a:ext uri="{FF2B5EF4-FFF2-40B4-BE49-F238E27FC236}">
                <a16:creationId xmlns:a16="http://schemas.microsoft.com/office/drawing/2014/main" id="{032EA5D1-01BC-8547-E583-F4461E337B07}"/>
              </a:ext>
            </a:extLst>
          </p:cNvPr>
          <p:cNvGrpSpPr/>
          <p:nvPr userDrawn="1"/>
        </p:nvGrpSpPr>
        <p:grpSpPr>
          <a:xfrm>
            <a:off x="8904288" y="5569004"/>
            <a:ext cx="1951070" cy="335280"/>
            <a:chOff x="8904288" y="5569004"/>
            <a:chExt cx="1951070" cy="335280"/>
          </a:xfrm>
        </p:grpSpPr>
        <p:pic>
          <p:nvPicPr>
            <p:cNvPr id="4" name="Picture 3">
              <a:hlinkClick r:id="rId6"/>
              <a:extLst>
                <a:ext uri="{FF2B5EF4-FFF2-40B4-BE49-F238E27FC236}">
                  <a16:creationId xmlns:a16="http://schemas.microsoft.com/office/drawing/2014/main" id="{C1B41439-3F63-921A-4BD5-954D4B0AE65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5" name="Picture 4">
              <a:hlinkClick r:id="rId8"/>
              <a:extLst>
                <a:ext uri="{FF2B5EF4-FFF2-40B4-BE49-F238E27FC236}">
                  <a16:creationId xmlns:a16="http://schemas.microsoft.com/office/drawing/2014/main" id="{37B0DA3B-A3DD-C023-D858-9A326B5F72BD}"/>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6" name="Picture 5">
              <a:hlinkClick r:id="rId10"/>
              <a:extLst>
                <a:ext uri="{FF2B5EF4-FFF2-40B4-BE49-F238E27FC236}">
                  <a16:creationId xmlns:a16="http://schemas.microsoft.com/office/drawing/2014/main" id="{3394EDB2-3A11-9E1B-C773-9456BC7E3880}"/>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11" name="Picture 10">
              <a:hlinkClick r:id="rId12"/>
              <a:extLst>
                <a:ext uri="{FF2B5EF4-FFF2-40B4-BE49-F238E27FC236}">
                  <a16:creationId xmlns:a16="http://schemas.microsoft.com/office/drawing/2014/main" id="{3C9E59E1-109A-2B7A-17AB-C8C07EDBA3F4}"/>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21" name="Picture 20">
              <a:hlinkClick r:id="rId14"/>
              <a:extLst>
                <a:ext uri="{FF2B5EF4-FFF2-40B4-BE49-F238E27FC236}">
                  <a16:creationId xmlns:a16="http://schemas.microsoft.com/office/drawing/2014/main" id="{9C4FF414-462F-3E96-E9B0-58F7C38DE8F7}"/>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9" name="Rectangle 18">
            <a:extLst>
              <a:ext uri="{FF2B5EF4-FFF2-40B4-BE49-F238E27FC236}">
                <a16:creationId xmlns:a16="http://schemas.microsoft.com/office/drawing/2014/main" id="{AB8926FF-D001-F0F8-2F91-96975E5F641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450644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sp>
        <p:nvSpPr>
          <p:cNvPr id="30" name="Rectangle 29">
            <a:extLst>
              <a:ext uri="{FF2B5EF4-FFF2-40B4-BE49-F238E27FC236}">
                <a16:creationId xmlns:a16="http://schemas.microsoft.com/office/drawing/2014/main" id="{42F7D594-54F5-66A3-9AE8-EFE5D6CA5A39}"/>
              </a:ext>
            </a:extLst>
          </p:cNvPr>
          <p:cNvSpPr/>
          <p:nvPr userDrawn="1"/>
        </p:nvSpPr>
        <p:spPr>
          <a:xfrm>
            <a:off x="550863" y="1384200"/>
            <a:ext cx="4248471" cy="1828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2025 Capgemini. All rights reserved.</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Tree>
    <p:extLst>
      <p:ext uri="{BB962C8B-B14F-4D97-AF65-F5344CB8AC3E}">
        <p14:creationId xmlns:p14="http://schemas.microsoft.com/office/powerpoint/2010/main" val="6810975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2" name="Rectangle 1">
            <a:extLst>
              <a:ext uri="{FF2B5EF4-FFF2-40B4-BE49-F238E27FC236}">
                <a16:creationId xmlns:a16="http://schemas.microsoft.com/office/drawing/2014/main" id="{BFA81E17-F832-B5EB-3D5D-25AE712EB4A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2025 Capgemini. All rights reserved.</a:t>
            </a:r>
          </a:p>
        </p:txBody>
      </p:sp>
      <p:sp>
        <p:nvSpPr>
          <p:cNvPr id="9" name="Rectangle 8">
            <a:extLst>
              <a:ext uri="{FF2B5EF4-FFF2-40B4-BE49-F238E27FC236}">
                <a16:creationId xmlns:a16="http://schemas.microsoft.com/office/drawing/2014/main" id="{FA5EFF19-B281-F0C9-FB01-070197B8DB96}"/>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Tree>
    <p:extLst>
      <p:ext uri="{BB962C8B-B14F-4D97-AF65-F5344CB8AC3E}">
        <p14:creationId xmlns:p14="http://schemas.microsoft.com/office/powerpoint/2010/main" val="33629746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98540-B716-5AD0-051E-96B8BA3FC3C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AC53818-E130-640A-85E6-B3FFB428F0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A620893-2A7B-CB48-1D04-A86D387A60E8}"/>
              </a:ext>
            </a:extLst>
          </p:cNvPr>
          <p:cNvSpPr>
            <a:spLocks noGrp="1"/>
          </p:cNvSpPr>
          <p:nvPr>
            <p:ph type="dt" sz="half" idx="10"/>
          </p:nvPr>
        </p:nvSpPr>
        <p:spPr/>
        <p:txBody>
          <a:bodyPr/>
          <a:lstStyle/>
          <a:p>
            <a:fld id="{F5EC47F6-45C0-484D-9DDF-C4D93D715E68}" type="datetimeFigureOut">
              <a:rPr lang="en-GB" smtClean="0"/>
              <a:t>20/03/2026</a:t>
            </a:fld>
            <a:endParaRPr lang="en-GB"/>
          </a:p>
        </p:txBody>
      </p:sp>
      <p:sp>
        <p:nvSpPr>
          <p:cNvPr id="5" name="Footer Placeholder 4">
            <a:extLst>
              <a:ext uri="{FF2B5EF4-FFF2-40B4-BE49-F238E27FC236}">
                <a16:creationId xmlns:a16="http://schemas.microsoft.com/office/drawing/2014/main" id="{59897300-17C6-D777-B2AA-7F7F2A1880D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EEC4F0D-F62D-7D23-5545-D0DFCB2BC06F}"/>
              </a:ext>
            </a:extLst>
          </p:cNvPr>
          <p:cNvSpPr>
            <a:spLocks noGrp="1"/>
          </p:cNvSpPr>
          <p:nvPr>
            <p:ph type="sldNum" sz="quarter" idx="12"/>
          </p:nvPr>
        </p:nvSpPr>
        <p:spPr/>
        <p:txBody>
          <a:bodyPr/>
          <a:lstStyle/>
          <a:p>
            <a:fld id="{9F26587B-2A59-4DAE-A21F-A7FE12ECEB8D}" type="slidenum">
              <a:rPr lang="en-GB" smtClean="0"/>
              <a:t>‹#›</a:t>
            </a:fld>
            <a:endParaRPr lang="en-GB"/>
          </a:p>
        </p:txBody>
      </p:sp>
    </p:spTree>
    <p:extLst>
      <p:ext uri="{BB962C8B-B14F-4D97-AF65-F5344CB8AC3E}">
        <p14:creationId xmlns:p14="http://schemas.microsoft.com/office/powerpoint/2010/main" val="308333119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Title Subtitle Dark Grey">
    <p:bg>
      <p:bgPr>
        <a:solidFill>
          <a:schemeClr val="accent4"/>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36992130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81F7FEC-E6B6-10B8-AA55-DB9407CA974C}"/>
              </a:ext>
            </a:extLst>
          </p:cNvPr>
          <p:cNvSpPr/>
          <p:nvPr userDrawn="1"/>
        </p:nvSpPr>
        <p:spPr>
          <a:xfrm>
            <a:off x="0" y="0"/>
            <a:ext cx="8904287" cy="6858000"/>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0" name="Group 2">
            <a:extLst>
              <a:ext uri="{FF2B5EF4-FFF2-40B4-BE49-F238E27FC236}">
                <a16:creationId xmlns:a16="http://schemas.microsoft.com/office/drawing/2014/main" id="{20C282E8-B779-5DAA-704A-E50E7544BA37}"/>
              </a:ext>
            </a:extLst>
          </p:cNvPr>
          <p:cNvGrpSpPr>
            <a:grpSpLocks noChangeAspect="1"/>
          </p:cNvGrpSpPr>
          <p:nvPr userDrawn="1"/>
        </p:nvGrpSpPr>
        <p:grpSpPr>
          <a:xfrm>
            <a:off x="9912013" y="409248"/>
            <a:ext cx="1872000" cy="420870"/>
            <a:chOff x="5094083" y="5360390"/>
            <a:chExt cx="3039349" cy="683316"/>
          </a:xfrm>
          <a:solidFill>
            <a:schemeClr val="bg1"/>
          </a:solidFill>
        </p:grpSpPr>
        <p:sp>
          <p:nvSpPr>
            <p:cNvPr id="11" name="Freeform: Shape 4">
              <a:extLst>
                <a:ext uri="{FF2B5EF4-FFF2-40B4-BE49-F238E27FC236}">
                  <a16:creationId xmlns:a16="http://schemas.microsoft.com/office/drawing/2014/main" id="{FA575874-5246-9781-3E42-3E1A78C02D61}"/>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2" name="Freeform: Shape 5">
              <a:extLst>
                <a:ext uri="{FF2B5EF4-FFF2-40B4-BE49-F238E27FC236}">
                  <a16:creationId xmlns:a16="http://schemas.microsoft.com/office/drawing/2014/main" id="{A34D361E-7FD8-EBFB-E2BD-F6CC08453E5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6" name="Freeform: Shape 6">
              <a:extLst>
                <a:ext uri="{FF2B5EF4-FFF2-40B4-BE49-F238E27FC236}">
                  <a16:creationId xmlns:a16="http://schemas.microsoft.com/office/drawing/2014/main" id="{7EA8E7DF-6815-A75C-34E5-FAC28FCC42E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17" name="Freeform: Shape 7">
              <a:extLst>
                <a:ext uri="{FF2B5EF4-FFF2-40B4-BE49-F238E27FC236}">
                  <a16:creationId xmlns:a16="http://schemas.microsoft.com/office/drawing/2014/main" id="{8C699B9F-B193-13FA-93D2-36054DF8725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18" name="Freeform: Shape 8">
              <a:extLst>
                <a:ext uri="{FF2B5EF4-FFF2-40B4-BE49-F238E27FC236}">
                  <a16:creationId xmlns:a16="http://schemas.microsoft.com/office/drawing/2014/main" id="{2B783872-07DC-0926-4F3C-B0E6983D69A1}"/>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19" name="Rectangle 18">
            <a:extLst>
              <a:ext uri="{FF2B5EF4-FFF2-40B4-BE49-F238E27FC236}">
                <a16:creationId xmlns:a16="http://schemas.microsoft.com/office/drawing/2014/main" id="{9C789090-3FD4-F46C-7832-E4588D7057D9}"/>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 name="Title 1">
            <a:extLst>
              <a:ext uri="{FF2B5EF4-FFF2-40B4-BE49-F238E27FC236}">
                <a16:creationId xmlns:a16="http://schemas.microsoft.com/office/drawing/2014/main" id="{C0D8861B-6BA5-0B37-A5AA-9F33E227B5AC}"/>
              </a:ext>
            </a:extLst>
          </p:cNvPr>
          <p:cNvSpPr>
            <a:spLocks noGrp="1"/>
          </p:cNvSpPr>
          <p:nvPr>
            <p:ph type="title"/>
          </p:nvPr>
        </p:nvSpPr>
        <p:spPr>
          <a:xfrm>
            <a:off x="445713" y="980728"/>
            <a:ext cx="7313049" cy="4104456"/>
          </a:xfrm>
          <a:prstGeom prst="rect">
            <a:avLst/>
          </a:prstGeom>
        </p:spPr>
        <p:txBody>
          <a:bodyPr vert="horz" lIns="0" tIns="0" rIns="0" bIns="126000" rtlCol="0" anchor="b" anchorCtr="0">
            <a:noAutofit/>
          </a:bodyPr>
          <a:lstStyle>
            <a:lvl1pPr>
              <a:defRPr lang="en-PL" sz="7200" dirty="0">
                <a:solidFill>
                  <a:schemeClr val="tx1"/>
                </a:solidFill>
                <a:latin typeface="Ubuntu Light" panose="020B0304030602030204" pitchFamily="34" charset="0"/>
              </a:defRPr>
            </a:lvl1pPr>
          </a:lstStyle>
          <a:p>
            <a:pPr lvl="0"/>
            <a:r>
              <a:rPr lang="en-GB"/>
              <a:t>Click to edit Master title style</a:t>
            </a:r>
            <a:endParaRPr lang="en-PL"/>
          </a:p>
        </p:txBody>
      </p:sp>
      <p:sp>
        <p:nvSpPr>
          <p:cNvPr id="25" name="Text Placeholder 3">
            <a:extLst>
              <a:ext uri="{FF2B5EF4-FFF2-40B4-BE49-F238E27FC236}">
                <a16:creationId xmlns:a16="http://schemas.microsoft.com/office/drawing/2014/main" id="{3B9374BA-C8B1-A1D0-9A65-333E33117246}"/>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26" name="Text Placeholder 3">
            <a:extLst>
              <a:ext uri="{FF2B5EF4-FFF2-40B4-BE49-F238E27FC236}">
                <a16:creationId xmlns:a16="http://schemas.microsoft.com/office/drawing/2014/main" id="{F387357E-4D3C-156F-CE48-0326D02177F5}"/>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40076984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bg1"/>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202158862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229200"/>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284837401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95281267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994609987"/>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556792"/>
            <a:ext cx="6578080" cy="3661697"/>
          </a:xfrm>
          <a:prstGeom prst="rect">
            <a:avLst/>
          </a:prstGeo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20809833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64947039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a:prstGeom prst="rect">
            <a:avLst/>
          </a:prstGeom>
        </p:spPr>
        <p:txBody>
          <a:bodyPr anchor="b"/>
          <a:lstStyle>
            <a:lvl1pPr>
              <a:defRPr sz="5400"/>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28814142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277796913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6" name="Text Placeholder 1">
            <a:extLst>
              <a:ext uri="{FF2B5EF4-FFF2-40B4-BE49-F238E27FC236}">
                <a16:creationId xmlns:a16="http://schemas.microsoft.com/office/drawing/2014/main" id="{A375B4AB-07EC-1162-5248-1C3D791A2711}"/>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205077176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4" name="Rectangle 3">
            <a:extLst>
              <a:ext uri="{FF2B5EF4-FFF2-40B4-BE49-F238E27FC236}">
                <a16:creationId xmlns:a16="http://schemas.microsoft.com/office/drawing/2014/main" id="{A57CC5E8-E0D3-3603-2CC6-A8BAF2820A56}"/>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Date Placeholder 4">
            <a:extLst>
              <a:ext uri="{FF2B5EF4-FFF2-40B4-BE49-F238E27FC236}">
                <a16:creationId xmlns:a16="http://schemas.microsoft.com/office/drawing/2014/main" id="{C85C206C-01EC-0BBE-D2E8-677FD637D3BC}"/>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1A7A574E-257C-8BFC-960C-B7B5AD0FA9BD}"/>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0" name="Slide Number Placeholder 9">
            <a:extLst>
              <a:ext uri="{FF2B5EF4-FFF2-40B4-BE49-F238E27FC236}">
                <a16:creationId xmlns:a16="http://schemas.microsoft.com/office/drawing/2014/main" id="{57BCB7A3-F93F-039D-8ADA-0AF4B6D42BB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53732352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139214747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7DCE2D01-5178-113C-9D30-34E1AB5BB651}"/>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414556073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A022EE47-7265-260F-F3DB-845EB02DA2C7}"/>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5" name="Gradient Placeholder 5">
            <a:extLst>
              <a:ext uri="{FF2B5EF4-FFF2-40B4-BE49-F238E27FC236}">
                <a16:creationId xmlns:a16="http://schemas.microsoft.com/office/drawing/2014/main" id="{553291F0-B51D-C4C4-3EAA-0065D33DB519}"/>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Logo Placeholder 7">
            <a:extLst>
              <a:ext uri="{FF2B5EF4-FFF2-40B4-BE49-F238E27FC236}">
                <a16:creationId xmlns:a16="http://schemas.microsoft.com/office/drawing/2014/main" id="{037A4E75-96BD-40C1-5426-1D75197D48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17841094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4A817565-9001-247F-79DD-05918F3A13BF}"/>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5" name="Title 5">
            <a:extLst>
              <a:ext uri="{FF2B5EF4-FFF2-40B4-BE49-F238E27FC236}">
                <a16:creationId xmlns:a16="http://schemas.microsoft.com/office/drawing/2014/main" id="{69AA6FDE-53A6-F991-A1A2-36AF59A49000}"/>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73289802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E4E09432-1824-48BF-4678-9A3E1562F231}"/>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9" name="Title 5">
            <a:extLst>
              <a:ext uri="{FF2B5EF4-FFF2-40B4-BE49-F238E27FC236}">
                <a16:creationId xmlns:a16="http://schemas.microsoft.com/office/drawing/2014/main" id="{E8A50932-2E80-C5EC-7853-F3BA34143231}"/>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7" name="Gradient Placeholder 5">
            <a:extLst>
              <a:ext uri="{FF2B5EF4-FFF2-40B4-BE49-F238E27FC236}">
                <a16:creationId xmlns:a16="http://schemas.microsoft.com/office/drawing/2014/main" id="{732652E2-11A3-1387-27B0-C86F73B26234}"/>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8" name="Logo Placeholder 7">
            <a:extLst>
              <a:ext uri="{FF2B5EF4-FFF2-40B4-BE49-F238E27FC236}">
                <a16:creationId xmlns:a16="http://schemas.microsoft.com/office/drawing/2014/main" id="{2DE1BECE-A8F3-1358-F70E-DB7EF1EEFAA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7676935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9490220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Title 12">
            <a:extLst>
              <a:ext uri="{FF2B5EF4-FFF2-40B4-BE49-F238E27FC236}">
                <a16:creationId xmlns:a16="http://schemas.microsoft.com/office/drawing/2014/main" id="{30BE1DE0-7B8D-A4C3-EA0D-4824A70F97F9}"/>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98057357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Chapter Placeholder 2">
            <a:extLst>
              <a:ext uri="{FF2B5EF4-FFF2-40B4-BE49-F238E27FC236}">
                <a16:creationId xmlns:a16="http://schemas.microsoft.com/office/drawing/2014/main" id="{2ECCA611-4AEA-C1EC-9E6B-F6818DB50D9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4" name="Title Placeholder 4">
            <a:extLst>
              <a:ext uri="{FF2B5EF4-FFF2-40B4-BE49-F238E27FC236}">
                <a16:creationId xmlns:a16="http://schemas.microsoft.com/office/drawing/2014/main" id="{F4E956F7-49AF-0BBF-1207-CAA11B222A12}"/>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Tree>
    <p:extLst>
      <p:ext uri="{BB962C8B-B14F-4D97-AF65-F5344CB8AC3E}">
        <p14:creationId xmlns:p14="http://schemas.microsoft.com/office/powerpoint/2010/main" val="268383401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C310A6D-6600-239B-8AB7-9F213BE856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BE4FCCA3-D186-881A-F8F9-FAD63E77FCD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912949AA-BBAB-39FE-34DD-4B7A7585BCC8}"/>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98069152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7AB49DC0-9A6F-5983-33D3-3E19784B7451}"/>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E8CE59D7-6737-BC77-41E7-9DA4EBC4CA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4AF277A0-AAB9-58E5-ECE3-4BA30DE0B56C}"/>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hapter Placeholder 2">
            <a:extLst>
              <a:ext uri="{FF2B5EF4-FFF2-40B4-BE49-F238E27FC236}">
                <a16:creationId xmlns:a16="http://schemas.microsoft.com/office/drawing/2014/main" id="{1681524C-2723-222A-EF3E-A6A71511B34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42920295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itle 4">
            <a:extLst>
              <a:ext uri="{FF2B5EF4-FFF2-40B4-BE49-F238E27FC236}">
                <a16:creationId xmlns:a16="http://schemas.microsoft.com/office/drawing/2014/main" id="{BD5EDBD2-7CB3-3B90-8F7D-B26B4D96A234}"/>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7" name="Text Placeholder 9">
            <a:extLst>
              <a:ext uri="{FF2B5EF4-FFF2-40B4-BE49-F238E27FC236}">
                <a16:creationId xmlns:a16="http://schemas.microsoft.com/office/drawing/2014/main" id="{83E02E1C-E550-FA68-FFBE-272C2D3E9C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Tree>
    <p:extLst>
      <p:ext uri="{BB962C8B-B14F-4D97-AF65-F5344CB8AC3E}">
        <p14:creationId xmlns:p14="http://schemas.microsoft.com/office/powerpoint/2010/main" val="93723289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7476346E-B67E-3335-BC53-C0A47DC697D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E247F24C-C5EA-0415-2ACD-25B6F1ECAB2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hapter Placeholder 2">
            <a:extLst>
              <a:ext uri="{FF2B5EF4-FFF2-40B4-BE49-F238E27FC236}">
                <a16:creationId xmlns:a16="http://schemas.microsoft.com/office/drawing/2014/main" id="{E4CCE872-49CB-FE3F-D589-BAE402FBE5A0}"/>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2938602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9" name="Text Placeholder 10">
            <a:extLst>
              <a:ext uri="{FF2B5EF4-FFF2-40B4-BE49-F238E27FC236}">
                <a16:creationId xmlns:a16="http://schemas.microsoft.com/office/drawing/2014/main" id="{EF7D112D-CF86-9903-FCF9-024966E5A7EA}"/>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20" name="Content Placeholder 20">
            <a:extLst>
              <a:ext uri="{FF2B5EF4-FFF2-40B4-BE49-F238E27FC236}">
                <a16:creationId xmlns:a16="http://schemas.microsoft.com/office/drawing/2014/main" id="{5458BDF8-BB24-0D29-94B4-F423C93F44C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21" name="Text Placeholder 9">
            <a:extLst>
              <a:ext uri="{FF2B5EF4-FFF2-40B4-BE49-F238E27FC236}">
                <a16:creationId xmlns:a16="http://schemas.microsoft.com/office/drawing/2014/main" id="{7AE5FA2C-1A96-2175-F4F5-70B221AA3D29}"/>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22" name="Title 4">
            <a:extLst>
              <a:ext uri="{FF2B5EF4-FFF2-40B4-BE49-F238E27FC236}">
                <a16:creationId xmlns:a16="http://schemas.microsoft.com/office/drawing/2014/main" id="{7AD621F6-B896-05B0-78CA-94FF6A0C4B82}"/>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23" name="Content Placeholder 5">
            <a:extLst>
              <a:ext uri="{FF2B5EF4-FFF2-40B4-BE49-F238E27FC236}">
                <a16:creationId xmlns:a16="http://schemas.microsoft.com/office/drawing/2014/main" id="{BADFCA13-C5E7-F36F-F3A3-396A01287FAA}"/>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50632854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1" name="Text Placeholder 9">
            <a:extLst>
              <a:ext uri="{FF2B5EF4-FFF2-40B4-BE49-F238E27FC236}">
                <a16:creationId xmlns:a16="http://schemas.microsoft.com/office/drawing/2014/main" id="{9227D1AD-4121-769A-C63E-C1618CC3A08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605C4000-3452-D432-3F41-7665FAA66E95}"/>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8" name="Content Placeholder 5">
            <a:extLst>
              <a:ext uri="{FF2B5EF4-FFF2-40B4-BE49-F238E27FC236}">
                <a16:creationId xmlns:a16="http://schemas.microsoft.com/office/drawing/2014/main" id="{C334D853-436F-B3A1-B5BF-E1A6F18D61BA}"/>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Chapter Placeholder 2">
            <a:extLst>
              <a:ext uri="{FF2B5EF4-FFF2-40B4-BE49-F238E27FC236}">
                <a16:creationId xmlns:a16="http://schemas.microsoft.com/office/drawing/2014/main" id="{D66D50B7-BB7C-8EA2-1B91-E95F5D828D19}"/>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D9387F81-35B0-5179-10F9-DACD7BA877F0}"/>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22" name="Content Placeholder 20">
            <a:extLst>
              <a:ext uri="{FF2B5EF4-FFF2-40B4-BE49-F238E27FC236}">
                <a16:creationId xmlns:a16="http://schemas.microsoft.com/office/drawing/2014/main" id="{AC730ABB-D500-EA99-4B88-49DCD572296A}"/>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33404708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10">
            <a:extLst>
              <a:ext uri="{FF2B5EF4-FFF2-40B4-BE49-F238E27FC236}">
                <a16:creationId xmlns:a16="http://schemas.microsoft.com/office/drawing/2014/main" id="{451310E0-84B4-F98C-F3F7-72DA21763F45}"/>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10" name="Content Placeholder 20">
            <a:extLst>
              <a:ext uri="{FF2B5EF4-FFF2-40B4-BE49-F238E27FC236}">
                <a16:creationId xmlns:a16="http://schemas.microsoft.com/office/drawing/2014/main" id="{E141C255-5CEA-B30A-9789-9B0063D0603D}"/>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2" name="Text Placeholder 9">
            <a:extLst>
              <a:ext uri="{FF2B5EF4-FFF2-40B4-BE49-F238E27FC236}">
                <a16:creationId xmlns:a16="http://schemas.microsoft.com/office/drawing/2014/main" id="{2F2A2FFD-9408-B87F-A8B5-3F762A928C7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977C0003-D8CE-E520-F373-C6F1FD458FE8}"/>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647B7035-6834-174D-19B7-E059C0EDBC1F}"/>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57176486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890791F0-5611-8762-491F-3288972F8A9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7D7D6CCC-CCB2-BBCE-BFC1-4FD3FDF2F75E}"/>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6" name="Content Placeholder 5">
            <a:extLst>
              <a:ext uri="{FF2B5EF4-FFF2-40B4-BE49-F238E27FC236}">
                <a16:creationId xmlns:a16="http://schemas.microsoft.com/office/drawing/2014/main" id="{C98F844E-BEDC-D2A5-9221-3F64757B1403}"/>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4FF38FCE-9407-FCCC-4D8D-A1B5E7FDA7E6}"/>
              </a:ext>
            </a:extLst>
          </p:cNvPr>
          <p:cNvSpPr>
            <a:spLocks noGrp="1"/>
          </p:cNvSpPr>
          <p:nvPr>
            <p:ph type="body" sz="quarter" idx="13" hasCustomPrompt="1"/>
          </p:nvPr>
        </p:nvSpPr>
        <p:spPr>
          <a:xfrm>
            <a:off x="550863" y="266219"/>
            <a:ext cx="518353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3B89F972-5445-C6F6-241E-7EAD43713722}"/>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text styles</a:t>
            </a:r>
          </a:p>
        </p:txBody>
      </p:sp>
      <p:sp>
        <p:nvSpPr>
          <p:cNvPr id="19" name="Content Placeholder 20">
            <a:extLst>
              <a:ext uri="{FF2B5EF4-FFF2-40B4-BE49-F238E27FC236}">
                <a16:creationId xmlns:a16="http://schemas.microsoft.com/office/drawing/2014/main" id="{61645DBC-455B-98A9-E811-CCBD77F184A8}"/>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25902611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DDD19F50-1409-118E-AB03-98F95B2F3EE7}"/>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1" name="Content Placeholder 20">
            <a:extLst>
              <a:ext uri="{FF2B5EF4-FFF2-40B4-BE49-F238E27FC236}">
                <a16:creationId xmlns:a16="http://schemas.microsoft.com/office/drawing/2014/main" id="{05F7808B-13C5-A300-6661-DDAC0F8FD841}"/>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3" name="Text Placeholder 9">
            <a:extLst>
              <a:ext uri="{FF2B5EF4-FFF2-40B4-BE49-F238E27FC236}">
                <a16:creationId xmlns:a16="http://schemas.microsoft.com/office/drawing/2014/main" id="{C823ED09-43A3-C822-6B3D-004C6F124AE0}"/>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8541A4B0-2050-E510-5DA5-3F29BEEB01CB}"/>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5" name="Content Placeholder 5">
            <a:extLst>
              <a:ext uri="{FF2B5EF4-FFF2-40B4-BE49-F238E27FC236}">
                <a16:creationId xmlns:a16="http://schemas.microsoft.com/office/drawing/2014/main" id="{1CC04C3C-451C-6991-07F3-D0DFC821BF41}"/>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20441569"/>
      </p:ext>
    </p:extLst>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4" name="Text Placeholder 9">
            <a:extLst>
              <a:ext uri="{FF2B5EF4-FFF2-40B4-BE49-F238E27FC236}">
                <a16:creationId xmlns:a16="http://schemas.microsoft.com/office/drawing/2014/main" id="{BB58DC26-AB17-A114-5848-E16B716E4BC3}"/>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5" name="Title 4">
            <a:extLst>
              <a:ext uri="{FF2B5EF4-FFF2-40B4-BE49-F238E27FC236}">
                <a16:creationId xmlns:a16="http://schemas.microsoft.com/office/drawing/2014/main" id="{D14E6F8F-1FA2-7B27-92D9-A7B3C19F5484}"/>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6" name="Content Placeholder 5">
            <a:extLst>
              <a:ext uri="{FF2B5EF4-FFF2-40B4-BE49-F238E27FC236}">
                <a16:creationId xmlns:a16="http://schemas.microsoft.com/office/drawing/2014/main" id="{77B71408-106B-DF65-5F82-D38B11E407D4}"/>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07E17E17-8802-3B32-A07A-71C81B533228}"/>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33FA637F-3174-8027-1FE6-C62E91213B9A}"/>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22" name="Content Placeholder 20">
            <a:extLst>
              <a:ext uri="{FF2B5EF4-FFF2-40B4-BE49-F238E27FC236}">
                <a16:creationId xmlns:a16="http://schemas.microsoft.com/office/drawing/2014/main" id="{C57FEDC4-FA50-8287-D2F2-B3E071310425}"/>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977595191"/>
      </p:ext>
    </p:extLst>
  </p:cSld>
  <p:clrMapOvr>
    <a:overrideClrMapping bg1="lt1" tx1="dk1" bg2="lt2" tx2="dk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Text Placeholder 10">
            <a:extLst>
              <a:ext uri="{FF2B5EF4-FFF2-40B4-BE49-F238E27FC236}">
                <a16:creationId xmlns:a16="http://schemas.microsoft.com/office/drawing/2014/main" id="{85C65DE2-D633-E9E4-C099-8D72DA0DABAE}"/>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styles</a:t>
            </a:r>
          </a:p>
        </p:txBody>
      </p:sp>
      <p:sp>
        <p:nvSpPr>
          <p:cNvPr id="9" name="Content Placeholder 20">
            <a:extLst>
              <a:ext uri="{FF2B5EF4-FFF2-40B4-BE49-F238E27FC236}">
                <a16:creationId xmlns:a16="http://schemas.microsoft.com/office/drawing/2014/main" id="{2DC5CD21-1091-DDC7-F3F6-A5263B3F1F65}"/>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1" name="Text Placeholder 9">
            <a:extLst>
              <a:ext uri="{FF2B5EF4-FFF2-40B4-BE49-F238E27FC236}">
                <a16:creationId xmlns:a16="http://schemas.microsoft.com/office/drawing/2014/main" id="{A29C74D3-EB0B-2DA9-A833-3D9125BEEEA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220DB9AC-B558-657F-DE0C-899A6E4B619F}"/>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57F29B67-372C-1601-5AA1-76CBE49F80F9}"/>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82709459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D497DF30-993E-2DAE-FA33-CBD3CB7CEB27}"/>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E2829572-A7E5-F936-83E5-55B02476CCAB}"/>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5" name="Content Placeholder 5">
            <a:extLst>
              <a:ext uri="{FF2B5EF4-FFF2-40B4-BE49-F238E27FC236}">
                <a16:creationId xmlns:a16="http://schemas.microsoft.com/office/drawing/2014/main" id="{6A9D5DB5-AACC-3AC1-74DE-FD8719741717}"/>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095C3F11-741D-6C4B-7C22-F34950120E7B}"/>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119D1CB9-0BDC-379D-9F95-80F46009C992}"/>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styles</a:t>
            </a:r>
          </a:p>
        </p:txBody>
      </p:sp>
      <p:sp>
        <p:nvSpPr>
          <p:cNvPr id="19" name="Content Placeholder 20">
            <a:extLst>
              <a:ext uri="{FF2B5EF4-FFF2-40B4-BE49-F238E27FC236}">
                <a16:creationId xmlns:a16="http://schemas.microsoft.com/office/drawing/2014/main" id="{E9AB145F-3EEE-DD29-2DCD-D04DCA8B8E79}"/>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85561509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A330C55F-D744-2271-A744-FB08FEA9C3F2}"/>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a:t>
            </a:r>
          </a:p>
        </p:txBody>
      </p:sp>
      <p:sp>
        <p:nvSpPr>
          <p:cNvPr id="11" name="Content Placeholder 20">
            <a:extLst>
              <a:ext uri="{FF2B5EF4-FFF2-40B4-BE49-F238E27FC236}">
                <a16:creationId xmlns:a16="http://schemas.microsoft.com/office/drawing/2014/main" id="{D0938303-9E4A-7951-5CF4-73A80E066CF3}"/>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
        <p:nvSpPr>
          <p:cNvPr id="12" name="Text Placeholder 9">
            <a:extLst>
              <a:ext uri="{FF2B5EF4-FFF2-40B4-BE49-F238E27FC236}">
                <a16:creationId xmlns:a16="http://schemas.microsoft.com/office/drawing/2014/main" id="{7C9639AC-5FFD-1253-4DC1-EBEDE1886A6D}"/>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1BB648A1-1B65-F77C-294B-40FC6142BE8F}"/>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49421495-E59F-EE66-99F1-D6DC0203F5DE}"/>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7207350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529E6C84-64B2-00D3-F323-E02B98EC12C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4" name="Title 4">
            <a:extLst>
              <a:ext uri="{FF2B5EF4-FFF2-40B4-BE49-F238E27FC236}">
                <a16:creationId xmlns:a16="http://schemas.microsoft.com/office/drawing/2014/main" id="{5EB48A6D-F65C-9637-FFC5-76206881CBC1}"/>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5" name="Content Placeholder 5">
            <a:extLst>
              <a:ext uri="{FF2B5EF4-FFF2-40B4-BE49-F238E27FC236}">
                <a16:creationId xmlns:a16="http://schemas.microsoft.com/office/drawing/2014/main" id="{07E02CCB-C71A-0339-72B0-EFB7FEF5AA0A}"/>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hapter Placeholder 2">
            <a:extLst>
              <a:ext uri="{FF2B5EF4-FFF2-40B4-BE49-F238E27FC236}">
                <a16:creationId xmlns:a16="http://schemas.microsoft.com/office/drawing/2014/main" id="{D558D76D-73AB-D804-717B-9457F8C63F55}"/>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B38ECBD-1578-338F-1830-325071613349}"/>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a:t>
            </a:r>
          </a:p>
        </p:txBody>
      </p:sp>
      <p:sp>
        <p:nvSpPr>
          <p:cNvPr id="18" name="Content Placeholder 20">
            <a:extLst>
              <a:ext uri="{FF2B5EF4-FFF2-40B4-BE49-F238E27FC236}">
                <a16:creationId xmlns:a16="http://schemas.microsoft.com/office/drawing/2014/main" id="{EE88E0BA-CEEC-AD04-5C1C-654A051DE48E}"/>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52267897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08F229AB-200D-A118-A540-6775F6D62DD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764E1598-B47B-E5BD-C159-2B9A902D4D9E}"/>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Tree>
    <p:extLst>
      <p:ext uri="{BB962C8B-B14F-4D97-AF65-F5344CB8AC3E}">
        <p14:creationId xmlns:p14="http://schemas.microsoft.com/office/powerpoint/2010/main" val="429364270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EDF9C910-2A07-6DAD-11EA-E6FCA89F7C5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2CCBB290-7053-E876-1673-443C14B0392B}"/>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Chapter Placeholder 2">
            <a:extLst>
              <a:ext uri="{FF2B5EF4-FFF2-40B4-BE49-F238E27FC236}">
                <a16:creationId xmlns:a16="http://schemas.microsoft.com/office/drawing/2014/main" id="{AC81B38A-0B51-DCD9-4354-65F64A9F375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2" name="Content Placeholder 17">
            <a:extLst>
              <a:ext uri="{FF2B5EF4-FFF2-40B4-BE49-F238E27FC236}">
                <a16:creationId xmlns:a16="http://schemas.microsoft.com/office/drawing/2014/main" id="{9480536C-79D9-4EC7-B91E-29F094235468}"/>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250377981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96586190-EDB8-87A5-704C-30E2AA97082E}"/>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7" name="Text Placeholder 9">
            <a:extLst>
              <a:ext uri="{FF2B5EF4-FFF2-40B4-BE49-F238E27FC236}">
                <a16:creationId xmlns:a16="http://schemas.microsoft.com/office/drawing/2014/main" id="{1B66A406-F032-9AB0-D649-45B683048DAD}"/>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8397EFAA-1129-D671-BD52-E2BD52EAB0A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84C92A5E-3524-FF94-FE2C-BFAACFF66950}"/>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656B9D4C-0B93-4560-8C79-17491E771934}"/>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4860CA35-F290-18CC-B66A-D9EBB6215B64}"/>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C3191F1B-BD82-D13B-4631-1CBF6FFEB4C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29573296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38AD294-E020-C9C4-B243-F1A1CB94FF4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0743423A-DBA3-9B0C-3161-5056E017E5B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1593D18A-5450-BCE6-253D-12C5E3C58B7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540E17C6-5E71-D15C-FA24-E7096C5A2BC6}"/>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D8A6D9B6-AEF0-43C0-A87B-93714CCFDB45}"/>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1E994A1F-D688-653A-23D6-331B35318495}"/>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3031062A-62FF-7149-D87E-41D663FE3E81}"/>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E3BABA6E-B6A1-AE5E-4371-45136C7CDF7F}"/>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1171659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8ED8937A-BDCD-1C7B-1031-CE36E36DF148}"/>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17">
            <a:extLst>
              <a:ext uri="{FF2B5EF4-FFF2-40B4-BE49-F238E27FC236}">
                <a16:creationId xmlns:a16="http://schemas.microsoft.com/office/drawing/2014/main" id="{EC89BC23-B247-9DDB-EF08-3FB8A2422F52}"/>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57542F4C-7AB5-610A-068E-D782FDDC87E2}"/>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78FE6A9F-332D-4392-545F-E33BF8120F4D}"/>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28C29246-8E2C-9342-925A-78962EE46BB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92193188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2BB60F9F-C17D-A0F2-AF4C-49B5D5D7DC56}"/>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2" name="Content Placeholder 17">
            <a:extLst>
              <a:ext uri="{FF2B5EF4-FFF2-40B4-BE49-F238E27FC236}">
                <a16:creationId xmlns:a16="http://schemas.microsoft.com/office/drawing/2014/main" id="{62A6C567-3430-927B-43FF-5BC1BB1111C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A69C9BF3-1D84-E83B-A702-22DCB8A9B15F}"/>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C3EC2564-BBF6-EF4D-0128-CA29F00DBFB8}"/>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4045D8F7-351F-04E5-BF99-8BC0BF423F9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FAB55B73-3ED8-7A71-A6FD-93C471FD04F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37369196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7EBFDE81-F82C-5544-FDCA-40D6435BCE8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16C98FF9-D060-2DA2-5ED5-4A937D94042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9572CED7-C68E-814A-1E53-49A656B2E73E}"/>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4CF1D676-B151-8A5E-11EA-037E5AD0086B}"/>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054847870"/>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542D666-F27A-51E7-78E4-62BFF13ADCB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62010C55-0E7B-F24A-E4DE-CCF1A7DB363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8FB67D90-FCD4-BEC9-CB50-68082B9A27E1}"/>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F4CED83C-2613-694F-4E6C-0429C3A7BC1A}"/>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192B5A24-39A9-FBCE-6DB2-89E62EC08B2F}"/>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027934008"/>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1AD41556-BB62-5264-14D6-D81A2755A41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4A7765CD-012C-1577-2975-38307A5A418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C0C10BFD-49FE-E2BD-4BD6-C2F1A38F7612}"/>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1B7A436E-3F0B-34DC-7555-3B31CBA16852}"/>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16771395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33D77EA-B671-C92B-698F-72E2BA89FE2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D0D34ED9-C893-6BA7-831D-59C9C1B36D63}"/>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F8DDCB14-C537-C756-2E77-635D50ED990C}"/>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8766C61-E34B-43D1-6914-2616FE5BE1C9}"/>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7D263BE5-A8C9-E719-4885-642AD84E918A}"/>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05166196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2FA9536-3E4F-60CB-6CF6-C0C1CC8CC1C3}"/>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661875BA-C3D3-6202-8BAC-EE8BB5C9CE6D}"/>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8" name="Content Placeholder 5">
            <a:extLst>
              <a:ext uri="{FF2B5EF4-FFF2-40B4-BE49-F238E27FC236}">
                <a16:creationId xmlns:a16="http://schemas.microsoft.com/office/drawing/2014/main" id="{80C50E3C-BFB3-2BC5-ADFE-642AE1BC58D4}"/>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2497026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10666F9-C43B-7AAE-8118-5B63A01C14DB}"/>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1AAE349C-EBF6-0593-65FA-4CE8BD17FF15}"/>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0455469-83B9-A80D-5541-A59E2797135A}"/>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9499649C-DD96-C3A4-D2F2-F047196EA62A}"/>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91126223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66FF608A-AFDC-1059-1373-96581B42186F}"/>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0392BD4F-C86E-7B18-B8BE-4C13E9DB2FF7}"/>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7" name="Content Placeholder 5">
            <a:extLst>
              <a:ext uri="{FF2B5EF4-FFF2-40B4-BE49-F238E27FC236}">
                <a16:creationId xmlns:a16="http://schemas.microsoft.com/office/drawing/2014/main" id="{F748DC2A-DB26-2CD9-D168-6F44A7450804}"/>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05212571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E826325-BD68-0769-CCDC-8878FFB1B29A}"/>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7" name="Title 4">
            <a:extLst>
              <a:ext uri="{FF2B5EF4-FFF2-40B4-BE49-F238E27FC236}">
                <a16:creationId xmlns:a16="http://schemas.microsoft.com/office/drawing/2014/main" id="{5A7FE184-B788-E273-FFC0-C2B2EB9469D8}"/>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BD05CE32-8C67-2297-0217-914504B8FDE3}"/>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F5F1596A-0B42-95E4-B1EF-50F7A4E622A5}"/>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46553521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84CCB971-6858-E885-0E65-8EDC027005D2}"/>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66716428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98002286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0072F85E-9F5B-D10F-E276-45F16E7D22A6}"/>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57316082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3112123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AFA1232-0FBB-596D-3C5B-262A39CDB7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19842309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76342631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BA0C1D33-1AAC-52C8-3668-7AD2E313058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11501344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720750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A02DCE88-CA65-30A1-6856-6512EDFE9CF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3062032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2025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lang="en-US" sz="900" b="0" i="0">
              <a:solidFill>
                <a:schemeClr val="bg2"/>
              </a:solidFill>
              <a:effectLst/>
              <a:latin typeface="+mn-lt"/>
              <a:ea typeface="Calibri" panose="020F0502020204030204" pitchFamily="34" charset="0"/>
            </a:endParaRP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3" name="Rectangle 2">
            <a:extLst>
              <a:ext uri="{FF2B5EF4-FFF2-40B4-BE49-F238E27FC236}">
                <a16:creationId xmlns:a16="http://schemas.microsoft.com/office/drawing/2014/main" id="{2C645D6C-FA80-81D4-4ECF-74E959550267}"/>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2638169388"/>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30" name="Rectangle 29">
            <a:extLst>
              <a:ext uri="{FF2B5EF4-FFF2-40B4-BE49-F238E27FC236}">
                <a16:creationId xmlns:a16="http://schemas.microsoft.com/office/drawing/2014/main" id="{42F7D594-54F5-66A3-9AE8-EFE5D6CA5A39}"/>
              </a:ext>
            </a:extLst>
          </p:cNvPr>
          <p:cNvSpPr/>
          <p:nvPr userDrawn="1"/>
        </p:nvSpPr>
        <p:spPr>
          <a:xfrm>
            <a:off x="550863" y="1384200"/>
            <a:ext cx="4248471" cy="1828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bg2"/>
              </a:solidFill>
              <a:effectLst/>
              <a:uLnTx/>
              <a:uFillTx/>
              <a:latin typeface="+mn-lt"/>
              <a:ea typeface="+mn-ea"/>
              <a:cs typeface="+mn-cs"/>
            </a:endParaRPr>
          </a:p>
        </p:txBody>
      </p:sp>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2025 Capgemini. All rights reserved.</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Tree>
    <p:extLst>
      <p:ext uri="{BB962C8B-B14F-4D97-AF65-F5344CB8AC3E}">
        <p14:creationId xmlns:p14="http://schemas.microsoft.com/office/powerpoint/2010/main" val="2615611216"/>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bg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2" name="Rectangle 1">
            <a:extLst>
              <a:ext uri="{FF2B5EF4-FFF2-40B4-BE49-F238E27FC236}">
                <a16:creationId xmlns:a16="http://schemas.microsoft.com/office/drawing/2014/main" id="{BFA81E17-F832-B5EB-3D5D-25AE712EB4A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2025 Capgemini. All rights reserved.</a:t>
            </a:r>
          </a:p>
        </p:txBody>
      </p:sp>
      <p:sp>
        <p:nvSpPr>
          <p:cNvPr id="9" name="Rectangle 8">
            <a:extLst>
              <a:ext uri="{FF2B5EF4-FFF2-40B4-BE49-F238E27FC236}">
                <a16:creationId xmlns:a16="http://schemas.microsoft.com/office/drawing/2014/main" id="{FA5EFF19-B281-F0C9-FB01-070197B8DB96}"/>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bg2"/>
              </a:solidFill>
              <a:effectLst/>
              <a:uLnTx/>
              <a:uFillTx/>
              <a:latin typeface="+mn-lt"/>
              <a:ea typeface="+mn-ea"/>
              <a:cs typeface="+mn-cs"/>
            </a:endParaRPr>
          </a:p>
        </p:txBody>
      </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3" name="Group 2">
            <a:extLst>
              <a:ext uri="{FF2B5EF4-FFF2-40B4-BE49-F238E27FC236}">
                <a16:creationId xmlns:a16="http://schemas.microsoft.com/office/drawing/2014/main" id="{80DDEBF5-BCD7-417A-1787-F148EF7B13B7}"/>
              </a:ext>
            </a:extLst>
          </p:cNvPr>
          <p:cNvGrpSpPr/>
          <p:nvPr userDrawn="1"/>
        </p:nvGrpSpPr>
        <p:grpSpPr>
          <a:xfrm>
            <a:off x="8904288" y="5569004"/>
            <a:ext cx="1951070" cy="335280"/>
            <a:chOff x="8904288" y="5569004"/>
            <a:chExt cx="1951070" cy="335280"/>
          </a:xfrm>
        </p:grpSpPr>
        <p:pic>
          <p:nvPicPr>
            <p:cNvPr id="4" name="Picture 3">
              <a:hlinkClick r:id="rId2"/>
              <a:extLst>
                <a:ext uri="{FF2B5EF4-FFF2-40B4-BE49-F238E27FC236}">
                  <a16:creationId xmlns:a16="http://schemas.microsoft.com/office/drawing/2014/main" id="{D8AE6A28-0135-28A5-EA09-7E561544F94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000000"/>
              </a:solidFill>
            </a:ln>
          </p:spPr>
        </p:pic>
        <p:pic>
          <p:nvPicPr>
            <p:cNvPr id="5" name="Picture 4">
              <a:hlinkClick r:id="rId4"/>
              <a:extLst>
                <a:ext uri="{FF2B5EF4-FFF2-40B4-BE49-F238E27FC236}">
                  <a16:creationId xmlns:a16="http://schemas.microsoft.com/office/drawing/2014/main" id="{9FF9D83D-3E8E-F5F4-73F1-6950C58A357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000000"/>
              </a:solidFill>
            </a:ln>
          </p:spPr>
        </p:pic>
        <p:pic>
          <p:nvPicPr>
            <p:cNvPr id="6" name="Picture 5">
              <a:hlinkClick r:id="rId6"/>
              <a:extLst>
                <a:ext uri="{FF2B5EF4-FFF2-40B4-BE49-F238E27FC236}">
                  <a16:creationId xmlns:a16="http://schemas.microsoft.com/office/drawing/2014/main" id="{38E6916A-F1B5-9C57-3FAA-6E274CAD88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000000"/>
              </a:solidFill>
            </a:ln>
          </p:spPr>
        </p:pic>
        <p:pic>
          <p:nvPicPr>
            <p:cNvPr id="7" name="Picture 6">
              <a:hlinkClick r:id="rId8"/>
              <a:extLst>
                <a:ext uri="{FF2B5EF4-FFF2-40B4-BE49-F238E27FC236}">
                  <a16:creationId xmlns:a16="http://schemas.microsoft.com/office/drawing/2014/main" id="{A69F2814-7CA6-9D53-A57F-35F014DE27BF}"/>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000000"/>
              </a:solidFill>
            </a:ln>
          </p:spPr>
        </p:pic>
        <p:pic>
          <p:nvPicPr>
            <p:cNvPr id="8" name="Picture 7">
              <a:hlinkClick r:id="rId10"/>
              <a:extLst>
                <a:ext uri="{FF2B5EF4-FFF2-40B4-BE49-F238E27FC236}">
                  <a16:creationId xmlns:a16="http://schemas.microsoft.com/office/drawing/2014/main" id="{F3390200-66D1-FEF4-E185-1A09A0520D5E}"/>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000000"/>
              </a:solidFill>
            </a:ln>
          </p:spPr>
        </p:pic>
      </p:grpSp>
    </p:spTree>
    <p:extLst>
      <p:ext uri="{BB962C8B-B14F-4D97-AF65-F5344CB8AC3E}">
        <p14:creationId xmlns:p14="http://schemas.microsoft.com/office/powerpoint/2010/main" val="3131283051"/>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a:prstGeom prst="rect">
            <a:avLst/>
          </a:prstGeo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35403680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accent1"/>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84629554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21973746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410201055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0720606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a:prstGeom prst="rect">
            <a:avLst/>
          </a:prstGeo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87557960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89825380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a:prstGeom prst="rect">
            <a:avLst/>
          </a:prstGeom>
        </p:spPr>
        <p:txBody>
          <a:bodyPr anchor="b"/>
          <a:lstStyle>
            <a:lvl1pPr>
              <a:defRPr sz="5400"/>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1377225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4DF1FB95-D31F-BE9E-B180-3D9694FA82C8}"/>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3" name="Title Placeholder 4">
            <a:extLst>
              <a:ext uri="{FF2B5EF4-FFF2-40B4-BE49-F238E27FC236}">
                <a16:creationId xmlns:a16="http://schemas.microsoft.com/office/drawing/2014/main" id="{0DFC6213-FA5F-719D-08B4-AB40D1B57B18}"/>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8" name="Text Placeholder 1">
            <a:extLst>
              <a:ext uri="{FF2B5EF4-FFF2-40B4-BE49-F238E27FC236}">
                <a16:creationId xmlns:a16="http://schemas.microsoft.com/office/drawing/2014/main" id="{2D90A92B-BDBF-A45E-B38F-657F2F0B5AEC}"/>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367677442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F8DBF4E9-6C28-E0D4-13BF-1E287D5E317C}"/>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6" name="Text Placeholder 1">
            <a:extLst>
              <a:ext uri="{FF2B5EF4-FFF2-40B4-BE49-F238E27FC236}">
                <a16:creationId xmlns:a16="http://schemas.microsoft.com/office/drawing/2014/main" id="{1970243F-E192-B209-5E33-DC3DC5F86B33}"/>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3572227243"/>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3" name="Date Placeholder 32">
            <a:extLst>
              <a:ext uri="{FF2B5EF4-FFF2-40B4-BE49-F238E27FC236}">
                <a16:creationId xmlns:a16="http://schemas.microsoft.com/office/drawing/2014/main" id="{1792F48F-AFC4-D77D-4FA8-B153535CBD70}"/>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5" name="Footer Placeholder 34">
            <a:extLst>
              <a:ext uri="{FF2B5EF4-FFF2-40B4-BE49-F238E27FC236}">
                <a16:creationId xmlns:a16="http://schemas.microsoft.com/office/drawing/2014/main" id="{8FAEFB74-F2E3-AD6C-0203-954A6974716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6" name="Slide Number Placeholder 35">
            <a:extLst>
              <a:ext uri="{FF2B5EF4-FFF2-40B4-BE49-F238E27FC236}">
                <a16:creationId xmlns:a16="http://schemas.microsoft.com/office/drawing/2014/main" id="{AB9C35E1-257F-5A5F-F59A-ECEFF887BE62}"/>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177ECEE6-C274-510A-E183-7CC64018E234}"/>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 name="Text Placeholder 11">
            <a:extLst>
              <a:ext uri="{FF2B5EF4-FFF2-40B4-BE49-F238E27FC236}">
                <a16:creationId xmlns:a16="http://schemas.microsoft.com/office/drawing/2014/main" id="{6956557D-0540-4E06-2606-E74478C1B109}"/>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B9586E9-C51E-DA56-3FAC-023C3959153C}"/>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6">
            <a:extLst>
              <a:ext uri="{FF2B5EF4-FFF2-40B4-BE49-F238E27FC236}">
                <a16:creationId xmlns:a16="http://schemas.microsoft.com/office/drawing/2014/main" id="{B89E4D1A-2646-73E5-791B-BF0164C0C833}"/>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9" name="Text Placeholder 6">
            <a:extLst>
              <a:ext uri="{FF2B5EF4-FFF2-40B4-BE49-F238E27FC236}">
                <a16:creationId xmlns:a16="http://schemas.microsoft.com/office/drawing/2014/main" id="{C9ACB82F-DA24-7A22-07AF-D6418D2E50C4}"/>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1" name="Text Placeholder 6">
            <a:extLst>
              <a:ext uri="{FF2B5EF4-FFF2-40B4-BE49-F238E27FC236}">
                <a16:creationId xmlns:a16="http://schemas.microsoft.com/office/drawing/2014/main" id="{073143D8-53B8-C7F0-0E9A-BEBDE5FAB4B6}"/>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11">
            <a:extLst>
              <a:ext uri="{FF2B5EF4-FFF2-40B4-BE49-F238E27FC236}">
                <a16:creationId xmlns:a16="http://schemas.microsoft.com/office/drawing/2014/main" id="{E7A9F9A2-0932-B847-8275-8C3EED0F9C87}"/>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4" name="Text Placeholder 11">
            <a:extLst>
              <a:ext uri="{FF2B5EF4-FFF2-40B4-BE49-F238E27FC236}">
                <a16:creationId xmlns:a16="http://schemas.microsoft.com/office/drawing/2014/main" id="{3F2F5FF2-5929-011C-CA94-B0950D74BC6A}"/>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11">
            <a:extLst>
              <a:ext uri="{FF2B5EF4-FFF2-40B4-BE49-F238E27FC236}">
                <a16:creationId xmlns:a16="http://schemas.microsoft.com/office/drawing/2014/main" id="{346C6A8E-6729-0ABB-9DE0-B78F02301527}"/>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2" name="Text Placeholder 6">
            <a:extLst>
              <a:ext uri="{FF2B5EF4-FFF2-40B4-BE49-F238E27FC236}">
                <a16:creationId xmlns:a16="http://schemas.microsoft.com/office/drawing/2014/main" id="{F3292A20-85E1-5411-0C87-353A3DC2ED89}"/>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C445348-FDB6-A20D-4FB5-E8D748B8DB3C}"/>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4" name="Text Placeholder 6">
            <a:extLst>
              <a:ext uri="{FF2B5EF4-FFF2-40B4-BE49-F238E27FC236}">
                <a16:creationId xmlns:a16="http://schemas.microsoft.com/office/drawing/2014/main" id="{AB9A3432-DAB6-2FB4-1AEB-959A8F3438A4}"/>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Rectangle 27">
            <a:extLst>
              <a:ext uri="{FF2B5EF4-FFF2-40B4-BE49-F238E27FC236}">
                <a16:creationId xmlns:a16="http://schemas.microsoft.com/office/drawing/2014/main" id="{3A39CED3-C9C5-5AA1-7B87-C6EBF61C365D}"/>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 name="Title Placeholder 4">
            <a:extLst>
              <a:ext uri="{FF2B5EF4-FFF2-40B4-BE49-F238E27FC236}">
                <a16:creationId xmlns:a16="http://schemas.microsoft.com/office/drawing/2014/main" id="{2D0B2EA5-825C-A08F-F88F-E7FFE20241DB}"/>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97876336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37" name="Date Placeholder 36">
            <a:extLst>
              <a:ext uri="{FF2B5EF4-FFF2-40B4-BE49-F238E27FC236}">
                <a16:creationId xmlns:a16="http://schemas.microsoft.com/office/drawing/2014/main" id="{E3E44C7E-7B24-5387-ED6D-C81D4AC2100E}"/>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8" name="Footer Placeholder 37">
            <a:extLst>
              <a:ext uri="{FF2B5EF4-FFF2-40B4-BE49-F238E27FC236}">
                <a16:creationId xmlns:a16="http://schemas.microsoft.com/office/drawing/2014/main" id="{7394A9BB-87FE-DE03-D4F2-1F0FD0B3D02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9" name="Slide Number Placeholder 38">
            <a:extLst>
              <a:ext uri="{FF2B5EF4-FFF2-40B4-BE49-F238E27FC236}">
                <a16:creationId xmlns:a16="http://schemas.microsoft.com/office/drawing/2014/main" id="{A4E72023-089F-F6C6-773E-52A615A0A2C4}"/>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F75B5451-AA81-CE88-5DF5-4CBB04754088}"/>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5649664-012E-9B95-5AA9-38E8670BAA9D}"/>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11">
            <a:extLst>
              <a:ext uri="{FF2B5EF4-FFF2-40B4-BE49-F238E27FC236}">
                <a16:creationId xmlns:a16="http://schemas.microsoft.com/office/drawing/2014/main" id="{F01EAEFE-E66F-FA16-C00C-234C622D62F1}"/>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1" name="Text Placeholder 6">
            <a:extLst>
              <a:ext uri="{FF2B5EF4-FFF2-40B4-BE49-F238E27FC236}">
                <a16:creationId xmlns:a16="http://schemas.microsoft.com/office/drawing/2014/main" id="{89C76E14-1DFB-6F15-5025-855B6361FD29}"/>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6">
            <a:extLst>
              <a:ext uri="{FF2B5EF4-FFF2-40B4-BE49-F238E27FC236}">
                <a16:creationId xmlns:a16="http://schemas.microsoft.com/office/drawing/2014/main" id="{936F63F5-2235-EC6B-F20A-322C375D6764}"/>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4" name="Text Placeholder 6">
            <a:extLst>
              <a:ext uri="{FF2B5EF4-FFF2-40B4-BE49-F238E27FC236}">
                <a16:creationId xmlns:a16="http://schemas.microsoft.com/office/drawing/2014/main" id="{15422053-2476-1943-AE00-164A9E8371BA}"/>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5" name="Text Placeholder 11">
            <a:extLst>
              <a:ext uri="{FF2B5EF4-FFF2-40B4-BE49-F238E27FC236}">
                <a16:creationId xmlns:a16="http://schemas.microsoft.com/office/drawing/2014/main" id="{09E58911-49B3-A279-5C3D-0C66A8D50259}"/>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6" name="Text Placeholder 11">
            <a:extLst>
              <a:ext uri="{FF2B5EF4-FFF2-40B4-BE49-F238E27FC236}">
                <a16:creationId xmlns:a16="http://schemas.microsoft.com/office/drawing/2014/main" id="{81EE432F-B6C5-2C6D-4F8C-B6AF52AC1342}"/>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7" name="Text Placeholder 11">
            <a:extLst>
              <a:ext uri="{FF2B5EF4-FFF2-40B4-BE49-F238E27FC236}">
                <a16:creationId xmlns:a16="http://schemas.microsoft.com/office/drawing/2014/main" id="{6C3B1CB0-F25D-6CFE-1572-C02E9F997A1F}"/>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6">
            <a:extLst>
              <a:ext uri="{FF2B5EF4-FFF2-40B4-BE49-F238E27FC236}">
                <a16:creationId xmlns:a16="http://schemas.microsoft.com/office/drawing/2014/main" id="{CCC683A4-8B80-3F5B-F447-292A75A2F9EA}"/>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5C7B3DFE-E0E4-60C2-9E68-E7CFA51D9090}"/>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BB528F0-6D32-2E8E-109D-145FF08029B2}"/>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5" name="Title Placeholder 4">
            <a:extLst>
              <a:ext uri="{FF2B5EF4-FFF2-40B4-BE49-F238E27FC236}">
                <a16:creationId xmlns:a16="http://schemas.microsoft.com/office/drawing/2014/main" id="{67AE5D7F-39B4-D666-54B9-10ED96FE6120}"/>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3764575764"/>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A46E6970-BA83-4193-5AED-3E295B609552}"/>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299855872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7F0E5308-C0B6-A51A-556D-DA29D16D994D}"/>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5" name="Gradient Placeholder 5">
            <a:extLst>
              <a:ext uri="{FF2B5EF4-FFF2-40B4-BE49-F238E27FC236}">
                <a16:creationId xmlns:a16="http://schemas.microsoft.com/office/drawing/2014/main" id="{BCDFD201-C5C3-D115-FEBA-28F14920CBD6}"/>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Logo Placeholder 7">
            <a:extLst>
              <a:ext uri="{FF2B5EF4-FFF2-40B4-BE49-F238E27FC236}">
                <a16:creationId xmlns:a16="http://schemas.microsoft.com/office/drawing/2014/main" id="{E76BD2F5-FBF2-4A06-98A5-A963BEB4810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910412052"/>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3F32F9C5-7657-971E-0933-4E87CACF16B6}"/>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5" name="Title 5">
            <a:extLst>
              <a:ext uri="{FF2B5EF4-FFF2-40B4-BE49-F238E27FC236}">
                <a16:creationId xmlns:a16="http://schemas.microsoft.com/office/drawing/2014/main" id="{E625B512-BDBE-A714-334E-2656E9C86B3D}"/>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97957908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B436046A-D073-0819-CE9B-849F64EF426A}"/>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9" name="Title 5">
            <a:extLst>
              <a:ext uri="{FF2B5EF4-FFF2-40B4-BE49-F238E27FC236}">
                <a16:creationId xmlns:a16="http://schemas.microsoft.com/office/drawing/2014/main" id="{7753E82E-7CAD-707A-7BA3-F0062FC8B01A}"/>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10" name="Gradient Placeholder 5">
            <a:extLst>
              <a:ext uri="{FF2B5EF4-FFF2-40B4-BE49-F238E27FC236}">
                <a16:creationId xmlns:a16="http://schemas.microsoft.com/office/drawing/2014/main" id="{D15DC0CB-F42B-3EBB-5429-F25868BC3045}"/>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7" name="Logo Placeholder 7">
            <a:extLst>
              <a:ext uri="{FF2B5EF4-FFF2-40B4-BE49-F238E27FC236}">
                <a16:creationId xmlns:a16="http://schemas.microsoft.com/office/drawing/2014/main" id="{5241E657-1425-1BC9-701D-44F23326D66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662252025"/>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21397766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Title 4">
            <a:extLst>
              <a:ext uri="{FF2B5EF4-FFF2-40B4-BE49-F238E27FC236}">
                <a16:creationId xmlns:a16="http://schemas.microsoft.com/office/drawing/2014/main" id="{1F6551DB-6CE1-320B-D22E-B1F1DE0FA4B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0630860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4" name="Title 4">
            <a:extLst>
              <a:ext uri="{FF2B5EF4-FFF2-40B4-BE49-F238E27FC236}">
                <a16:creationId xmlns:a16="http://schemas.microsoft.com/office/drawing/2014/main" id="{F4C28D33-F30C-A27F-FC74-E0FF1C19853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6" name="Chapter Placeholder 2">
            <a:extLst>
              <a:ext uri="{FF2B5EF4-FFF2-40B4-BE49-F238E27FC236}">
                <a16:creationId xmlns:a16="http://schemas.microsoft.com/office/drawing/2014/main" id="{5CBB2F57-8DA2-E1CA-E619-D43302B021E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408860274"/>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AF36746-ED29-0C26-F598-8EAE482E8D9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3336BC22-23AF-5C14-03E1-A6C29A2F464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C5EB45F-3EF1-F7BD-E079-0FC93465B2EC}"/>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695758620"/>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025C71C4-39A9-61E8-F669-1DA8E0CE3D5F}"/>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9E2E86C7-931C-4F5B-7904-E1BDABB90CF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5F580AC6-6B9D-82EA-6771-C3AAEE8201F4}"/>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hapter Placeholder 2">
            <a:extLst>
              <a:ext uri="{FF2B5EF4-FFF2-40B4-BE49-F238E27FC236}">
                <a16:creationId xmlns:a16="http://schemas.microsoft.com/office/drawing/2014/main" id="{F81F5F24-3125-05B8-EF44-138AA4C8262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942041285"/>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EA381C34-426E-E505-06F7-7FFBE4D71085}"/>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7" name="Title 4">
            <a:extLst>
              <a:ext uri="{FF2B5EF4-FFF2-40B4-BE49-F238E27FC236}">
                <a16:creationId xmlns:a16="http://schemas.microsoft.com/office/drawing/2014/main" id="{6B6EB590-F224-77A8-41D3-B65B74DC0E1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951198989"/>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1A477CF0-20BA-3DDE-E989-684D22BB755E}"/>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55FDDC2D-080D-D252-2DA2-D1EDA1E13139}"/>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hapter Placeholder 2">
            <a:extLst>
              <a:ext uri="{FF2B5EF4-FFF2-40B4-BE49-F238E27FC236}">
                <a16:creationId xmlns:a16="http://schemas.microsoft.com/office/drawing/2014/main" id="{53A7754E-B57F-30D2-E609-1280E1261146}"/>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56763163"/>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F889973E-C093-1ED5-9FD2-C009F0319D13}"/>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7" name="Title 4">
            <a:extLst>
              <a:ext uri="{FF2B5EF4-FFF2-40B4-BE49-F238E27FC236}">
                <a16:creationId xmlns:a16="http://schemas.microsoft.com/office/drawing/2014/main" id="{BBF31E88-03DB-534A-A443-EA3BDBDB3FC7}"/>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8" name="Content Placeholder 5">
            <a:extLst>
              <a:ext uri="{FF2B5EF4-FFF2-40B4-BE49-F238E27FC236}">
                <a16:creationId xmlns:a16="http://schemas.microsoft.com/office/drawing/2014/main" id="{C05074F8-3176-85B9-DF3A-C4A06F667D18}"/>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Text Placeholder 10">
            <a:extLst>
              <a:ext uri="{FF2B5EF4-FFF2-40B4-BE49-F238E27FC236}">
                <a16:creationId xmlns:a16="http://schemas.microsoft.com/office/drawing/2014/main" id="{CA5135FA-4274-47E1-1D80-8C33A44DD7A9}"/>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20" name="Content Placeholder 20">
            <a:extLst>
              <a:ext uri="{FF2B5EF4-FFF2-40B4-BE49-F238E27FC236}">
                <a16:creationId xmlns:a16="http://schemas.microsoft.com/office/drawing/2014/main" id="{E1CCC374-2367-2B0A-2875-C97F31D4FE2B}"/>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325828348"/>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Text Placeholder 9">
            <a:extLst>
              <a:ext uri="{FF2B5EF4-FFF2-40B4-BE49-F238E27FC236}">
                <a16:creationId xmlns:a16="http://schemas.microsoft.com/office/drawing/2014/main" id="{C2C86DFE-72B7-D0A7-8D67-BD82324B8C7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01CAD3F4-776B-EBAF-E221-E31A2544D8E1}"/>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E890FE3D-8795-77C8-6616-533028311D68}"/>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0" name="Chapter Placeholder 2">
            <a:extLst>
              <a:ext uri="{FF2B5EF4-FFF2-40B4-BE49-F238E27FC236}">
                <a16:creationId xmlns:a16="http://schemas.microsoft.com/office/drawing/2014/main" id="{E074F022-AF57-A343-6392-0D6E46B72FC8}"/>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7E3DC8FD-A28D-A2D9-AEC5-D5E216D2E82D}"/>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22" name="Content Placeholder 20">
            <a:extLst>
              <a:ext uri="{FF2B5EF4-FFF2-40B4-BE49-F238E27FC236}">
                <a16:creationId xmlns:a16="http://schemas.microsoft.com/office/drawing/2014/main" id="{F66DB537-77E8-C212-CBF4-66DA3B2452BD}"/>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62357926"/>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8C233D6-2D0C-8E0C-1DD4-241B0EF8FC92}"/>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60BA4B7A-F31F-8B13-6750-FF26828A58FA}"/>
              </a:ext>
            </a:extLst>
          </p:cNvPr>
          <p:cNvSpPr>
            <a:spLocks noGrp="1"/>
          </p:cNvSpPr>
          <p:nvPr>
            <p:ph type="title"/>
          </p:nvPr>
        </p:nvSpPr>
        <p:spPr>
          <a:xfrm>
            <a:off x="551384" y="549274"/>
            <a:ext cx="5112568" cy="930372"/>
          </a:xfrm>
        </p:spPr>
        <p:txBody>
          <a:bodyPr/>
          <a:lstStyle/>
          <a:p>
            <a:r>
              <a:rPr lang="en-GB"/>
              <a:t>Click to edit Master title style</a:t>
            </a:r>
            <a:endParaRPr lang="en-US"/>
          </a:p>
        </p:txBody>
      </p:sp>
      <p:sp>
        <p:nvSpPr>
          <p:cNvPr id="12" name="Content Placeholder 5">
            <a:extLst>
              <a:ext uri="{FF2B5EF4-FFF2-40B4-BE49-F238E27FC236}">
                <a16:creationId xmlns:a16="http://schemas.microsoft.com/office/drawing/2014/main" id="{D773A188-0CD9-B8EB-B42A-B8749FCC6A66}"/>
              </a:ext>
            </a:extLst>
          </p:cNvPr>
          <p:cNvSpPr>
            <a:spLocks noGrp="1"/>
          </p:cNvSpPr>
          <p:nvPr>
            <p:ph sz="quarter" idx="31"/>
          </p:nvPr>
        </p:nvSpPr>
        <p:spPr>
          <a:xfrm>
            <a:off x="551384" y="2132856"/>
            <a:ext cx="51125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AF1CCF01-B15C-AB11-922F-0D8F7E6CBB94}"/>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14" name="Content Placeholder 20">
            <a:extLst>
              <a:ext uri="{FF2B5EF4-FFF2-40B4-BE49-F238E27FC236}">
                <a16:creationId xmlns:a16="http://schemas.microsoft.com/office/drawing/2014/main" id="{5B3B476C-7882-0727-5556-613E2DB2A05F}"/>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4741479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A7AAB05-4CE9-AC3E-316B-454FC65A69B9}"/>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2" name="Title 4">
            <a:extLst>
              <a:ext uri="{FF2B5EF4-FFF2-40B4-BE49-F238E27FC236}">
                <a16:creationId xmlns:a16="http://schemas.microsoft.com/office/drawing/2014/main" id="{5B64DD5D-5EE1-AFA3-B5E1-4191F5AD6284}"/>
              </a:ext>
            </a:extLst>
          </p:cNvPr>
          <p:cNvSpPr>
            <a:spLocks noGrp="1"/>
          </p:cNvSpPr>
          <p:nvPr>
            <p:ph type="title"/>
          </p:nvPr>
        </p:nvSpPr>
        <p:spPr>
          <a:xfrm>
            <a:off x="551384" y="549274"/>
            <a:ext cx="5112568"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F358BD1-48B8-3F71-91BB-E93C439A3B1D}"/>
              </a:ext>
            </a:extLst>
          </p:cNvPr>
          <p:cNvSpPr>
            <a:spLocks noGrp="1"/>
          </p:cNvSpPr>
          <p:nvPr>
            <p:ph sz="quarter" idx="31"/>
          </p:nvPr>
        </p:nvSpPr>
        <p:spPr>
          <a:xfrm>
            <a:off x="551384" y="2132856"/>
            <a:ext cx="51125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D8AE0815-7AED-0C36-6BE2-C283E7C12D3A}"/>
              </a:ext>
            </a:extLst>
          </p:cNvPr>
          <p:cNvSpPr>
            <a:spLocks noGrp="1"/>
          </p:cNvSpPr>
          <p:nvPr>
            <p:ph type="body" sz="quarter" idx="13" hasCustomPrompt="1"/>
          </p:nvPr>
        </p:nvSpPr>
        <p:spPr>
          <a:xfrm>
            <a:off x="550863" y="266219"/>
            <a:ext cx="511154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C93206F1-90E6-514D-B267-17DD0D613FB5}"/>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19" name="Content Placeholder 20">
            <a:extLst>
              <a:ext uri="{FF2B5EF4-FFF2-40B4-BE49-F238E27FC236}">
                <a16:creationId xmlns:a16="http://schemas.microsoft.com/office/drawing/2014/main" id="{90F7B515-3BE3-A8EE-A9DD-F0586073A23E}"/>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63163985"/>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B0BA9AA-540C-4002-8E56-463450049974}"/>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A6045D3C-82AA-9FBB-411F-0E5C0781535F}"/>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22EA42D5-0B57-E8B5-A88B-761A9FAE6AB0}"/>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Text Placeholder 10">
            <a:extLst>
              <a:ext uri="{FF2B5EF4-FFF2-40B4-BE49-F238E27FC236}">
                <a16:creationId xmlns:a16="http://schemas.microsoft.com/office/drawing/2014/main" id="{575E82EC-A458-5386-A6C2-3DA2181C3D7A}"/>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
        <p:nvSpPr>
          <p:cNvPr id="15" name="Content Placeholder 20">
            <a:extLst>
              <a:ext uri="{FF2B5EF4-FFF2-40B4-BE49-F238E27FC236}">
                <a16:creationId xmlns:a16="http://schemas.microsoft.com/office/drawing/2014/main" id="{1A6968A6-FB6E-BB74-1AD4-19A563FF60BE}"/>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607203536"/>
      </p:ext>
    </p:extLst>
  </p:cSld>
  <p:clrMapOvr>
    <a:overrideClrMapping bg1="lt1" tx1="dk1" bg2="lt2" tx2="dk2" accent1="accent1" accent2="accent2" accent3="accent3" accent4="accent4" accent5="accent5" accent6="accent6" hlink="hlink" folHlink="folHlink"/>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674A409-7F6D-1AD9-F702-6ED510ACC0C5}"/>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95409989-1A02-4E5D-CD8F-48682E3303A8}"/>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2DCCEE90-31CC-A4DC-B3C5-AC9C060D465F}"/>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936A02BE-C247-1A36-501E-9055834626A1}"/>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8E6176E4-C366-0C4A-3228-B3F6A06E86C0}"/>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
        <p:nvSpPr>
          <p:cNvPr id="22" name="Content Placeholder 20">
            <a:extLst>
              <a:ext uri="{FF2B5EF4-FFF2-40B4-BE49-F238E27FC236}">
                <a16:creationId xmlns:a16="http://schemas.microsoft.com/office/drawing/2014/main" id="{443E2F45-FAB8-64D4-8813-70E1FD5F915C}"/>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485957409"/>
      </p:ext>
    </p:extLst>
  </p:cSld>
  <p:clrMapOvr>
    <a:overrideClrMapping bg1="lt1" tx1="dk1" bg2="lt2" tx2="dk2" accent1="accent1" accent2="accent2" accent3="accent3" accent4="accent4" accent5="accent5" accent6="accent6" hlink="hlink" folHlink="folHlink"/>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A3C12292-D642-1BE3-E468-46FE0A608B1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3A6298A3-5BA7-7C5B-21A4-6C4B53E49E7C}"/>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1" name="Content Placeholder 5">
            <a:extLst>
              <a:ext uri="{FF2B5EF4-FFF2-40B4-BE49-F238E27FC236}">
                <a16:creationId xmlns:a16="http://schemas.microsoft.com/office/drawing/2014/main" id="{622159DC-E7B5-707A-2179-D2FF6F1EA018}"/>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BC3B80F0-7CE1-0736-F8FB-8A0BB28B3596}"/>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a:t>
            </a:r>
          </a:p>
        </p:txBody>
      </p:sp>
      <p:sp>
        <p:nvSpPr>
          <p:cNvPr id="14" name="Content Placeholder 20">
            <a:extLst>
              <a:ext uri="{FF2B5EF4-FFF2-40B4-BE49-F238E27FC236}">
                <a16:creationId xmlns:a16="http://schemas.microsoft.com/office/drawing/2014/main" id="{F6FCBD51-804B-9A60-0E33-BAC77E369253}"/>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257000305"/>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BCEAD7CF-8D5F-9D27-DAA7-A07F7955B19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1687478E-90A1-8034-63B7-7A1B82264DB2}"/>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D7E86C30-BE00-9D17-EF57-8697C0BFB4C3}"/>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6A5C8B01-3717-91CF-FD0F-5EED379422B7}"/>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AE8E5894-5F63-308E-5147-5E3E33440D95}"/>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a:t>
            </a:r>
          </a:p>
        </p:txBody>
      </p:sp>
      <p:sp>
        <p:nvSpPr>
          <p:cNvPr id="19" name="Content Placeholder 20">
            <a:extLst>
              <a:ext uri="{FF2B5EF4-FFF2-40B4-BE49-F238E27FC236}">
                <a16:creationId xmlns:a16="http://schemas.microsoft.com/office/drawing/2014/main" id="{521DAA1A-D266-47B1-5E5D-C5DA055E1F8E}"/>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471644046"/>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38934C3E-3E4B-1654-745D-C13199A95DA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26C0F4BF-CC0E-53F3-48F8-509E80B6D05E}"/>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2" name="Content Placeholder 5">
            <a:extLst>
              <a:ext uri="{FF2B5EF4-FFF2-40B4-BE49-F238E27FC236}">
                <a16:creationId xmlns:a16="http://schemas.microsoft.com/office/drawing/2014/main" id="{E749D598-FF82-BFAF-886D-C191177E3D20}"/>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01597265-9724-5AC8-39BF-5750C67F42A7}"/>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a:t>
            </a:r>
          </a:p>
        </p:txBody>
      </p:sp>
      <p:sp>
        <p:nvSpPr>
          <p:cNvPr id="14" name="Content Placeholder 20">
            <a:extLst>
              <a:ext uri="{FF2B5EF4-FFF2-40B4-BE49-F238E27FC236}">
                <a16:creationId xmlns:a16="http://schemas.microsoft.com/office/drawing/2014/main" id="{2C2F412C-7456-D7FF-AA48-C193186850E0}"/>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44750913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7D3AFA8-B5AE-1009-87FB-3094F6AA01FC}"/>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2" name="Title 4">
            <a:extLst>
              <a:ext uri="{FF2B5EF4-FFF2-40B4-BE49-F238E27FC236}">
                <a16:creationId xmlns:a16="http://schemas.microsoft.com/office/drawing/2014/main" id="{E8B18499-1BD5-8671-B7DA-85FF38B39AF1}"/>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8E7D3BA-BA6E-15BA-6C42-ADF680180521}"/>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hapter Placeholder 2">
            <a:extLst>
              <a:ext uri="{FF2B5EF4-FFF2-40B4-BE49-F238E27FC236}">
                <a16:creationId xmlns:a16="http://schemas.microsoft.com/office/drawing/2014/main" id="{9D97BD4D-BD09-CDBA-2016-5370E7CD44BC}"/>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279CB933-CE76-9E4E-FAB4-33E087341DA3}"/>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a:t>
            </a:r>
          </a:p>
        </p:txBody>
      </p:sp>
      <p:sp>
        <p:nvSpPr>
          <p:cNvPr id="18" name="Content Placeholder 20">
            <a:extLst>
              <a:ext uri="{FF2B5EF4-FFF2-40B4-BE49-F238E27FC236}">
                <a16:creationId xmlns:a16="http://schemas.microsoft.com/office/drawing/2014/main" id="{1DD2621E-CD40-C783-8C89-16DA20455EF9}"/>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667167081"/>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B5861566-BA12-6B84-A613-D346CEB5715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F10238D4-63BF-BBF6-DB83-94DDA862CEF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Tree>
    <p:extLst>
      <p:ext uri="{BB962C8B-B14F-4D97-AF65-F5344CB8AC3E}">
        <p14:creationId xmlns:p14="http://schemas.microsoft.com/office/powerpoint/2010/main" val="755819723"/>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2E71218E-2FB4-0CE4-F714-02971DA59580}"/>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34DFB62C-932A-D2BD-F705-657D4F39987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Chapter Placeholder 2">
            <a:extLst>
              <a:ext uri="{FF2B5EF4-FFF2-40B4-BE49-F238E27FC236}">
                <a16:creationId xmlns:a16="http://schemas.microsoft.com/office/drawing/2014/main" id="{13D649FC-C93C-3132-BD48-48F3C266E09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2" name="Content Placeholder 17">
            <a:extLst>
              <a:ext uri="{FF2B5EF4-FFF2-40B4-BE49-F238E27FC236}">
                <a16:creationId xmlns:a16="http://schemas.microsoft.com/office/drawing/2014/main" id="{460A3336-625D-EE99-03EA-666BE0AD8AF8}"/>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1564541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2EAF251-5B00-5340-BB63-EE11F9FFFB21}"/>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7" name="Text Placeholder 9">
            <a:extLst>
              <a:ext uri="{FF2B5EF4-FFF2-40B4-BE49-F238E27FC236}">
                <a16:creationId xmlns:a16="http://schemas.microsoft.com/office/drawing/2014/main" id="{598AD248-FBB9-EC90-3E8C-FC14ED331268}"/>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2F65ADB6-9B4E-3B40-2D08-D56C9C745672}"/>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68419302-9D4B-C414-85A6-46E995A79097}"/>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975BEA12-754F-B220-4724-F1117410A021}"/>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CD48460B-4010-29FD-1AB9-6859382325B1}"/>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9EB5DC1D-FF3F-4D53-9F16-FF58A76C895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351866021"/>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CE67BCC-0F24-9458-E2DD-BC3C0E46F2B3}"/>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383490CF-6243-6DBB-8F8E-89A16708E497}"/>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A7DBBC8F-C6B0-1582-8311-1B2183819C0A}"/>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32B1C3B0-0128-2E68-D82C-819F705C9022}"/>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155FC468-AAD7-3848-BB3E-5D8A806E04DF}"/>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5562F512-08CF-A4C5-6721-9571A9240AF8}"/>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626B24FE-99E2-3F92-2ACB-C8DC64DBB5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6CDC910A-AC0A-CC7F-1E68-FEB7E6C97CE7}"/>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942877497"/>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30D5257C-2305-5A13-07A2-6D26884505A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17">
            <a:extLst>
              <a:ext uri="{FF2B5EF4-FFF2-40B4-BE49-F238E27FC236}">
                <a16:creationId xmlns:a16="http://schemas.microsoft.com/office/drawing/2014/main" id="{7EFD17F0-D212-D07E-2F1D-1CB6937CFC69}"/>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EC6FEC92-A170-A7CC-8FF6-9FD32F5A0F2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61CACAE4-D9D8-CD09-D583-8423E8CA63DC}"/>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125124BF-59AA-4061-4A22-16A686B4877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68965568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5E9CE48-EF69-F2C9-8A03-F2A8587E01BA}"/>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2" name="Content Placeholder 17">
            <a:extLst>
              <a:ext uri="{FF2B5EF4-FFF2-40B4-BE49-F238E27FC236}">
                <a16:creationId xmlns:a16="http://schemas.microsoft.com/office/drawing/2014/main" id="{F334E708-8C22-D91B-DBA0-AC721B140B7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C218E6AF-82C0-D1E0-384F-B256AD9A07C9}"/>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434732BD-0DE1-7972-8129-6B2FD889422B}"/>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FAD5C41E-6196-A73E-2CC8-40DE5784314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9D705FF2-388B-F1E9-E0EF-2FC6B1B5B16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191103396"/>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29795E3B-57BB-6A89-30A5-3E6BC71D41BA}"/>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DAB5A246-9A0B-65C8-49F8-87EBDAA8FFAB}"/>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EA12CB0F-18C8-4B37-D337-576F193F4E68}"/>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D152F18F-85FF-9779-8F2D-A303D862196F}"/>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683831666"/>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6CD7C39-9B05-5EE2-DEF9-35BCAF89061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8E054368-78BE-CE84-C2FA-4F703E683BE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DEEAD991-3964-F36C-4879-85B7BF15F755}"/>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C0F27CFC-E991-3A28-ACC5-5F26FBD8F2E7}"/>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0D3DC115-B2A4-A93A-670B-C9BC365E7171}"/>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975406732"/>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89A27111-DDC9-12A1-4C11-F0F75CF8CCD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A9FC7CEE-5684-A3B6-ACDC-94CBEF3D287A}"/>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E996CBFA-AD09-0282-5487-19F5210631FF}"/>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5764D24-97AD-17C8-67AB-BA489F8EDE94}"/>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585146329"/>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E8072C2C-2703-8769-9855-A1DF4136FBA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ECCC854E-0D6A-570D-C931-2F6200BAE05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268BBB3C-91ED-FE9A-F090-4BB2850F412F}"/>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E8CD221F-7B29-CDBF-0ADB-0213B5CE2E56}"/>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E19CADB8-3BFC-DFFA-5725-6A2E5995739B}"/>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6369813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34D2D1D-F935-1AEF-3686-9E03933AF3C7}"/>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026A4472-0CE5-CE56-51B0-EE0D5AB45234}"/>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8" name="Content Placeholder 5">
            <a:extLst>
              <a:ext uri="{FF2B5EF4-FFF2-40B4-BE49-F238E27FC236}">
                <a16:creationId xmlns:a16="http://schemas.microsoft.com/office/drawing/2014/main" id="{87DAA657-4C53-A96A-1275-F8F3A956F1FC}"/>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276430554"/>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1F86D18-2B9F-15A7-F262-42B3299538C8}"/>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A51B9BFA-728E-72B8-26EE-69D02F9E6843}"/>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176F9C5-BF52-8377-9A45-2BAA088409C2}"/>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C5121BE5-43F6-9EA0-0760-F697D8D2901E}"/>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58633626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21DA16B5-28AA-F8F8-9599-C20AC67EA7EC}"/>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7D676D3F-4403-C4D4-FE96-671B2944A0EF}"/>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7" name="Content Placeholder 5">
            <a:extLst>
              <a:ext uri="{FF2B5EF4-FFF2-40B4-BE49-F238E27FC236}">
                <a16:creationId xmlns:a16="http://schemas.microsoft.com/office/drawing/2014/main" id="{0024CA17-8874-30AD-4AB9-C21052582DE0}"/>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137710450"/>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0F2B6431-0088-DCDC-2F12-E64030BEB05E}"/>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7" name="Title 4">
            <a:extLst>
              <a:ext uri="{FF2B5EF4-FFF2-40B4-BE49-F238E27FC236}">
                <a16:creationId xmlns:a16="http://schemas.microsoft.com/office/drawing/2014/main" id="{B53A30D3-BF6A-D3FB-C46D-4AE2C01C46E0}"/>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5D68D91-22FB-6CD4-9915-A14BC3265458}"/>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BE7D5E90-F659-23C9-974F-87B7B5486E6F}"/>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927584666"/>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9652194E-DFE1-2399-69BE-86E79E0C030B}"/>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38805087"/>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361683359"/>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B3B3E366-5F6B-4DAD-CC9B-8BC1097C99E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568732196"/>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6115740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6E3395B1-F7FC-802B-A216-F01560E9113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94471615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24405224"/>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033216B3-32DC-26FE-5B0C-AA59A5EEF72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125706267"/>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046665989"/>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920BAA7-9E43-593A-ECC2-C0865059C307}"/>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934691701"/>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2025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lang="en-US" sz="900" b="0" i="0">
              <a:solidFill>
                <a:schemeClr val="bg2"/>
              </a:solidFill>
              <a:effectLst/>
              <a:latin typeface="+mn-lt"/>
              <a:ea typeface="Calibri" panose="020F0502020204030204" pitchFamily="34" charset="0"/>
            </a:endParaRP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3" name="Rectangle 2">
            <a:extLst>
              <a:ext uri="{FF2B5EF4-FFF2-40B4-BE49-F238E27FC236}">
                <a16:creationId xmlns:a16="http://schemas.microsoft.com/office/drawing/2014/main" id="{7ECA3DCF-BB95-29ED-4C63-4ABA324ED80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4265628822"/>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30" name="Rectangle 29">
            <a:extLst>
              <a:ext uri="{FF2B5EF4-FFF2-40B4-BE49-F238E27FC236}">
                <a16:creationId xmlns:a16="http://schemas.microsoft.com/office/drawing/2014/main" id="{42F7D594-54F5-66A3-9AE8-EFE5D6CA5A39}"/>
              </a:ext>
            </a:extLst>
          </p:cNvPr>
          <p:cNvSpPr/>
          <p:nvPr userDrawn="1"/>
        </p:nvSpPr>
        <p:spPr>
          <a:xfrm>
            <a:off x="550863" y="1384200"/>
            <a:ext cx="4248471" cy="1828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bg2"/>
              </a:solidFill>
              <a:effectLst/>
              <a:uLnTx/>
              <a:uFillTx/>
              <a:latin typeface="+mn-lt"/>
              <a:ea typeface="+mn-ea"/>
              <a:cs typeface="+mn-cs"/>
            </a:endParaRPr>
          </a:p>
        </p:txBody>
      </p:sp>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2025 Capgemini. All rights reserved.</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Tree>
    <p:extLst>
      <p:ext uri="{BB962C8B-B14F-4D97-AF65-F5344CB8AC3E}">
        <p14:creationId xmlns:p14="http://schemas.microsoft.com/office/powerpoint/2010/main" val="848626725"/>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9" name="Rectangle 8">
            <a:extLst>
              <a:ext uri="{FF2B5EF4-FFF2-40B4-BE49-F238E27FC236}">
                <a16:creationId xmlns:a16="http://schemas.microsoft.com/office/drawing/2014/main" id="{FA5EFF19-B281-F0C9-FB01-070197B8DB96}"/>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bg2"/>
              </a:solidFill>
              <a:effectLst/>
              <a:uLnTx/>
              <a:uFillTx/>
              <a:latin typeface="+mn-lt"/>
              <a:ea typeface="+mn-ea"/>
              <a:cs typeface="+mn-cs"/>
            </a:endParaRPr>
          </a:p>
        </p:txBody>
      </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 name="Rectangle 11">
            <a:extLst>
              <a:ext uri="{FF2B5EF4-FFF2-40B4-BE49-F238E27FC236}">
                <a16:creationId xmlns:a16="http://schemas.microsoft.com/office/drawing/2014/main" id="{40CD357F-2574-C1C1-CC23-4ED4DE7E3890}"/>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2025 Capgemini. All rights reserved.</a:t>
            </a:r>
          </a:p>
        </p:txBody>
      </p:sp>
      <p:grpSp>
        <p:nvGrpSpPr>
          <p:cNvPr id="13" name="Group 12">
            <a:extLst>
              <a:ext uri="{FF2B5EF4-FFF2-40B4-BE49-F238E27FC236}">
                <a16:creationId xmlns:a16="http://schemas.microsoft.com/office/drawing/2014/main" id="{AF5AEA53-A3F6-3C43-28B7-ED0F7493535A}"/>
              </a:ext>
            </a:extLst>
          </p:cNvPr>
          <p:cNvGrpSpPr/>
          <p:nvPr userDrawn="1"/>
        </p:nvGrpSpPr>
        <p:grpSpPr>
          <a:xfrm>
            <a:off x="8904288" y="5569004"/>
            <a:ext cx="1951070" cy="335280"/>
            <a:chOff x="8904288" y="5569004"/>
            <a:chExt cx="1951070" cy="335280"/>
          </a:xfrm>
        </p:grpSpPr>
        <p:pic>
          <p:nvPicPr>
            <p:cNvPr id="14" name="Picture 13">
              <a:hlinkClick r:id="rId2"/>
              <a:extLst>
                <a:ext uri="{FF2B5EF4-FFF2-40B4-BE49-F238E27FC236}">
                  <a16:creationId xmlns:a16="http://schemas.microsoft.com/office/drawing/2014/main" id="{BB2967E7-796B-6EA2-7BAD-CE5AAD3E5CCA}"/>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5" name="Picture 14">
              <a:hlinkClick r:id="rId5"/>
              <a:extLst>
                <a:ext uri="{FF2B5EF4-FFF2-40B4-BE49-F238E27FC236}">
                  <a16:creationId xmlns:a16="http://schemas.microsoft.com/office/drawing/2014/main" id="{D948212D-4697-CFC5-FD02-46AE44A499B0}"/>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6" name="Picture 15">
              <a:hlinkClick r:id="rId8"/>
              <a:extLst>
                <a:ext uri="{FF2B5EF4-FFF2-40B4-BE49-F238E27FC236}">
                  <a16:creationId xmlns:a16="http://schemas.microsoft.com/office/drawing/2014/main" id="{97D4CB73-5886-FD21-53D6-579070C9461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8" name="Picture 17">
              <a:hlinkClick r:id="rId11"/>
              <a:extLst>
                <a:ext uri="{FF2B5EF4-FFF2-40B4-BE49-F238E27FC236}">
                  <a16:creationId xmlns:a16="http://schemas.microsoft.com/office/drawing/2014/main" id="{20E4809F-7CE4-E75D-D9B3-B83DC708507C}"/>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9" name="Picture 18">
              <a:hlinkClick r:id="rId14"/>
              <a:extLst>
                <a:ext uri="{FF2B5EF4-FFF2-40B4-BE49-F238E27FC236}">
                  <a16:creationId xmlns:a16="http://schemas.microsoft.com/office/drawing/2014/main" id="{03D14A75-529F-A677-2FA2-C0BF7D445A39}"/>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Tree>
    <p:extLst>
      <p:ext uri="{BB962C8B-B14F-4D97-AF65-F5344CB8AC3E}">
        <p14:creationId xmlns:p14="http://schemas.microsoft.com/office/powerpoint/2010/main" val="3422649342"/>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userDrawn="1">
  <p:cSld name="1_Title Only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1192375453"/>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userDrawn="1">
  <p:cSld name="Title Subtitle Dark Grey">
    <p:bg>
      <p:bgPr>
        <a:solidFill>
          <a:schemeClr val="accent4"/>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493110000"/>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userDrawn="1">
  <p:cSld name="Title Only Dark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626713725"/>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userDrawn="1">
  <p:cSld name="SC 2-Col">
    <p:spTree>
      <p:nvGrpSpPr>
        <p:cNvPr id="1" name=""/>
        <p:cNvGrpSpPr/>
        <p:nvPr/>
      </p:nvGrpSpPr>
      <p:grpSpPr>
        <a:xfrm>
          <a:off x="0" y="0"/>
          <a:ext cx="0" cy="0"/>
          <a:chOff x="0" y="0"/>
          <a:chExt cx="0" cy="0"/>
        </a:xfrm>
      </p:grpSpPr>
      <p:pic>
        <p:nvPicPr>
          <p:cNvPr id="23" name="Graphic 22">
            <a:extLst>
              <a:ext uri="{FF2B5EF4-FFF2-40B4-BE49-F238E27FC236}">
                <a16:creationId xmlns:a16="http://schemas.microsoft.com/office/drawing/2014/main" id="{75259ED9-E364-FD4C-8565-EA2C47CB323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3551" y="6134919"/>
            <a:ext cx="1600200" cy="637032"/>
          </a:xfrm>
          <a:prstGeom prst="rect">
            <a:avLst/>
          </a:prstGeom>
        </p:spPr>
      </p:pic>
      <p:pic>
        <p:nvPicPr>
          <p:cNvPr id="24" name="Graphic 23">
            <a:extLst>
              <a:ext uri="{FF2B5EF4-FFF2-40B4-BE49-F238E27FC236}">
                <a16:creationId xmlns:a16="http://schemas.microsoft.com/office/drawing/2014/main" id="{7F200826-8783-1743-B579-7545C8B9F0B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230417" y="6539157"/>
            <a:ext cx="1397000" cy="219075"/>
          </a:xfrm>
          <a:prstGeom prst="rect">
            <a:avLst/>
          </a:prstGeom>
        </p:spPr>
      </p:pic>
      <p:sp>
        <p:nvSpPr>
          <p:cNvPr id="2" name="Title 1">
            <a:extLst>
              <a:ext uri="{FF2B5EF4-FFF2-40B4-BE49-F238E27FC236}">
                <a16:creationId xmlns:a16="http://schemas.microsoft.com/office/drawing/2014/main" id="{0C7E5859-26C5-2E43-80CC-995210B6A3B2}"/>
              </a:ext>
            </a:extLst>
          </p:cNvPr>
          <p:cNvSpPr>
            <a:spLocks noGrp="1"/>
          </p:cNvSpPr>
          <p:nvPr>
            <p:ph type="title" hasCustomPrompt="1"/>
          </p:nvPr>
        </p:nvSpPr>
        <p:spPr/>
        <p:txBody>
          <a:bodyPr/>
          <a:lstStyle/>
          <a:p>
            <a:r>
              <a:rPr lang="en-US"/>
              <a:t>Insert heading</a:t>
            </a:r>
          </a:p>
        </p:txBody>
      </p:sp>
      <p:sp>
        <p:nvSpPr>
          <p:cNvPr id="3" name="Content Placeholder 2">
            <a:extLst>
              <a:ext uri="{FF2B5EF4-FFF2-40B4-BE49-F238E27FC236}">
                <a16:creationId xmlns:a16="http://schemas.microsoft.com/office/drawing/2014/main" id="{05E98370-5DD0-4E44-9619-B5FAB316A505}"/>
              </a:ext>
            </a:extLst>
          </p:cNvPr>
          <p:cNvSpPr>
            <a:spLocks noGrp="1"/>
          </p:cNvSpPr>
          <p:nvPr>
            <p:ph sz="half" idx="1"/>
          </p:nvPr>
        </p:nvSpPr>
        <p:spPr>
          <a:xfrm>
            <a:off x="442913" y="1348967"/>
            <a:ext cx="5400675" cy="43120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BC91B2F-7364-984F-A758-4F015B5E32A4}"/>
              </a:ext>
            </a:extLst>
          </p:cNvPr>
          <p:cNvSpPr>
            <a:spLocks noGrp="1"/>
          </p:cNvSpPr>
          <p:nvPr>
            <p:ph sz="half" idx="2"/>
          </p:nvPr>
        </p:nvSpPr>
        <p:spPr>
          <a:xfrm>
            <a:off x="6348413" y="1348967"/>
            <a:ext cx="5400675" cy="43120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5">
            <a:extLst>
              <a:ext uri="{FF2B5EF4-FFF2-40B4-BE49-F238E27FC236}">
                <a16:creationId xmlns:a16="http://schemas.microsoft.com/office/drawing/2014/main" id="{1E3E8400-B8AA-C346-B03A-D64FBD28CFB9}"/>
              </a:ext>
            </a:extLst>
          </p:cNvPr>
          <p:cNvSpPr>
            <a:spLocks noGrp="1"/>
          </p:cNvSpPr>
          <p:nvPr>
            <p:ph type="body" sz="quarter" idx="12" hasCustomPrompt="1"/>
          </p:nvPr>
        </p:nvSpPr>
        <p:spPr>
          <a:xfrm>
            <a:off x="450915" y="762120"/>
            <a:ext cx="11290172" cy="281899"/>
          </a:xfrm>
        </p:spPr>
        <p:txBody>
          <a:bodyPr/>
          <a:lstStyle>
            <a:lvl1pPr marL="0" indent="0">
              <a:buNone/>
              <a:defRPr sz="1800">
                <a:solidFill>
                  <a:schemeClr val="accent1"/>
                </a:solidFill>
              </a:defRPr>
            </a:lvl1pPr>
            <a:lvl2pPr marL="457189" indent="0">
              <a:buNone/>
              <a:defRPr sz="2000">
                <a:solidFill>
                  <a:schemeClr val="accent1"/>
                </a:solidFill>
              </a:defRPr>
            </a:lvl2pPr>
            <a:lvl3pPr marL="914377" indent="0">
              <a:buNone/>
              <a:defRPr sz="2000">
                <a:solidFill>
                  <a:schemeClr val="accent1"/>
                </a:solidFill>
              </a:defRPr>
            </a:lvl3pPr>
            <a:lvl4pPr marL="1371566" indent="0">
              <a:buNone/>
              <a:defRPr sz="2000">
                <a:solidFill>
                  <a:schemeClr val="accent1"/>
                </a:solidFill>
              </a:defRPr>
            </a:lvl4pPr>
            <a:lvl5pPr marL="1828754" indent="0">
              <a:buNone/>
              <a:defRPr sz="2000">
                <a:solidFill>
                  <a:schemeClr val="accent1"/>
                </a:solidFill>
              </a:defRPr>
            </a:lvl5pPr>
          </a:lstStyle>
          <a:p>
            <a:pPr lvl="0"/>
            <a:r>
              <a:rPr lang="en-US"/>
              <a:t>Insert sub-heading</a:t>
            </a:r>
          </a:p>
        </p:txBody>
      </p:sp>
      <p:sp>
        <p:nvSpPr>
          <p:cNvPr id="12" name="Slide Number Placeholder 5">
            <a:extLst>
              <a:ext uri="{FF2B5EF4-FFF2-40B4-BE49-F238E27FC236}">
                <a16:creationId xmlns:a16="http://schemas.microsoft.com/office/drawing/2014/main" id="{2B8EBF9F-29FB-7344-82A3-4219F933583C}"/>
              </a:ext>
            </a:extLst>
          </p:cNvPr>
          <p:cNvSpPr txBox="1">
            <a:spLocks/>
          </p:cNvSpPr>
          <p:nvPr userDrawn="1"/>
        </p:nvSpPr>
        <p:spPr>
          <a:xfrm>
            <a:off x="11826875" y="6488958"/>
            <a:ext cx="262392" cy="260695"/>
          </a:xfrm>
          <a:prstGeom prst="rect">
            <a:avLst/>
          </a:prstGeom>
        </p:spPr>
        <p:txBody>
          <a:bodyPr vert="horz" lIns="0" tIns="0" rIns="0" bIns="0" rtlCol="0" anchor="ctr"/>
          <a:lstStyle>
            <a:defPPr>
              <a:defRPr lang="en-US"/>
            </a:defPPr>
            <a:lvl1pPr marL="0" algn="r" defTabSz="914400" rtl="0" eaLnBrk="1" latinLnBrk="0" hangingPunct="1">
              <a:defRPr sz="12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1563D10D-7DB3-DC40-A5D9-77612CD26826}" type="slidenum">
              <a:rPr lang="en-US" sz="1200" u="none" smtClean="0">
                <a:solidFill>
                  <a:schemeClr val="bg1"/>
                </a:solidFill>
              </a:rPr>
              <a:pPr algn="l"/>
              <a:t>‹#›</a:t>
            </a:fld>
            <a:endParaRPr lang="en-US" sz="1200" u="none">
              <a:solidFill>
                <a:schemeClr val="bg1"/>
              </a:solidFill>
            </a:endParaRPr>
          </a:p>
        </p:txBody>
      </p:sp>
      <p:cxnSp>
        <p:nvCxnSpPr>
          <p:cNvPr id="16" name="Straight Connector 15">
            <a:extLst>
              <a:ext uri="{FF2B5EF4-FFF2-40B4-BE49-F238E27FC236}">
                <a16:creationId xmlns:a16="http://schemas.microsoft.com/office/drawing/2014/main" id="{A179084D-D172-6841-A6E2-01346B2BCC5F}"/>
              </a:ext>
            </a:extLst>
          </p:cNvPr>
          <p:cNvCxnSpPr>
            <a:cxnSpLocks/>
          </p:cNvCxnSpPr>
          <p:nvPr userDrawn="1"/>
        </p:nvCxnSpPr>
        <p:spPr>
          <a:xfrm flipV="1">
            <a:off x="11748823" y="6511926"/>
            <a:ext cx="0" cy="23772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Datumsplatzhalter 3">
            <a:extLst>
              <a:ext uri="{FF2B5EF4-FFF2-40B4-BE49-F238E27FC236}">
                <a16:creationId xmlns:a16="http://schemas.microsoft.com/office/drawing/2014/main" id="{C4275A6C-98F6-485C-9B4A-2B5281831884}"/>
              </a:ext>
            </a:extLst>
          </p:cNvPr>
          <p:cNvSpPr>
            <a:spLocks noGrp="1"/>
          </p:cNvSpPr>
          <p:nvPr>
            <p:ph type="dt" sz="half" idx="13"/>
          </p:nvPr>
        </p:nvSpPr>
        <p:spPr>
          <a:xfrm>
            <a:off x="10157728" y="6528000"/>
            <a:ext cx="1111251" cy="270000"/>
          </a:xfrm>
          <a:prstGeom prst="rect">
            <a:avLst/>
          </a:prstGeom>
        </p:spPr>
        <p:txBody>
          <a:bodyPr vert="horz" lIns="0" tIns="0" rIns="0" bIns="0" rtlCol="0" anchor="ctr"/>
          <a:lstStyle>
            <a:lvl1pPr algn="r">
              <a:defRPr sz="800">
                <a:solidFill>
                  <a:schemeClr val="accent4">
                    <a:lumMod val="75000"/>
                  </a:schemeClr>
                </a:solidFill>
              </a:defRPr>
            </a:lvl1pPr>
          </a:lstStyle>
          <a:p>
            <a:r>
              <a:rPr lang="en-US"/>
              <a:t>01/12/2022</a:t>
            </a:r>
            <a:endParaRPr lang="de-DE"/>
          </a:p>
        </p:txBody>
      </p:sp>
      <p:sp>
        <p:nvSpPr>
          <p:cNvPr id="14" name="Fußzeilenplatzhalter 4">
            <a:extLst>
              <a:ext uri="{FF2B5EF4-FFF2-40B4-BE49-F238E27FC236}">
                <a16:creationId xmlns:a16="http://schemas.microsoft.com/office/drawing/2014/main" id="{0C7B0191-FF37-4BDE-90F6-DDEA5D359B05}"/>
              </a:ext>
            </a:extLst>
          </p:cNvPr>
          <p:cNvSpPr>
            <a:spLocks noGrp="1"/>
          </p:cNvSpPr>
          <p:nvPr>
            <p:ph type="ftr" sz="quarter" idx="3"/>
          </p:nvPr>
        </p:nvSpPr>
        <p:spPr>
          <a:xfrm>
            <a:off x="5302248" y="6528000"/>
            <a:ext cx="4798379" cy="270000"/>
          </a:xfrm>
          <a:prstGeom prst="rect">
            <a:avLst/>
          </a:prstGeom>
        </p:spPr>
        <p:txBody>
          <a:bodyPr vert="horz" lIns="0" tIns="0" rIns="0" bIns="0" rtlCol="0" anchor="ctr"/>
          <a:lstStyle>
            <a:lvl1pPr algn="r">
              <a:defRPr sz="800">
                <a:solidFill>
                  <a:schemeClr val="accent4">
                    <a:lumMod val="75000"/>
                  </a:schemeClr>
                </a:solidFill>
              </a:defRPr>
            </a:lvl1pPr>
          </a:lstStyle>
          <a:p>
            <a:r>
              <a:rPr lang="en-GB"/>
              <a:t>Data Governance Working Group #1</a:t>
            </a:r>
            <a:endParaRPr lang="de-DE"/>
          </a:p>
        </p:txBody>
      </p:sp>
      <p:sp>
        <p:nvSpPr>
          <p:cNvPr id="15" name="Foliennummernplatzhalter 5">
            <a:extLst>
              <a:ext uri="{FF2B5EF4-FFF2-40B4-BE49-F238E27FC236}">
                <a16:creationId xmlns:a16="http://schemas.microsoft.com/office/drawing/2014/main" id="{4C51E301-8853-483C-9ACE-1DFBC8004222}"/>
              </a:ext>
            </a:extLst>
          </p:cNvPr>
          <p:cNvSpPr>
            <a:spLocks noGrp="1"/>
          </p:cNvSpPr>
          <p:nvPr>
            <p:ph type="sldNum" sz="quarter" idx="4"/>
          </p:nvPr>
        </p:nvSpPr>
        <p:spPr>
          <a:xfrm>
            <a:off x="11263752" y="6528000"/>
            <a:ext cx="519337" cy="270000"/>
          </a:xfrm>
          <a:prstGeom prst="rect">
            <a:avLst/>
          </a:prstGeom>
        </p:spPr>
        <p:txBody>
          <a:bodyPr vert="horz" lIns="0" tIns="0" rIns="0" bIns="0" rtlCol="0" anchor="ctr"/>
          <a:lstStyle>
            <a:lvl1pPr algn="r">
              <a:defRPr sz="800" b="1">
                <a:solidFill>
                  <a:schemeClr val="accent4">
                    <a:lumMod val="75000"/>
                  </a:schemeClr>
                </a:solidFill>
              </a:defRPr>
            </a:lvl1pPr>
          </a:lstStyle>
          <a:p>
            <a:fld id="{D56DB8AA-803C-49D2-90AA-1140CE72DCD7}" type="slidenum">
              <a:rPr lang="de-DE" smtClean="0"/>
              <a:pPr/>
              <a:t>‹#›</a:t>
            </a:fld>
            <a:endParaRPr lang="de-DE"/>
          </a:p>
        </p:txBody>
      </p:sp>
    </p:spTree>
    <p:extLst>
      <p:ext uri="{BB962C8B-B14F-4D97-AF65-F5344CB8AC3E}">
        <p14:creationId xmlns:p14="http://schemas.microsoft.com/office/powerpoint/2010/main" val="11338514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type="obj" preserve="1">
  <p:cSld name="Title and numberin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GB"/>
              <a:t>Title 20 pt, two lines max. and numbering</a:t>
            </a:r>
            <a:endParaRPr lang="en-GB" noProof="0"/>
          </a:p>
        </p:txBody>
      </p:sp>
      <p:sp>
        <p:nvSpPr>
          <p:cNvPr id="3" name="Content Placeholder 2"/>
          <p:cNvSpPr>
            <a:spLocks noGrp="1"/>
          </p:cNvSpPr>
          <p:nvPr>
            <p:ph idx="1" hasCustomPrompt="1"/>
          </p:nvPr>
        </p:nvSpPr>
        <p:spPr/>
        <p:txBody>
          <a:bodyPr/>
          <a:lstStyle>
            <a:lvl1pPr>
              <a:buAutoNum type="arabicPeriod"/>
              <a:defRPr/>
            </a:lvl1pPr>
          </a:lstStyle>
          <a:p>
            <a:pPr lvl="0"/>
            <a:r>
              <a:rPr lang="en-GB"/>
              <a:t>To customise the points hierarchy, use Start &gt; Paragraph &gt; Decrease/Increase List Level. Alternatively, insert table, chart, SmartArt graphic, picture or online graphic.</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10" name="Foliennummernplatzhalter 10">
            <a:extLst>
              <a:ext uri="{FF2B5EF4-FFF2-40B4-BE49-F238E27FC236}">
                <a16:creationId xmlns:a16="http://schemas.microsoft.com/office/drawing/2014/main" id="{0654F990-B013-4630-A59E-4F9954E7F60F}"/>
              </a:ext>
            </a:extLst>
          </p:cNvPr>
          <p:cNvSpPr>
            <a:spLocks noGrp="1"/>
          </p:cNvSpPr>
          <p:nvPr>
            <p:ph type="sldNum" sz="quarter" idx="11"/>
          </p:nvPr>
        </p:nvSpPr>
        <p:spPr>
          <a:xfrm>
            <a:off x="11263750" y="6502400"/>
            <a:ext cx="519337" cy="295600"/>
          </a:xfrm>
        </p:spPr>
        <p:txBody>
          <a:bodyPr/>
          <a:lstStyle/>
          <a:p>
            <a:fld id="{D56DB8AA-803C-49D2-90AA-1140CE72DCD7}" type="slidenum">
              <a:rPr lang="de-DE" smtClean="0"/>
              <a:pPr/>
              <a:t>‹#›</a:t>
            </a:fld>
            <a:endParaRPr lang="de-DE"/>
          </a:p>
        </p:txBody>
      </p:sp>
      <p:sp>
        <p:nvSpPr>
          <p:cNvPr id="11" name="Fußzeilenplatzhalter 11">
            <a:extLst>
              <a:ext uri="{FF2B5EF4-FFF2-40B4-BE49-F238E27FC236}">
                <a16:creationId xmlns:a16="http://schemas.microsoft.com/office/drawing/2014/main" id="{32BA362E-13B6-4123-9B80-714328720C38}"/>
              </a:ext>
            </a:extLst>
          </p:cNvPr>
          <p:cNvSpPr>
            <a:spLocks noGrp="1"/>
          </p:cNvSpPr>
          <p:nvPr>
            <p:ph type="ftr" sz="quarter" idx="12"/>
          </p:nvPr>
        </p:nvSpPr>
        <p:spPr>
          <a:xfrm>
            <a:off x="6470599" y="6502400"/>
            <a:ext cx="4798379" cy="295600"/>
          </a:xfrm>
        </p:spPr>
        <p:txBody>
          <a:bodyPr/>
          <a:lstStyle/>
          <a:p>
            <a:r>
              <a:rPr lang="en-US"/>
              <a:t>GSI4 Change Committee 13 FEBRUARY 2025</a:t>
            </a:r>
            <a:endParaRPr lang="de-DE"/>
          </a:p>
        </p:txBody>
      </p:sp>
    </p:spTree>
    <p:extLst>
      <p:ext uri="{BB962C8B-B14F-4D97-AF65-F5344CB8AC3E}">
        <p14:creationId xmlns:p14="http://schemas.microsoft.com/office/powerpoint/2010/main" val="3411052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0269115"/>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3898966176"/>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985373982"/>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3038914075"/>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1807884"/>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5830550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758181010"/>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2086244"/>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953472401"/>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435102207"/>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749509257"/>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486693223"/>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614641660"/>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60274894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2625556931"/>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820504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66779260"/>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010409285"/>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035827907"/>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2818927150"/>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927194473"/>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1252303643"/>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2110738621"/>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20/03/2026</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Tree>
    <p:extLst>
      <p:ext uri="{BB962C8B-B14F-4D97-AF65-F5344CB8AC3E}">
        <p14:creationId xmlns:p14="http://schemas.microsoft.com/office/powerpoint/2010/main" val="1853322486"/>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9660"/>
          </a:xfrm>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2618242623"/>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8918" marR="0" lvl="1"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Second level</a:t>
            </a:r>
          </a:p>
          <a:p>
            <a:pPr marL="517512" marR="0" lvl="2"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Third level</a:t>
            </a:r>
          </a:p>
          <a:p>
            <a:pPr marL="746107" marR="0" lvl="3"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Fourth level</a:t>
            </a:r>
          </a:p>
          <a:p>
            <a:pPr marL="974701" marR="0" lvl="4"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Tree>
    <p:extLst>
      <p:ext uri="{BB962C8B-B14F-4D97-AF65-F5344CB8AC3E}">
        <p14:creationId xmlns:p14="http://schemas.microsoft.com/office/powerpoint/2010/main" val="266024347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2008480102"/>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Side Bar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E19B900-9E82-8725-8C11-FAFCB89668AC}"/>
              </a:ext>
            </a:extLst>
          </p:cNvPr>
          <p:cNvSpPr/>
          <p:nvPr userDrawn="1"/>
        </p:nvSpPr>
        <p:spPr>
          <a:xfrm>
            <a:off x="-1" y="0"/>
            <a:ext cx="39096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 name="Title 1">
            <a:extLst>
              <a:ext uri="{FF2B5EF4-FFF2-40B4-BE49-F238E27FC236}">
                <a16:creationId xmlns:a16="http://schemas.microsoft.com/office/drawing/2014/main" id="{73DE9A2C-8847-397F-EACC-C98D75698620}"/>
              </a:ext>
            </a:extLst>
          </p:cNvPr>
          <p:cNvSpPr>
            <a:spLocks noGrp="1"/>
          </p:cNvSpPr>
          <p:nvPr>
            <p:ph type="title"/>
          </p:nvPr>
        </p:nvSpPr>
        <p:spPr>
          <a:xfrm>
            <a:off x="404813" y="392516"/>
            <a:ext cx="3213876" cy="716711"/>
          </a:xfrm>
        </p:spPr>
        <p:txBody>
          <a:bodyPr/>
          <a:lstStyle>
            <a:lvl1pPr>
              <a:defRPr>
                <a:solidFill>
                  <a:schemeClr val="bg1"/>
                </a:solidFill>
              </a:defRPr>
            </a:lvl1pPr>
          </a:lstStyle>
          <a:p>
            <a:r>
              <a:rPr lang="en-US"/>
              <a:t>Click to edit Master title style</a:t>
            </a:r>
            <a:endParaRPr lang="en-GB"/>
          </a:p>
        </p:txBody>
      </p:sp>
      <p:sp>
        <p:nvSpPr>
          <p:cNvPr id="5" name="Text Placeholder 2">
            <a:extLst>
              <a:ext uri="{FF2B5EF4-FFF2-40B4-BE49-F238E27FC236}">
                <a16:creationId xmlns:a16="http://schemas.microsoft.com/office/drawing/2014/main" id="{3713C7DB-65F3-92DA-30E4-9C7744DD6F8E}"/>
              </a:ext>
            </a:extLst>
          </p:cNvPr>
          <p:cNvSpPr>
            <a:spLocks noGrp="1"/>
          </p:cNvSpPr>
          <p:nvPr>
            <p:ph idx="1"/>
          </p:nvPr>
        </p:nvSpPr>
        <p:spPr>
          <a:xfrm>
            <a:off x="4387173" y="1352145"/>
            <a:ext cx="6966629" cy="4824818"/>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a:extLst>
              <a:ext uri="{FF2B5EF4-FFF2-40B4-BE49-F238E27FC236}">
                <a16:creationId xmlns:a16="http://schemas.microsoft.com/office/drawing/2014/main" id="{9607C71E-B225-F662-C74D-4FB30F5B29C8}"/>
              </a:ext>
            </a:extLst>
          </p:cNvPr>
          <p:cNvSpPr>
            <a:spLocks noGrp="1"/>
          </p:cNvSpPr>
          <p:nvPr>
            <p:ph idx="10"/>
          </p:nvPr>
        </p:nvSpPr>
        <p:spPr>
          <a:xfrm>
            <a:off x="404813" y="1352145"/>
            <a:ext cx="3213876" cy="4824818"/>
          </a:xfrm>
          <a:prstGeom prst="rect">
            <a:avLst/>
          </a:prstGeom>
        </p:spPr>
        <p:txBody>
          <a:bodyPr vert="horz" lIns="91440" tIns="45720" rIns="91440" bIns="45720" rtlCol="0">
            <a:normAutofit/>
          </a:bodyPr>
          <a:lstStyle>
            <a:lvl1pPr>
              <a:defRPr>
                <a:solidFill>
                  <a:schemeClr val="bg1"/>
                </a:solidFill>
              </a:defRPr>
            </a:lvl1pPr>
            <a:lvl2pPr marL="685800" indent="-228600">
              <a:buFont typeface="Arial" panose="020B0604020202020204" pitchFamily="34" charset="0"/>
              <a:buChar char="−"/>
              <a:defRPr>
                <a:solidFill>
                  <a:schemeClr val="bg1"/>
                </a:solidFill>
              </a:defRPr>
            </a:lvl2pPr>
            <a:lvl3pPr marL="1143000" indent="-228600">
              <a:buFont typeface="Wingdings" panose="05000000000000000000" pitchFamily="2" charset="2"/>
              <a:buChar char="§"/>
              <a:defRPr>
                <a:solidFill>
                  <a:schemeClr val="bg1"/>
                </a:solidFill>
              </a:defRPr>
            </a:lvl3pPr>
            <a:lvl4pPr marL="1600200" indent="-228600">
              <a:buSzPct val="90000"/>
              <a:buFont typeface="Courier New" panose="02070309020205020404" pitchFamily="49" charset="0"/>
              <a:buChar char="o"/>
              <a:defRPr>
                <a:solidFill>
                  <a:schemeClr val="bg1"/>
                </a:solidFill>
              </a:defRPr>
            </a:lvl4pPr>
            <a:lvl5pPr marL="2057400" indent="-228600">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3815152"/>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a:prstGeom prst="rect">
            <a:avLst/>
          </a:prstGeo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Tree>
    <p:extLst>
      <p:ext uri="{BB962C8B-B14F-4D97-AF65-F5344CB8AC3E}">
        <p14:creationId xmlns:p14="http://schemas.microsoft.com/office/powerpoint/2010/main" val="103773001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accent1"/>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27094720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a:t>Click to edit Master title style</a:t>
            </a:r>
            <a:endParaRPr lang="en-PL"/>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68809633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a:t>Master title style</a:t>
            </a:r>
          </a:p>
        </p:txBody>
      </p:sp>
    </p:spTree>
    <p:extLst>
      <p:ext uri="{BB962C8B-B14F-4D97-AF65-F5344CB8AC3E}">
        <p14:creationId xmlns:p14="http://schemas.microsoft.com/office/powerpoint/2010/main" val="422993763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a:t>Click to edit Master title style</a:t>
            </a:r>
            <a:endParaRPr lang="en-PL"/>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76309186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a:prstGeom prst="rect">
            <a:avLst/>
          </a:prstGeom>
        </p:spPr>
        <p:txBody>
          <a:bodyPr anchor="b"/>
          <a:lstStyle>
            <a:lvl1pPr>
              <a:defRPr sz="5400">
                <a:solidFill>
                  <a:schemeClr val="bg1"/>
                </a:solidFill>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506781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74246213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a:prstGeom prst="rect">
            <a:avLst/>
          </a:prstGeom>
        </p:spPr>
        <p:txBody>
          <a:bodyPr anchor="b"/>
          <a:lstStyle>
            <a:lvl1pPr>
              <a:defRPr sz="5400"/>
            </a:lvl1pPr>
          </a:lstStyle>
          <a:p>
            <a:r>
              <a:rPr lang="en-US"/>
              <a:t>Click to edit Master title style</a:t>
            </a:r>
            <a:endParaRPr lang="en-PL"/>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04003227"/>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4DF1FB95-D31F-BE9E-B180-3D9694FA82C8}"/>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3" name="Title Placeholder 4">
            <a:extLst>
              <a:ext uri="{FF2B5EF4-FFF2-40B4-BE49-F238E27FC236}">
                <a16:creationId xmlns:a16="http://schemas.microsoft.com/office/drawing/2014/main" id="{0DFC6213-FA5F-719D-08B4-AB40D1B57B18}"/>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8" name="Text Placeholder 1">
            <a:extLst>
              <a:ext uri="{FF2B5EF4-FFF2-40B4-BE49-F238E27FC236}">
                <a16:creationId xmlns:a16="http://schemas.microsoft.com/office/drawing/2014/main" id="{2D90A92B-BDBF-A45E-B38F-657F2F0B5AEC}"/>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869822354"/>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F8DBF4E9-6C28-E0D4-13BF-1E287D5E317C}"/>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6" name="Text Placeholder 1">
            <a:extLst>
              <a:ext uri="{FF2B5EF4-FFF2-40B4-BE49-F238E27FC236}">
                <a16:creationId xmlns:a16="http://schemas.microsoft.com/office/drawing/2014/main" id="{1970243F-E192-B209-5E33-DC3DC5F86B33}"/>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1070580211"/>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3" name="Date Placeholder 32">
            <a:extLst>
              <a:ext uri="{FF2B5EF4-FFF2-40B4-BE49-F238E27FC236}">
                <a16:creationId xmlns:a16="http://schemas.microsoft.com/office/drawing/2014/main" id="{1792F48F-AFC4-D77D-4FA8-B153535CBD70}"/>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5" name="Footer Placeholder 34">
            <a:extLst>
              <a:ext uri="{FF2B5EF4-FFF2-40B4-BE49-F238E27FC236}">
                <a16:creationId xmlns:a16="http://schemas.microsoft.com/office/drawing/2014/main" id="{8FAEFB74-F2E3-AD6C-0203-954A6974716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6" name="Slide Number Placeholder 35">
            <a:extLst>
              <a:ext uri="{FF2B5EF4-FFF2-40B4-BE49-F238E27FC236}">
                <a16:creationId xmlns:a16="http://schemas.microsoft.com/office/drawing/2014/main" id="{AB9C35E1-257F-5A5F-F59A-ECEFF887BE62}"/>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177ECEE6-C274-510A-E183-7CC64018E234}"/>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3" name="Text Placeholder 11">
            <a:extLst>
              <a:ext uri="{FF2B5EF4-FFF2-40B4-BE49-F238E27FC236}">
                <a16:creationId xmlns:a16="http://schemas.microsoft.com/office/drawing/2014/main" id="{6956557D-0540-4E06-2606-E74478C1B109}"/>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B9586E9-C51E-DA56-3FAC-023C3959153C}"/>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6">
            <a:extLst>
              <a:ext uri="{FF2B5EF4-FFF2-40B4-BE49-F238E27FC236}">
                <a16:creationId xmlns:a16="http://schemas.microsoft.com/office/drawing/2014/main" id="{B89E4D1A-2646-73E5-791B-BF0164C0C833}"/>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9" name="Text Placeholder 6">
            <a:extLst>
              <a:ext uri="{FF2B5EF4-FFF2-40B4-BE49-F238E27FC236}">
                <a16:creationId xmlns:a16="http://schemas.microsoft.com/office/drawing/2014/main" id="{C9ACB82F-DA24-7A22-07AF-D6418D2E50C4}"/>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1" name="Text Placeholder 6">
            <a:extLst>
              <a:ext uri="{FF2B5EF4-FFF2-40B4-BE49-F238E27FC236}">
                <a16:creationId xmlns:a16="http://schemas.microsoft.com/office/drawing/2014/main" id="{073143D8-53B8-C7F0-0E9A-BEBDE5FAB4B6}"/>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11">
            <a:extLst>
              <a:ext uri="{FF2B5EF4-FFF2-40B4-BE49-F238E27FC236}">
                <a16:creationId xmlns:a16="http://schemas.microsoft.com/office/drawing/2014/main" id="{E7A9F9A2-0932-B847-8275-8C3EED0F9C87}"/>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4" name="Text Placeholder 11">
            <a:extLst>
              <a:ext uri="{FF2B5EF4-FFF2-40B4-BE49-F238E27FC236}">
                <a16:creationId xmlns:a16="http://schemas.microsoft.com/office/drawing/2014/main" id="{3F2F5FF2-5929-011C-CA94-B0950D74BC6A}"/>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11">
            <a:extLst>
              <a:ext uri="{FF2B5EF4-FFF2-40B4-BE49-F238E27FC236}">
                <a16:creationId xmlns:a16="http://schemas.microsoft.com/office/drawing/2014/main" id="{346C6A8E-6729-0ABB-9DE0-B78F02301527}"/>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2" name="Text Placeholder 6">
            <a:extLst>
              <a:ext uri="{FF2B5EF4-FFF2-40B4-BE49-F238E27FC236}">
                <a16:creationId xmlns:a16="http://schemas.microsoft.com/office/drawing/2014/main" id="{F3292A20-85E1-5411-0C87-353A3DC2ED89}"/>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C445348-FDB6-A20D-4FB5-E8D748B8DB3C}"/>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4" name="Text Placeholder 6">
            <a:extLst>
              <a:ext uri="{FF2B5EF4-FFF2-40B4-BE49-F238E27FC236}">
                <a16:creationId xmlns:a16="http://schemas.microsoft.com/office/drawing/2014/main" id="{AB9A3432-DAB6-2FB4-1AEB-959A8F3438A4}"/>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8" name="Rectangle 27">
            <a:extLst>
              <a:ext uri="{FF2B5EF4-FFF2-40B4-BE49-F238E27FC236}">
                <a16:creationId xmlns:a16="http://schemas.microsoft.com/office/drawing/2014/main" id="{3A39CED3-C9C5-5AA1-7B87-C6EBF61C365D}"/>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 name="Title Placeholder 4">
            <a:extLst>
              <a:ext uri="{FF2B5EF4-FFF2-40B4-BE49-F238E27FC236}">
                <a16:creationId xmlns:a16="http://schemas.microsoft.com/office/drawing/2014/main" id="{2D0B2EA5-825C-A08F-F88F-E7FFE20241DB}"/>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2496108912"/>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37" name="Date Placeholder 36">
            <a:extLst>
              <a:ext uri="{FF2B5EF4-FFF2-40B4-BE49-F238E27FC236}">
                <a16:creationId xmlns:a16="http://schemas.microsoft.com/office/drawing/2014/main" id="{E3E44C7E-7B24-5387-ED6D-C81D4AC2100E}"/>
              </a:ext>
            </a:extLst>
          </p:cNvPr>
          <p:cNvSpPr>
            <a:spLocks noGrp="1"/>
          </p:cNvSpPr>
          <p:nvPr>
            <p:ph type="dt" sz="half" idx="3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8" name="Footer Placeholder 37">
            <a:extLst>
              <a:ext uri="{FF2B5EF4-FFF2-40B4-BE49-F238E27FC236}">
                <a16:creationId xmlns:a16="http://schemas.microsoft.com/office/drawing/2014/main" id="{7394A9BB-87FE-DE03-D4F2-1F0FD0B3D02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9" name="Slide Number Placeholder 38">
            <a:extLst>
              <a:ext uri="{FF2B5EF4-FFF2-40B4-BE49-F238E27FC236}">
                <a16:creationId xmlns:a16="http://schemas.microsoft.com/office/drawing/2014/main" id="{A4E72023-089F-F6C6-773E-52A615A0A2C4}"/>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F75B5451-AA81-CE88-5DF5-4CBB04754088}"/>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7" name="Text Placeholder 11">
            <a:extLst>
              <a:ext uri="{FF2B5EF4-FFF2-40B4-BE49-F238E27FC236}">
                <a16:creationId xmlns:a16="http://schemas.microsoft.com/office/drawing/2014/main" id="{35649664-012E-9B95-5AA9-38E8670BAA9D}"/>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8" name="Text Placeholder 11">
            <a:extLst>
              <a:ext uri="{FF2B5EF4-FFF2-40B4-BE49-F238E27FC236}">
                <a16:creationId xmlns:a16="http://schemas.microsoft.com/office/drawing/2014/main" id="{F01EAEFE-E66F-FA16-C00C-234C622D62F1}"/>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1" name="Text Placeholder 6">
            <a:extLst>
              <a:ext uri="{FF2B5EF4-FFF2-40B4-BE49-F238E27FC236}">
                <a16:creationId xmlns:a16="http://schemas.microsoft.com/office/drawing/2014/main" id="{89C76E14-1DFB-6F15-5025-855B6361FD29}"/>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2" name="Text Placeholder 6">
            <a:extLst>
              <a:ext uri="{FF2B5EF4-FFF2-40B4-BE49-F238E27FC236}">
                <a16:creationId xmlns:a16="http://schemas.microsoft.com/office/drawing/2014/main" id="{936F63F5-2235-EC6B-F20A-322C375D6764}"/>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4" name="Text Placeholder 6">
            <a:extLst>
              <a:ext uri="{FF2B5EF4-FFF2-40B4-BE49-F238E27FC236}">
                <a16:creationId xmlns:a16="http://schemas.microsoft.com/office/drawing/2014/main" id="{15422053-2476-1943-AE00-164A9E8371BA}"/>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15" name="Text Placeholder 11">
            <a:extLst>
              <a:ext uri="{FF2B5EF4-FFF2-40B4-BE49-F238E27FC236}">
                <a16:creationId xmlns:a16="http://schemas.microsoft.com/office/drawing/2014/main" id="{09E58911-49B3-A279-5C3D-0C66A8D50259}"/>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6" name="Text Placeholder 11">
            <a:extLst>
              <a:ext uri="{FF2B5EF4-FFF2-40B4-BE49-F238E27FC236}">
                <a16:creationId xmlns:a16="http://schemas.microsoft.com/office/drawing/2014/main" id="{81EE432F-B6C5-2C6D-4F8C-B6AF52AC1342}"/>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17" name="Text Placeholder 11">
            <a:extLst>
              <a:ext uri="{FF2B5EF4-FFF2-40B4-BE49-F238E27FC236}">
                <a16:creationId xmlns:a16="http://schemas.microsoft.com/office/drawing/2014/main" id="{6C3B1CB0-F25D-6CFE-1572-C02E9F997A1F}"/>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a:t>Click to add text</a:t>
            </a:r>
          </a:p>
        </p:txBody>
      </p:sp>
      <p:sp>
        <p:nvSpPr>
          <p:cNvPr id="21" name="Text Placeholder 6">
            <a:extLst>
              <a:ext uri="{FF2B5EF4-FFF2-40B4-BE49-F238E27FC236}">
                <a16:creationId xmlns:a16="http://schemas.microsoft.com/office/drawing/2014/main" id="{CCC683A4-8B80-3F5B-F447-292A75A2F9EA}"/>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5C7B3DFE-E0E4-60C2-9E68-E7CFA51D9090}"/>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3" name="Text Placeholder 6">
            <a:extLst>
              <a:ext uri="{FF2B5EF4-FFF2-40B4-BE49-F238E27FC236}">
                <a16:creationId xmlns:a16="http://schemas.microsoft.com/office/drawing/2014/main" id="{FBB528F0-6D32-2E8E-109D-145FF08029B2}"/>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a:t>0x</a:t>
            </a:r>
          </a:p>
        </p:txBody>
      </p:sp>
      <p:sp>
        <p:nvSpPr>
          <p:cNvPr id="25" name="Title Placeholder 4">
            <a:extLst>
              <a:ext uri="{FF2B5EF4-FFF2-40B4-BE49-F238E27FC236}">
                <a16:creationId xmlns:a16="http://schemas.microsoft.com/office/drawing/2014/main" id="{67AE5D7F-39B4-D666-54B9-10ED96FE6120}"/>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a:t>Agenda</a:t>
            </a:r>
            <a:endParaRPr lang="de-DE"/>
          </a:p>
        </p:txBody>
      </p:sp>
    </p:spTree>
    <p:extLst>
      <p:ext uri="{BB962C8B-B14F-4D97-AF65-F5344CB8AC3E}">
        <p14:creationId xmlns:p14="http://schemas.microsoft.com/office/powerpoint/2010/main" val="560800031"/>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A46E6970-BA83-4193-5AED-3E295B609552}"/>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1264854137"/>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a:t>01</a:t>
            </a:r>
            <a:endParaRPr lang="en-PL"/>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7F0E5308-C0B6-A51A-556D-DA29D16D994D}"/>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5" name="Gradient Placeholder 5">
            <a:extLst>
              <a:ext uri="{FF2B5EF4-FFF2-40B4-BE49-F238E27FC236}">
                <a16:creationId xmlns:a16="http://schemas.microsoft.com/office/drawing/2014/main" id="{BCDFD201-C5C3-D115-FEBA-28F14920CBD6}"/>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Logo Placeholder 7">
            <a:extLst>
              <a:ext uri="{FF2B5EF4-FFF2-40B4-BE49-F238E27FC236}">
                <a16:creationId xmlns:a16="http://schemas.microsoft.com/office/drawing/2014/main" id="{E76BD2F5-FBF2-4A06-98A5-A963BEB4810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738221357"/>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3F32F9C5-7657-971E-0933-4E87CACF16B6}"/>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5" name="Title 5">
            <a:extLst>
              <a:ext uri="{FF2B5EF4-FFF2-40B4-BE49-F238E27FC236}">
                <a16:creationId xmlns:a16="http://schemas.microsoft.com/office/drawing/2014/main" id="{E625B512-BDBE-A714-334E-2656E9C86B3D}"/>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Tree>
    <p:extLst>
      <p:ext uri="{BB962C8B-B14F-4D97-AF65-F5344CB8AC3E}">
        <p14:creationId xmlns:p14="http://schemas.microsoft.com/office/powerpoint/2010/main" val="3118896998"/>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B436046A-D073-0819-CE9B-849F64EF426A}"/>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a:t>01</a:t>
            </a:r>
          </a:p>
        </p:txBody>
      </p:sp>
      <p:sp>
        <p:nvSpPr>
          <p:cNvPr id="9" name="Title 5">
            <a:extLst>
              <a:ext uri="{FF2B5EF4-FFF2-40B4-BE49-F238E27FC236}">
                <a16:creationId xmlns:a16="http://schemas.microsoft.com/office/drawing/2014/main" id="{7753E82E-7CAD-707A-7BA3-F0062FC8B01A}"/>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a:t>Click to add title</a:t>
            </a:r>
          </a:p>
        </p:txBody>
      </p:sp>
      <p:sp>
        <p:nvSpPr>
          <p:cNvPr id="10" name="Gradient Placeholder 5">
            <a:extLst>
              <a:ext uri="{FF2B5EF4-FFF2-40B4-BE49-F238E27FC236}">
                <a16:creationId xmlns:a16="http://schemas.microsoft.com/office/drawing/2014/main" id="{D15DC0CB-F42B-3EBB-5429-F25868BC3045}"/>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7" name="Logo Placeholder 7">
            <a:extLst>
              <a:ext uri="{FF2B5EF4-FFF2-40B4-BE49-F238E27FC236}">
                <a16:creationId xmlns:a16="http://schemas.microsoft.com/office/drawing/2014/main" id="{5241E657-1425-1BC9-701D-44F23326D66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826458990"/>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78488830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Title 4">
            <a:extLst>
              <a:ext uri="{FF2B5EF4-FFF2-40B4-BE49-F238E27FC236}">
                <a16:creationId xmlns:a16="http://schemas.microsoft.com/office/drawing/2014/main" id="{1F6551DB-6CE1-320B-D22E-B1F1DE0FA4B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799006036"/>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4" name="Title 4">
            <a:extLst>
              <a:ext uri="{FF2B5EF4-FFF2-40B4-BE49-F238E27FC236}">
                <a16:creationId xmlns:a16="http://schemas.microsoft.com/office/drawing/2014/main" id="{F4C28D33-F30C-A27F-FC74-E0FF1C19853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6" name="Chapter Placeholder 2">
            <a:extLst>
              <a:ext uri="{FF2B5EF4-FFF2-40B4-BE49-F238E27FC236}">
                <a16:creationId xmlns:a16="http://schemas.microsoft.com/office/drawing/2014/main" id="{5CBB2F57-8DA2-E1CA-E619-D43302B021E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425927918"/>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AF36746-ED29-0C26-F598-8EAE482E8D9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3336BC22-23AF-5C14-03E1-A6C29A2F464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C5EB45F-3EF1-F7BD-E079-0FC93465B2EC}"/>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660069638"/>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025C71C4-39A9-61E8-F669-1DA8E0CE3D5F}"/>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9E2E86C7-931C-4F5B-7904-E1BDABB90CF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5F580AC6-6B9D-82EA-6771-C3AAEE8201F4}"/>
              </a:ext>
            </a:extLst>
          </p:cNvPr>
          <p:cNvSpPr>
            <a:spLocks noGrp="1"/>
          </p:cNvSpPr>
          <p:nvPr>
            <p:ph sz="quarter" idx="31"/>
          </p:nvPr>
        </p:nvSpPr>
        <p:spPr>
          <a:xfrm>
            <a:off x="551384" y="2132856"/>
            <a:ext cx="1109093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Chapter Placeholder 2">
            <a:extLst>
              <a:ext uri="{FF2B5EF4-FFF2-40B4-BE49-F238E27FC236}">
                <a16:creationId xmlns:a16="http://schemas.microsoft.com/office/drawing/2014/main" id="{F81F5F24-3125-05B8-EF44-138AA4C8262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165010691"/>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EA381C34-426E-E505-06F7-7FFBE4D71085}"/>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7" name="Title 4">
            <a:extLst>
              <a:ext uri="{FF2B5EF4-FFF2-40B4-BE49-F238E27FC236}">
                <a16:creationId xmlns:a16="http://schemas.microsoft.com/office/drawing/2014/main" id="{6B6EB590-F224-77A8-41D3-B65B74DC0E1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963024549"/>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1A477CF0-20BA-3DDE-E989-684D22BB755E}"/>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a:t>Click to edit Master text styles</a:t>
            </a:r>
          </a:p>
        </p:txBody>
      </p:sp>
      <p:sp>
        <p:nvSpPr>
          <p:cNvPr id="8" name="Title 4">
            <a:extLst>
              <a:ext uri="{FF2B5EF4-FFF2-40B4-BE49-F238E27FC236}">
                <a16:creationId xmlns:a16="http://schemas.microsoft.com/office/drawing/2014/main" id="{55FDDC2D-080D-D252-2DA2-D1EDA1E13139}"/>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hapter Placeholder 2">
            <a:extLst>
              <a:ext uri="{FF2B5EF4-FFF2-40B4-BE49-F238E27FC236}">
                <a16:creationId xmlns:a16="http://schemas.microsoft.com/office/drawing/2014/main" id="{53A7754E-B57F-30D2-E609-1280E1261146}"/>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32215268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F889973E-C093-1ED5-9FD2-C009F0319D13}"/>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7" name="Title 4">
            <a:extLst>
              <a:ext uri="{FF2B5EF4-FFF2-40B4-BE49-F238E27FC236}">
                <a16:creationId xmlns:a16="http://schemas.microsoft.com/office/drawing/2014/main" id="{BBF31E88-03DB-534A-A443-EA3BDBDB3FC7}"/>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8" name="Content Placeholder 5">
            <a:extLst>
              <a:ext uri="{FF2B5EF4-FFF2-40B4-BE49-F238E27FC236}">
                <a16:creationId xmlns:a16="http://schemas.microsoft.com/office/drawing/2014/main" id="{C05074F8-3176-85B9-DF3A-C4A06F667D18}"/>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9" name="Text Placeholder 10">
            <a:extLst>
              <a:ext uri="{FF2B5EF4-FFF2-40B4-BE49-F238E27FC236}">
                <a16:creationId xmlns:a16="http://schemas.microsoft.com/office/drawing/2014/main" id="{CA5135FA-4274-47E1-1D80-8C33A44DD7A9}"/>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20" name="Content Placeholder 20">
            <a:extLst>
              <a:ext uri="{FF2B5EF4-FFF2-40B4-BE49-F238E27FC236}">
                <a16:creationId xmlns:a16="http://schemas.microsoft.com/office/drawing/2014/main" id="{E1CCC374-2367-2B0A-2875-C97F31D4FE2B}"/>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598861080"/>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Text Placeholder 9">
            <a:extLst>
              <a:ext uri="{FF2B5EF4-FFF2-40B4-BE49-F238E27FC236}">
                <a16:creationId xmlns:a16="http://schemas.microsoft.com/office/drawing/2014/main" id="{C2C86DFE-72B7-D0A7-8D67-BD82324B8C7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01CAD3F4-776B-EBAF-E221-E31A2544D8E1}"/>
              </a:ext>
            </a:extLst>
          </p:cNvPr>
          <p:cNvSpPr>
            <a:spLocks noGrp="1"/>
          </p:cNvSpPr>
          <p:nvPr>
            <p:ph type="title"/>
          </p:nvPr>
        </p:nvSpPr>
        <p:spPr>
          <a:xfrm>
            <a:off x="551384" y="549274"/>
            <a:ext cx="3312368"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E890FE3D-8795-77C8-6616-533028311D68}"/>
              </a:ext>
            </a:extLst>
          </p:cNvPr>
          <p:cNvSpPr>
            <a:spLocks noGrp="1"/>
          </p:cNvSpPr>
          <p:nvPr>
            <p:ph sz="quarter" idx="31"/>
          </p:nvPr>
        </p:nvSpPr>
        <p:spPr>
          <a:xfrm>
            <a:off x="551384" y="2132856"/>
            <a:ext cx="33123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0" name="Chapter Placeholder 2">
            <a:extLst>
              <a:ext uri="{FF2B5EF4-FFF2-40B4-BE49-F238E27FC236}">
                <a16:creationId xmlns:a16="http://schemas.microsoft.com/office/drawing/2014/main" id="{E074F022-AF57-A343-6392-0D6E46B72FC8}"/>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7E3DC8FD-A28D-A2D9-AEC5-D5E216D2E82D}"/>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22" name="Content Placeholder 20">
            <a:extLst>
              <a:ext uri="{FF2B5EF4-FFF2-40B4-BE49-F238E27FC236}">
                <a16:creationId xmlns:a16="http://schemas.microsoft.com/office/drawing/2014/main" id="{F66DB537-77E8-C212-CBF4-66DA3B2452BD}"/>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904780955"/>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8C233D6-2D0C-8E0C-1DD4-241B0EF8FC92}"/>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60BA4B7A-F31F-8B13-6750-FF26828A58FA}"/>
              </a:ext>
            </a:extLst>
          </p:cNvPr>
          <p:cNvSpPr>
            <a:spLocks noGrp="1"/>
          </p:cNvSpPr>
          <p:nvPr>
            <p:ph type="title"/>
          </p:nvPr>
        </p:nvSpPr>
        <p:spPr>
          <a:xfrm>
            <a:off x="551384" y="549274"/>
            <a:ext cx="5112568" cy="930372"/>
          </a:xfrm>
        </p:spPr>
        <p:txBody>
          <a:bodyPr/>
          <a:lstStyle/>
          <a:p>
            <a:r>
              <a:rPr lang="en-GB"/>
              <a:t>Click to edit Master title style</a:t>
            </a:r>
            <a:endParaRPr lang="en-US"/>
          </a:p>
        </p:txBody>
      </p:sp>
      <p:sp>
        <p:nvSpPr>
          <p:cNvPr id="12" name="Content Placeholder 5">
            <a:extLst>
              <a:ext uri="{FF2B5EF4-FFF2-40B4-BE49-F238E27FC236}">
                <a16:creationId xmlns:a16="http://schemas.microsoft.com/office/drawing/2014/main" id="{D773A188-0CD9-B8EB-B42A-B8749FCC6A66}"/>
              </a:ext>
            </a:extLst>
          </p:cNvPr>
          <p:cNvSpPr>
            <a:spLocks noGrp="1"/>
          </p:cNvSpPr>
          <p:nvPr>
            <p:ph sz="quarter" idx="31"/>
          </p:nvPr>
        </p:nvSpPr>
        <p:spPr>
          <a:xfrm>
            <a:off x="551384" y="2132856"/>
            <a:ext cx="51125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AF1CCF01-B15C-AB11-922F-0D8F7E6CBB94}"/>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14" name="Content Placeholder 20">
            <a:extLst>
              <a:ext uri="{FF2B5EF4-FFF2-40B4-BE49-F238E27FC236}">
                <a16:creationId xmlns:a16="http://schemas.microsoft.com/office/drawing/2014/main" id="{5B3B476C-7882-0727-5556-613E2DB2A05F}"/>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018621757"/>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A7AAB05-4CE9-AC3E-316B-454FC65A69B9}"/>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2" name="Title 4">
            <a:extLst>
              <a:ext uri="{FF2B5EF4-FFF2-40B4-BE49-F238E27FC236}">
                <a16:creationId xmlns:a16="http://schemas.microsoft.com/office/drawing/2014/main" id="{5B64DD5D-5EE1-AFA3-B5E1-4191F5AD6284}"/>
              </a:ext>
            </a:extLst>
          </p:cNvPr>
          <p:cNvSpPr>
            <a:spLocks noGrp="1"/>
          </p:cNvSpPr>
          <p:nvPr>
            <p:ph type="title"/>
          </p:nvPr>
        </p:nvSpPr>
        <p:spPr>
          <a:xfrm>
            <a:off x="551384" y="549274"/>
            <a:ext cx="5112568"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F358BD1-48B8-3F71-91BB-E93C439A3B1D}"/>
              </a:ext>
            </a:extLst>
          </p:cNvPr>
          <p:cNvSpPr>
            <a:spLocks noGrp="1"/>
          </p:cNvSpPr>
          <p:nvPr>
            <p:ph sz="quarter" idx="31"/>
          </p:nvPr>
        </p:nvSpPr>
        <p:spPr>
          <a:xfrm>
            <a:off x="551384" y="2132856"/>
            <a:ext cx="5112568"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D8AE0815-7AED-0C36-6BE2-C283E7C12D3A}"/>
              </a:ext>
            </a:extLst>
          </p:cNvPr>
          <p:cNvSpPr>
            <a:spLocks noGrp="1"/>
          </p:cNvSpPr>
          <p:nvPr>
            <p:ph type="body" sz="quarter" idx="13" hasCustomPrompt="1"/>
          </p:nvPr>
        </p:nvSpPr>
        <p:spPr>
          <a:xfrm>
            <a:off x="550863" y="266219"/>
            <a:ext cx="511154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C93206F1-90E6-514D-B267-17DD0D613FB5}"/>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text styles</a:t>
            </a:r>
          </a:p>
        </p:txBody>
      </p:sp>
      <p:sp>
        <p:nvSpPr>
          <p:cNvPr id="19" name="Content Placeholder 20">
            <a:extLst>
              <a:ext uri="{FF2B5EF4-FFF2-40B4-BE49-F238E27FC236}">
                <a16:creationId xmlns:a16="http://schemas.microsoft.com/office/drawing/2014/main" id="{90F7B515-3BE3-A8EE-A9DD-F0586073A23E}"/>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755143932"/>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B0BA9AA-540C-4002-8E56-463450049974}"/>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A6045D3C-82AA-9FBB-411F-0E5C0781535F}"/>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22EA42D5-0B57-E8B5-A88B-761A9FAE6AB0}"/>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Text Placeholder 10">
            <a:extLst>
              <a:ext uri="{FF2B5EF4-FFF2-40B4-BE49-F238E27FC236}">
                <a16:creationId xmlns:a16="http://schemas.microsoft.com/office/drawing/2014/main" id="{575E82EC-A458-5386-A6C2-3DA2181C3D7A}"/>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
        <p:nvSpPr>
          <p:cNvPr id="15" name="Content Placeholder 20">
            <a:extLst>
              <a:ext uri="{FF2B5EF4-FFF2-40B4-BE49-F238E27FC236}">
                <a16:creationId xmlns:a16="http://schemas.microsoft.com/office/drawing/2014/main" id="{1A6968A6-FB6E-BB74-1AD4-19A563FF60BE}"/>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261588974"/>
      </p:ext>
    </p:extLst>
  </p:cSld>
  <p:clrMapOvr>
    <a:overrideClrMapping bg1="lt1" tx1="dk1" bg2="lt2" tx2="dk2" accent1="accent1" accent2="accent2" accent3="accent3" accent4="accent4" accent5="accent5" accent6="accent6" hlink="hlink" folHlink="folHlink"/>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674A409-7F6D-1AD9-F702-6ED510ACC0C5}"/>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3" name="Title 4">
            <a:extLst>
              <a:ext uri="{FF2B5EF4-FFF2-40B4-BE49-F238E27FC236}">
                <a16:creationId xmlns:a16="http://schemas.microsoft.com/office/drawing/2014/main" id="{95409989-1A02-4E5D-CD8F-48682E3303A8}"/>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4" name="Content Placeholder 5">
            <a:extLst>
              <a:ext uri="{FF2B5EF4-FFF2-40B4-BE49-F238E27FC236}">
                <a16:creationId xmlns:a16="http://schemas.microsoft.com/office/drawing/2014/main" id="{2DCCEE90-31CC-A4DC-B3C5-AC9C060D465F}"/>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936A02BE-C247-1A36-501E-9055834626A1}"/>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1" name="Text Placeholder 10">
            <a:extLst>
              <a:ext uri="{FF2B5EF4-FFF2-40B4-BE49-F238E27FC236}">
                <a16:creationId xmlns:a16="http://schemas.microsoft.com/office/drawing/2014/main" id="{8E6176E4-C366-0C4A-3228-B3F6A06E86C0}"/>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
        <p:nvSpPr>
          <p:cNvPr id="22" name="Content Placeholder 20">
            <a:extLst>
              <a:ext uri="{FF2B5EF4-FFF2-40B4-BE49-F238E27FC236}">
                <a16:creationId xmlns:a16="http://schemas.microsoft.com/office/drawing/2014/main" id="{443E2F45-FAB8-64D4-8813-70E1FD5F915C}"/>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950470038"/>
      </p:ext>
    </p:extLst>
  </p:cSld>
  <p:clrMapOvr>
    <a:overrideClrMapping bg1="lt1" tx1="dk1" bg2="lt2" tx2="dk2" accent1="accent1" accent2="accent2" accent3="accent3" accent4="accent4" accent5="accent5" accent6="accent6" hlink="hlink" folHlink="folHlink"/>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A3C12292-D642-1BE3-E468-46FE0A608B1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3A6298A3-5BA7-7C5B-21A4-6C4B53E49E7C}"/>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1" name="Content Placeholder 5">
            <a:extLst>
              <a:ext uri="{FF2B5EF4-FFF2-40B4-BE49-F238E27FC236}">
                <a16:creationId xmlns:a16="http://schemas.microsoft.com/office/drawing/2014/main" id="{622159DC-E7B5-707A-2179-D2FF6F1EA018}"/>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BC3B80F0-7CE1-0736-F8FB-8A0BB28B3596}"/>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a:t>
            </a:r>
          </a:p>
        </p:txBody>
      </p:sp>
      <p:sp>
        <p:nvSpPr>
          <p:cNvPr id="14" name="Content Placeholder 20">
            <a:extLst>
              <a:ext uri="{FF2B5EF4-FFF2-40B4-BE49-F238E27FC236}">
                <a16:creationId xmlns:a16="http://schemas.microsoft.com/office/drawing/2014/main" id="{F6FCBD51-804B-9A60-0E33-BAC77E369253}"/>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838957617"/>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BCEAD7CF-8D5F-9D27-DAA7-A07F7955B19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1687478E-90A1-8034-63B7-7A1B82264DB2}"/>
              </a:ext>
            </a:extLst>
          </p:cNvPr>
          <p:cNvSpPr>
            <a:spLocks noGrp="1"/>
          </p:cNvSpPr>
          <p:nvPr>
            <p:ph type="title"/>
          </p:nvPr>
        </p:nvSpPr>
        <p:spPr>
          <a:xfrm>
            <a:off x="551384" y="549274"/>
            <a:ext cx="7920880"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D7E86C30-BE00-9D17-EF57-8697C0BFB4C3}"/>
              </a:ext>
            </a:extLst>
          </p:cNvPr>
          <p:cNvSpPr>
            <a:spLocks noGrp="1"/>
          </p:cNvSpPr>
          <p:nvPr>
            <p:ph sz="quarter" idx="31"/>
          </p:nvPr>
        </p:nvSpPr>
        <p:spPr>
          <a:xfrm>
            <a:off x="551384" y="2132856"/>
            <a:ext cx="792088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7" name="Chapter Placeholder 2">
            <a:extLst>
              <a:ext uri="{FF2B5EF4-FFF2-40B4-BE49-F238E27FC236}">
                <a16:creationId xmlns:a16="http://schemas.microsoft.com/office/drawing/2014/main" id="{6A5C8B01-3717-91CF-FD0F-5EED379422B7}"/>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AE8E5894-5F63-308E-5147-5E3E33440D95}"/>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a:t>
            </a:r>
          </a:p>
        </p:txBody>
      </p:sp>
      <p:sp>
        <p:nvSpPr>
          <p:cNvPr id="19" name="Content Placeholder 20">
            <a:extLst>
              <a:ext uri="{FF2B5EF4-FFF2-40B4-BE49-F238E27FC236}">
                <a16:creationId xmlns:a16="http://schemas.microsoft.com/office/drawing/2014/main" id="{521DAA1A-D266-47B1-5E5D-C5DA055E1F8E}"/>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078668271"/>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38934C3E-3E4B-1654-745D-C13199A95DA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Title 4">
            <a:extLst>
              <a:ext uri="{FF2B5EF4-FFF2-40B4-BE49-F238E27FC236}">
                <a16:creationId xmlns:a16="http://schemas.microsoft.com/office/drawing/2014/main" id="{26C0F4BF-CC0E-53F3-48F8-509E80B6D05E}"/>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2" name="Content Placeholder 5">
            <a:extLst>
              <a:ext uri="{FF2B5EF4-FFF2-40B4-BE49-F238E27FC236}">
                <a16:creationId xmlns:a16="http://schemas.microsoft.com/office/drawing/2014/main" id="{E749D598-FF82-BFAF-886D-C191177E3D20}"/>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0">
            <a:extLst>
              <a:ext uri="{FF2B5EF4-FFF2-40B4-BE49-F238E27FC236}">
                <a16:creationId xmlns:a16="http://schemas.microsoft.com/office/drawing/2014/main" id="{01597265-9724-5AC8-39BF-5750C67F42A7}"/>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a:t>
            </a:r>
          </a:p>
        </p:txBody>
      </p:sp>
      <p:sp>
        <p:nvSpPr>
          <p:cNvPr id="14" name="Content Placeholder 20">
            <a:extLst>
              <a:ext uri="{FF2B5EF4-FFF2-40B4-BE49-F238E27FC236}">
                <a16:creationId xmlns:a16="http://schemas.microsoft.com/office/drawing/2014/main" id="{2C2F412C-7456-D7FF-AA48-C193186850E0}"/>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125762107"/>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7D3AFA8-B5AE-1009-87FB-3094F6AA01FC}"/>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2" name="Title 4">
            <a:extLst>
              <a:ext uri="{FF2B5EF4-FFF2-40B4-BE49-F238E27FC236}">
                <a16:creationId xmlns:a16="http://schemas.microsoft.com/office/drawing/2014/main" id="{E8B18499-1BD5-8671-B7DA-85FF38B39AF1}"/>
              </a:ext>
            </a:extLst>
          </p:cNvPr>
          <p:cNvSpPr>
            <a:spLocks noGrp="1"/>
          </p:cNvSpPr>
          <p:nvPr>
            <p:ph type="title"/>
          </p:nvPr>
        </p:nvSpPr>
        <p:spPr>
          <a:xfrm>
            <a:off x="551384" y="549274"/>
            <a:ext cx="8882182"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A8E7D3BA-BA6E-15BA-6C42-ADF680180521}"/>
              </a:ext>
            </a:extLst>
          </p:cNvPr>
          <p:cNvSpPr>
            <a:spLocks noGrp="1"/>
          </p:cNvSpPr>
          <p:nvPr>
            <p:ph sz="quarter" idx="31"/>
          </p:nvPr>
        </p:nvSpPr>
        <p:spPr>
          <a:xfrm>
            <a:off x="551384" y="2132856"/>
            <a:ext cx="8882182"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6" name="Chapter Placeholder 2">
            <a:extLst>
              <a:ext uri="{FF2B5EF4-FFF2-40B4-BE49-F238E27FC236}">
                <a16:creationId xmlns:a16="http://schemas.microsoft.com/office/drawing/2014/main" id="{9D97BD4D-BD09-CDBA-2016-5370E7CD44BC}"/>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279CB933-CE76-9E4E-FAB4-33E087341DA3}"/>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a:t>
            </a:r>
          </a:p>
        </p:txBody>
      </p:sp>
      <p:sp>
        <p:nvSpPr>
          <p:cNvPr id="18" name="Content Placeholder 20">
            <a:extLst>
              <a:ext uri="{FF2B5EF4-FFF2-40B4-BE49-F238E27FC236}">
                <a16:creationId xmlns:a16="http://schemas.microsoft.com/office/drawing/2014/main" id="{1DD2621E-CD40-C783-8C89-16DA20455EF9}"/>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620138193"/>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B5861566-BA12-6B84-A613-D346CEB5715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F10238D4-63BF-BBF6-DB83-94DDA862CEF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Tree>
    <p:extLst>
      <p:ext uri="{BB962C8B-B14F-4D97-AF65-F5344CB8AC3E}">
        <p14:creationId xmlns:p14="http://schemas.microsoft.com/office/powerpoint/2010/main" val="443056063"/>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2E71218E-2FB4-0CE4-F714-02971DA59580}"/>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34DFB62C-932A-D2BD-F705-657D4F39987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11" name="Chapter Placeholder 2">
            <a:extLst>
              <a:ext uri="{FF2B5EF4-FFF2-40B4-BE49-F238E27FC236}">
                <a16:creationId xmlns:a16="http://schemas.microsoft.com/office/drawing/2014/main" id="{13D649FC-C93C-3132-BD48-48F3C266E09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2" name="Content Placeholder 17">
            <a:extLst>
              <a:ext uri="{FF2B5EF4-FFF2-40B4-BE49-F238E27FC236}">
                <a16:creationId xmlns:a16="http://schemas.microsoft.com/office/drawing/2014/main" id="{460A3336-625D-EE99-03EA-666BE0AD8AF8}"/>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72445781"/>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2EAF251-5B00-5340-BB63-EE11F9FFFB21}"/>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7" name="Text Placeholder 9">
            <a:extLst>
              <a:ext uri="{FF2B5EF4-FFF2-40B4-BE49-F238E27FC236}">
                <a16:creationId xmlns:a16="http://schemas.microsoft.com/office/drawing/2014/main" id="{598AD248-FBB9-EC90-3E8C-FC14ED331268}"/>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2F65ADB6-9B4E-3B40-2D08-D56C9C745672}"/>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68419302-9D4B-C414-85A6-46E995A79097}"/>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975BEA12-754F-B220-4724-F1117410A021}"/>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CD48460B-4010-29FD-1AB9-6859382325B1}"/>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9EB5DC1D-FF3F-4D53-9F16-FF58A76C895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887012599"/>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CE67BCC-0F24-9458-E2DD-BC3C0E46F2B3}"/>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383490CF-6243-6DBB-8F8E-89A16708E497}"/>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A7DBBC8F-C6B0-1582-8311-1B2183819C0A}"/>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32B1C3B0-0128-2E68-D82C-819F705C9022}"/>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155FC468-AAD7-3848-BB3E-5D8A806E04DF}"/>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5562F512-08CF-A4C5-6721-9571A9240AF8}"/>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626B24FE-99E2-3F92-2ACB-C8DC64DBB5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6CDC910A-AC0A-CC7F-1E68-FEB7E6C97CE7}"/>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44473875"/>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30D5257C-2305-5A13-07A2-6D26884505A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17">
            <a:extLst>
              <a:ext uri="{FF2B5EF4-FFF2-40B4-BE49-F238E27FC236}">
                <a16:creationId xmlns:a16="http://schemas.microsoft.com/office/drawing/2014/main" id="{7EFD17F0-D212-D07E-2F1D-1CB6937CFC69}"/>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EC6FEC92-A170-A7CC-8FF6-9FD32F5A0F2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61CACAE4-D9D8-CD09-D583-8423E8CA63DC}"/>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125124BF-59AA-4061-4A22-16A686B4877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208323241"/>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5E9CE48-EF69-F2C9-8A03-F2A8587E01BA}"/>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2" name="Content Placeholder 17">
            <a:extLst>
              <a:ext uri="{FF2B5EF4-FFF2-40B4-BE49-F238E27FC236}">
                <a16:creationId xmlns:a16="http://schemas.microsoft.com/office/drawing/2014/main" id="{F334E708-8C22-D91B-DBA0-AC721B140B7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C218E6AF-82C0-D1E0-384F-B256AD9A07C9}"/>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434732BD-0DE1-7972-8129-6B2FD889422B}"/>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FAD5C41E-6196-A73E-2CC8-40DE5784314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9D705FF2-388B-F1E9-E0EF-2FC6B1B5B16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44529121"/>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29795E3B-57BB-6A89-30A5-3E6BC71D41BA}"/>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DAB5A246-9A0B-65C8-49F8-87EBDAA8FFAB}"/>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EA12CB0F-18C8-4B37-D337-576F193F4E68}"/>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D152F18F-85FF-9779-8F2D-A303D862196F}"/>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905031402"/>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6CD7C39-9B05-5EE2-DEF9-35BCAF89061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8E054368-78BE-CE84-C2FA-4F703E683BE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DEEAD991-3964-F36C-4879-85B7BF15F755}"/>
              </a:ext>
            </a:extLst>
          </p:cNvPr>
          <p:cNvSpPr>
            <a:spLocks noGrp="1"/>
          </p:cNvSpPr>
          <p:nvPr>
            <p:ph type="title"/>
          </p:nvPr>
        </p:nvSpPr>
        <p:spPr>
          <a:xfrm>
            <a:off x="551384" y="549274"/>
            <a:ext cx="69847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C0F27CFC-E991-3A28-ACC5-5F26FBD8F2E7}"/>
              </a:ext>
            </a:extLst>
          </p:cNvPr>
          <p:cNvSpPr>
            <a:spLocks noGrp="1"/>
          </p:cNvSpPr>
          <p:nvPr>
            <p:ph sz="quarter" idx="31"/>
          </p:nvPr>
        </p:nvSpPr>
        <p:spPr>
          <a:xfrm>
            <a:off x="55138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0D3DC115-B2A4-A93A-670B-C9BC365E7171}"/>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569363346"/>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89A27111-DDC9-12A1-4C11-F0F75CF8CCD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A9FC7CEE-5684-A3B6-ACDC-94CBEF3D287A}"/>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E996CBFA-AD09-0282-5487-19F5210631FF}"/>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5764D24-97AD-17C8-67AB-BA489F8EDE94}"/>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612403850"/>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E8072C2C-2703-8769-9855-A1DF4136FBA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ECCC854E-0D6A-570D-C931-2F6200BAE05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9" name="Title 4">
            <a:extLst>
              <a:ext uri="{FF2B5EF4-FFF2-40B4-BE49-F238E27FC236}">
                <a16:creationId xmlns:a16="http://schemas.microsoft.com/office/drawing/2014/main" id="{268BBB3C-91ED-FE9A-F090-4BB2850F412F}"/>
              </a:ext>
            </a:extLst>
          </p:cNvPr>
          <p:cNvSpPr>
            <a:spLocks noGrp="1"/>
          </p:cNvSpPr>
          <p:nvPr>
            <p:ph type="title"/>
          </p:nvPr>
        </p:nvSpPr>
        <p:spPr>
          <a:xfrm>
            <a:off x="551384" y="549274"/>
            <a:ext cx="5184576" cy="930372"/>
          </a:xfrm>
        </p:spPr>
        <p:txBody>
          <a:bodyPr/>
          <a:lstStyle/>
          <a:p>
            <a:r>
              <a:rPr lang="en-GB"/>
              <a:t>Click to edit Master title style</a:t>
            </a:r>
            <a:endParaRPr lang="en-US"/>
          </a:p>
        </p:txBody>
      </p:sp>
      <p:sp>
        <p:nvSpPr>
          <p:cNvPr id="13" name="Content Placeholder 5">
            <a:extLst>
              <a:ext uri="{FF2B5EF4-FFF2-40B4-BE49-F238E27FC236}">
                <a16:creationId xmlns:a16="http://schemas.microsoft.com/office/drawing/2014/main" id="{E8CD221F-7B29-CDBF-0ADB-0213B5CE2E56}"/>
              </a:ext>
            </a:extLst>
          </p:cNvPr>
          <p:cNvSpPr>
            <a:spLocks noGrp="1"/>
          </p:cNvSpPr>
          <p:nvPr>
            <p:ph sz="quarter" idx="31"/>
          </p:nvPr>
        </p:nvSpPr>
        <p:spPr>
          <a:xfrm>
            <a:off x="551384" y="2132856"/>
            <a:ext cx="51845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Chapter Placeholder 2">
            <a:extLst>
              <a:ext uri="{FF2B5EF4-FFF2-40B4-BE49-F238E27FC236}">
                <a16:creationId xmlns:a16="http://schemas.microsoft.com/office/drawing/2014/main" id="{E19CADB8-3BFC-DFFA-5725-6A2E5995739B}"/>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637270115"/>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34D2D1D-F935-1AEF-3686-9E03933AF3C7}"/>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026A4472-0CE5-CE56-51B0-EE0D5AB45234}"/>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8" name="Content Placeholder 5">
            <a:extLst>
              <a:ext uri="{FF2B5EF4-FFF2-40B4-BE49-F238E27FC236}">
                <a16:creationId xmlns:a16="http://schemas.microsoft.com/office/drawing/2014/main" id="{87DAA657-4C53-A96A-1275-F8F3A956F1FC}"/>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549746686"/>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1F86D18-2B9F-15A7-F262-42B3299538C8}"/>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8" name="Title 4">
            <a:extLst>
              <a:ext uri="{FF2B5EF4-FFF2-40B4-BE49-F238E27FC236}">
                <a16:creationId xmlns:a16="http://schemas.microsoft.com/office/drawing/2014/main" id="{A51B9BFA-728E-72B8-26EE-69D02F9E6843}"/>
              </a:ext>
            </a:extLst>
          </p:cNvPr>
          <p:cNvSpPr>
            <a:spLocks noGrp="1"/>
          </p:cNvSpPr>
          <p:nvPr>
            <p:ph type="title"/>
          </p:nvPr>
        </p:nvSpPr>
        <p:spPr>
          <a:xfrm>
            <a:off x="4653064" y="549274"/>
            <a:ext cx="6984776"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176F9C5-BF52-8377-9A45-2BAA088409C2}"/>
              </a:ext>
            </a:extLst>
          </p:cNvPr>
          <p:cNvSpPr>
            <a:spLocks noGrp="1"/>
          </p:cNvSpPr>
          <p:nvPr>
            <p:ph sz="quarter" idx="31"/>
          </p:nvPr>
        </p:nvSpPr>
        <p:spPr>
          <a:xfrm>
            <a:off x="4653064" y="2132856"/>
            <a:ext cx="6984776"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C5121BE5-43F6-9EA0-0760-F697D8D2901E}"/>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334007065"/>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21DA16B5-28AA-F8F8-9599-C20AC67EA7EC}"/>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6" name="Title 4">
            <a:extLst>
              <a:ext uri="{FF2B5EF4-FFF2-40B4-BE49-F238E27FC236}">
                <a16:creationId xmlns:a16="http://schemas.microsoft.com/office/drawing/2014/main" id="{7D676D3F-4403-C4D4-FE96-671B2944A0EF}"/>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7" name="Content Placeholder 5">
            <a:extLst>
              <a:ext uri="{FF2B5EF4-FFF2-40B4-BE49-F238E27FC236}">
                <a16:creationId xmlns:a16="http://schemas.microsoft.com/office/drawing/2014/main" id="{0024CA17-8874-30AD-4AB9-C21052582DE0}"/>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080650477"/>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0F2B6431-0088-DCDC-2F12-E64030BEB05E}"/>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a:t>Click to edit Master styles</a:t>
            </a:r>
          </a:p>
        </p:txBody>
      </p:sp>
      <p:sp>
        <p:nvSpPr>
          <p:cNvPr id="7" name="Title 4">
            <a:extLst>
              <a:ext uri="{FF2B5EF4-FFF2-40B4-BE49-F238E27FC236}">
                <a16:creationId xmlns:a16="http://schemas.microsoft.com/office/drawing/2014/main" id="{B53A30D3-BF6A-D3FB-C46D-4AE2C01C46E0}"/>
              </a:ext>
            </a:extLst>
          </p:cNvPr>
          <p:cNvSpPr>
            <a:spLocks noGrp="1"/>
          </p:cNvSpPr>
          <p:nvPr>
            <p:ph type="title"/>
          </p:nvPr>
        </p:nvSpPr>
        <p:spPr>
          <a:xfrm>
            <a:off x="6456040" y="549274"/>
            <a:ext cx="5181800"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55D68D91-22FB-6CD4-9915-A14BC3265458}"/>
              </a:ext>
            </a:extLst>
          </p:cNvPr>
          <p:cNvSpPr>
            <a:spLocks noGrp="1"/>
          </p:cNvSpPr>
          <p:nvPr>
            <p:ph sz="quarter" idx="31"/>
          </p:nvPr>
        </p:nvSpPr>
        <p:spPr>
          <a:xfrm>
            <a:off x="6456040" y="2132856"/>
            <a:ext cx="5181800" cy="417587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Chapter Placeholder 2">
            <a:extLst>
              <a:ext uri="{FF2B5EF4-FFF2-40B4-BE49-F238E27FC236}">
                <a16:creationId xmlns:a16="http://schemas.microsoft.com/office/drawing/2014/main" id="{BE7D5E90-F659-23C9-974F-87B7B5486E6F}"/>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762123856"/>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9652194E-DFE1-2399-69BE-86E79E0C030B}"/>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1006828787"/>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433583786"/>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B3B3E366-5F6B-4DAD-CC9B-8BC1097C99E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933070324"/>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160493515"/>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6E3395B1-F7FC-802B-A216-F01560E9113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04330734"/>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262665350"/>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033216B3-32DC-26FE-5B0C-AA59A5EEF72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3326358473"/>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88134900"/>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a:t>Insert Picture and send </a:t>
            </a:r>
            <a:r>
              <a:rPr lang="de-DE" err="1"/>
              <a:t>to</a:t>
            </a:r>
            <a:r>
              <a:rPr lang="de-DE"/>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920BAA7-9E43-593A-ECC2-C0865059C307}"/>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427374149"/>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2025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lang="en-US" sz="900" b="0" i="0">
              <a:solidFill>
                <a:schemeClr val="bg2"/>
              </a:solidFill>
              <a:effectLst/>
              <a:latin typeface="+mn-lt"/>
              <a:ea typeface="Calibri" panose="020F0502020204030204" pitchFamily="34" charset="0"/>
            </a:endParaRP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3" name="Rectangle 2">
            <a:extLst>
              <a:ext uri="{FF2B5EF4-FFF2-40B4-BE49-F238E27FC236}">
                <a16:creationId xmlns:a16="http://schemas.microsoft.com/office/drawing/2014/main" id="{7ECA3DCF-BB95-29ED-4C63-4ABA324ED80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808789373"/>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30" name="Rectangle 29">
            <a:extLst>
              <a:ext uri="{FF2B5EF4-FFF2-40B4-BE49-F238E27FC236}">
                <a16:creationId xmlns:a16="http://schemas.microsoft.com/office/drawing/2014/main" id="{42F7D594-54F5-66A3-9AE8-EFE5D6CA5A39}"/>
              </a:ext>
            </a:extLst>
          </p:cNvPr>
          <p:cNvSpPr/>
          <p:nvPr userDrawn="1"/>
        </p:nvSpPr>
        <p:spPr>
          <a:xfrm>
            <a:off x="550863" y="1384200"/>
            <a:ext cx="4248471" cy="1828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bg2"/>
              </a:solidFill>
              <a:effectLst/>
              <a:uLnTx/>
              <a:uFillTx/>
              <a:latin typeface="+mn-lt"/>
              <a:ea typeface="+mn-ea"/>
              <a:cs typeface="+mn-cs"/>
            </a:endParaRPr>
          </a:p>
        </p:txBody>
      </p:sp>
      <p:sp>
        <p:nvSpPr>
          <p:cNvPr id="31" name="Rectangle 30">
            <a:extLst>
              <a:ext uri="{FF2B5EF4-FFF2-40B4-BE49-F238E27FC236}">
                <a16:creationId xmlns:a16="http://schemas.microsoft.com/office/drawing/2014/main" id="{C78622B2-B191-08A7-15CB-8C95D883649E}"/>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2"/>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2"/>
                </a:solidFill>
                <a:latin typeface="+mn-lt"/>
                <a:cs typeface="Arial"/>
              </a:rPr>
              <a:t>Copyright © 2025 Capgemini. All rights reserved.</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Tree>
    <p:extLst>
      <p:ext uri="{BB962C8B-B14F-4D97-AF65-F5344CB8AC3E}">
        <p14:creationId xmlns:p14="http://schemas.microsoft.com/office/powerpoint/2010/main" val="46013143"/>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9" name="Rectangle 8">
            <a:extLst>
              <a:ext uri="{FF2B5EF4-FFF2-40B4-BE49-F238E27FC236}">
                <a16:creationId xmlns:a16="http://schemas.microsoft.com/office/drawing/2014/main" id="{FA5EFF19-B281-F0C9-FB01-070197B8DB96}"/>
              </a:ext>
            </a:extLst>
          </p:cNvPr>
          <p:cNvSpPr/>
          <p:nvPr userDrawn="1"/>
        </p:nvSpPr>
        <p:spPr>
          <a:xfrm>
            <a:off x="550864" y="1384200"/>
            <a:ext cx="4248471" cy="17567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bg2"/>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90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endParaRPr kumimoji="0" lang="en-US" sz="900" b="0" i="0" u="none" strike="noStrike" kern="1200" cap="none" spc="0" normalizeH="0" baseline="0" noProof="0">
              <a:ln>
                <a:noFill/>
              </a:ln>
              <a:solidFill>
                <a:schemeClr val="bg2"/>
              </a:solidFill>
              <a:effectLst/>
              <a:uLnTx/>
              <a:uFillTx/>
              <a:latin typeface="+mn-lt"/>
              <a:ea typeface="+mn-ea"/>
              <a:cs typeface="+mn-cs"/>
            </a:endParaRPr>
          </a:p>
        </p:txBody>
      </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bg2"/>
                </a:solidFill>
                <a:latin typeface="+mn-lt"/>
              </a:rPr>
              <a:t>w</a:t>
            </a:r>
            <a:r>
              <a:rPr lang="en-US" sz="1050">
                <a:solidFill>
                  <a:schemeClr val="bg2"/>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 name="Rectangle 11">
            <a:extLst>
              <a:ext uri="{FF2B5EF4-FFF2-40B4-BE49-F238E27FC236}">
                <a16:creationId xmlns:a16="http://schemas.microsoft.com/office/drawing/2014/main" id="{40CD357F-2574-C1C1-CC23-4ED4DE7E3890}"/>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2025 Capgemini. All rights reserved.</a:t>
            </a:r>
          </a:p>
        </p:txBody>
      </p:sp>
      <p:grpSp>
        <p:nvGrpSpPr>
          <p:cNvPr id="13" name="Group 12">
            <a:extLst>
              <a:ext uri="{FF2B5EF4-FFF2-40B4-BE49-F238E27FC236}">
                <a16:creationId xmlns:a16="http://schemas.microsoft.com/office/drawing/2014/main" id="{AF5AEA53-A3F6-3C43-28B7-ED0F7493535A}"/>
              </a:ext>
            </a:extLst>
          </p:cNvPr>
          <p:cNvGrpSpPr/>
          <p:nvPr userDrawn="1"/>
        </p:nvGrpSpPr>
        <p:grpSpPr>
          <a:xfrm>
            <a:off x="8904288" y="5569004"/>
            <a:ext cx="1951070" cy="335280"/>
            <a:chOff x="8904288" y="5569004"/>
            <a:chExt cx="1951070" cy="335280"/>
          </a:xfrm>
        </p:grpSpPr>
        <p:pic>
          <p:nvPicPr>
            <p:cNvPr id="14" name="Picture 13">
              <a:hlinkClick r:id="rId2"/>
              <a:extLst>
                <a:ext uri="{FF2B5EF4-FFF2-40B4-BE49-F238E27FC236}">
                  <a16:creationId xmlns:a16="http://schemas.microsoft.com/office/drawing/2014/main" id="{BB2967E7-796B-6EA2-7BAD-CE5AAD3E5CCA}"/>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5" name="Picture 14">
              <a:hlinkClick r:id="rId5"/>
              <a:extLst>
                <a:ext uri="{FF2B5EF4-FFF2-40B4-BE49-F238E27FC236}">
                  <a16:creationId xmlns:a16="http://schemas.microsoft.com/office/drawing/2014/main" id="{D948212D-4697-CFC5-FD02-46AE44A499B0}"/>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6" name="Picture 15">
              <a:hlinkClick r:id="rId8"/>
              <a:extLst>
                <a:ext uri="{FF2B5EF4-FFF2-40B4-BE49-F238E27FC236}">
                  <a16:creationId xmlns:a16="http://schemas.microsoft.com/office/drawing/2014/main" id="{97D4CB73-5886-FD21-53D6-579070C9461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8" name="Picture 17">
              <a:hlinkClick r:id="rId11"/>
              <a:extLst>
                <a:ext uri="{FF2B5EF4-FFF2-40B4-BE49-F238E27FC236}">
                  <a16:creationId xmlns:a16="http://schemas.microsoft.com/office/drawing/2014/main" id="{20E4809F-7CE4-E75D-D9B3-B83DC708507C}"/>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9" name="Picture 18">
              <a:hlinkClick r:id="rId14"/>
              <a:extLst>
                <a:ext uri="{FF2B5EF4-FFF2-40B4-BE49-F238E27FC236}">
                  <a16:creationId xmlns:a16="http://schemas.microsoft.com/office/drawing/2014/main" id="{03D14A75-529F-A677-2FA2-C0BF7D445A39}"/>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Tree>
    <p:extLst>
      <p:ext uri="{BB962C8B-B14F-4D97-AF65-F5344CB8AC3E}">
        <p14:creationId xmlns:p14="http://schemas.microsoft.com/office/powerpoint/2010/main" val="3245897741"/>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userDrawn="1">
  <p:cSld name="1_Title Only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1615524418"/>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userDrawn="1">
  <p:cSld name="Title Subtitle Dark Grey">
    <p:bg>
      <p:bgPr>
        <a:solidFill>
          <a:schemeClr val="accent4"/>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491553250"/>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userDrawn="1">
  <p:cSld name="Title Only Dark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164500075"/>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userDrawn="1">
  <p:cSld name="SC 2-Col">
    <p:spTree>
      <p:nvGrpSpPr>
        <p:cNvPr id="1" name=""/>
        <p:cNvGrpSpPr/>
        <p:nvPr/>
      </p:nvGrpSpPr>
      <p:grpSpPr>
        <a:xfrm>
          <a:off x="0" y="0"/>
          <a:ext cx="0" cy="0"/>
          <a:chOff x="0" y="0"/>
          <a:chExt cx="0" cy="0"/>
        </a:xfrm>
      </p:grpSpPr>
      <p:pic>
        <p:nvPicPr>
          <p:cNvPr id="23" name="Graphic 22">
            <a:extLst>
              <a:ext uri="{FF2B5EF4-FFF2-40B4-BE49-F238E27FC236}">
                <a16:creationId xmlns:a16="http://schemas.microsoft.com/office/drawing/2014/main" id="{75259ED9-E364-FD4C-8565-EA2C47CB323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3551" y="6134919"/>
            <a:ext cx="1600200" cy="637032"/>
          </a:xfrm>
          <a:prstGeom prst="rect">
            <a:avLst/>
          </a:prstGeom>
        </p:spPr>
      </p:pic>
      <p:pic>
        <p:nvPicPr>
          <p:cNvPr id="24" name="Graphic 23">
            <a:extLst>
              <a:ext uri="{FF2B5EF4-FFF2-40B4-BE49-F238E27FC236}">
                <a16:creationId xmlns:a16="http://schemas.microsoft.com/office/drawing/2014/main" id="{7F200826-8783-1743-B579-7545C8B9F0B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230417" y="6539157"/>
            <a:ext cx="1397000" cy="219075"/>
          </a:xfrm>
          <a:prstGeom prst="rect">
            <a:avLst/>
          </a:prstGeom>
        </p:spPr>
      </p:pic>
      <p:sp>
        <p:nvSpPr>
          <p:cNvPr id="2" name="Title 1">
            <a:extLst>
              <a:ext uri="{FF2B5EF4-FFF2-40B4-BE49-F238E27FC236}">
                <a16:creationId xmlns:a16="http://schemas.microsoft.com/office/drawing/2014/main" id="{0C7E5859-26C5-2E43-80CC-995210B6A3B2}"/>
              </a:ext>
            </a:extLst>
          </p:cNvPr>
          <p:cNvSpPr>
            <a:spLocks noGrp="1"/>
          </p:cNvSpPr>
          <p:nvPr>
            <p:ph type="title" hasCustomPrompt="1"/>
          </p:nvPr>
        </p:nvSpPr>
        <p:spPr/>
        <p:txBody>
          <a:bodyPr/>
          <a:lstStyle/>
          <a:p>
            <a:r>
              <a:rPr lang="en-US"/>
              <a:t>Insert heading</a:t>
            </a:r>
          </a:p>
        </p:txBody>
      </p:sp>
      <p:sp>
        <p:nvSpPr>
          <p:cNvPr id="3" name="Content Placeholder 2">
            <a:extLst>
              <a:ext uri="{FF2B5EF4-FFF2-40B4-BE49-F238E27FC236}">
                <a16:creationId xmlns:a16="http://schemas.microsoft.com/office/drawing/2014/main" id="{05E98370-5DD0-4E44-9619-B5FAB316A505}"/>
              </a:ext>
            </a:extLst>
          </p:cNvPr>
          <p:cNvSpPr>
            <a:spLocks noGrp="1"/>
          </p:cNvSpPr>
          <p:nvPr>
            <p:ph sz="half" idx="1"/>
          </p:nvPr>
        </p:nvSpPr>
        <p:spPr>
          <a:xfrm>
            <a:off x="442913" y="1348967"/>
            <a:ext cx="5400675" cy="43120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BC91B2F-7364-984F-A758-4F015B5E32A4}"/>
              </a:ext>
            </a:extLst>
          </p:cNvPr>
          <p:cNvSpPr>
            <a:spLocks noGrp="1"/>
          </p:cNvSpPr>
          <p:nvPr>
            <p:ph sz="half" idx="2"/>
          </p:nvPr>
        </p:nvSpPr>
        <p:spPr>
          <a:xfrm>
            <a:off x="6348413" y="1348967"/>
            <a:ext cx="5400675" cy="43120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5">
            <a:extLst>
              <a:ext uri="{FF2B5EF4-FFF2-40B4-BE49-F238E27FC236}">
                <a16:creationId xmlns:a16="http://schemas.microsoft.com/office/drawing/2014/main" id="{1E3E8400-B8AA-C346-B03A-D64FBD28CFB9}"/>
              </a:ext>
            </a:extLst>
          </p:cNvPr>
          <p:cNvSpPr>
            <a:spLocks noGrp="1"/>
          </p:cNvSpPr>
          <p:nvPr>
            <p:ph type="body" sz="quarter" idx="12" hasCustomPrompt="1"/>
          </p:nvPr>
        </p:nvSpPr>
        <p:spPr>
          <a:xfrm>
            <a:off x="450915" y="762120"/>
            <a:ext cx="11290172" cy="281899"/>
          </a:xfrm>
        </p:spPr>
        <p:txBody>
          <a:bodyPr/>
          <a:lstStyle>
            <a:lvl1pPr marL="0" indent="0">
              <a:buNone/>
              <a:defRPr sz="1800">
                <a:solidFill>
                  <a:schemeClr val="accent1"/>
                </a:solidFill>
              </a:defRPr>
            </a:lvl1pPr>
            <a:lvl2pPr marL="457189" indent="0">
              <a:buNone/>
              <a:defRPr sz="2000">
                <a:solidFill>
                  <a:schemeClr val="accent1"/>
                </a:solidFill>
              </a:defRPr>
            </a:lvl2pPr>
            <a:lvl3pPr marL="914377" indent="0">
              <a:buNone/>
              <a:defRPr sz="2000">
                <a:solidFill>
                  <a:schemeClr val="accent1"/>
                </a:solidFill>
              </a:defRPr>
            </a:lvl3pPr>
            <a:lvl4pPr marL="1371566" indent="0">
              <a:buNone/>
              <a:defRPr sz="2000">
                <a:solidFill>
                  <a:schemeClr val="accent1"/>
                </a:solidFill>
              </a:defRPr>
            </a:lvl4pPr>
            <a:lvl5pPr marL="1828754" indent="0">
              <a:buNone/>
              <a:defRPr sz="2000">
                <a:solidFill>
                  <a:schemeClr val="accent1"/>
                </a:solidFill>
              </a:defRPr>
            </a:lvl5pPr>
          </a:lstStyle>
          <a:p>
            <a:pPr lvl="0"/>
            <a:r>
              <a:rPr lang="en-US"/>
              <a:t>Insert sub-heading</a:t>
            </a:r>
          </a:p>
        </p:txBody>
      </p:sp>
      <p:sp>
        <p:nvSpPr>
          <p:cNvPr id="12" name="Slide Number Placeholder 5">
            <a:extLst>
              <a:ext uri="{FF2B5EF4-FFF2-40B4-BE49-F238E27FC236}">
                <a16:creationId xmlns:a16="http://schemas.microsoft.com/office/drawing/2014/main" id="{2B8EBF9F-29FB-7344-82A3-4219F933583C}"/>
              </a:ext>
            </a:extLst>
          </p:cNvPr>
          <p:cNvSpPr txBox="1">
            <a:spLocks/>
          </p:cNvSpPr>
          <p:nvPr userDrawn="1"/>
        </p:nvSpPr>
        <p:spPr>
          <a:xfrm>
            <a:off x="11826875" y="6488958"/>
            <a:ext cx="262392" cy="260695"/>
          </a:xfrm>
          <a:prstGeom prst="rect">
            <a:avLst/>
          </a:prstGeom>
        </p:spPr>
        <p:txBody>
          <a:bodyPr vert="horz" lIns="0" tIns="0" rIns="0" bIns="0" rtlCol="0" anchor="ctr"/>
          <a:lstStyle>
            <a:defPPr>
              <a:defRPr lang="en-US"/>
            </a:defPPr>
            <a:lvl1pPr marL="0" algn="r" defTabSz="914400" rtl="0" eaLnBrk="1" latinLnBrk="0" hangingPunct="1">
              <a:defRPr sz="12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1563D10D-7DB3-DC40-A5D9-77612CD26826}" type="slidenum">
              <a:rPr lang="en-US" sz="1200" u="none" smtClean="0">
                <a:solidFill>
                  <a:schemeClr val="bg1"/>
                </a:solidFill>
              </a:rPr>
              <a:pPr algn="l"/>
              <a:t>‹#›</a:t>
            </a:fld>
            <a:endParaRPr lang="en-US" sz="1200" u="none">
              <a:solidFill>
                <a:schemeClr val="bg1"/>
              </a:solidFill>
            </a:endParaRPr>
          </a:p>
        </p:txBody>
      </p:sp>
      <p:cxnSp>
        <p:nvCxnSpPr>
          <p:cNvPr id="16" name="Straight Connector 15">
            <a:extLst>
              <a:ext uri="{FF2B5EF4-FFF2-40B4-BE49-F238E27FC236}">
                <a16:creationId xmlns:a16="http://schemas.microsoft.com/office/drawing/2014/main" id="{A179084D-D172-6841-A6E2-01346B2BCC5F}"/>
              </a:ext>
            </a:extLst>
          </p:cNvPr>
          <p:cNvCxnSpPr>
            <a:cxnSpLocks/>
          </p:cNvCxnSpPr>
          <p:nvPr userDrawn="1"/>
        </p:nvCxnSpPr>
        <p:spPr>
          <a:xfrm flipV="1">
            <a:off x="11748823" y="6511926"/>
            <a:ext cx="0" cy="23772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Datumsplatzhalter 3">
            <a:extLst>
              <a:ext uri="{FF2B5EF4-FFF2-40B4-BE49-F238E27FC236}">
                <a16:creationId xmlns:a16="http://schemas.microsoft.com/office/drawing/2014/main" id="{C4275A6C-98F6-485C-9B4A-2B5281831884}"/>
              </a:ext>
            </a:extLst>
          </p:cNvPr>
          <p:cNvSpPr>
            <a:spLocks noGrp="1"/>
          </p:cNvSpPr>
          <p:nvPr>
            <p:ph type="dt" sz="half" idx="13"/>
          </p:nvPr>
        </p:nvSpPr>
        <p:spPr>
          <a:xfrm>
            <a:off x="10157728" y="6528000"/>
            <a:ext cx="1111251" cy="270000"/>
          </a:xfrm>
          <a:prstGeom prst="rect">
            <a:avLst/>
          </a:prstGeom>
        </p:spPr>
        <p:txBody>
          <a:bodyPr vert="horz" lIns="0" tIns="0" rIns="0" bIns="0" rtlCol="0" anchor="ctr"/>
          <a:lstStyle>
            <a:lvl1pPr algn="r">
              <a:defRPr sz="800">
                <a:solidFill>
                  <a:schemeClr val="accent4">
                    <a:lumMod val="75000"/>
                  </a:schemeClr>
                </a:solidFill>
              </a:defRPr>
            </a:lvl1pPr>
          </a:lstStyle>
          <a:p>
            <a:r>
              <a:rPr lang="en-US"/>
              <a:t>01/12/2022</a:t>
            </a:r>
            <a:endParaRPr lang="de-DE"/>
          </a:p>
        </p:txBody>
      </p:sp>
      <p:sp>
        <p:nvSpPr>
          <p:cNvPr id="14" name="Fußzeilenplatzhalter 4">
            <a:extLst>
              <a:ext uri="{FF2B5EF4-FFF2-40B4-BE49-F238E27FC236}">
                <a16:creationId xmlns:a16="http://schemas.microsoft.com/office/drawing/2014/main" id="{0C7B0191-FF37-4BDE-90F6-DDEA5D359B05}"/>
              </a:ext>
            </a:extLst>
          </p:cNvPr>
          <p:cNvSpPr>
            <a:spLocks noGrp="1"/>
          </p:cNvSpPr>
          <p:nvPr>
            <p:ph type="ftr" sz="quarter" idx="3"/>
          </p:nvPr>
        </p:nvSpPr>
        <p:spPr>
          <a:xfrm>
            <a:off x="5302248" y="6528000"/>
            <a:ext cx="4798379" cy="270000"/>
          </a:xfrm>
          <a:prstGeom prst="rect">
            <a:avLst/>
          </a:prstGeom>
        </p:spPr>
        <p:txBody>
          <a:bodyPr vert="horz" lIns="0" tIns="0" rIns="0" bIns="0" rtlCol="0" anchor="ctr"/>
          <a:lstStyle>
            <a:lvl1pPr algn="r">
              <a:defRPr sz="800">
                <a:solidFill>
                  <a:schemeClr val="accent4">
                    <a:lumMod val="75000"/>
                  </a:schemeClr>
                </a:solidFill>
              </a:defRPr>
            </a:lvl1pPr>
          </a:lstStyle>
          <a:p>
            <a:r>
              <a:rPr lang="en-GB"/>
              <a:t>Data Governance Working Group #1</a:t>
            </a:r>
            <a:endParaRPr lang="de-DE"/>
          </a:p>
        </p:txBody>
      </p:sp>
      <p:sp>
        <p:nvSpPr>
          <p:cNvPr id="15" name="Foliennummernplatzhalter 5">
            <a:extLst>
              <a:ext uri="{FF2B5EF4-FFF2-40B4-BE49-F238E27FC236}">
                <a16:creationId xmlns:a16="http://schemas.microsoft.com/office/drawing/2014/main" id="{4C51E301-8853-483C-9ACE-1DFBC8004222}"/>
              </a:ext>
            </a:extLst>
          </p:cNvPr>
          <p:cNvSpPr>
            <a:spLocks noGrp="1"/>
          </p:cNvSpPr>
          <p:nvPr>
            <p:ph type="sldNum" sz="quarter" idx="4"/>
          </p:nvPr>
        </p:nvSpPr>
        <p:spPr>
          <a:xfrm>
            <a:off x="11263752" y="6528000"/>
            <a:ext cx="519337" cy="270000"/>
          </a:xfrm>
          <a:prstGeom prst="rect">
            <a:avLst/>
          </a:prstGeom>
        </p:spPr>
        <p:txBody>
          <a:bodyPr vert="horz" lIns="0" tIns="0" rIns="0" bIns="0" rtlCol="0" anchor="ctr"/>
          <a:lstStyle>
            <a:lvl1pPr algn="r">
              <a:defRPr sz="800" b="1">
                <a:solidFill>
                  <a:schemeClr val="accent4">
                    <a:lumMod val="75000"/>
                  </a:schemeClr>
                </a:solidFill>
              </a:defRPr>
            </a:lvl1pPr>
          </a:lstStyle>
          <a:p>
            <a:fld id="{D56DB8AA-803C-49D2-90AA-1140CE72DCD7}" type="slidenum">
              <a:rPr lang="de-DE" smtClean="0"/>
              <a:pPr/>
              <a:t>‹#›</a:t>
            </a:fld>
            <a:endParaRPr lang="de-DE"/>
          </a:p>
        </p:txBody>
      </p:sp>
    </p:spTree>
    <p:extLst>
      <p:ext uri="{BB962C8B-B14F-4D97-AF65-F5344CB8AC3E}">
        <p14:creationId xmlns:p14="http://schemas.microsoft.com/office/powerpoint/2010/main" val="15465555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4.xml><?xml version="1.0" encoding="utf-8"?>
<p:sldLayout xmlns:a="http://schemas.openxmlformats.org/drawingml/2006/main" xmlns:r="http://schemas.openxmlformats.org/officeDocument/2006/relationships" xmlns:p="http://schemas.openxmlformats.org/presentationml/2006/main" type="obj" preserve="1">
  <p:cSld name="Title and numberin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GB"/>
              <a:t>Title 20 pt, two lines max. and numbering</a:t>
            </a:r>
            <a:endParaRPr lang="en-GB" noProof="0"/>
          </a:p>
        </p:txBody>
      </p:sp>
      <p:sp>
        <p:nvSpPr>
          <p:cNvPr id="3" name="Content Placeholder 2"/>
          <p:cNvSpPr>
            <a:spLocks noGrp="1"/>
          </p:cNvSpPr>
          <p:nvPr>
            <p:ph idx="1" hasCustomPrompt="1"/>
          </p:nvPr>
        </p:nvSpPr>
        <p:spPr/>
        <p:txBody>
          <a:bodyPr/>
          <a:lstStyle>
            <a:lvl1pPr>
              <a:buAutoNum type="arabicPeriod"/>
              <a:defRPr/>
            </a:lvl1pPr>
          </a:lstStyle>
          <a:p>
            <a:pPr lvl="0"/>
            <a:r>
              <a:rPr lang="en-GB"/>
              <a:t>To customise the points hierarchy, use Start &gt; Paragraph &gt; Decrease/Increase List Level. Alternatively, insert table, chart, SmartArt graphic, picture or online graphic.</a:t>
            </a:r>
          </a:p>
          <a:p>
            <a:pPr lvl="1"/>
            <a:r>
              <a:rPr lang="en-GB"/>
              <a:t>Second level</a:t>
            </a:r>
          </a:p>
          <a:p>
            <a:pPr lvl="2"/>
            <a:r>
              <a:rPr lang="en-GB"/>
              <a:t>Third level</a:t>
            </a:r>
          </a:p>
          <a:p>
            <a:pPr lvl="3"/>
            <a:r>
              <a:rPr lang="en-GB"/>
              <a:t>Fourth level</a:t>
            </a:r>
          </a:p>
          <a:p>
            <a:pPr lvl="4"/>
            <a:r>
              <a:rPr lang="en-GB"/>
              <a:t>Fifth level</a:t>
            </a:r>
          </a:p>
          <a:p>
            <a:pPr lvl="5"/>
            <a:r>
              <a:rPr lang="en-GB"/>
              <a:t>Sixth level</a:t>
            </a:r>
          </a:p>
          <a:p>
            <a:pPr lvl="6"/>
            <a:r>
              <a:rPr lang="en-GB"/>
              <a:t>Seventh level</a:t>
            </a:r>
          </a:p>
          <a:p>
            <a:pPr lvl="7"/>
            <a:r>
              <a:rPr lang="en-GB"/>
              <a:t>Eighth level</a:t>
            </a:r>
          </a:p>
          <a:p>
            <a:pPr lvl="8"/>
            <a:r>
              <a:rPr lang="en-GB"/>
              <a:t>Ninth level</a:t>
            </a:r>
          </a:p>
        </p:txBody>
      </p:sp>
      <p:sp>
        <p:nvSpPr>
          <p:cNvPr id="10" name="Foliennummernplatzhalter 10">
            <a:extLst>
              <a:ext uri="{FF2B5EF4-FFF2-40B4-BE49-F238E27FC236}">
                <a16:creationId xmlns:a16="http://schemas.microsoft.com/office/drawing/2014/main" id="{0654F990-B013-4630-A59E-4F9954E7F60F}"/>
              </a:ext>
            </a:extLst>
          </p:cNvPr>
          <p:cNvSpPr>
            <a:spLocks noGrp="1"/>
          </p:cNvSpPr>
          <p:nvPr>
            <p:ph type="sldNum" sz="quarter" idx="11"/>
          </p:nvPr>
        </p:nvSpPr>
        <p:spPr>
          <a:xfrm>
            <a:off x="11263750" y="6502400"/>
            <a:ext cx="519337" cy="295600"/>
          </a:xfrm>
        </p:spPr>
        <p:txBody>
          <a:bodyPr/>
          <a:lstStyle/>
          <a:p>
            <a:fld id="{D56DB8AA-803C-49D2-90AA-1140CE72DCD7}" type="slidenum">
              <a:rPr lang="de-DE" smtClean="0"/>
              <a:pPr/>
              <a:t>‹#›</a:t>
            </a:fld>
            <a:endParaRPr lang="de-DE"/>
          </a:p>
        </p:txBody>
      </p:sp>
      <p:sp>
        <p:nvSpPr>
          <p:cNvPr id="11" name="Fußzeilenplatzhalter 11">
            <a:extLst>
              <a:ext uri="{FF2B5EF4-FFF2-40B4-BE49-F238E27FC236}">
                <a16:creationId xmlns:a16="http://schemas.microsoft.com/office/drawing/2014/main" id="{32BA362E-13B6-4123-9B80-714328720C38}"/>
              </a:ext>
            </a:extLst>
          </p:cNvPr>
          <p:cNvSpPr>
            <a:spLocks noGrp="1"/>
          </p:cNvSpPr>
          <p:nvPr>
            <p:ph type="ftr" sz="quarter" idx="12"/>
          </p:nvPr>
        </p:nvSpPr>
        <p:spPr>
          <a:xfrm>
            <a:off x="6470599" y="6502400"/>
            <a:ext cx="4798379" cy="295600"/>
          </a:xfrm>
        </p:spPr>
        <p:txBody>
          <a:bodyPr/>
          <a:lstStyle/>
          <a:p>
            <a:r>
              <a:rPr lang="en-US"/>
              <a:t>GSI4 Change Committee 13 FEBRUARY 2025</a:t>
            </a:r>
            <a:endParaRPr lang="de-DE"/>
          </a:p>
        </p:txBody>
      </p:sp>
    </p:spTree>
    <p:extLst>
      <p:ext uri="{BB962C8B-B14F-4D97-AF65-F5344CB8AC3E}">
        <p14:creationId xmlns:p14="http://schemas.microsoft.com/office/powerpoint/2010/main" val="2258803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5.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365EE-DECB-E5EE-57BF-75D03E29D4C2}"/>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56513217"/>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5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2852936"/>
            <a:ext cx="7409221" cy="2879526"/>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a:xfrm>
            <a:off x="414971" y="1122908"/>
            <a:ext cx="7409221" cy="1369988"/>
          </a:xfrm>
        </p:spPr>
        <p:txBody>
          <a:bodyPr/>
          <a:lstStyle>
            <a:lvl1pPr>
              <a:lnSpc>
                <a:spcPct val="100000"/>
              </a:lnSpc>
              <a:defRPr/>
            </a:lvl1pPr>
          </a:lstStyle>
          <a:p>
            <a:r>
              <a:rPr lang="en-US"/>
              <a:t>Click to edit Master title style</a:t>
            </a:r>
          </a:p>
        </p:txBody>
      </p:sp>
    </p:spTree>
    <p:extLst>
      <p:ext uri="{BB962C8B-B14F-4D97-AF65-F5344CB8AC3E}">
        <p14:creationId xmlns:p14="http://schemas.microsoft.com/office/powerpoint/2010/main" val="2549387580"/>
      </p:ext>
    </p:extLst>
  </p:cSld>
  <p:clrMapOvr>
    <a:masterClrMapping/>
  </p:clrMapOvr>
  <p:extLst>
    <p:ext uri="{DCECCB84-F9BA-43D5-87BE-67443E8EF086}">
      <p15:sldGuideLst xmlns:p15="http://schemas.microsoft.com/office/powerpoint/2012/main">
        <p15:guide id="1" pos="5065" userDrawn="1">
          <p15:clr>
            <a:srgbClr val="FBAE4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539505187"/>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5589224"/>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48640"/>
            <a:ext cx="9598152" cy="4144566"/>
          </a:xfrm>
        </p:spPr>
        <p:txBody>
          <a:bodyPr vert="horz" lIns="91440" tIns="45720" rIns="91440" bIns="45720" rtlCol="0" anchor="t">
            <a:normAutofit/>
          </a:bodyPr>
          <a:lstStyle>
            <a:lvl1pPr>
              <a:defRPr lang="en-US" sz="8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693206"/>
            <a:ext cx="7769354" cy="1200698"/>
          </a:xfrm>
        </p:spPr>
        <p:txBody>
          <a:bodyPr vert="horz" lIns="91440" tIns="45720" rIns="91440" bIns="45720" rtlCol="0" anchor="b">
            <a:normAutofit/>
          </a:bodyPr>
          <a:lstStyle>
            <a:lvl1pPr marL="0" indent="0">
              <a:buNone/>
              <a:defRPr lang="en-US" sz="2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EA5D59-5512-467D-834D-D04827A6AF83}" type="datetime1">
              <a:rPr lang="en-US" smtClean="0"/>
              <a:t>3/20/2026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1599585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E393F-5438-1E51-B000-726F38DAB6D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2794489-1195-8867-7107-E3F160BBC6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D03798C-F850-FB45-C152-E1B7DA5EB361}"/>
              </a:ext>
            </a:extLst>
          </p:cNvPr>
          <p:cNvSpPr>
            <a:spLocks noGrp="1"/>
          </p:cNvSpPr>
          <p:nvPr>
            <p:ph type="dt" sz="half" idx="10"/>
          </p:nvPr>
        </p:nvSpPr>
        <p:spPr/>
        <p:txBody>
          <a:bodyPr/>
          <a:lstStyle/>
          <a:p>
            <a:fld id="{23D239ED-4AC9-444E-8A24-A7BE0F16B240}" type="datetimeFigureOut">
              <a:rPr lang="en-GB" smtClean="0"/>
              <a:t>20/03/2026</a:t>
            </a:fld>
            <a:endParaRPr lang="en-GB"/>
          </a:p>
        </p:txBody>
      </p:sp>
      <p:sp>
        <p:nvSpPr>
          <p:cNvPr id="5" name="Footer Placeholder 4">
            <a:extLst>
              <a:ext uri="{FF2B5EF4-FFF2-40B4-BE49-F238E27FC236}">
                <a16:creationId xmlns:a16="http://schemas.microsoft.com/office/drawing/2014/main" id="{BF852D68-D35F-A5AB-697C-483021CAEC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33C51F6-788D-68F5-0CD3-77696443EFD7}"/>
              </a:ext>
            </a:extLst>
          </p:cNvPr>
          <p:cNvSpPr>
            <a:spLocks noGrp="1"/>
          </p:cNvSpPr>
          <p:nvPr>
            <p:ph type="sldNum" sz="quarter" idx="12"/>
          </p:nvPr>
        </p:nvSpPr>
        <p:spPr/>
        <p:txBody>
          <a:bodyPr/>
          <a:lstStyle/>
          <a:p>
            <a:fld id="{F4DD089A-C5E3-46AF-936B-6C7BC968FCA8}" type="slidenum">
              <a:rPr lang="en-GB" smtClean="0"/>
              <a:t>‹#›</a:t>
            </a:fld>
            <a:endParaRPr lang="en-GB"/>
          </a:p>
        </p:txBody>
      </p:sp>
    </p:spTree>
    <p:extLst>
      <p:ext uri="{BB962C8B-B14F-4D97-AF65-F5344CB8AC3E}">
        <p14:creationId xmlns:p14="http://schemas.microsoft.com/office/powerpoint/2010/main" val="16068187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image" Target="../media/image1.png"/><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slideLayout" Target="../slideLayouts/slideLayout85.xml"/><Relationship Id="rId39" Type="http://schemas.openxmlformats.org/officeDocument/2006/relationships/slideLayout" Target="../slideLayouts/slideLayout98.xml"/><Relationship Id="rId21" Type="http://schemas.openxmlformats.org/officeDocument/2006/relationships/slideLayout" Target="../slideLayouts/slideLayout80.xml"/><Relationship Id="rId34" Type="http://schemas.openxmlformats.org/officeDocument/2006/relationships/slideLayout" Target="../slideLayouts/slideLayout93.xml"/><Relationship Id="rId42" Type="http://schemas.openxmlformats.org/officeDocument/2006/relationships/slideLayout" Target="../slideLayouts/slideLayout101.xml"/><Relationship Id="rId47" Type="http://schemas.openxmlformats.org/officeDocument/2006/relationships/slideLayout" Target="../slideLayouts/slideLayout106.xml"/><Relationship Id="rId50" Type="http://schemas.openxmlformats.org/officeDocument/2006/relationships/slideLayout" Target="../slideLayouts/slideLayout109.xml"/><Relationship Id="rId55" Type="http://schemas.openxmlformats.org/officeDocument/2006/relationships/slideLayout" Target="../slideLayouts/slideLayout114.xml"/><Relationship Id="rId7" Type="http://schemas.openxmlformats.org/officeDocument/2006/relationships/slideLayout" Target="../slideLayouts/slideLayout66.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9" Type="http://schemas.openxmlformats.org/officeDocument/2006/relationships/slideLayout" Target="../slideLayouts/slideLayout88.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32" Type="http://schemas.openxmlformats.org/officeDocument/2006/relationships/slideLayout" Target="../slideLayouts/slideLayout91.xml"/><Relationship Id="rId37" Type="http://schemas.openxmlformats.org/officeDocument/2006/relationships/slideLayout" Target="../slideLayouts/slideLayout96.xml"/><Relationship Id="rId40" Type="http://schemas.openxmlformats.org/officeDocument/2006/relationships/slideLayout" Target="../slideLayouts/slideLayout99.xml"/><Relationship Id="rId45" Type="http://schemas.openxmlformats.org/officeDocument/2006/relationships/slideLayout" Target="../slideLayouts/slideLayout104.xml"/><Relationship Id="rId53" Type="http://schemas.openxmlformats.org/officeDocument/2006/relationships/slideLayout" Target="../slideLayouts/slideLayout112.xml"/><Relationship Id="rId58" Type="http://schemas.openxmlformats.org/officeDocument/2006/relationships/slideLayout" Target="../slideLayouts/slideLayout117.xml"/><Relationship Id="rId5" Type="http://schemas.openxmlformats.org/officeDocument/2006/relationships/slideLayout" Target="../slideLayouts/slideLayout64.xml"/><Relationship Id="rId61" Type="http://schemas.openxmlformats.org/officeDocument/2006/relationships/image" Target="../media/image1.png"/><Relationship Id="rId19" Type="http://schemas.openxmlformats.org/officeDocument/2006/relationships/slideLayout" Target="../slideLayouts/slideLayout7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slideLayout" Target="../slideLayouts/slideLayout86.xml"/><Relationship Id="rId30" Type="http://schemas.openxmlformats.org/officeDocument/2006/relationships/slideLayout" Target="../slideLayouts/slideLayout89.xml"/><Relationship Id="rId35" Type="http://schemas.openxmlformats.org/officeDocument/2006/relationships/slideLayout" Target="../slideLayouts/slideLayout94.xml"/><Relationship Id="rId43" Type="http://schemas.openxmlformats.org/officeDocument/2006/relationships/slideLayout" Target="../slideLayouts/slideLayout102.xml"/><Relationship Id="rId48" Type="http://schemas.openxmlformats.org/officeDocument/2006/relationships/slideLayout" Target="../slideLayouts/slideLayout107.xml"/><Relationship Id="rId56" Type="http://schemas.openxmlformats.org/officeDocument/2006/relationships/slideLayout" Target="../slideLayouts/slideLayout115.xml"/><Relationship Id="rId8" Type="http://schemas.openxmlformats.org/officeDocument/2006/relationships/slideLayout" Target="../slideLayouts/slideLayout67.xml"/><Relationship Id="rId51" Type="http://schemas.openxmlformats.org/officeDocument/2006/relationships/slideLayout" Target="../slideLayouts/slideLayout110.xml"/><Relationship Id="rId3" Type="http://schemas.openxmlformats.org/officeDocument/2006/relationships/slideLayout" Target="../slideLayouts/slideLayout62.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33" Type="http://schemas.openxmlformats.org/officeDocument/2006/relationships/slideLayout" Target="../slideLayouts/slideLayout92.xml"/><Relationship Id="rId38" Type="http://schemas.openxmlformats.org/officeDocument/2006/relationships/slideLayout" Target="../slideLayouts/slideLayout97.xml"/><Relationship Id="rId46" Type="http://schemas.openxmlformats.org/officeDocument/2006/relationships/slideLayout" Target="../slideLayouts/slideLayout105.xml"/><Relationship Id="rId59" Type="http://schemas.openxmlformats.org/officeDocument/2006/relationships/slideLayout" Target="../slideLayouts/slideLayout118.xml"/><Relationship Id="rId20" Type="http://schemas.openxmlformats.org/officeDocument/2006/relationships/slideLayout" Target="../slideLayouts/slideLayout79.xml"/><Relationship Id="rId41" Type="http://schemas.openxmlformats.org/officeDocument/2006/relationships/slideLayout" Target="../slideLayouts/slideLayout100.xml"/><Relationship Id="rId54" Type="http://schemas.openxmlformats.org/officeDocument/2006/relationships/slideLayout" Target="../slideLayouts/slideLayout113.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slideLayout" Target="../slideLayouts/slideLayout87.xml"/><Relationship Id="rId36" Type="http://schemas.openxmlformats.org/officeDocument/2006/relationships/slideLayout" Target="../slideLayouts/slideLayout95.xml"/><Relationship Id="rId49" Type="http://schemas.openxmlformats.org/officeDocument/2006/relationships/slideLayout" Target="../slideLayouts/slideLayout108.xml"/><Relationship Id="rId57" Type="http://schemas.openxmlformats.org/officeDocument/2006/relationships/slideLayout" Target="../slideLayouts/slideLayout116.xml"/><Relationship Id="rId10" Type="http://schemas.openxmlformats.org/officeDocument/2006/relationships/slideLayout" Target="../slideLayouts/slideLayout69.xml"/><Relationship Id="rId31" Type="http://schemas.openxmlformats.org/officeDocument/2006/relationships/slideLayout" Target="../slideLayouts/slideLayout90.xml"/><Relationship Id="rId44" Type="http://schemas.openxmlformats.org/officeDocument/2006/relationships/slideLayout" Target="../slideLayouts/slideLayout103.xml"/><Relationship Id="rId52" Type="http://schemas.openxmlformats.org/officeDocument/2006/relationships/slideLayout" Target="../slideLayouts/slideLayout111.xml"/><Relationship Id="rId60" Type="http://schemas.openxmlformats.org/officeDocument/2006/relationships/theme" Target="../theme/theme2.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44.xml"/><Relationship Id="rId21" Type="http://schemas.openxmlformats.org/officeDocument/2006/relationships/slideLayout" Target="../slideLayouts/slideLayout139.xml"/><Relationship Id="rId34" Type="http://schemas.openxmlformats.org/officeDocument/2006/relationships/slideLayout" Target="../slideLayouts/slideLayout152.xml"/><Relationship Id="rId42" Type="http://schemas.openxmlformats.org/officeDocument/2006/relationships/slideLayout" Target="../slideLayouts/slideLayout160.xml"/><Relationship Id="rId47" Type="http://schemas.openxmlformats.org/officeDocument/2006/relationships/slideLayout" Target="../slideLayouts/slideLayout165.xml"/><Relationship Id="rId50" Type="http://schemas.openxmlformats.org/officeDocument/2006/relationships/slideLayout" Target="../slideLayouts/slideLayout168.xml"/><Relationship Id="rId55" Type="http://schemas.openxmlformats.org/officeDocument/2006/relationships/slideLayout" Target="../slideLayouts/slideLayout173.xml"/><Relationship Id="rId63" Type="http://schemas.openxmlformats.org/officeDocument/2006/relationships/slideLayout" Target="../slideLayouts/slideLayout181.xml"/><Relationship Id="rId7" Type="http://schemas.openxmlformats.org/officeDocument/2006/relationships/slideLayout" Target="../slideLayouts/slideLayout125.xml"/><Relationship Id="rId2" Type="http://schemas.openxmlformats.org/officeDocument/2006/relationships/slideLayout" Target="../slideLayouts/slideLayout120.xml"/><Relationship Id="rId16" Type="http://schemas.openxmlformats.org/officeDocument/2006/relationships/slideLayout" Target="../slideLayouts/slideLayout134.xml"/><Relationship Id="rId29" Type="http://schemas.openxmlformats.org/officeDocument/2006/relationships/slideLayout" Target="../slideLayouts/slideLayout147.xml"/><Relationship Id="rId11" Type="http://schemas.openxmlformats.org/officeDocument/2006/relationships/slideLayout" Target="../slideLayouts/slideLayout129.xml"/><Relationship Id="rId24" Type="http://schemas.openxmlformats.org/officeDocument/2006/relationships/slideLayout" Target="../slideLayouts/slideLayout142.xml"/><Relationship Id="rId32" Type="http://schemas.openxmlformats.org/officeDocument/2006/relationships/slideLayout" Target="../slideLayouts/slideLayout150.xml"/><Relationship Id="rId37" Type="http://schemas.openxmlformats.org/officeDocument/2006/relationships/slideLayout" Target="../slideLayouts/slideLayout155.xml"/><Relationship Id="rId40" Type="http://schemas.openxmlformats.org/officeDocument/2006/relationships/slideLayout" Target="../slideLayouts/slideLayout158.xml"/><Relationship Id="rId45" Type="http://schemas.openxmlformats.org/officeDocument/2006/relationships/slideLayout" Target="../slideLayouts/slideLayout163.xml"/><Relationship Id="rId53" Type="http://schemas.openxmlformats.org/officeDocument/2006/relationships/slideLayout" Target="../slideLayouts/slideLayout171.xml"/><Relationship Id="rId58" Type="http://schemas.openxmlformats.org/officeDocument/2006/relationships/slideLayout" Target="../slideLayouts/slideLayout176.xml"/><Relationship Id="rId66" Type="http://schemas.openxmlformats.org/officeDocument/2006/relationships/image" Target="../media/image1.png"/><Relationship Id="rId5" Type="http://schemas.openxmlformats.org/officeDocument/2006/relationships/slideLayout" Target="../slideLayouts/slideLayout123.xml"/><Relationship Id="rId61" Type="http://schemas.openxmlformats.org/officeDocument/2006/relationships/slideLayout" Target="../slideLayouts/slideLayout179.xml"/><Relationship Id="rId19" Type="http://schemas.openxmlformats.org/officeDocument/2006/relationships/slideLayout" Target="../slideLayouts/slideLayout137.xml"/><Relationship Id="rId14" Type="http://schemas.openxmlformats.org/officeDocument/2006/relationships/slideLayout" Target="../slideLayouts/slideLayout132.xml"/><Relationship Id="rId22" Type="http://schemas.openxmlformats.org/officeDocument/2006/relationships/slideLayout" Target="../slideLayouts/slideLayout140.xml"/><Relationship Id="rId27" Type="http://schemas.openxmlformats.org/officeDocument/2006/relationships/slideLayout" Target="../slideLayouts/slideLayout145.xml"/><Relationship Id="rId30" Type="http://schemas.openxmlformats.org/officeDocument/2006/relationships/slideLayout" Target="../slideLayouts/slideLayout148.xml"/><Relationship Id="rId35" Type="http://schemas.openxmlformats.org/officeDocument/2006/relationships/slideLayout" Target="../slideLayouts/slideLayout153.xml"/><Relationship Id="rId43" Type="http://schemas.openxmlformats.org/officeDocument/2006/relationships/slideLayout" Target="../slideLayouts/slideLayout161.xml"/><Relationship Id="rId48" Type="http://schemas.openxmlformats.org/officeDocument/2006/relationships/slideLayout" Target="../slideLayouts/slideLayout166.xml"/><Relationship Id="rId56" Type="http://schemas.openxmlformats.org/officeDocument/2006/relationships/slideLayout" Target="../slideLayouts/slideLayout174.xml"/><Relationship Id="rId64" Type="http://schemas.openxmlformats.org/officeDocument/2006/relationships/slideLayout" Target="../slideLayouts/slideLayout182.xml"/><Relationship Id="rId8" Type="http://schemas.openxmlformats.org/officeDocument/2006/relationships/slideLayout" Target="../slideLayouts/slideLayout126.xml"/><Relationship Id="rId51" Type="http://schemas.openxmlformats.org/officeDocument/2006/relationships/slideLayout" Target="../slideLayouts/slideLayout169.xml"/><Relationship Id="rId3" Type="http://schemas.openxmlformats.org/officeDocument/2006/relationships/slideLayout" Target="../slideLayouts/slideLayout121.xml"/><Relationship Id="rId12" Type="http://schemas.openxmlformats.org/officeDocument/2006/relationships/slideLayout" Target="../slideLayouts/slideLayout130.xml"/><Relationship Id="rId17" Type="http://schemas.openxmlformats.org/officeDocument/2006/relationships/slideLayout" Target="../slideLayouts/slideLayout135.xml"/><Relationship Id="rId25" Type="http://schemas.openxmlformats.org/officeDocument/2006/relationships/slideLayout" Target="../slideLayouts/slideLayout143.xml"/><Relationship Id="rId33" Type="http://schemas.openxmlformats.org/officeDocument/2006/relationships/slideLayout" Target="../slideLayouts/slideLayout151.xml"/><Relationship Id="rId38" Type="http://schemas.openxmlformats.org/officeDocument/2006/relationships/slideLayout" Target="../slideLayouts/slideLayout156.xml"/><Relationship Id="rId46" Type="http://schemas.openxmlformats.org/officeDocument/2006/relationships/slideLayout" Target="../slideLayouts/slideLayout164.xml"/><Relationship Id="rId59" Type="http://schemas.openxmlformats.org/officeDocument/2006/relationships/slideLayout" Target="../slideLayouts/slideLayout177.xml"/><Relationship Id="rId20" Type="http://schemas.openxmlformats.org/officeDocument/2006/relationships/slideLayout" Target="../slideLayouts/slideLayout138.xml"/><Relationship Id="rId41" Type="http://schemas.openxmlformats.org/officeDocument/2006/relationships/slideLayout" Target="../slideLayouts/slideLayout159.xml"/><Relationship Id="rId54" Type="http://schemas.openxmlformats.org/officeDocument/2006/relationships/slideLayout" Target="../slideLayouts/slideLayout172.xml"/><Relationship Id="rId62" Type="http://schemas.openxmlformats.org/officeDocument/2006/relationships/slideLayout" Target="../slideLayouts/slideLayout180.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15" Type="http://schemas.openxmlformats.org/officeDocument/2006/relationships/slideLayout" Target="../slideLayouts/slideLayout133.xml"/><Relationship Id="rId23" Type="http://schemas.openxmlformats.org/officeDocument/2006/relationships/slideLayout" Target="../slideLayouts/slideLayout141.xml"/><Relationship Id="rId28" Type="http://schemas.openxmlformats.org/officeDocument/2006/relationships/slideLayout" Target="../slideLayouts/slideLayout146.xml"/><Relationship Id="rId36" Type="http://schemas.openxmlformats.org/officeDocument/2006/relationships/slideLayout" Target="../slideLayouts/slideLayout154.xml"/><Relationship Id="rId49" Type="http://schemas.openxmlformats.org/officeDocument/2006/relationships/slideLayout" Target="../slideLayouts/slideLayout167.xml"/><Relationship Id="rId57" Type="http://schemas.openxmlformats.org/officeDocument/2006/relationships/slideLayout" Target="../slideLayouts/slideLayout175.xml"/><Relationship Id="rId10" Type="http://schemas.openxmlformats.org/officeDocument/2006/relationships/slideLayout" Target="../slideLayouts/slideLayout128.xml"/><Relationship Id="rId31" Type="http://schemas.openxmlformats.org/officeDocument/2006/relationships/slideLayout" Target="../slideLayouts/slideLayout149.xml"/><Relationship Id="rId44" Type="http://schemas.openxmlformats.org/officeDocument/2006/relationships/slideLayout" Target="../slideLayouts/slideLayout162.xml"/><Relationship Id="rId52" Type="http://schemas.openxmlformats.org/officeDocument/2006/relationships/slideLayout" Target="../slideLayouts/slideLayout170.xml"/><Relationship Id="rId60" Type="http://schemas.openxmlformats.org/officeDocument/2006/relationships/slideLayout" Target="../slideLayouts/slideLayout178.xml"/><Relationship Id="rId65" Type="http://schemas.openxmlformats.org/officeDocument/2006/relationships/theme" Target="../theme/theme3.xml"/><Relationship Id="rId4" Type="http://schemas.openxmlformats.org/officeDocument/2006/relationships/slideLayout" Target="../slideLayouts/slideLayout122.xml"/><Relationship Id="rId9" Type="http://schemas.openxmlformats.org/officeDocument/2006/relationships/slideLayout" Target="../slideLayouts/slideLayout127.xml"/><Relationship Id="rId13" Type="http://schemas.openxmlformats.org/officeDocument/2006/relationships/slideLayout" Target="../slideLayouts/slideLayout131.xml"/><Relationship Id="rId18" Type="http://schemas.openxmlformats.org/officeDocument/2006/relationships/slideLayout" Target="../slideLayouts/slideLayout136.xml"/><Relationship Id="rId39" Type="http://schemas.openxmlformats.org/officeDocument/2006/relationships/slideLayout" Target="../slideLayouts/slideLayout15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90.xml"/><Relationship Id="rId13" Type="http://schemas.openxmlformats.org/officeDocument/2006/relationships/slideLayout" Target="../slideLayouts/slideLayout195.xml"/><Relationship Id="rId18" Type="http://schemas.openxmlformats.org/officeDocument/2006/relationships/slideLayout" Target="../slideLayouts/slideLayout200.xml"/><Relationship Id="rId26" Type="http://schemas.openxmlformats.org/officeDocument/2006/relationships/slideLayout" Target="../slideLayouts/slideLayout208.xml"/><Relationship Id="rId3" Type="http://schemas.openxmlformats.org/officeDocument/2006/relationships/slideLayout" Target="../slideLayouts/slideLayout185.xml"/><Relationship Id="rId21" Type="http://schemas.openxmlformats.org/officeDocument/2006/relationships/slideLayout" Target="../slideLayouts/slideLayout203.xml"/><Relationship Id="rId7" Type="http://schemas.openxmlformats.org/officeDocument/2006/relationships/slideLayout" Target="../slideLayouts/slideLayout189.xml"/><Relationship Id="rId12" Type="http://schemas.openxmlformats.org/officeDocument/2006/relationships/slideLayout" Target="../slideLayouts/slideLayout194.xml"/><Relationship Id="rId17" Type="http://schemas.openxmlformats.org/officeDocument/2006/relationships/slideLayout" Target="../slideLayouts/slideLayout199.xml"/><Relationship Id="rId25" Type="http://schemas.openxmlformats.org/officeDocument/2006/relationships/slideLayout" Target="../slideLayouts/slideLayout207.xml"/><Relationship Id="rId2" Type="http://schemas.openxmlformats.org/officeDocument/2006/relationships/slideLayout" Target="../slideLayouts/slideLayout184.xml"/><Relationship Id="rId16" Type="http://schemas.openxmlformats.org/officeDocument/2006/relationships/slideLayout" Target="../slideLayouts/slideLayout198.xml"/><Relationship Id="rId20" Type="http://schemas.openxmlformats.org/officeDocument/2006/relationships/slideLayout" Target="../slideLayouts/slideLayout202.xml"/><Relationship Id="rId29" Type="http://schemas.openxmlformats.org/officeDocument/2006/relationships/theme" Target="../theme/theme4.xml"/><Relationship Id="rId1" Type="http://schemas.openxmlformats.org/officeDocument/2006/relationships/slideLayout" Target="../slideLayouts/slideLayout183.xml"/><Relationship Id="rId6" Type="http://schemas.openxmlformats.org/officeDocument/2006/relationships/slideLayout" Target="../slideLayouts/slideLayout188.xml"/><Relationship Id="rId11" Type="http://schemas.openxmlformats.org/officeDocument/2006/relationships/slideLayout" Target="../slideLayouts/slideLayout193.xml"/><Relationship Id="rId24" Type="http://schemas.openxmlformats.org/officeDocument/2006/relationships/slideLayout" Target="../slideLayouts/slideLayout206.xml"/><Relationship Id="rId32" Type="http://schemas.openxmlformats.org/officeDocument/2006/relationships/image" Target="../media/image19.emf"/><Relationship Id="rId5" Type="http://schemas.openxmlformats.org/officeDocument/2006/relationships/slideLayout" Target="../slideLayouts/slideLayout187.xml"/><Relationship Id="rId15" Type="http://schemas.openxmlformats.org/officeDocument/2006/relationships/slideLayout" Target="../slideLayouts/slideLayout197.xml"/><Relationship Id="rId23" Type="http://schemas.openxmlformats.org/officeDocument/2006/relationships/slideLayout" Target="../slideLayouts/slideLayout205.xml"/><Relationship Id="rId28" Type="http://schemas.openxmlformats.org/officeDocument/2006/relationships/slideLayout" Target="../slideLayouts/slideLayout210.xml"/><Relationship Id="rId10" Type="http://schemas.openxmlformats.org/officeDocument/2006/relationships/slideLayout" Target="../slideLayouts/slideLayout192.xml"/><Relationship Id="rId19" Type="http://schemas.openxmlformats.org/officeDocument/2006/relationships/slideLayout" Target="../slideLayouts/slideLayout201.xml"/><Relationship Id="rId31" Type="http://schemas.openxmlformats.org/officeDocument/2006/relationships/oleObject" Target="../embeddings/oleObject1.bin"/><Relationship Id="rId4" Type="http://schemas.openxmlformats.org/officeDocument/2006/relationships/slideLayout" Target="../slideLayouts/slideLayout186.xml"/><Relationship Id="rId9" Type="http://schemas.openxmlformats.org/officeDocument/2006/relationships/slideLayout" Target="../slideLayouts/slideLayout191.xml"/><Relationship Id="rId14" Type="http://schemas.openxmlformats.org/officeDocument/2006/relationships/slideLayout" Target="../slideLayouts/slideLayout196.xml"/><Relationship Id="rId22" Type="http://schemas.openxmlformats.org/officeDocument/2006/relationships/slideLayout" Target="../slideLayouts/slideLayout204.xml"/><Relationship Id="rId27" Type="http://schemas.openxmlformats.org/officeDocument/2006/relationships/slideLayout" Target="../slideLayouts/slideLayout209.xml"/><Relationship Id="rId30" Type="http://schemas.openxmlformats.org/officeDocument/2006/relationships/tags" Target="../tags/tag13.xml"/></Relationships>
</file>

<file path=ppt/slideMasters/_rels/slideMaster5.xml.rels><?xml version="1.0" encoding="UTF-8" standalone="yes"?>
<Relationships xmlns="http://schemas.openxmlformats.org/package/2006/relationships"><Relationship Id="rId26" Type="http://schemas.openxmlformats.org/officeDocument/2006/relationships/slideLayout" Target="../slideLayouts/slideLayout236.xml"/><Relationship Id="rId21" Type="http://schemas.openxmlformats.org/officeDocument/2006/relationships/slideLayout" Target="../slideLayouts/slideLayout231.xml"/><Relationship Id="rId34" Type="http://schemas.openxmlformats.org/officeDocument/2006/relationships/slideLayout" Target="../slideLayouts/slideLayout244.xml"/><Relationship Id="rId42" Type="http://schemas.openxmlformats.org/officeDocument/2006/relationships/slideLayout" Target="../slideLayouts/slideLayout252.xml"/><Relationship Id="rId47" Type="http://schemas.openxmlformats.org/officeDocument/2006/relationships/slideLayout" Target="../slideLayouts/slideLayout257.xml"/><Relationship Id="rId50" Type="http://schemas.openxmlformats.org/officeDocument/2006/relationships/slideLayout" Target="../slideLayouts/slideLayout260.xml"/><Relationship Id="rId55" Type="http://schemas.openxmlformats.org/officeDocument/2006/relationships/slideLayout" Target="../slideLayouts/slideLayout265.xml"/><Relationship Id="rId63" Type="http://schemas.openxmlformats.org/officeDocument/2006/relationships/slideLayout" Target="../slideLayouts/slideLayout273.xml"/><Relationship Id="rId68" Type="http://schemas.openxmlformats.org/officeDocument/2006/relationships/image" Target="../media/image1.png"/><Relationship Id="rId7" Type="http://schemas.openxmlformats.org/officeDocument/2006/relationships/slideLayout" Target="../slideLayouts/slideLayout217.xml"/><Relationship Id="rId2" Type="http://schemas.openxmlformats.org/officeDocument/2006/relationships/slideLayout" Target="../slideLayouts/slideLayout212.xml"/><Relationship Id="rId16" Type="http://schemas.openxmlformats.org/officeDocument/2006/relationships/slideLayout" Target="../slideLayouts/slideLayout226.xml"/><Relationship Id="rId29" Type="http://schemas.openxmlformats.org/officeDocument/2006/relationships/slideLayout" Target="../slideLayouts/slideLayout239.xml"/><Relationship Id="rId11" Type="http://schemas.openxmlformats.org/officeDocument/2006/relationships/slideLayout" Target="../slideLayouts/slideLayout221.xml"/><Relationship Id="rId24" Type="http://schemas.openxmlformats.org/officeDocument/2006/relationships/slideLayout" Target="../slideLayouts/slideLayout234.xml"/><Relationship Id="rId32" Type="http://schemas.openxmlformats.org/officeDocument/2006/relationships/slideLayout" Target="../slideLayouts/slideLayout242.xml"/><Relationship Id="rId37" Type="http://schemas.openxmlformats.org/officeDocument/2006/relationships/slideLayout" Target="../slideLayouts/slideLayout247.xml"/><Relationship Id="rId40" Type="http://schemas.openxmlformats.org/officeDocument/2006/relationships/slideLayout" Target="../slideLayouts/slideLayout250.xml"/><Relationship Id="rId45" Type="http://schemas.openxmlformats.org/officeDocument/2006/relationships/slideLayout" Target="../slideLayouts/slideLayout255.xml"/><Relationship Id="rId53" Type="http://schemas.openxmlformats.org/officeDocument/2006/relationships/slideLayout" Target="../slideLayouts/slideLayout263.xml"/><Relationship Id="rId58" Type="http://schemas.openxmlformats.org/officeDocument/2006/relationships/slideLayout" Target="../slideLayouts/slideLayout268.xml"/><Relationship Id="rId66" Type="http://schemas.openxmlformats.org/officeDocument/2006/relationships/slideLayout" Target="../slideLayouts/slideLayout276.xml"/><Relationship Id="rId5" Type="http://schemas.openxmlformats.org/officeDocument/2006/relationships/slideLayout" Target="../slideLayouts/slideLayout215.xml"/><Relationship Id="rId61" Type="http://schemas.openxmlformats.org/officeDocument/2006/relationships/slideLayout" Target="../slideLayouts/slideLayout271.xml"/><Relationship Id="rId19" Type="http://schemas.openxmlformats.org/officeDocument/2006/relationships/slideLayout" Target="../slideLayouts/slideLayout229.xml"/><Relationship Id="rId14" Type="http://schemas.openxmlformats.org/officeDocument/2006/relationships/slideLayout" Target="../slideLayouts/slideLayout224.xml"/><Relationship Id="rId22" Type="http://schemas.openxmlformats.org/officeDocument/2006/relationships/slideLayout" Target="../slideLayouts/slideLayout232.xml"/><Relationship Id="rId27" Type="http://schemas.openxmlformats.org/officeDocument/2006/relationships/slideLayout" Target="../slideLayouts/slideLayout237.xml"/><Relationship Id="rId30" Type="http://schemas.openxmlformats.org/officeDocument/2006/relationships/slideLayout" Target="../slideLayouts/slideLayout240.xml"/><Relationship Id="rId35" Type="http://schemas.openxmlformats.org/officeDocument/2006/relationships/slideLayout" Target="../slideLayouts/slideLayout245.xml"/><Relationship Id="rId43" Type="http://schemas.openxmlformats.org/officeDocument/2006/relationships/slideLayout" Target="../slideLayouts/slideLayout253.xml"/><Relationship Id="rId48" Type="http://schemas.openxmlformats.org/officeDocument/2006/relationships/slideLayout" Target="../slideLayouts/slideLayout258.xml"/><Relationship Id="rId56" Type="http://schemas.openxmlformats.org/officeDocument/2006/relationships/slideLayout" Target="../slideLayouts/slideLayout266.xml"/><Relationship Id="rId64" Type="http://schemas.openxmlformats.org/officeDocument/2006/relationships/slideLayout" Target="../slideLayouts/slideLayout274.xml"/><Relationship Id="rId8" Type="http://schemas.openxmlformats.org/officeDocument/2006/relationships/slideLayout" Target="../slideLayouts/slideLayout218.xml"/><Relationship Id="rId51" Type="http://schemas.openxmlformats.org/officeDocument/2006/relationships/slideLayout" Target="../slideLayouts/slideLayout261.xml"/><Relationship Id="rId3" Type="http://schemas.openxmlformats.org/officeDocument/2006/relationships/slideLayout" Target="../slideLayouts/slideLayout213.xml"/><Relationship Id="rId12" Type="http://schemas.openxmlformats.org/officeDocument/2006/relationships/slideLayout" Target="../slideLayouts/slideLayout222.xml"/><Relationship Id="rId17" Type="http://schemas.openxmlformats.org/officeDocument/2006/relationships/slideLayout" Target="../slideLayouts/slideLayout227.xml"/><Relationship Id="rId25" Type="http://schemas.openxmlformats.org/officeDocument/2006/relationships/slideLayout" Target="../slideLayouts/slideLayout235.xml"/><Relationship Id="rId33" Type="http://schemas.openxmlformats.org/officeDocument/2006/relationships/slideLayout" Target="../slideLayouts/slideLayout243.xml"/><Relationship Id="rId38" Type="http://schemas.openxmlformats.org/officeDocument/2006/relationships/slideLayout" Target="../slideLayouts/slideLayout248.xml"/><Relationship Id="rId46" Type="http://schemas.openxmlformats.org/officeDocument/2006/relationships/slideLayout" Target="../slideLayouts/slideLayout256.xml"/><Relationship Id="rId59" Type="http://schemas.openxmlformats.org/officeDocument/2006/relationships/slideLayout" Target="../slideLayouts/slideLayout269.xml"/><Relationship Id="rId67" Type="http://schemas.openxmlformats.org/officeDocument/2006/relationships/theme" Target="../theme/theme5.xml"/><Relationship Id="rId20" Type="http://schemas.openxmlformats.org/officeDocument/2006/relationships/slideLayout" Target="../slideLayouts/slideLayout230.xml"/><Relationship Id="rId41" Type="http://schemas.openxmlformats.org/officeDocument/2006/relationships/slideLayout" Target="../slideLayouts/slideLayout251.xml"/><Relationship Id="rId54" Type="http://schemas.openxmlformats.org/officeDocument/2006/relationships/slideLayout" Target="../slideLayouts/slideLayout264.xml"/><Relationship Id="rId62" Type="http://schemas.openxmlformats.org/officeDocument/2006/relationships/slideLayout" Target="../slideLayouts/slideLayout272.xml"/><Relationship Id="rId1" Type="http://schemas.openxmlformats.org/officeDocument/2006/relationships/slideLayout" Target="../slideLayouts/slideLayout211.xml"/><Relationship Id="rId6" Type="http://schemas.openxmlformats.org/officeDocument/2006/relationships/slideLayout" Target="../slideLayouts/slideLayout216.xml"/><Relationship Id="rId15" Type="http://schemas.openxmlformats.org/officeDocument/2006/relationships/slideLayout" Target="../slideLayouts/slideLayout225.xml"/><Relationship Id="rId23" Type="http://schemas.openxmlformats.org/officeDocument/2006/relationships/slideLayout" Target="../slideLayouts/slideLayout233.xml"/><Relationship Id="rId28" Type="http://schemas.openxmlformats.org/officeDocument/2006/relationships/slideLayout" Target="../slideLayouts/slideLayout238.xml"/><Relationship Id="rId36" Type="http://schemas.openxmlformats.org/officeDocument/2006/relationships/slideLayout" Target="../slideLayouts/slideLayout246.xml"/><Relationship Id="rId49" Type="http://schemas.openxmlformats.org/officeDocument/2006/relationships/slideLayout" Target="../slideLayouts/slideLayout259.xml"/><Relationship Id="rId57" Type="http://schemas.openxmlformats.org/officeDocument/2006/relationships/slideLayout" Target="../slideLayouts/slideLayout267.xml"/><Relationship Id="rId10" Type="http://schemas.openxmlformats.org/officeDocument/2006/relationships/slideLayout" Target="../slideLayouts/slideLayout220.xml"/><Relationship Id="rId31" Type="http://schemas.openxmlformats.org/officeDocument/2006/relationships/slideLayout" Target="../slideLayouts/slideLayout241.xml"/><Relationship Id="rId44" Type="http://schemas.openxmlformats.org/officeDocument/2006/relationships/slideLayout" Target="../slideLayouts/slideLayout254.xml"/><Relationship Id="rId52" Type="http://schemas.openxmlformats.org/officeDocument/2006/relationships/slideLayout" Target="../slideLayouts/slideLayout262.xml"/><Relationship Id="rId60" Type="http://schemas.openxmlformats.org/officeDocument/2006/relationships/slideLayout" Target="../slideLayouts/slideLayout270.xml"/><Relationship Id="rId65" Type="http://schemas.openxmlformats.org/officeDocument/2006/relationships/slideLayout" Target="../slideLayouts/slideLayout275.xml"/><Relationship Id="rId4" Type="http://schemas.openxmlformats.org/officeDocument/2006/relationships/slideLayout" Target="../slideLayouts/slideLayout214.xml"/><Relationship Id="rId9" Type="http://schemas.openxmlformats.org/officeDocument/2006/relationships/slideLayout" Target="../slideLayouts/slideLayout219.xml"/><Relationship Id="rId13" Type="http://schemas.openxmlformats.org/officeDocument/2006/relationships/slideLayout" Target="../slideLayouts/slideLayout223.xml"/><Relationship Id="rId18" Type="http://schemas.openxmlformats.org/officeDocument/2006/relationships/slideLayout" Target="../slideLayouts/slideLayout228.xml"/><Relationship Id="rId39" Type="http://schemas.openxmlformats.org/officeDocument/2006/relationships/slideLayout" Target="../slideLayouts/slideLayout249.xml"/></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slideLayout" Target="../slideLayouts/slideLayout279.xml"/><Relationship Id="rId7" Type="http://schemas.openxmlformats.org/officeDocument/2006/relationships/oleObject" Target="../embeddings/oleObject1.bin"/><Relationship Id="rId2" Type="http://schemas.openxmlformats.org/officeDocument/2006/relationships/slideLayout" Target="../slideLayouts/slideLayout278.xml"/><Relationship Id="rId1" Type="http://schemas.openxmlformats.org/officeDocument/2006/relationships/slideLayout" Target="../slideLayouts/slideLayout277.xml"/><Relationship Id="rId6" Type="http://schemas.openxmlformats.org/officeDocument/2006/relationships/tags" Target="../tags/tag26.xml"/><Relationship Id="rId5" Type="http://schemas.openxmlformats.org/officeDocument/2006/relationships/theme" Target="../theme/theme6.xml"/><Relationship Id="rId4" Type="http://schemas.openxmlformats.org/officeDocument/2006/relationships/slideLayout" Target="../slideLayouts/slideLayout280.xml"/><Relationship Id="rId9" Type="http://schemas.openxmlformats.org/officeDocument/2006/relationships/image" Target="../media/image2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pl-PL" kern="0">
                <a:solidFill>
                  <a:srgbClr val="FFFFFF">
                    <a:lumMod val="65000"/>
                  </a:srgbClr>
                </a:solidFill>
              </a:rPr>
              <a:t>Company Confidential © Capgemini 2025.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11" r:id="rId1"/>
    <p:sldLayoutId id="2147483860" r:id="rId2"/>
    <p:sldLayoutId id="2147483861" r:id="rId3"/>
    <p:sldLayoutId id="2147483812" r:id="rId4"/>
    <p:sldLayoutId id="2147483813" r:id="rId5"/>
    <p:sldLayoutId id="2147483814" r:id="rId6"/>
    <p:sldLayoutId id="2147483862" r:id="rId7"/>
    <p:sldLayoutId id="2147483815"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66" r:id="rId17"/>
    <p:sldLayoutId id="2147483826" r:id="rId18"/>
    <p:sldLayoutId id="2147483867" r:id="rId19"/>
    <p:sldLayoutId id="2147483865" r:id="rId20"/>
    <p:sldLayoutId id="2147483868" r:id="rId21"/>
    <p:sldLayoutId id="2147483827" r:id="rId22"/>
    <p:sldLayoutId id="2147483869" r:id="rId23"/>
    <p:sldLayoutId id="2147483829" r:id="rId24"/>
    <p:sldLayoutId id="2147483870" r:id="rId25"/>
    <p:sldLayoutId id="2147483831" r:id="rId26"/>
    <p:sldLayoutId id="2147483871" r:id="rId27"/>
    <p:sldLayoutId id="2147483833" r:id="rId28"/>
    <p:sldLayoutId id="2147483872" r:id="rId29"/>
    <p:sldLayoutId id="2147483835" r:id="rId30"/>
    <p:sldLayoutId id="2147483873" r:id="rId31"/>
    <p:sldLayoutId id="2147483837" r:id="rId32"/>
    <p:sldLayoutId id="2147483874" r:id="rId33"/>
    <p:sldLayoutId id="2147483838" r:id="rId34"/>
    <p:sldLayoutId id="2147483875" r:id="rId35"/>
    <p:sldLayoutId id="2147483840" r:id="rId36"/>
    <p:sldLayoutId id="2147483876" r:id="rId37"/>
    <p:sldLayoutId id="2147483842" r:id="rId38"/>
    <p:sldLayoutId id="2147483877" r:id="rId39"/>
    <p:sldLayoutId id="2147483844" r:id="rId40"/>
    <p:sldLayoutId id="2147483878" r:id="rId41"/>
    <p:sldLayoutId id="2147483845" r:id="rId42"/>
    <p:sldLayoutId id="2147483879" r:id="rId43"/>
    <p:sldLayoutId id="2147483847" r:id="rId44"/>
    <p:sldLayoutId id="2147483880" r:id="rId45"/>
    <p:sldLayoutId id="2147483848" r:id="rId46"/>
    <p:sldLayoutId id="2147483849" r:id="rId47"/>
    <p:sldLayoutId id="2147483850" r:id="rId48"/>
    <p:sldLayoutId id="2147483851" r:id="rId49"/>
    <p:sldLayoutId id="2147483852" r:id="rId50"/>
    <p:sldLayoutId id="2147483853" r:id="rId51"/>
    <p:sldLayoutId id="2147483854" r:id="rId52"/>
    <p:sldLayoutId id="2147483855" r:id="rId53"/>
    <p:sldLayoutId id="2147483856" r:id="rId54"/>
    <p:sldLayoutId id="2147483857" r:id="rId55"/>
    <p:sldLayoutId id="2147483858" r:id="rId56"/>
    <p:sldLayoutId id="2147483859" r:id="rId57"/>
    <p:sldLayoutId id="2147484007" r:id="rId58"/>
    <p:sldLayoutId id="2147484008"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pl-PL" kern="0">
                <a:solidFill>
                  <a:srgbClr val="FFFFFF">
                    <a:lumMod val="65000"/>
                  </a:srgbClr>
                </a:solidFill>
              </a:rPr>
              <a:t>Company Confidential © Capgemini 2025.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D72815E4-17F8-DE3E-B207-25448A9FFF9E}"/>
              </a:ext>
            </a:extLst>
          </p:cNvPr>
          <p:cNvPicPr>
            <a:picLocks noGrp="1" noRo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6C8CEE51-3D7E-3B86-9D9F-0C12C431D8D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14749154-3D9B-0740-AD4D-92B55FFF9A9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Tree>
    <p:extLst>
      <p:ext uri="{BB962C8B-B14F-4D97-AF65-F5344CB8AC3E}">
        <p14:creationId xmlns:p14="http://schemas.microsoft.com/office/powerpoint/2010/main" val="1247134687"/>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4003" r:id="rId9"/>
    <p:sldLayoutId id="2147484004" r:id="rId10"/>
    <p:sldLayoutId id="2147484005" r:id="rId11"/>
    <p:sldLayoutId id="2147484006"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 id="2147483903" r:id="rId21"/>
    <p:sldLayoutId id="2147483904" r:id="rId22"/>
    <p:sldLayoutId id="2147483905" r:id="rId23"/>
    <p:sldLayoutId id="2147483906" r:id="rId24"/>
    <p:sldLayoutId id="2147483907" r:id="rId25"/>
    <p:sldLayoutId id="2147483908" r:id="rId26"/>
    <p:sldLayoutId id="2147483909" r:id="rId27"/>
    <p:sldLayoutId id="2147483910" r:id="rId28"/>
    <p:sldLayoutId id="2147483911" r:id="rId29"/>
    <p:sldLayoutId id="2147483912" r:id="rId30"/>
    <p:sldLayoutId id="2147483913" r:id="rId31"/>
    <p:sldLayoutId id="2147483914" r:id="rId32"/>
    <p:sldLayoutId id="2147483915" r:id="rId33"/>
    <p:sldLayoutId id="2147483916" r:id="rId34"/>
    <p:sldLayoutId id="2147483917" r:id="rId35"/>
    <p:sldLayoutId id="2147483918" r:id="rId36"/>
    <p:sldLayoutId id="2147483919" r:id="rId37"/>
    <p:sldLayoutId id="2147483920" r:id="rId38"/>
    <p:sldLayoutId id="2147483921" r:id="rId39"/>
    <p:sldLayoutId id="2147483922" r:id="rId40"/>
    <p:sldLayoutId id="2147483923" r:id="rId41"/>
    <p:sldLayoutId id="2147483924" r:id="rId42"/>
    <p:sldLayoutId id="2147483925" r:id="rId43"/>
    <p:sldLayoutId id="2147483926" r:id="rId44"/>
    <p:sldLayoutId id="2147483927" r:id="rId45"/>
    <p:sldLayoutId id="2147483928" r:id="rId46"/>
    <p:sldLayoutId id="2147483929" r:id="rId47"/>
    <p:sldLayoutId id="2147483930" r:id="rId48"/>
    <p:sldLayoutId id="2147483931" r:id="rId49"/>
    <p:sldLayoutId id="2147483932" r:id="rId50"/>
    <p:sldLayoutId id="2147483933" r:id="rId51"/>
    <p:sldLayoutId id="2147483934" r:id="rId52"/>
    <p:sldLayoutId id="2147483935" r:id="rId53"/>
    <p:sldLayoutId id="2147483936" r:id="rId54"/>
    <p:sldLayoutId id="2147483937" r:id="rId55"/>
    <p:sldLayoutId id="2147483938" r:id="rId56"/>
    <p:sldLayoutId id="2147483939" r:id="rId57"/>
    <p:sldLayoutId id="2147483940" r:id="rId58"/>
    <p:sldLayoutId id="2147483941"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pl-PL" kern="0">
                <a:solidFill>
                  <a:srgbClr val="FFFFFF">
                    <a:lumMod val="65000"/>
                  </a:srgbClr>
                </a:solidFill>
              </a:rPr>
              <a:t>Company Confidential © Capgemini 2025.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BFE9CEFE-AC76-53D3-2BFB-AAF1D501EAEE}"/>
              </a:ext>
            </a:extLst>
          </p:cNvPr>
          <p:cNvPicPr>
            <a:picLocks noGrp="1" noRot="1" noMove="1" noResize="1" noEditPoints="1" noAdjustHandles="1" noChangeArrowheads="1" noChangeShapeType="1" noCrop="1"/>
          </p:cNvPicPr>
          <p:nvPr userDrawn="1"/>
        </p:nvPicPr>
        <p:blipFill>
          <a:blip r:embed="rId66">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4EBDE9B6-7E8E-ECA3-7C18-8F15D7F2CDF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E1DE77AD-1B56-5F52-BDCF-20F452E15E8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Tree>
    <p:extLst>
      <p:ext uri="{BB962C8B-B14F-4D97-AF65-F5344CB8AC3E}">
        <p14:creationId xmlns:p14="http://schemas.microsoft.com/office/powerpoint/2010/main" val="4053014961"/>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6" r:id="rId3"/>
    <p:sldLayoutId id="2147483945" r:id="rId4"/>
    <p:sldLayoutId id="2147483947" r:id="rId5"/>
    <p:sldLayoutId id="2147483948" r:id="rId6"/>
    <p:sldLayoutId id="2147483949" r:id="rId7"/>
    <p:sldLayoutId id="2147483950" r:id="rId8"/>
    <p:sldLayoutId id="2147483952" r:id="rId9"/>
    <p:sldLayoutId id="2147483953" r:id="rId10"/>
    <p:sldLayoutId id="2147483954" r:id="rId11"/>
    <p:sldLayoutId id="2147483955" r:id="rId12"/>
    <p:sldLayoutId id="2147483956" r:id="rId13"/>
    <p:sldLayoutId id="2147483957" r:id="rId14"/>
    <p:sldLayoutId id="2147483958" r:id="rId15"/>
    <p:sldLayoutId id="2147483959" r:id="rId16"/>
    <p:sldLayoutId id="2147483960" r:id="rId17"/>
    <p:sldLayoutId id="2147483961" r:id="rId18"/>
    <p:sldLayoutId id="2147483962" r:id="rId19"/>
    <p:sldLayoutId id="2147483963" r:id="rId20"/>
    <p:sldLayoutId id="2147483964" r:id="rId21"/>
    <p:sldLayoutId id="2147483965" r:id="rId22"/>
    <p:sldLayoutId id="2147483966" r:id="rId23"/>
    <p:sldLayoutId id="2147483967" r:id="rId24"/>
    <p:sldLayoutId id="2147483968" r:id="rId25"/>
    <p:sldLayoutId id="2147483969" r:id="rId26"/>
    <p:sldLayoutId id="2147483970" r:id="rId27"/>
    <p:sldLayoutId id="2147483971" r:id="rId28"/>
    <p:sldLayoutId id="2147483972" r:id="rId29"/>
    <p:sldLayoutId id="2147483973" r:id="rId30"/>
    <p:sldLayoutId id="2147483974" r:id="rId31"/>
    <p:sldLayoutId id="2147483975" r:id="rId32"/>
    <p:sldLayoutId id="2147483976" r:id="rId33"/>
    <p:sldLayoutId id="2147483977" r:id="rId34"/>
    <p:sldLayoutId id="2147483978" r:id="rId35"/>
    <p:sldLayoutId id="2147483979" r:id="rId36"/>
    <p:sldLayoutId id="2147483980" r:id="rId37"/>
    <p:sldLayoutId id="2147483981" r:id="rId38"/>
    <p:sldLayoutId id="2147483982" r:id="rId39"/>
    <p:sldLayoutId id="2147483983" r:id="rId40"/>
    <p:sldLayoutId id="2147483984" r:id="rId41"/>
    <p:sldLayoutId id="2147483985" r:id="rId42"/>
    <p:sldLayoutId id="2147483986" r:id="rId43"/>
    <p:sldLayoutId id="2147483987" r:id="rId44"/>
    <p:sldLayoutId id="2147483988" r:id="rId45"/>
    <p:sldLayoutId id="2147483989" r:id="rId46"/>
    <p:sldLayoutId id="2147483990" r:id="rId47"/>
    <p:sldLayoutId id="2147483991" r:id="rId48"/>
    <p:sldLayoutId id="2147483992" r:id="rId49"/>
    <p:sldLayoutId id="2147483993" r:id="rId50"/>
    <p:sldLayoutId id="2147483994" r:id="rId51"/>
    <p:sldLayoutId id="2147483995" r:id="rId52"/>
    <p:sldLayoutId id="2147483996" r:id="rId53"/>
    <p:sldLayoutId id="2147483997" r:id="rId54"/>
    <p:sldLayoutId id="2147483998" r:id="rId55"/>
    <p:sldLayoutId id="2147483999" r:id="rId56"/>
    <p:sldLayoutId id="2147484000" r:id="rId57"/>
    <p:sldLayoutId id="2147484001" r:id="rId58"/>
    <p:sldLayoutId id="2147484002" r:id="rId59"/>
    <p:sldLayoutId id="2147484010" r:id="rId60"/>
    <p:sldLayoutId id="2147484011" r:id="rId61"/>
    <p:sldLayoutId id="2147484012" r:id="rId62"/>
    <p:sldLayoutId id="2147484013" r:id="rId63"/>
    <p:sldLayoutId id="2147484014" r:id="rId6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0"/>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1" imgW="270" imgH="270" progId="TCLayout.ActiveDocument.1">
                  <p:embed/>
                </p:oleObj>
              </mc:Choice>
              <mc:Fallback>
                <p:oleObj name="think-cell Slide" r:id="rId31" imgW="270" imgH="270" progId="TCLayout.ActiveDocument.1">
                  <p:embed/>
                  <p:pic>
                    <p:nvPicPr>
                      <p:cNvPr id="21" name="Object 20" hidden="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INCEPTION PLAN| March 2023</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9558526"/>
      </p:ext>
    </p:extLst>
  </p:cSld>
  <p:clrMap bg1="lt1" tx1="dk1" bg2="lt2" tx2="dk2" accent1="accent1" accent2="accent2" accent3="accent3" accent4="accent4" accent5="accent5" accent6="accent6" hlink="hlink" folHlink="folHlink"/>
  <p:sldLayoutIdLst>
    <p:sldLayoutId id="2147484083" r:id="rId1"/>
    <p:sldLayoutId id="2147484085" r:id="rId2"/>
    <p:sldLayoutId id="2147484086" r:id="rId3"/>
    <p:sldLayoutId id="2147484087" r:id="rId4"/>
    <p:sldLayoutId id="2147484088" r:id="rId5"/>
    <p:sldLayoutId id="2147484089" r:id="rId6"/>
    <p:sldLayoutId id="2147484090" r:id="rId7"/>
    <p:sldLayoutId id="2147484091" r:id="rId8"/>
    <p:sldLayoutId id="2147484092" r:id="rId9"/>
    <p:sldLayoutId id="2147484093" r:id="rId10"/>
    <p:sldLayoutId id="2147484094" r:id="rId11"/>
    <p:sldLayoutId id="2147484095" r:id="rId12"/>
    <p:sldLayoutId id="2147484096" r:id="rId13"/>
    <p:sldLayoutId id="2147484097" r:id="rId14"/>
    <p:sldLayoutId id="2147484098" r:id="rId15"/>
    <p:sldLayoutId id="2147484099" r:id="rId16"/>
    <p:sldLayoutId id="2147484100" r:id="rId17"/>
    <p:sldLayoutId id="2147484101" r:id="rId18"/>
    <p:sldLayoutId id="2147484102" r:id="rId19"/>
    <p:sldLayoutId id="2147484103" r:id="rId20"/>
    <p:sldLayoutId id="2147484104" r:id="rId21"/>
    <p:sldLayoutId id="2147484105" r:id="rId22"/>
    <p:sldLayoutId id="2147484106" r:id="rId23"/>
    <p:sldLayoutId id="2147484107" r:id="rId24"/>
    <p:sldLayoutId id="2147484108" r:id="rId25"/>
    <p:sldLayoutId id="2147484109" r:id="rId26"/>
    <p:sldLayoutId id="2147484110" r:id="rId27"/>
    <p:sldLayoutId id="2147484111" r:id="rId28"/>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pl-PL" kern="0">
                <a:solidFill>
                  <a:srgbClr val="FFFFFF">
                    <a:lumMod val="65000"/>
                  </a:srgbClr>
                </a:solidFill>
              </a:rPr>
              <a:t>Company Confidential © Capgemini 2025.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BFE9CEFE-AC76-53D3-2BFB-AAF1D501EAEE}"/>
              </a:ext>
            </a:extLst>
          </p:cNvPr>
          <p:cNvPicPr>
            <a:picLocks noGrp="1" noRot="1" noMove="1" noResize="1" noEditPoints="1" noAdjustHandles="1" noChangeArrowheads="1" noChangeShapeType="1" noCrop="1"/>
          </p:cNvPicPr>
          <p:nvPr userDrawn="1"/>
        </p:nvPicPr>
        <p:blipFill>
          <a:blip r:embed="rId68">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4EBDE9B6-7E8E-ECA3-7C18-8F15D7F2CDF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a:t>Click to edit Master title style</a:t>
            </a:r>
            <a:endParaRPr lang="de-DE"/>
          </a:p>
        </p:txBody>
      </p:sp>
      <p:sp>
        <p:nvSpPr>
          <p:cNvPr id="11" name="Text Placeholder 1">
            <a:extLst>
              <a:ext uri="{FF2B5EF4-FFF2-40B4-BE49-F238E27FC236}">
                <a16:creationId xmlns:a16="http://schemas.microsoft.com/office/drawing/2014/main" id="{E1DE77AD-1B56-5F52-BDCF-20F452E15E8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Tree>
    <p:extLst>
      <p:ext uri="{BB962C8B-B14F-4D97-AF65-F5344CB8AC3E}">
        <p14:creationId xmlns:p14="http://schemas.microsoft.com/office/powerpoint/2010/main" val="1412656708"/>
      </p:ext>
    </p:extLst>
  </p:cSld>
  <p:clrMap bg1="lt1" tx1="dk1" bg2="lt2" tx2="dk2" accent1="accent1" accent2="accent2" accent3="accent3" accent4="accent4" accent5="accent5" accent6="accent6" hlink="hlink" folHlink="folHlink"/>
  <p:sldLayoutIdLst>
    <p:sldLayoutId id="2147484113" r:id="rId1"/>
    <p:sldLayoutId id="2147484114" r:id="rId2"/>
    <p:sldLayoutId id="2147484115" r:id="rId3"/>
    <p:sldLayoutId id="2147484116" r:id="rId4"/>
    <p:sldLayoutId id="2147484117" r:id="rId5"/>
    <p:sldLayoutId id="2147484118" r:id="rId6"/>
    <p:sldLayoutId id="2147484119" r:id="rId7"/>
    <p:sldLayoutId id="2147484120" r:id="rId8"/>
    <p:sldLayoutId id="2147484121" r:id="rId9"/>
    <p:sldLayoutId id="2147484122" r:id="rId10"/>
    <p:sldLayoutId id="2147484123" r:id="rId11"/>
    <p:sldLayoutId id="2147484124" r:id="rId12"/>
    <p:sldLayoutId id="2147484125" r:id="rId13"/>
    <p:sldLayoutId id="2147484126" r:id="rId14"/>
    <p:sldLayoutId id="2147484127" r:id="rId15"/>
    <p:sldLayoutId id="2147484128" r:id="rId16"/>
    <p:sldLayoutId id="2147484129" r:id="rId17"/>
    <p:sldLayoutId id="2147484130" r:id="rId18"/>
    <p:sldLayoutId id="2147484131" r:id="rId19"/>
    <p:sldLayoutId id="2147484132" r:id="rId20"/>
    <p:sldLayoutId id="2147484133" r:id="rId21"/>
    <p:sldLayoutId id="2147484134" r:id="rId22"/>
    <p:sldLayoutId id="2147484135" r:id="rId23"/>
    <p:sldLayoutId id="2147484136" r:id="rId24"/>
    <p:sldLayoutId id="2147484137" r:id="rId25"/>
    <p:sldLayoutId id="2147484138" r:id="rId26"/>
    <p:sldLayoutId id="2147484139" r:id="rId27"/>
    <p:sldLayoutId id="2147484140" r:id="rId28"/>
    <p:sldLayoutId id="2147484141" r:id="rId29"/>
    <p:sldLayoutId id="2147484142" r:id="rId30"/>
    <p:sldLayoutId id="2147484143" r:id="rId31"/>
    <p:sldLayoutId id="2147484144" r:id="rId32"/>
    <p:sldLayoutId id="2147484145" r:id="rId33"/>
    <p:sldLayoutId id="2147484146" r:id="rId34"/>
    <p:sldLayoutId id="2147484147" r:id="rId35"/>
    <p:sldLayoutId id="2147484148" r:id="rId36"/>
    <p:sldLayoutId id="2147484149" r:id="rId37"/>
    <p:sldLayoutId id="2147484150" r:id="rId38"/>
    <p:sldLayoutId id="2147484151" r:id="rId39"/>
    <p:sldLayoutId id="2147484152" r:id="rId40"/>
    <p:sldLayoutId id="2147484153" r:id="rId41"/>
    <p:sldLayoutId id="2147484154" r:id="rId42"/>
    <p:sldLayoutId id="2147484155" r:id="rId43"/>
    <p:sldLayoutId id="2147484156" r:id="rId44"/>
    <p:sldLayoutId id="2147484157" r:id="rId45"/>
    <p:sldLayoutId id="2147484158" r:id="rId46"/>
    <p:sldLayoutId id="2147484159" r:id="rId47"/>
    <p:sldLayoutId id="2147484160" r:id="rId48"/>
    <p:sldLayoutId id="2147484161" r:id="rId49"/>
    <p:sldLayoutId id="2147484162" r:id="rId50"/>
    <p:sldLayoutId id="2147484163" r:id="rId51"/>
    <p:sldLayoutId id="2147484164" r:id="rId52"/>
    <p:sldLayoutId id="2147484165" r:id="rId53"/>
    <p:sldLayoutId id="2147484166" r:id="rId54"/>
    <p:sldLayoutId id="2147484167" r:id="rId55"/>
    <p:sldLayoutId id="2147484168" r:id="rId56"/>
    <p:sldLayoutId id="2147484169" r:id="rId57"/>
    <p:sldLayoutId id="2147484170" r:id="rId58"/>
    <p:sldLayoutId id="2147484171" r:id="rId59"/>
    <p:sldLayoutId id="2147484173" r:id="rId60"/>
    <p:sldLayoutId id="2147484174" r:id="rId61"/>
    <p:sldLayoutId id="2147484175" r:id="rId62"/>
    <p:sldLayoutId id="2147484176" r:id="rId63"/>
    <p:sldLayoutId id="2147484177" r:id="rId64"/>
    <p:sldLayoutId id="2147484178" r:id="rId65"/>
    <p:sldLayoutId id="2147484180" r:id="rId66"/>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6"/>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21" name="Object 20"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2330925"/>
      </p:ext>
    </p:extLst>
  </p:cSld>
  <p:clrMap bg1="lt1" tx1="dk1" bg2="lt2" tx2="dk2" accent1="accent1" accent2="accent2" accent3="accent3" accent4="accent4" accent5="accent5" accent6="accent6" hlink="hlink" folHlink="folHlink"/>
  <p:sldLayoutIdLst>
    <p:sldLayoutId id="2147484182" r:id="rId1"/>
    <p:sldLayoutId id="2147484183" r:id="rId2"/>
    <p:sldLayoutId id="2147484185" r:id="rId3"/>
    <p:sldLayoutId id="2147484186" r:id="rId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0.xml"/></Relationships>
</file>

<file path=ppt/slides/_rels/slide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28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B0050"/>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94BC40A8-6EF0-89EA-9B54-7AF72BF22B10}"/>
              </a:ext>
            </a:extLst>
          </p:cNvPr>
          <p:cNvSpPr>
            <a:spLocks noChangeAspect="1"/>
          </p:cNvSpPr>
          <p:nvPr/>
        </p:nvSpPr>
        <p:spPr>
          <a:xfrm rot="13950190">
            <a:off x="1423243" y="172591"/>
            <a:ext cx="12000656" cy="7484434"/>
          </a:xfrm>
          <a:custGeom>
            <a:avLst/>
            <a:gdLst>
              <a:gd name="connsiteX0" fmla="*/ 5616388 w 12000656"/>
              <a:gd name="connsiteY0" fmla="*/ 4076496 h 7484434"/>
              <a:gd name="connsiteX1" fmla="*/ 5441159 w 12000656"/>
              <a:gd name="connsiteY1" fmla="*/ 4078236 h 7484434"/>
              <a:gd name="connsiteX2" fmla="*/ 5352655 w 12000656"/>
              <a:gd name="connsiteY2" fmla="*/ 4046118 h 7484434"/>
              <a:gd name="connsiteX3" fmla="*/ 4177141 w 12000656"/>
              <a:gd name="connsiteY3" fmla="*/ 3513781 h 7484434"/>
              <a:gd name="connsiteX4" fmla="*/ 906491 w 12000656"/>
              <a:gd name="connsiteY4" fmla="*/ 5968172 h 7484434"/>
              <a:gd name="connsiteX5" fmla="*/ 57699 w 12000656"/>
              <a:gd name="connsiteY5" fmla="*/ 7484434 h 7484434"/>
              <a:gd name="connsiteX6" fmla="*/ 0 w 12000656"/>
              <a:gd name="connsiteY6" fmla="*/ 7464605 h 7484434"/>
              <a:gd name="connsiteX7" fmla="*/ 857901 w 12000656"/>
              <a:gd name="connsiteY7" fmla="*/ 5930038 h 7484434"/>
              <a:gd name="connsiteX8" fmla="*/ 2136401 w 12000656"/>
              <a:gd name="connsiteY8" fmla="*/ 4610553 h 7484434"/>
              <a:gd name="connsiteX9" fmla="*/ 4166512 w 12000656"/>
              <a:gd name="connsiteY9" fmla="*/ 3449714 h 7484434"/>
              <a:gd name="connsiteX10" fmla="*/ 4178658 w 12000656"/>
              <a:gd name="connsiteY10" fmla="*/ 3445137 h 7484434"/>
              <a:gd name="connsiteX11" fmla="*/ 4190806 w 12000656"/>
              <a:gd name="connsiteY11" fmla="*/ 3451239 h 7484434"/>
              <a:gd name="connsiteX12" fmla="*/ 5364052 w 12000656"/>
              <a:gd name="connsiteY12" fmla="*/ 3984648 h 7484434"/>
              <a:gd name="connsiteX13" fmla="*/ 9608800 w 12000656"/>
              <a:gd name="connsiteY13" fmla="*/ 3884388 h 7484434"/>
              <a:gd name="connsiteX14" fmla="*/ 9351875 w 12000656"/>
              <a:gd name="connsiteY14" fmla="*/ 4152929 h 7484434"/>
              <a:gd name="connsiteX15" fmla="*/ 8090797 w 12000656"/>
              <a:gd name="connsiteY15" fmla="*/ 4575498 h 7484434"/>
              <a:gd name="connsiteX16" fmla="*/ 7882268 w 12000656"/>
              <a:gd name="connsiteY16" fmla="*/ 4582298 h 7484434"/>
              <a:gd name="connsiteX17" fmla="*/ 7901712 w 12000656"/>
              <a:gd name="connsiteY17" fmla="*/ 4518763 h 7484434"/>
              <a:gd name="connsiteX18" fmla="*/ 8079831 w 12000656"/>
              <a:gd name="connsiteY18" fmla="*/ 4513191 h 7484434"/>
              <a:gd name="connsiteX19" fmla="*/ 9312396 w 12000656"/>
              <a:gd name="connsiteY19" fmla="*/ 4104115 h 7484434"/>
              <a:gd name="connsiteX20" fmla="*/ 9728440 w 12000656"/>
              <a:gd name="connsiteY20" fmla="*/ 2005146 h 7484434"/>
              <a:gd name="connsiteX21" fmla="*/ 9972903 w 12000656"/>
              <a:gd name="connsiteY21" fmla="*/ 269224 h 7484434"/>
              <a:gd name="connsiteX22" fmla="*/ 11782845 w 12000656"/>
              <a:gd name="connsiteY22" fmla="*/ 11428 h 7484434"/>
              <a:gd name="connsiteX23" fmla="*/ 11772217 w 12000656"/>
              <a:gd name="connsiteY23" fmla="*/ 72445 h 7484434"/>
              <a:gd name="connsiteX24" fmla="*/ 10013901 w 12000656"/>
              <a:gd name="connsiteY24" fmla="*/ 314987 h 7484434"/>
              <a:gd name="connsiteX25" fmla="*/ 9787657 w 12000656"/>
              <a:gd name="connsiteY25" fmla="*/ 1989892 h 7484434"/>
              <a:gd name="connsiteX26" fmla="*/ 9863577 w 12000656"/>
              <a:gd name="connsiteY26" fmla="*/ 3306325 h 7484434"/>
              <a:gd name="connsiteX27" fmla="*/ 9608800 w 12000656"/>
              <a:gd name="connsiteY27" fmla="*/ 3884388 h 748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00656" h="7484434">
                <a:moveTo>
                  <a:pt x="5616388" y="4076496"/>
                </a:moveTo>
                <a:lnTo>
                  <a:pt x="5441159" y="4078236"/>
                </a:lnTo>
                <a:lnTo>
                  <a:pt x="5352655" y="4046118"/>
                </a:lnTo>
                <a:cubicBezTo>
                  <a:pt x="4966689" y="3897256"/>
                  <a:pt x="4572876" y="3719140"/>
                  <a:pt x="4177141" y="3513781"/>
                </a:cubicBezTo>
                <a:cubicBezTo>
                  <a:pt x="2509929" y="4162081"/>
                  <a:pt x="1478929" y="5206992"/>
                  <a:pt x="906491" y="5968172"/>
                </a:cubicBezTo>
                <a:cubicBezTo>
                  <a:pt x="286980" y="6794946"/>
                  <a:pt x="59219" y="7476807"/>
                  <a:pt x="57699" y="7484434"/>
                </a:cubicBezTo>
                <a:lnTo>
                  <a:pt x="0" y="7464605"/>
                </a:lnTo>
                <a:cubicBezTo>
                  <a:pt x="1519" y="7456976"/>
                  <a:pt x="232317" y="6765964"/>
                  <a:pt x="857901" y="5930038"/>
                </a:cubicBezTo>
                <a:cubicBezTo>
                  <a:pt x="1225356" y="5438854"/>
                  <a:pt x="1655065" y="4994957"/>
                  <a:pt x="2136401" y="4610553"/>
                </a:cubicBezTo>
                <a:cubicBezTo>
                  <a:pt x="2737690" y="4128523"/>
                  <a:pt x="3420974" y="3738016"/>
                  <a:pt x="4166512" y="3449714"/>
                </a:cubicBezTo>
                <a:lnTo>
                  <a:pt x="4178658" y="3445137"/>
                </a:lnTo>
                <a:lnTo>
                  <a:pt x="4190806" y="3451239"/>
                </a:lnTo>
                <a:cubicBezTo>
                  <a:pt x="4585972" y="3657169"/>
                  <a:pt x="4979002" y="3835643"/>
                  <a:pt x="5364052" y="3984648"/>
                </a:cubicBezTo>
                <a:close/>
                <a:moveTo>
                  <a:pt x="9608800" y="3884388"/>
                </a:moveTo>
                <a:cubicBezTo>
                  <a:pt x="9536076" y="3983823"/>
                  <a:pt x="9450381" y="4073417"/>
                  <a:pt x="9351875" y="4152929"/>
                </a:cubicBezTo>
                <a:cubicBezTo>
                  <a:pt x="9043970" y="4400188"/>
                  <a:pt x="8615743" y="4542339"/>
                  <a:pt x="8090797" y="4575498"/>
                </a:cubicBezTo>
                <a:lnTo>
                  <a:pt x="7882268" y="4582298"/>
                </a:lnTo>
                <a:lnTo>
                  <a:pt x="7901712" y="4518763"/>
                </a:lnTo>
                <a:lnTo>
                  <a:pt x="8079831" y="4513191"/>
                </a:lnTo>
                <a:cubicBezTo>
                  <a:pt x="8594169" y="4481450"/>
                  <a:pt x="9012463" y="4343367"/>
                  <a:pt x="9312396" y="4104115"/>
                </a:cubicBezTo>
                <a:cubicBezTo>
                  <a:pt x="9833210" y="3687678"/>
                  <a:pt x="9975940" y="2961579"/>
                  <a:pt x="9728440" y="2005146"/>
                </a:cubicBezTo>
                <a:cubicBezTo>
                  <a:pt x="9515863" y="1187524"/>
                  <a:pt x="9597857" y="603289"/>
                  <a:pt x="9972903" y="269224"/>
                </a:cubicBezTo>
                <a:cubicBezTo>
                  <a:pt x="10331247" y="-51113"/>
                  <a:pt x="11482959" y="44225"/>
                  <a:pt x="11782845" y="11428"/>
                </a:cubicBezTo>
                <a:cubicBezTo>
                  <a:pt x="12082731" y="-21369"/>
                  <a:pt x="12067042" y="21852"/>
                  <a:pt x="11772217" y="72445"/>
                </a:cubicBezTo>
                <a:cubicBezTo>
                  <a:pt x="11477393" y="123037"/>
                  <a:pt x="10442092" y="-66367"/>
                  <a:pt x="10013901" y="314987"/>
                </a:cubicBezTo>
                <a:cubicBezTo>
                  <a:pt x="9658594" y="632273"/>
                  <a:pt x="9582673" y="1196676"/>
                  <a:pt x="9787657" y="1989892"/>
                </a:cubicBezTo>
                <a:cubicBezTo>
                  <a:pt x="9918240" y="2494803"/>
                  <a:pt x="9944054" y="2937173"/>
                  <a:pt x="9863577" y="3306325"/>
                </a:cubicBezTo>
                <a:cubicBezTo>
                  <a:pt x="9815179" y="3525603"/>
                  <a:pt x="9730006" y="3718663"/>
                  <a:pt x="9608800" y="3884388"/>
                </a:cubicBezTo>
                <a:close/>
              </a:path>
            </a:pathLst>
          </a:custGeom>
          <a:gradFill>
            <a:gsLst>
              <a:gs pos="100000">
                <a:schemeClr val="accent2">
                  <a:alpha val="100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3" name="Subtitle 2">
            <a:extLst>
              <a:ext uri="{FF2B5EF4-FFF2-40B4-BE49-F238E27FC236}">
                <a16:creationId xmlns:a16="http://schemas.microsoft.com/office/drawing/2014/main" id="{776E779B-9047-50C9-5827-CAAC8867C88D}"/>
              </a:ext>
            </a:extLst>
          </p:cNvPr>
          <p:cNvSpPr>
            <a:spLocks noGrp="1"/>
          </p:cNvSpPr>
          <p:nvPr>
            <p:ph type="subTitle" idx="1"/>
          </p:nvPr>
        </p:nvSpPr>
        <p:spPr>
          <a:xfrm>
            <a:off x="802039" y="3244334"/>
            <a:ext cx="8843967" cy="369332"/>
          </a:xfrm>
        </p:spPr>
        <p:txBody>
          <a:bodyPr vert="horz" wrap="square" lIns="36000" tIns="0" rIns="36000" bIns="0" rtlCol="0" anchor="t">
            <a:spAutoFit/>
          </a:bodyPr>
          <a:lstStyle/>
          <a:p>
            <a:r>
              <a:rPr lang="en-GB" sz="2400" dirty="0">
                <a:latin typeface="Ubuntu"/>
              </a:rPr>
              <a:t>Mar 2026</a:t>
            </a:r>
          </a:p>
        </p:txBody>
      </p:sp>
      <p:sp>
        <p:nvSpPr>
          <p:cNvPr id="5" name="TextBox 4">
            <a:extLst>
              <a:ext uri="{FF2B5EF4-FFF2-40B4-BE49-F238E27FC236}">
                <a16:creationId xmlns:a16="http://schemas.microsoft.com/office/drawing/2014/main" id="{98B14BB9-7BE9-AD2A-6DF9-704604A6F2B8}"/>
              </a:ext>
            </a:extLst>
          </p:cNvPr>
          <p:cNvSpPr txBox="1"/>
          <p:nvPr/>
        </p:nvSpPr>
        <p:spPr>
          <a:xfrm>
            <a:off x="609600" y="2569029"/>
            <a:ext cx="9100457" cy="523220"/>
          </a:xfrm>
          <a:prstGeom prst="rect">
            <a:avLst/>
          </a:prstGeom>
          <a:noFill/>
        </p:spPr>
        <p:txBody>
          <a:bodyPr wrap="square" rtlCol="0">
            <a:spAutoFit/>
          </a:bodyPr>
          <a:lstStyle/>
          <a:p>
            <a:r>
              <a:rPr lang="en-IN" sz="2800" dirty="0">
                <a:solidFill>
                  <a:schemeClr val="bg1"/>
                </a:solidFill>
              </a:rPr>
              <a:t>Beazley – Release 1.0 and Release 1.1</a:t>
            </a:r>
            <a:endParaRPr lang="en-US" sz="2800" dirty="0">
              <a:solidFill>
                <a:schemeClr val="bg1"/>
              </a:solidFill>
            </a:endParaRPr>
          </a:p>
        </p:txBody>
      </p:sp>
    </p:spTree>
    <p:extLst>
      <p:ext uri="{BB962C8B-B14F-4D97-AF65-F5344CB8AC3E}">
        <p14:creationId xmlns:p14="http://schemas.microsoft.com/office/powerpoint/2010/main" val="192374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A0BD5E-66F7-1881-2EEE-768986DFD2AF}"/>
              </a:ext>
            </a:extLst>
          </p:cNvPr>
          <p:cNvSpPr/>
          <p:nvPr/>
        </p:nvSpPr>
        <p:spPr>
          <a:xfrm>
            <a:off x="65316" y="1126460"/>
            <a:ext cx="8425543" cy="564445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p:cNvSpPr txBox="1"/>
          <p:nvPr/>
        </p:nvSpPr>
        <p:spPr>
          <a:xfrm>
            <a:off x="79526" y="55082"/>
            <a:ext cx="4412939" cy="584775"/>
          </a:xfrm>
          <a:prstGeom prst="rect">
            <a:avLst/>
          </a:prstGeom>
          <a:noFill/>
        </p:spPr>
        <p:txBody>
          <a:bodyPr wrap="none">
            <a:spAutoFit/>
          </a:bodyPr>
          <a:lstStyle/>
          <a:p>
            <a:pPr>
              <a:defRPr sz="3200"/>
            </a:pPr>
            <a:r>
              <a:rPr lang="en-IN" dirty="0">
                <a:solidFill>
                  <a:srgbClr val="0070C0"/>
                </a:solidFill>
              </a:rPr>
              <a:t>Beazley </a:t>
            </a:r>
            <a:r>
              <a:rPr dirty="0">
                <a:solidFill>
                  <a:srgbClr val="0070C0"/>
                </a:solidFill>
              </a:rPr>
              <a:t>Team Structure</a:t>
            </a:r>
          </a:p>
        </p:txBody>
      </p:sp>
      <p:sp>
        <p:nvSpPr>
          <p:cNvPr id="5" name="Rectangle 4"/>
          <p:cNvSpPr/>
          <p:nvPr/>
        </p:nvSpPr>
        <p:spPr>
          <a:xfrm>
            <a:off x="5032543" y="190581"/>
            <a:ext cx="3657600" cy="731520"/>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000"/>
            </a:pPr>
            <a:r>
              <a:rPr lang="en-IN" dirty="0"/>
              <a:t>Ananda Arasu Ponnaiah (Account Executive)</a:t>
            </a:r>
          </a:p>
        </p:txBody>
      </p:sp>
      <p:sp>
        <p:nvSpPr>
          <p:cNvPr id="6" name="Rectangle 5"/>
          <p:cNvSpPr/>
          <p:nvPr/>
        </p:nvSpPr>
        <p:spPr>
          <a:xfrm>
            <a:off x="6336436" y="2603945"/>
            <a:ext cx="1872000" cy="576000"/>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rPr lang="en-US" dirty="0"/>
              <a:t>Sridhar </a:t>
            </a:r>
          </a:p>
          <a:p>
            <a:pPr algn="ctr">
              <a:defRPr sz="1800"/>
            </a:pPr>
            <a:r>
              <a:rPr lang="en-US" dirty="0"/>
              <a:t>(QA Manager)</a:t>
            </a:r>
            <a:endParaRPr dirty="0"/>
          </a:p>
        </p:txBody>
      </p:sp>
      <p:sp>
        <p:nvSpPr>
          <p:cNvPr id="7" name="Rectangle 6"/>
          <p:cNvSpPr/>
          <p:nvPr/>
        </p:nvSpPr>
        <p:spPr>
          <a:xfrm>
            <a:off x="3260272" y="1344763"/>
            <a:ext cx="2035629" cy="576000"/>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rPr lang="en-IN" dirty="0"/>
              <a:t>Radhakrishnan </a:t>
            </a:r>
          </a:p>
          <a:p>
            <a:pPr algn="ctr">
              <a:defRPr sz="1800"/>
            </a:pPr>
            <a:r>
              <a:rPr lang="en-IN" dirty="0"/>
              <a:t>(Delivery Lead)</a:t>
            </a:r>
            <a:endParaRPr dirty="0"/>
          </a:p>
        </p:txBody>
      </p:sp>
      <p:sp>
        <p:nvSpPr>
          <p:cNvPr id="11" name="TextBox 10">
            <a:extLst>
              <a:ext uri="{FF2B5EF4-FFF2-40B4-BE49-F238E27FC236}">
                <a16:creationId xmlns:a16="http://schemas.microsoft.com/office/drawing/2014/main" id="{221FD7A4-F85D-08DD-84F9-A0E64663C75A}"/>
              </a:ext>
            </a:extLst>
          </p:cNvPr>
          <p:cNvSpPr txBox="1"/>
          <p:nvPr/>
        </p:nvSpPr>
        <p:spPr>
          <a:xfrm>
            <a:off x="77629" y="736515"/>
            <a:ext cx="1968879" cy="373830"/>
          </a:xfrm>
          <a:prstGeom prst="rect">
            <a:avLst/>
          </a:prstGeom>
          <a:noFill/>
          <a:ln>
            <a:solidFill>
              <a:schemeClr val="accent1">
                <a:shade val="15000"/>
              </a:schemeClr>
            </a:solidFill>
          </a:ln>
        </p:spPr>
        <p:txBody>
          <a:bodyPr wrap="square" rtlCol="0">
            <a:spAutoFit/>
          </a:bodyPr>
          <a:lstStyle/>
          <a:p>
            <a:r>
              <a:rPr lang="en-IN" dirty="0"/>
              <a:t>Offshore Team</a:t>
            </a:r>
            <a:endParaRPr lang="en-US" dirty="0"/>
          </a:p>
        </p:txBody>
      </p:sp>
      <p:sp>
        <p:nvSpPr>
          <p:cNvPr id="12" name="Rectangle 11">
            <a:extLst>
              <a:ext uri="{FF2B5EF4-FFF2-40B4-BE49-F238E27FC236}">
                <a16:creationId xmlns:a16="http://schemas.microsoft.com/office/drawing/2014/main" id="{B972DA18-9510-8281-0DBA-79632A5F9C53}"/>
              </a:ext>
            </a:extLst>
          </p:cNvPr>
          <p:cNvSpPr/>
          <p:nvPr/>
        </p:nvSpPr>
        <p:spPr>
          <a:xfrm>
            <a:off x="147619" y="1325617"/>
            <a:ext cx="1872000" cy="576000"/>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rPr lang="en-US" dirty="0"/>
              <a:t>Ramesh                  ( Tech Lead )</a:t>
            </a:r>
            <a:endParaRPr dirty="0"/>
          </a:p>
        </p:txBody>
      </p:sp>
      <p:sp>
        <p:nvSpPr>
          <p:cNvPr id="17" name="Rectangle 16">
            <a:extLst>
              <a:ext uri="{FF2B5EF4-FFF2-40B4-BE49-F238E27FC236}">
                <a16:creationId xmlns:a16="http://schemas.microsoft.com/office/drawing/2014/main" id="{95503909-D521-C54B-2085-73030469C4E5}"/>
              </a:ext>
            </a:extLst>
          </p:cNvPr>
          <p:cNvSpPr/>
          <p:nvPr/>
        </p:nvSpPr>
        <p:spPr>
          <a:xfrm>
            <a:off x="119438" y="2634338"/>
            <a:ext cx="1872000" cy="576000"/>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rPr lang="en-US" dirty="0"/>
              <a:t>     Manju</a:t>
            </a:r>
          </a:p>
          <a:p>
            <a:pPr algn="ctr">
              <a:defRPr sz="1800"/>
            </a:pPr>
            <a:r>
              <a:rPr lang="en-US" dirty="0"/>
              <a:t> (PC Lead)</a:t>
            </a:r>
            <a:endParaRPr dirty="0"/>
          </a:p>
        </p:txBody>
      </p:sp>
      <p:sp>
        <p:nvSpPr>
          <p:cNvPr id="18" name="Rectangle 17">
            <a:extLst>
              <a:ext uri="{FF2B5EF4-FFF2-40B4-BE49-F238E27FC236}">
                <a16:creationId xmlns:a16="http://schemas.microsoft.com/office/drawing/2014/main" id="{21A82346-5574-84F5-E876-D1C5D53661DC}"/>
              </a:ext>
            </a:extLst>
          </p:cNvPr>
          <p:cNvSpPr/>
          <p:nvPr/>
        </p:nvSpPr>
        <p:spPr>
          <a:xfrm>
            <a:off x="4308182" y="2603943"/>
            <a:ext cx="1872000" cy="576000"/>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rPr lang="en-US" dirty="0"/>
              <a:t>Ravi  Tiwari </a:t>
            </a:r>
          </a:p>
          <a:p>
            <a:pPr algn="ctr">
              <a:defRPr sz="1800"/>
            </a:pPr>
            <a:r>
              <a:rPr lang="en-US" dirty="0"/>
              <a:t>(BC  Lead)</a:t>
            </a:r>
            <a:endParaRPr dirty="0"/>
          </a:p>
        </p:txBody>
      </p:sp>
      <p:sp>
        <p:nvSpPr>
          <p:cNvPr id="19" name="Rectangle 18">
            <a:extLst>
              <a:ext uri="{FF2B5EF4-FFF2-40B4-BE49-F238E27FC236}">
                <a16:creationId xmlns:a16="http://schemas.microsoft.com/office/drawing/2014/main" id="{3171A260-1919-60F8-B386-E265E66ABEAD}"/>
              </a:ext>
            </a:extLst>
          </p:cNvPr>
          <p:cNvSpPr/>
          <p:nvPr/>
        </p:nvSpPr>
        <p:spPr>
          <a:xfrm>
            <a:off x="2203726" y="2612566"/>
            <a:ext cx="1872000" cy="576000"/>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rPr lang="en-US" dirty="0"/>
              <a:t>Gourab</a:t>
            </a:r>
          </a:p>
          <a:p>
            <a:pPr algn="ctr">
              <a:defRPr sz="1800"/>
            </a:pPr>
            <a:r>
              <a:rPr lang="en-US" dirty="0"/>
              <a:t> (Integ Lead)</a:t>
            </a:r>
          </a:p>
        </p:txBody>
      </p:sp>
      <p:sp>
        <p:nvSpPr>
          <p:cNvPr id="54" name="Rectangle 53">
            <a:extLst>
              <a:ext uri="{FF2B5EF4-FFF2-40B4-BE49-F238E27FC236}">
                <a16:creationId xmlns:a16="http://schemas.microsoft.com/office/drawing/2014/main" id="{068494DB-CBE7-5548-F230-09BD5E0D4DA6}"/>
              </a:ext>
            </a:extLst>
          </p:cNvPr>
          <p:cNvSpPr/>
          <p:nvPr/>
        </p:nvSpPr>
        <p:spPr>
          <a:xfrm>
            <a:off x="119439" y="3438566"/>
            <a:ext cx="1948841" cy="303285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defRPr sz="1800"/>
            </a:pPr>
            <a:r>
              <a:rPr lang="en-US" dirty="0"/>
              <a:t>1.  Nikitha</a:t>
            </a:r>
          </a:p>
          <a:p>
            <a:pPr>
              <a:defRPr sz="1800"/>
            </a:pPr>
            <a:r>
              <a:rPr lang="en-US" dirty="0"/>
              <a:t>2.  Sujata</a:t>
            </a:r>
          </a:p>
          <a:p>
            <a:pPr>
              <a:defRPr sz="1800"/>
            </a:pPr>
            <a:r>
              <a:rPr lang="en-US" dirty="0"/>
              <a:t>3. Vinith</a:t>
            </a:r>
          </a:p>
          <a:p>
            <a:pPr>
              <a:defRPr sz="1800"/>
            </a:pPr>
            <a:r>
              <a:rPr lang="en-US" dirty="0"/>
              <a:t>4.  Tarinee</a:t>
            </a:r>
          </a:p>
          <a:p>
            <a:pPr>
              <a:defRPr sz="1800"/>
            </a:pPr>
            <a:r>
              <a:rPr lang="en-US" dirty="0"/>
              <a:t>5.  Sanjeev</a:t>
            </a:r>
          </a:p>
          <a:p>
            <a:pPr>
              <a:defRPr sz="1800"/>
            </a:pPr>
            <a:r>
              <a:rPr lang="en-US" dirty="0"/>
              <a:t>6.  Mugunthan</a:t>
            </a:r>
          </a:p>
          <a:p>
            <a:pPr>
              <a:defRPr sz="1800"/>
            </a:pPr>
            <a:r>
              <a:rPr lang="en-US" dirty="0"/>
              <a:t>7.  Harini S</a:t>
            </a:r>
          </a:p>
          <a:p>
            <a:pPr>
              <a:defRPr sz="1800"/>
            </a:pPr>
            <a:r>
              <a:rPr lang="en-US" dirty="0"/>
              <a:t>8.  Loakash K</a:t>
            </a:r>
          </a:p>
          <a:p>
            <a:pPr marL="342900" indent="-342900">
              <a:buAutoNum type="arabicPeriod" startAt="9"/>
              <a:defRPr sz="1800"/>
            </a:pPr>
            <a:r>
              <a:rPr lang="en-US" dirty="0"/>
              <a:t>Basudev(UK)</a:t>
            </a:r>
          </a:p>
          <a:p>
            <a:pPr>
              <a:defRPr sz="1800"/>
            </a:pPr>
            <a:r>
              <a:rPr lang="en-US" dirty="0"/>
              <a:t>10.  Mallika (UK)</a:t>
            </a:r>
          </a:p>
          <a:p>
            <a:pPr>
              <a:defRPr sz="1800"/>
            </a:pPr>
            <a:r>
              <a:rPr lang="en-US" dirty="0"/>
              <a:t>11.  Abhipsa (UK)</a:t>
            </a:r>
            <a:endParaRPr dirty="0"/>
          </a:p>
        </p:txBody>
      </p:sp>
      <p:sp>
        <p:nvSpPr>
          <p:cNvPr id="55" name="Rectangle 54">
            <a:extLst>
              <a:ext uri="{FF2B5EF4-FFF2-40B4-BE49-F238E27FC236}">
                <a16:creationId xmlns:a16="http://schemas.microsoft.com/office/drawing/2014/main" id="{E219736B-3F7C-0C83-6DDE-81FB3EA8E4B3}"/>
              </a:ext>
            </a:extLst>
          </p:cNvPr>
          <p:cNvSpPr/>
          <p:nvPr/>
        </p:nvSpPr>
        <p:spPr>
          <a:xfrm>
            <a:off x="2186292" y="3438566"/>
            <a:ext cx="1948841" cy="119874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defRPr sz="1800"/>
            </a:pPr>
            <a:r>
              <a:rPr lang="en-US" dirty="0"/>
              <a:t>1. Ravi P</a:t>
            </a:r>
          </a:p>
          <a:p>
            <a:pPr>
              <a:defRPr sz="1800"/>
            </a:pPr>
            <a:r>
              <a:rPr lang="en-US" dirty="0"/>
              <a:t>2. Yaswanth</a:t>
            </a:r>
          </a:p>
          <a:p>
            <a:pPr>
              <a:defRPr sz="1800"/>
            </a:pPr>
            <a:r>
              <a:rPr lang="en-US" dirty="0"/>
              <a:t>3.  Kalyan</a:t>
            </a:r>
          </a:p>
          <a:p>
            <a:pPr>
              <a:defRPr sz="1800"/>
            </a:pPr>
            <a:r>
              <a:rPr lang="en-US" dirty="0"/>
              <a:t>4.  Vaibhav</a:t>
            </a:r>
            <a:endParaRPr dirty="0"/>
          </a:p>
        </p:txBody>
      </p:sp>
      <p:sp>
        <p:nvSpPr>
          <p:cNvPr id="56" name="Rectangle 55">
            <a:extLst>
              <a:ext uri="{FF2B5EF4-FFF2-40B4-BE49-F238E27FC236}">
                <a16:creationId xmlns:a16="http://schemas.microsoft.com/office/drawing/2014/main" id="{9777B8E1-79DC-372E-F99E-10A90EE69334}"/>
              </a:ext>
            </a:extLst>
          </p:cNvPr>
          <p:cNvSpPr/>
          <p:nvPr/>
        </p:nvSpPr>
        <p:spPr>
          <a:xfrm>
            <a:off x="4325296" y="3438565"/>
            <a:ext cx="1821440" cy="119874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defRPr sz="1800"/>
            </a:pPr>
            <a:r>
              <a:rPr lang="en-US" dirty="0"/>
              <a:t>1</a:t>
            </a:r>
            <a:r>
              <a:rPr lang="en-US" sz="1600" dirty="0"/>
              <a:t>.   </a:t>
            </a:r>
            <a:r>
              <a:rPr lang="en-US" sz="1700" dirty="0"/>
              <a:t>Sandhya</a:t>
            </a:r>
          </a:p>
          <a:p>
            <a:pPr marL="342900" indent="-342900">
              <a:buAutoNum type="arabicPeriod" startAt="2"/>
              <a:defRPr sz="1800"/>
            </a:pPr>
            <a:r>
              <a:rPr lang="en-US" sz="1700" dirty="0" err="1"/>
              <a:t>Lokireddy</a:t>
            </a:r>
            <a:endParaRPr lang="en-US" sz="1700" dirty="0"/>
          </a:p>
          <a:p>
            <a:pPr marL="342900" indent="-342900">
              <a:buAutoNum type="arabicPeriod" startAt="2"/>
              <a:defRPr sz="1800"/>
            </a:pPr>
            <a:r>
              <a:rPr lang="en-US" sz="1700" dirty="0"/>
              <a:t>Kesari( UK)</a:t>
            </a:r>
          </a:p>
          <a:p>
            <a:pPr>
              <a:defRPr sz="1800"/>
            </a:pPr>
            <a:r>
              <a:rPr lang="en-US" sz="1700" dirty="0"/>
              <a:t>4.   Anantha(BA)</a:t>
            </a:r>
          </a:p>
        </p:txBody>
      </p:sp>
      <p:sp>
        <p:nvSpPr>
          <p:cNvPr id="57" name="Rectangle 56">
            <a:extLst>
              <a:ext uri="{FF2B5EF4-FFF2-40B4-BE49-F238E27FC236}">
                <a16:creationId xmlns:a16="http://schemas.microsoft.com/office/drawing/2014/main" id="{CB0F8191-1F48-57D6-17F6-6D7B9177B66F}"/>
              </a:ext>
            </a:extLst>
          </p:cNvPr>
          <p:cNvSpPr/>
          <p:nvPr/>
        </p:nvSpPr>
        <p:spPr>
          <a:xfrm>
            <a:off x="6336436" y="3438564"/>
            <a:ext cx="1948841" cy="2126661"/>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defRPr sz="1800"/>
            </a:pPr>
            <a:r>
              <a:rPr lang="en-US" dirty="0"/>
              <a:t>1. Komala (PC )</a:t>
            </a:r>
          </a:p>
          <a:p>
            <a:pPr>
              <a:defRPr sz="1800"/>
            </a:pPr>
            <a:r>
              <a:rPr lang="en-US" dirty="0"/>
              <a:t>2. Anchal (BC)</a:t>
            </a:r>
          </a:p>
          <a:p>
            <a:pPr>
              <a:defRPr sz="1800"/>
            </a:pPr>
            <a:r>
              <a:rPr lang="en-US" dirty="0"/>
              <a:t>3. Divya S (Integ)</a:t>
            </a:r>
          </a:p>
          <a:p>
            <a:pPr>
              <a:defRPr sz="1800"/>
            </a:pPr>
            <a:r>
              <a:rPr lang="en-US" dirty="0"/>
              <a:t>4. </a:t>
            </a:r>
            <a:r>
              <a:rPr lang="it-IT" dirty="0"/>
              <a:t>Karuna (E2E/UAT)</a:t>
            </a:r>
            <a:endParaRPr lang="en-US" dirty="0"/>
          </a:p>
          <a:p>
            <a:pPr>
              <a:defRPr sz="1800"/>
            </a:pPr>
            <a:r>
              <a:rPr lang="en-US" dirty="0"/>
              <a:t>5. Ravindher (Automation) </a:t>
            </a:r>
            <a:endParaRPr dirty="0"/>
          </a:p>
        </p:txBody>
      </p:sp>
      <p:sp>
        <p:nvSpPr>
          <p:cNvPr id="58" name="Rectangle 57">
            <a:extLst>
              <a:ext uri="{FF2B5EF4-FFF2-40B4-BE49-F238E27FC236}">
                <a16:creationId xmlns:a16="http://schemas.microsoft.com/office/drawing/2014/main" id="{131E861C-64E4-CEE6-88C0-C3A4F24393D4}"/>
              </a:ext>
            </a:extLst>
          </p:cNvPr>
          <p:cNvSpPr/>
          <p:nvPr/>
        </p:nvSpPr>
        <p:spPr>
          <a:xfrm>
            <a:off x="8751815" y="1133897"/>
            <a:ext cx="2808814" cy="564445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id="{955CE409-9785-2BF2-9B41-D498C573F1BB}"/>
              </a:ext>
            </a:extLst>
          </p:cNvPr>
          <p:cNvSpPr/>
          <p:nvPr/>
        </p:nvSpPr>
        <p:spPr>
          <a:xfrm>
            <a:off x="9013371" y="1325617"/>
            <a:ext cx="2351314" cy="576000"/>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rPr lang="en-US" dirty="0"/>
              <a:t> Sarah                 </a:t>
            </a:r>
            <a:r>
              <a:rPr lang="en-IN" dirty="0"/>
              <a:t>(Delivery Lead)</a:t>
            </a:r>
            <a:endParaRPr lang="en-US" dirty="0"/>
          </a:p>
        </p:txBody>
      </p:sp>
      <p:sp>
        <p:nvSpPr>
          <p:cNvPr id="66" name="TextBox 65">
            <a:extLst>
              <a:ext uri="{FF2B5EF4-FFF2-40B4-BE49-F238E27FC236}">
                <a16:creationId xmlns:a16="http://schemas.microsoft.com/office/drawing/2014/main" id="{2818333B-6E1C-64BA-1860-C5D3BF48482A}"/>
              </a:ext>
            </a:extLst>
          </p:cNvPr>
          <p:cNvSpPr txBox="1"/>
          <p:nvPr/>
        </p:nvSpPr>
        <p:spPr>
          <a:xfrm>
            <a:off x="8764416" y="747397"/>
            <a:ext cx="1968879" cy="373830"/>
          </a:xfrm>
          <a:prstGeom prst="rect">
            <a:avLst/>
          </a:prstGeom>
          <a:noFill/>
          <a:ln>
            <a:solidFill>
              <a:schemeClr val="accent1">
                <a:shade val="15000"/>
              </a:schemeClr>
            </a:solidFill>
          </a:ln>
        </p:spPr>
        <p:txBody>
          <a:bodyPr wrap="square" rtlCol="0">
            <a:spAutoFit/>
          </a:bodyPr>
          <a:lstStyle/>
          <a:p>
            <a:r>
              <a:rPr lang="en-IN" dirty="0"/>
              <a:t>Onshore Team</a:t>
            </a:r>
            <a:endParaRPr lang="en-US" dirty="0"/>
          </a:p>
        </p:txBody>
      </p:sp>
      <p:sp>
        <p:nvSpPr>
          <p:cNvPr id="68" name="Rectangle 67">
            <a:extLst>
              <a:ext uri="{FF2B5EF4-FFF2-40B4-BE49-F238E27FC236}">
                <a16:creationId xmlns:a16="http://schemas.microsoft.com/office/drawing/2014/main" id="{7897C97D-D1FA-D894-371E-BA3855FBD0FA}"/>
              </a:ext>
            </a:extLst>
          </p:cNvPr>
          <p:cNvSpPr/>
          <p:nvPr/>
        </p:nvSpPr>
        <p:spPr>
          <a:xfrm>
            <a:off x="9013371" y="2538629"/>
            <a:ext cx="2351314" cy="232728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marL="342900" indent="-342900">
              <a:buAutoNum type="arabicPeriod"/>
              <a:defRPr sz="1800"/>
            </a:pPr>
            <a:r>
              <a:rPr lang="en-US" dirty="0"/>
              <a:t>Vamshi (PC)</a:t>
            </a:r>
          </a:p>
          <a:p>
            <a:pPr marL="342900" indent="-342900">
              <a:buAutoNum type="arabicPeriod"/>
              <a:defRPr sz="1800"/>
            </a:pPr>
            <a:r>
              <a:rPr lang="en-US" dirty="0"/>
              <a:t>Ninad (QA)</a:t>
            </a:r>
          </a:p>
          <a:p>
            <a:pPr>
              <a:defRPr sz="1800"/>
            </a:pPr>
            <a:r>
              <a:rPr lang="en-US" dirty="0"/>
              <a:t>3.  Balaji(BC)</a:t>
            </a:r>
          </a:p>
          <a:p>
            <a:pPr marL="342900" indent="-342900">
              <a:buAutoNum type="arabicPeriod" startAt="4"/>
              <a:defRPr sz="1800"/>
            </a:pPr>
            <a:r>
              <a:rPr lang="en-US" dirty="0"/>
              <a:t>Sahersh(Intg)</a:t>
            </a:r>
          </a:p>
          <a:p>
            <a:pPr marL="342900" indent="-342900">
              <a:buAutoNum type="arabicPeriod" startAt="4"/>
              <a:defRPr sz="1800"/>
            </a:pPr>
            <a:r>
              <a:rPr lang="en-US" dirty="0"/>
              <a:t>Sherezad (PC- BA)</a:t>
            </a:r>
          </a:p>
          <a:p>
            <a:pPr marL="342900" indent="-342900">
              <a:buAutoNum type="arabicPeriod" startAt="4"/>
              <a:defRPr sz="1800"/>
            </a:pPr>
            <a:r>
              <a:rPr lang="en-IN" dirty="0"/>
              <a:t>Rupesh(BC – BA)</a:t>
            </a:r>
          </a:p>
          <a:p>
            <a:pPr marL="342900" indent="-342900">
              <a:buAutoNum type="arabicPeriod" startAt="4"/>
              <a:defRPr sz="1800"/>
            </a:pPr>
            <a:r>
              <a:rPr lang="en-IN" dirty="0"/>
              <a:t>Peter</a:t>
            </a:r>
            <a:endParaRPr dirty="0"/>
          </a:p>
        </p:txBody>
      </p:sp>
      <p:cxnSp>
        <p:nvCxnSpPr>
          <p:cNvPr id="72" name="Straight Arrow Connector 71">
            <a:extLst>
              <a:ext uri="{FF2B5EF4-FFF2-40B4-BE49-F238E27FC236}">
                <a16:creationId xmlns:a16="http://schemas.microsoft.com/office/drawing/2014/main" id="{8826ED0A-D493-3DB5-FB32-AEC1E70DC85E}"/>
              </a:ext>
            </a:extLst>
          </p:cNvPr>
          <p:cNvCxnSpPr>
            <a:cxnSpLocks/>
          </p:cNvCxnSpPr>
          <p:nvPr/>
        </p:nvCxnSpPr>
        <p:spPr>
          <a:xfrm>
            <a:off x="2019619" y="1590851"/>
            <a:ext cx="1240653" cy="19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24B8C814-4716-773B-D427-08269000C90B}"/>
              </a:ext>
            </a:extLst>
          </p:cNvPr>
          <p:cNvCxnSpPr>
            <a:stCxn id="17" idx="0"/>
            <a:endCxn id="7" idx="2"/>
          </p:cNvCxnSpPr>
          <p:nvPr/>
        </p:nvCxnSpPr>
        <p:spPr>
          <a:xfrm rot="5400000" flipH="1" flipV="1">
            <a:off x="2309975" y="666227"/>
            <a:ext cx="713575" cy="322264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008616E0-B0D4-58AD-58E6-D2B2B13EB4BD}"/>
              </a:ext>
            </a:extLst>
          </p:cNvPr>
          <p:cNvCxnSpPr>
            <a:stCxn id="19" idx="0"/>
          </p:cNvCxnSpPr>
          <p:nvPr/>
        </p:nvCxnSpPr>
        <p:spPr>
          <a:xfrm flipH="1" flipV="1">
            <a:off x="3124200" y="2242457"/>
            <a:ext cx="15526" cy="370109"/>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Connector: Elbow 83">
            <a:extLst>
              <a:ext uri="{FF2B5EF4-FFF2-40B4-BE49-F238E27FC236}">
                <a16:creationId xmlns:a16="http://schemas.microsoft.com/office/drawing/2014/main" id="{48939331-1C9F-3F8D-2D5F-D5DCCCCC7C6A}"/>
              </a:ext>
            </a:extLst>
          </p:cNvPr>
          <p:cNvCxnSpPr>
            <a:cxnSpLocks/>
          </p:cNvCxnSpPr>
          <p:nvPr/>
        </p:nvCxnSpPr>
        <p:spPr>
          <a:xfrm rot="16200000" flipV="1">
            <a:off x="4580391" y="1972809"/>
            <a:ext cx="361486" cy="966095"/>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1EC4AA6B-1162-9A45-BC1F-3042529A2CE8}"/>
              </a:ext>
            </a:extLst>
          </p:cNvPr>
          <p:cNvCxnSpPr>
            <a:stCxn id="6" idx="0"/>
          </p:cNvCxnSpPr>
          <p:nvPr/>
        </p:nvCxnSpPr>
        <p:spPr>
          <a:xfrm rot="16200000" flipV="1">
            <a:off x="6089810" y="1421319"/>
            <a:ext cx="328832" cy="2036420"/>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83BDD785-1331-3BB4-72FF-B8630FCA2234}"/>
              </a:ext>
            </a:extLst>
          </p:cNvPr>
          <p:cNvCxnSpPr>
            <a:cxnSpLocks/>
            <a:stCxn id="7" idx="3"/>
            <a:endCxn id="63" idx="1"/>
          </p:cNvCxnSpPr>
          <p:nvPr/>
        </p:nvCxnSpPr>
        <p:spPr>
          <a:xfrm flipV="1">
            <a:off x="5295901" y="1613617"/>
            <a:ext cx="3717470" cy="1914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21C0CD4A-8DF8-7B5C-6C2E-6D14DBAA3B58}"/>
              </a:ext>
            </a:extLst>
          </p:cNvPr>
          <p:cNvCxnSpPr>
            <a:cxnSpLocks/>
            <a:stCxn id="68" idx="0"/>
            <a:endCxn id="63" idx="2"/>
          </p:cNvCxnSpPr>
          <p:nvPr/>
        </p:nvCxnSpPr>
        <p:spPr>
          <a:xfrm flipV="1">
            <a:off x="10189028" y="1901617"/>
            <a:ext cx="0" cy="6370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0EBD0F4A-3233-016F-91C4-0ABA7567A441}"/>
              </a:ext>
            </a:extLst>
          </p:cNvPr>
          <p:cNvCxnSpPr/>
          <p:nvPr/>
        </p:nvCxnSpPr>
        <p:spPr>
          <a:xfrm flipV="1">
            <a:off x="6868886" y="922101"/>
            <a:ext cx="0" cy="7106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67E47-6B51-9D7E-84FD-2091BAAA547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E230252-9D44-7486-0222-447C3EAB2424}"/>
              </a:ext>
            </a:extLst>
          </p:cNvPr>
          <p:cNvSpPr/>
          <p:nvPr/>
        </p:nvSpPr>
        <p:spPr>
          <a:xfrm>
            <a:off x="65316" y="1126461"/>
            <a:ext cx="10842170" cy="543762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FFFEE686-D9D1-B098-DE17-77380B820D6B}"/>
              </a:ext>
            </a:extLst>
          </p:cNvPr>
          <p:cNvSpPr txBox="1"/>
          <p:nvPr/>
        </p:nvSpPr>
        <p:spPr>
          <a:xfrm>
            <a:off x="79526" y="55082"/>
            <a:ext cx="5293437" cy="584775"/>
          </a:xfrm>
          <a:prstGeom prst="rect">
            <a:avLst/>
          </a:prstGeom>
          <a:noFill/>
        </p:spPr>
        <p:txBody>
          <a:bodyPr wrap="none">
            <a:spAutoFit/>
          </a:bodyPr>
          <a:lstStyle/>
          <a:p>
            <a:pPr>
              <a:defRPr sz="3200"/>
            </a:pPr>
            <a:r>
              <a:rPr lang="en-IN" dirty="0">
                <a:solidFill>
                  <a:srgbClr val="0070C0"/>
                </a:solidFill>
              </a:rPr>
              <a:t>Beazley QA </a:t>
            </a:r>
            <a:r>
              <a:rPr dirty="0">
                <a:solidFill>
                  <a:srgbClr val="0070C0"/>
                </a:solidFill>
              </a:rPr>
              <a:t>Team Structure</a:t>
            </a:r>
          </a:p>
        </p:txBody>
      </p:sp>
      <p:sp>
        <p:nvSpPr>
          <p:cNvPr id="6" name="Rectangle 5">
            <a:extLst>
              <a:ext uri="{FF2B5EF4-FFF2-40B4-BE49-F238E27FC236}">
                <a16:creationId xmlns:a16="http://schemas.microsoft.com/office/drawing/2014/main" id="{4198CB01-8DD0-BD2D-99BF-5F5C08C7FE70}"/>
              </a:ext>
            </a:extLst>
          </p:cNvPr>
          <p:cNvSpPr/>
          <p:nvPr/>
        </p:nvSpPr>
        <p:spPr>
          <a:xfrm>
            <a:off x="6336435" y="2603945"/>
            <a:ext cx="1872001" cy="576000"/>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rPr lang="en-US" dirty="0"/>
              <a:t>Karuna</a:t>
            </a:r>
          </a:p>
          <a:p>
            <a:pPr algn="ctr">
              <a:defRPr sz="1800"/>
            </a:pPr>
            <a:r>
              <a:rPr lang="en-US" dirty="0"/>
              <a:t>(E2E/UAT)</a:t>
            </a:r>
            <a:endParaRPr dirty="0"/>
          </a:p>
        </p:txBody>
      </p:sp>
      <p:sp>
        <p:nvSpPr>
          <p:cNvPr id="7" name="Rectangle 6">
            <a:extLst>
              <a:ext uri="{FF2B5EF4-FFF2-40B4-BE49-F238E27FC236}">
                <a16:creationId xmlns:a16="http://schemas.microsoft.com/office/drawing/2014/main" id="{222DA213-4DB9-38BC-43A0-2EC4D72EAC7B}"/>
              </a:ext>
            </a:extLst>
          </p:cNvPr>
          <p:cNvSpPr/>
          <p:nvPr/>
        </p:nvSpPr>
        <p:spPr>
          <a:xfrm>
            <a:off x="4226367" y="1281801"/>
            <a:ext cx="2035629" cy="576000"/>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rPr lang="en-IN" dirty="0"/>
              <a:t>Sridhar </a:t>
            </a:r>
          </a:p>
          <a:p>
            <a:pPr algn="ctr">
              <a:defRPr sz="1800"/>
            </a:pPr>
            <a:r>
              <a:rPr lang="en-IN" dirty="0"/>
              <a:t>(QA Manager)</a:t>
            </a:r>
            <a:endParaRPr dirty="0"/>
          </a:p>
        </p:txBody>
      </p:sp>
      <p:sp>
        <p:nvSpPr>
          <p:cNvPr id="11" name="TextBox 10">
            <a:extLst>
              <a:ext uri="{FF2B5EF4-FFF2-40B4-BE49-F238E27FC236}">
                <a16:creationId xmlns:a16="http://schemas.microsoft.com/office/drawing/2014/main" id="{025F435E-7A36-AB22-57F5-1A2D66A657EE}"/>
              </a:ext>
            </a:extLst>
          </p:cNvPr>
          <p:cNvSpPr txBox="1"/>
          <p:nvPr/>
        </p:nvSpPr>
        <p:spPr>
          <a:xfrm>
            <a:off x="77629" y="736515"/>
            <a:ext cx="2262800" cy="369332"/>
          </a:xfrm>
          <a:prstGeom prst="rect">
            <a:avLst/>
          </a:prstGeom>
          <a:noFill/>
          <a:ln>
            <a:solidFill>
              <a:schemeClr val="accent1">
                <a:shade val="15000"/>
              </a:schemeClr>
            </a:solidFill>
          </a:ln>
        </p:spPr>
        <p:txBody>
          <a:bodyPr wrap="square" rtlCol="0">
            <a:spAutoFit/>
          </a:bodyPr>
          <a:lstStyle/>
          <a:p>
            <a:r>
              <a:rPr lang="en-IN" dirty="0"/>
              <a:t>Off/Onshore Team</a:t>
            </a:r>
            <a:endParaRPr lang="en-US" dirty="0"/>
          </a:p>
        </p:txBody>
      </p:sp>
      <p:sp>
        <p:nvSpPr>
          <p:cNvPr id="17" name="Rectangle 16">
            <a:extLst>
              <a:ext uri="{FF2B5EF4-FFF2-40B4-BE49-F238E27FC236}">
                <a16:creationId xmlns:a16="http://schemas.microsoft.com/office/drawing/2014/main" id="{DA36F950-7881-D482-9D6D-00AB7B51BA6B}"/>
              </a:ext>
            </a:extLst>
          </p:cNvPr>
          <p:cNvSpPr/>
          <p:nvPr/>
        </p:nvSpPr>
        <p:spPr>
          <a:xfrm>
            <a:off x="119438" y="2634338"/>
            <a:ext cx="1872000" cy="576000"/>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rPr lang="en-US" dirty="0"/>
              <a:t>     Komala</a:t>
            </a:r>
          </a:p>
          <a:p>
            <a:pPr algn="ctr">
              <a:defRPr sz="1800"/>
            </a:pPr>
            <a:r>
              <a:rPr lang="en-US" dirty="0"/>
              <a:t> (PC)</a:t>
            </a:r>
            <a:endParaRPr dirty="0"/>
          </a:p>
        </p:txBody>
      </p:sp>
      <p:sp>
        <p:nvSpPr>
          <p:cNvPr id="18" name="Rectangle 17">
            <a:extLst>
              <a:ext uri="{FF2B5EF4-FFF2-40B4-BE49-F238E27FC236}">
                <a16:creationId xmlns:a16="http://schemas.microsoft.com/office/drawing/2014/main" id="{6252ECB8-5D6A-3316-4ABF-6ED9EA996949}"/>
              </a:ext>
            </a:extLst>
          </p:cNvPr>
          <p:cNvSpPr/>
          <p:nvPr/>
        </p:nvSpPr>
        <p:spPr>
          <a:xfrm>
            <a:off x="4308182" y="2603943"/>
            <a:ext cx="1872000" cy="576000"/>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rPr lang="en-US" dirty="0"/>
              <a:t>Divya</a:t>
            </a:r>
          </a:p>
          <a:p>
            <a:pPr algn="ctr">
              <a:defRPr sz="1800"/>
            </a:pPr>
            <a:r>
              <a:rPr lang="en-US" dirty="0"/>
              <a:t>(Intg)</a:t>
            </a:r>
            <a:endParaRPr dirty="0"/>
          </a:p>
        </p:txBody>
      </p:sp>
      <p:sp>
        <p:nvSpPr>
          <p:cNvPr id="19" name="Rectangle 18">
            <a:extLst>
              <a:ext uri="{FF2B5EF4-FFF2-40B4-BE49-F238E27FC236}">
                <a16:creationId xmlns:a16="http://schemas.microsoft.com/office/drawing/2014/main" id="{723EFEAF-1CD1-A26F-C668-14FFED8E34E1}"/>
              </a:ext>
            </a:extLst>
          </p:cNvPr>
          <p:cNvSpPr/>
          <p:nvPr/>
        </p:nvSpPr>
        <p:spPr>
          <a:xfrm>
            <a:off x="2203726" y="2612566"/>
            <a:ext cx="1872000" cy="576000"/>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rPr lang="en-US" dirty="0"/>
              <a:t>Anchal</a:t>
            </a:r>
          </a:p>
          <a:p>
            <a:pPr algn="ctr">
              <a:defRPr sz="1800"/>
            </a:pPr>
            <a:r>
              <a:rPr lang="en-US" dirty="0"/>
              <a:t> (BC)</a:t>
            </a:r>
          </a:p>
        </p:txBody>
      </p:sp>
      <p:sp>
        <p:nvSpPr>
          <p:cNvPr id="54" name="Rectangle 53">
            <a:extLst>
              <a:ext uri="{FF2B5EF4-FFF2-40B4-BE49-F238E27FC236}">
                <a16:creationId xmlns:a16="http://schemas.microsoft.com/office/drawing/2014/main" id="{1273D60A-51D1-DCF8-85E4-FAE91D7A1CF6}"/>
              </a:ext>
            </a:extLst>
          </p:cNvPr>
          <p:cNvSpPr/>
          <p:nvPr/>
        </p:nvSpPr>
        <p:spPr>
          <a:xfrm>
            <a:off x="119439" y="3438566"/>
            <a:ext cx="1948841" cy="303285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defRPr sz="1800"/>
            </a:pPr>
            <a:r>
              <a:rPr lang="en-US" dirty="0"/>
              <a:t>1.  Nikitha</a:t>
            </a:r>
          </a:p>
          <a:p>
            <a:pPr>
              <a:defRPr sz="1800"/>
            </a:pPr>
            <a:r>
              <a:rPr lang="en-US" dirty="0"/>
              <a:t>2.  Sujata</a:t>
            </a:r>
          </a:p>
          <a:p>
            <a:pPr>
              <a:defRPr sz="1800"/>
            </a:pPr>
            <a:r>
              <a:rPr lang="en-US" dirty="0"/>
              <a:t>3. Vinith</a:t>
            </a:r>
          </a:p>
          <a:p>
            <a:pPr>
              <a:defRPr sz="1800"/>
            </a:pPr>
            <a:r>
              <a:rPr lang="en-US" dirty="0"/>
              <a:t>4.  Tarinee</a:t>
            </a:r>
          </a:p>
          <a:p>
            <a:pPr>
              <a:defRPr sz="1800"/>
            </a:pPr>
            <a:r>
              <a:rPr lang="en-US" dirty="0"/>
              <a:t>5.  Sanjeev</a:t>
            </a:r>
          </a:p>
          <a:p>
            <a:pPr>
              <a:defRPr sz="1800"/>
            </a:pPr>
            <a:r>
              <a:rPr lang="en-US" dirty="0"/>
              <a:t>6.  Mugunthan</a:t>
            </a:r>
          </a:p>
          <a:p>
            <a:pPr>
              <a:defRPr sz="1800"/>
            </a:pPr>
            <a:r>
              <a:rPr lang="en-US" dirty="0"/>
              <a:t>7.  Harini S</a:t>
            </a:r>
          </a:p>
          <a:p>
            <a:pPr>
              <a:defRPr sz="1800"/>
            </a:pPr>
            <a:r>
              <a:rPr lang="en-US" dirty="0"/>
              <a:t>8.  Loakash K</a:t>
            </a:r>
          </a:p>
          <a:p>
            <a:pPr marL="342900" indent="-342900">
              <a:buAutoNum type="arabicPeriod" startAt="9"/>
              <a:defRPr sz="1800"/>
            </a:pPr>
            <a:r>
              <a:rPr lang="en-US" dirty="0"/>
              <a:t>Basudev(UK)</a:t>
            </a:r>
          </a:p>
          <a:p>
            <a:pPr>
              <a:defRPr sz="1800"/>
            </a:pPr>
            <a:r>
              <a:rPr lang="en-US" dirty="0"/>
              <a:t>10.  Mallika (UK)</a:t>
            </a:r>
          </a:p>
          <a:p>
            <a:pPr>
              <a:defRPr sz="1800"/>
            </a:pPr>
            <a:r>
              <a:rPr lang="en-US" dirty="0"/>
              <a:t>11.  Abhipsa (UK)</a:t>
            </a:r>
            <a:endParaRPr dirty="0"/>
          </a:p>
        </p:txBody>
      </p:sp>
      <p:sp>
        <p:nvSpPr>
          <p:cNvPr id="55" name="Rectangle 54">
            <a:extLst>
              <a:ext uri="{FF2B5EF4-FFF2-40B4-BE49-F238E27FC236}">
                <a16:creationId xmlns:a16="http://schemas.microsoft.com/office/drawing/2014/main" id="{E0AF1361-224F-458E-196F-5CA7E5F58415}"/>
              </a:ext>
            </a:extLst>
          </p:cNvPr>
          <p:cNvSpPr/>
          <p:nvPr/>
        </p:nvSpPr>
        <p:spPr>
          <a:xfrm>
            <a:off x="2186292" y="3438566"/>
            <a:ext cx="1948841" cy="1198745"/>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defRPr sz="1800"/>
            </a:pPr>
            <a:r>
              <a:rPr lang="en-US" dirty="0"/>
              <a:t>1. Ravi P</a:t>
            </a:r>
          </a:p>
          <a:p>
            <a:pPr>
              <a:defRPr sz="1800"/>
            </a:pPr>
            <a:r>
              <a:rPr lang="en-US" dirty="0"/>
              <a:t>2. Yaswanth</a:t>
            </a:r>
          </a:p>
          <a:p>
            <a:pPr>
              <a:defRPr sz="1800"/>
            </a:pPr>
            <a:r>
              <a:rPr lang="en-US" dirty="0"/>
              <a:t>3.  Kalyan</a:t>
            </a:r>
          </a:p>
          <a:p>
            <a:pPr>
              <a:defRPr sz="1800"/>
            </a:pPr>
            <a:r>
              <a:rPr lang="en-US" dirty="0"/>
              <a:t>4.  Vaibhav</a:t>
            </a:r>
            <a:endParaRPr dirty="0"/>
          </a:p>
        </p:txBody>
      </p:sp>
      <p:sp>
        <p:nvSpPr>
          <p:cNvPr id="56" name="Rectangle 55">
            <a:extLst>
              <a:ext uri="{FF2B5EF4-FFF2-40B4-BE49-F238E27FC236}">
                <a16:creationId xmlns:a16="http://schemas.microsoft.com/office/drawing/2014/main" id="{2E96B8BB-0C1B-4350-8C6F-795BF356FB1F}"/>
              </a:ext>
            </a:extLst>
          </p:cNvPr>
          <p:cNvSpPr/>
          <p:nvPr/>
        </p:nvSpPr>
        <p:spPr>
          <a:xfrm>
            <a:off x="4325296" y="3438565"/>
            <a:ext cx="1821440" cy="1100777"/>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defRPr sz="1800"/>
            </a:pPr>
            <a:r>
              <a:rPr lang="en-US" dirty="0"/>
              <a:t>1.  Sandhya</a:t>
            </a:r>
          </a:p>
          <a:p>
            <a:pPr marL="342900" indent="-342900">
              <a:buAutoNum type="arabicPeriod" startAt="2"/>
              <a:defRPr sz="1800"/>
            </a:pPr>
            <a:r>
              <a:rPr lang="en-US" dirty="0" err="1"/>
              <a:t>Lokireddy</a:t>
            </a:r>
            <a:endParaRPr lang="en-US" dirty="0"/>
          </a:p>
          <a:p>
            <a:pPr marL="342900" indent="-342900">
              <a:buAutoNum type="arabicPeriod" startAt="2"/>
              <a:defRPr sz="1800"/>
            </a:pPr>
            <a:r>
              <a:rPr lang="en-US" dirty="0"/>
              <a:t>Kesari( UK)</a:t>
            </a:r>
          </a:p>
        </p:txBody>
      </p:sp>
      <p:sp>
        <p:nvSpPr>
          <p:cNvPr id="57" name="Rectangle 56">
            <a:extLst>
              <a:ext uri="{FF2B5EF4-FFF2-40B4-BE49-F238E27FC236}">
                <a16:creationId xmlns:a16="http://schemas.microsoft.com/office/drawing/2014/main" id="{B3411992-476B-A5F7-1515-16CEF34AC227}"/>
              </a:ext>
            </a:extLst>
          </p:cNvPr>
          <p:cNvSpPr/>
          <p:nvPr/>
        </p:nvSpPr>
        <p:spPr>
          <a:xfrm>
            <a:off x="6336436" y="3438564"/>
            <a:ext cx="1948841" cy="2126661"/>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defRPr sz="1800"/>
            </a:pPr>
            <a:r>
              <a:rPr lang="en-US" dirty="0"/>
              <a:t>1. Komala (PC )</a:t>
            </a:r>
          </a:p>
          <a:p>
            <a:pPr>
              <a:defRPr sz="1800"/>
            </a:pPr>
            <a:r>
              <a:rPr lang="en-US" dirty="0"/>
              <a:t>2. Anchal (BC)</a:t>
            </a:r>
          </a:p>
          <a:p>
            <a:pPr>
              <a:defRPr sz="1800"/>
            </a:pPr>
            <a:r>
              <a:rPr lang="en-US" dirty="0"/>
              <a:t>3. Divya S (Integ)</a:t>
            </a:r>
          </a:p>
          <a:p>
            <a:pPr>
              <a:defRPr sz="1800"/>
            </a:pPr>
            <a:r>
              <a:rPr lang="en-US" dirty="0"/>
              <a:t>4. </a:t>
            </a:r>
            <a:r>
              <a:rPr lang="it-IT" dirty="0"/>
              <a:t>Karuna (E2E/UAT)</a:t>
            </a:r>
            <a:endParaRPr lang="en-US" dirty="0"/>
          </a:p>
          <a:p>
            <a:pPr>
              <a:defRPr sz="1800"/>
            </a:pPr>
            <a:r>
              <a:rPr lang="en-US" dirty="0"/>
              <a:t>5. Ravindher (Automation) </a:t>
            </a:r>
            <a:endParaRPr dirty="0"/>
          </a:p>
        </p:txBody>
      </p:sp>
      <p:cxnSp>
        <p:nvCxnSpPr>
          <p:cNvPr id="74" name="Connector: Elbow 73">
            <a:extLst>
              <a:ext uri="{FF2B5EF4-FFF2-40B4-BE49-F238E27FC236}">
                <a16:creationId xmlns:a16="http://schemas.microsoft.com/office/drawing/2014/main" id="{24E0CC80-5F88-8A4E-7C29-289E594F4353}"/>
              </a:ext>
            </a:extLst>
          </p:cNvPr>
          <p:cNvCxnSpPr>
            <a:stCxn id="17" idx="0"/>
            <a:endCxn id="7" idx="2"/>
          </p:cNvCxnSpPr>
          <p:nvPr/>
        </p:nvCxnSpPr>
        <p:spPr>
          <a:xfrm rot="5400000" flipH="1" flipV="1">
            <a:off x="2761542" y="151698"/>
            <a:ext cx="776537" cy="418874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9A917EA-94F9-86F6-5631-F79ABC0A20FE}"/>
              </a:ext>
            </a:extLst>
          </p:cNvPr>
          <p:cNvSpPr/>
          <p:nvPr/>
        </p:nvSpPr>
        <p:spPr>
          <a:xfrm>
            <a:off x="8502691" y="2603941"/>
            <a:ext cx="1872001" cy="576000"/>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rPr lang="en-US" dirty="0" err="1"/>
              <a:t>Ravnidher</a:t>
            </a:r>
            <a:endParaRPr lang="en-US" dirty="0"/>
          </a:p>
          <a:p>
            <a:pPr algn="ctr">
              <a:defRPr sz="1800"/>
            </a:pPr>
            <a:r>
              <a:rPr lang="en-US" dirty="0"/>
              <a:t>(Automation)</a:t>
            </a:r>
            <a:endParaRPr dirty="0"/>
          </a:p>
        </p:txBody>
      </p:sp>
      <p:sp>
        <p:nvSpPr>
          <p:cNvPr id="10" name="Rectangle 9">
            <a:extLst>
              <a:ext uri="{FF2B5EF4-FFF2-40B4-BE49-F238E27FC236}">
                <a16:creationId xmlns:a16="http://schemas.microsoft.com/office/drawing/2014/main" id="{D4C9E29A-F516-F96B-1A1F-29B1853A8DBC}"/>
              </a:ext>
            </a:extLst>
          </p:cNvPr>
          <p:cNvSpPr/>
          <p:nvPr/>
        </p:nvSpPr>
        <p:spPr>
          <a:xfrm>
            <a:off x="8502695" y="3438560"/>
            <a:ext cx="1948841" cy="2126661"/>
          </a:xfrm>
          <a:prstGeom prst="rect">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defRPr sz="1800"/>
            </a:pPr>
            <a:r>
              <a:rPr lang="en-US" dirty="0"/>
              <a:t>1. Komala (PC )</a:t>
            </a:r>
          </a:p>
          <a:p>
            <a:pPr>
              <a:defRPr sz="1800"/>
            </a:pPr>
            <a:r>
              <a:rPr lang="en-US" dirty="0"/>
              <a:t>2. Anchal (BC)</a:t>
            </a:r>
          </a:p>
          <a:p>
            <a:pPr>
              <a:defRPr sz="1800"/>
            </a:pPr>
            <a:r>
              <a:rPr lang="en-US" dirty="0"/>
              <a:t>3. Divya S (Integ)</a:t>
            </a:r>
          </a:p>
          <a:p>
            <a:pPr>
              <a:defRPr sz="1800"/>
            </a:pPr>
            <a:r>
              <a:rPr lang="en-US" dirty="0"/>
              <a:t>4. </a:t>
            </a:r>
            <a:r>
              <a:rPr lang="it-IT" dirty="0"/>
              <a:t>Karuna (E2E/UAT)</a:t>
            </a:r>
            <a:endParaRPr lang="en-US" dirty="0"/>
          </a:p>
          <a:p>
            <a:pPr>
              <a:defRPr sz="1800"/>
            </a:pPr>
            <a:r>
              <a:rPr lang="en-US" dirty="0"/>
              <a:t>5. Ravindher (Automation) </a:t>
            </a:r>
            <a:endParaRPr dirty="0"/>
          </a:p>
        </p:txBody>
      </p:sp>
    </p:spTree>
    <p:extLst>
      <p:ext uri="{BB962C8B-B14F-4D97-AF65-F5344CB8AC3E}">
        <p14:creationId xmlns:p14="http://schemas.microsoft.com/office/powerpoint/2010/main" val="89438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8CEE3-6FDE-CD6E-2B95-45D077DF6784}"/>
            </a:ext>
          </a:extLst>
        </p:cNvPr>
        <p:cNvGrpSpPr/>
        <p:nvPr/>
      </p:nvGrpSpPr>
      <p:grpSpPr>
        <a:xfrm>
          <a:off x="0" y="0"/>
          <a:ext cx="0" cy="0"/>
          <a:chOff x="0" y="0"/>
          <a:chExt cx="0" cy="0"/>
        </a:xfrm>
      </p:grpSpPr>
      <p:sp>
        <p:nvSpPr>
          <p:cNvPr id="43" name="TextBox 42">
            <a:extLst>
              <a:ext uri="{FF2B5EF4-FFF2-40B4-BE49-F238E27FC236}">
                <a16:creationId xmlns:a16="http://schemas.microsoft.com/office/drawing/2014/main" id="{2C81DB77-D8FA-B5EA-8957-D8B9151D510F}"/>
              </a:ext>
            </a:extLst>
          </p:cNvPr>
          <p:cNvSpPr txBox="1"/>
          <p:nvPr/>
        </p:nvSpPr>
        <p:spPr>
          <a:xfrm>
            <a:off x="488527" y="100980"/>
            <a:ext cx="116311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A02B93">
                    <a:lumMod val="50000"/>
                  </a:srgbClr>
                </a:solidFill>
                <a:effectLst/>
                <a:uLnTx/>
                <a:uFillTx/>
                <a:latin typeface="Aptos" panose="02110004020202020204"/>
                <a:ea typeface="+mn-ea"/>
                <a:cs typeface="+mn-cs"/>
              </a:rPr>
              <a:t>GPAS – </a:t>
            </a:r>
            <a:r>
              <a:rPr kumimoji="0" lang="en-GB" sz="2400" b="0" i="0" u="none" strike="noStrike" kern="1200" cap="none" spc="0" normalizeH="0" baseline="0" noProof="0" dirty="0">
                <a:ln>
                  <a:noFill/>
                </a:ln>
                <a:solidFill>
                  <a:srgbClr val="A02B93">
                    <a:lumMod val="50000"/>
                  </a:srgbClr>
                </a:solidFill>
                <a:effectLst/>
                <a:uLnTx/>
                <a:uFillTx/>
                <a:latin typeface="Aptos" panose="02110004020202020204"/>
                <a:ea typeface="+mn-ea"/>
                <a:cs typeface="+mn-cs"/>
              </a:rPr>
              <a:t>Guidewire code and environment management</a:t>
            </a:r>
            <a:endParaRPr kumimoji="0" lang="en-US" sz="2400" b="0" i="0" u="none" strike="noStrike" kern="1200" cap="none" spc="0" normalizeH="0" baseline="0" noProof="0" dirty="0">
              <a:ln>
                <a:noFill/>
              </a:ln>
              <a:solidFill>
                <a:srgbClr val="A02B93">
                  <a:lumMod val="50000"/>
                </a:srgbClr>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AAEBC9DF-644B-358F-93F2-91F7E865FE75}"/>
              </a:ext>
            </a:extLst>
          </p:cNvPr>
          <p:cNvSpPr txBox="1"/>
          <p:nvPr/>
        </p:nvSpPr>
        <p:spPr>
          <a:xfrm>
            <a:off x="381231" y="1207134"/>
            <a:ext cx="11429538" cy="3785652"/>
          </a:xfrm>
          <a:prstGeom prst="rect">
            <a:avLst/>
          </a:prstGeom>
          <a:noFill/>
        </p:spPr>
        <p:txBody>
          <a:bodyPr wrap="square" rtlCol="0">
            <a:spAutoFit/>
          </a:bodyPr>
          <a:lstStyle/>
          <a:p>
            <a:pPr marL="171450" lvl="0" indent="-171450">
              <a:buFont typeface="Arial" panose="020B0604020202020204" pitchFamily="34" charset="0"/>
              <a:buChar char="•"/>
            </a:pPr>
            <a:r>
              <a:rPr lang="en-US" sz="1600" dirty="0"/>
              <a:t>The plan from Deve team will be as follows.</a:t>
            </a:r>
          </a:p>
          <a:p>
            <a:pPr marL="628650" lvl="1" indent="-171450">
              <a:buFont typeface="Wingdings" panose="05000000000000000000" pitchFamily="2" charset="2"/>
              <a:buChar char="Ø"/>
            </a:pPr>
            <a:r>
              <a:rPr lang="en-US" sz="1600" b="1" dirty="0"/>
              <a:t>GPASDEV &amp; GPASSIT1 - will continue to deploy develop branch</a:t>
            </a:r>
            <a:r>
              <a:rPr lang="en-US" sz="1600" dirty="0"/>
              <a:t>-&gt; fixes for Pilot and Business Go Live scope until Release-1.1 cut is taken (Post 26th March).</a:t>
            </a:r>
          </a:p>
          <a:p>
            <a:pPr marL="628650" lvl="1" indent="-171450">
              <a:buFont typeface="Wingdings" panose="05000000000000000000" pitchFamily="2" charset="2"/>
              <a:buChar char="Ø"/>
            </a:pPr>
            <a:r>
              <a:rPr lang="en-US" sz="1600" b="1" dirty="0"/>
              <a:t>GPASDEV2, GPASSIT2, GPASTEST - Only Release-1.0 Branch </a:t>
            </a:r>
            <a:r>
              <a:rPr lang="en-US" sz="1600" dirty="0"/>
              <a:t>(Any changes done to this branch will be auto cascaded back to develop branch. So future release will hold this fix already via develop branch)</a:t>
            </a:r>
          </a:p>
          <a:p>
            <a:pPr marL="628650" lvl="1" indent="-171450">
              <a:buFont typeface="Wingdings" panose="05000000000000000000" pitchFamily="2" charset="2"/>
              <a:buChar char="Ø"/>
            </a:pPr>
            <a:r>
              <a:rPr lang="en-US" sz="1600" dirty="0"/>
              <a:t>We should create a </a:t>
            </a:r>
            <a:r>
              <a:rPr lang="en-US" sz="1600" b="1" dirty="0"/>
              <a:t>new Release-1.1 branch </a:t>
            </a:r>
            <a:r>
              <a:rPr lang="en-US" sz="1600" dirty="0"/>
              <a:t>post Release-1.0 Go Live for Pilot and continue to use this branch for Release-1.1 (Pilot) </a:t>
            </a:r>
            <a:r>
              <a:rPr lang="en-US" sz="1600" b="1" dirty="0"/>
              <a:t>via GPASDEV2, GPASSIT2, GPASTEST route</a:t>
            </a:r>
            <a:r>
              <a:rPr lang="en-US" sz="1600" dirty="0"/>
              <a:t>. -&gt; Any check in done to this Release-1.1 branch will auto cascade back to develop to keep the future release consistent with all the current development in this Release.</a:t>
            </a:r>
          </a:p>
          <a:p>
            <a:pPr marL="628650" lvl="1" indent="-171450">
              <a:buFont typeface="Wingdings" panose="05000000000000000000" pitchFamily="2" charset="2"/>
              <a:buChar char="Ø"/>
            </a:pPr>
            <a:r>
              <a:rPr lang="en-US" sz="1600" dirty="0"/>
              <a:t>Business Go Live changes will continue in develop branch and use </a:t>
            </a:r>
            <a:r>
              <a:rPr lang="en-US" sz="1600" b="1" dirty="0"/>
              <a:t>GPASDEV &amp; GPASSIT1 </a:t>
            </a:r>
            <a:r>
              <a:rPr lang="en-US" sz="1600" dirty="0"/>
              <a:t>-&gt; Post Release-1.1 cut taken</a:t>
            </a:r>
          </a:p>
          <a:p>
            <a:pPr marL="171450" lvl="0" indent="-171450">
              <a:buFont typeface="Arial" panose="020B0604020202020204" pitchFamily="34" charset="0"/>
              <a:buChar char="•"/>
            </a:pPr>
            <a:r>
              <a:rPr lang="en-US" sz="1600" dirty="0"/>
              <a:t>Post Production deployment, the Release branch will be merged with Master. And not used any further.</a:t>
            </a:r>
          </a:p>
          <a:p>
            <a:pPr marL="171450" lvl="0" indent="-171450">
              <a:buFont typeface="Arial" panose="020B0604020202020204" pitchFamily="34" charset="0"/>
              <a:buChar char="•"/>
            </a:pPr>
            <a:r>
              <a:rPr lang="en-US" sz="1600" dirty="0"/>
              <a:t>If a Hotfix is required in between, The Branch should be taken from Master and Merge back to Master and also to the next planned Release branch (which will cascade back to develop) - Use the </a:t>
            </a:r>
            <a:r>
              <a:rPr lang="en-US" sz="1600" b="1" dirty="0"/>
              <a:t>GPASDEV4 (to be created) </a:t>
            </a:r>
            <a:r>
              <a:rPr lang="en-US" sz="1600" dirty="0"/>
              <a:t>and </a:t>
            </a:r>
            <a:r>
              <a:rPr lang="en-US" sz="1600" b="1" dirty="0"/>
              <a:t>GPASSIT4 </a:t>
            </a:r>
            <a:r>
              <a:rPr lang="en-US" sz="1600" dirty="0"/>
              <a:t>for this purpose. </a:t>
            </a:r>
            <a:r>
              <a:rPr lang="en-US" sz="1600" b="1" dirty="0"/>
              <a:t>We need to prep GPASSIT4 and complete smoke testing so we can keep this env ready</a:t>
            </a:r>
            <a:r>
              <a:rPr lang="en-US" sz="1600" dirty="0"/>
              <a:t>.</a:t>
            </a:r>
          </a:p>
        </p:txBody>
      </p:sp>
    </p:spTree>
    <p:extLst>
      <p:ext uri="{BB962C8B-B14F-4D97-AF65-F5344CB8AC3E}">
        <p14:creationId xmlns:p14="http://schemas.microsoft.com/office/powerpoint/2010/main" val="3641265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6552D-7CA9-830E-4DC8-DAAC31BBFB34}"/>
            </a:ext>
          </a:extLst>
        </p:cNvPr>
        <p:cNvGrpSpPr/>
        <p:nvPr/>
      </p:nvGrpSpPr>
      <p:grpSpPr>
        <a:xfrm>
          <a:off x="0" y="0"/>
          <a:ext cx="0" cy="0"/>
          <a:chOff x="0" y="0"/>
          <a:chExt cx="0" cy="0"/>
        </a:xfrm>
      </p:grpSpPr>
      <p:sp>
        <p:nvSpPr>
          <p:cNvPr id="43" name="TextBox 42">
            <a:extLst>
              <a:ext uri="{FF2B5EF4-FFF2-40B4-BE49-F238E27FC236}">
                <a16:creationId xmlns:a16="http://schemas.microsoft.com/office/drawing/2014/main" id="{EE72A8B2-1720-4F7C-ED70-F6AE1EB9D8A1}"/>
              </a:ext>
            </a:extLst>
          </p:cNvPr>
          <p:cNvSpPr txBox="1"/>
          <p:nvPr/>
        </p:nvSpPr>
        <p:spPr>
          <a:xfrm>
            <a:off x="488527" y="100980"/>
            <a:ext cx="1163116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A02B93">
                    <a:lumMod val="50000"/>
                  </a:srgbClr>
                </a:solidFill>
                <a:effectLst/>
                <a:uLnTx/>
                <a:uFillTx/>
                <a:latin typeface="Aptos" panose="02110004020202020204"/>
                <a:ea typeface="+mn-ea"/>
                <a:cs typeface="+mn-cs"/>
              </a:rPr>
              <a:t>GPAS – </a:t>
            </a:r>
            <a:r>
              <a:rPr kumimoji="0" lang="en-GB" sz="2400" b="0" i="0" u="none" strike="noStrike" kern="1200" cap="none" spc="0" normalizeH="0" baseline="0" noProof="0">
                <a:ln>
                  <a:noFill/>
                </a:ln>
                <a:solidFill>
                  <a:srgbClr val="A02B93">
                    <a:lumMod val="50000"/>
                  </a:srgbClr>
                </a:solidFill>
                <a:effectLst/>
                <a:uLnTx/>
                <a:uFillTx/>
                <a:latin typeface="Aptos" panose="02110004020202020204"/>
                <a:ea typeface="+mn-ea"/>
                <a:cs typeface="+mn-cs"/>
              </a:rPr>
              <a:t>Guidewire code and environment management</a:t>
            </a:r>
            <a:endParaRPr kumimoji="0" lang="en-US" sz="2400" b="0" i="0" u="none" strike="noStrike" kern="1200" cap="none" spc="0" normalizeH="0" baseline="0" noProof="0">
              <a:ln>
                <a:noFill/>
              </a:ln>
              <a:solidFill>
                <a:srgbClr val="A02B93">
                  <a:lumMod val="50000"/>
                </a:srgbClr>
              </a:solidFill>
              <a:effectLst/>
              <a:uLnTx/>
              <a:uFillTx/>
              <a:latin typeface="Aptos" panose="02110004020202020204"/>
              <a:ea typeface="+mn-ea"/>
              <a:cs typeface="+mn-cs"/>
            </a:endParaRPr>
          </a:p>
        </p:txBody>
      </p:sp>
      <p:graphicFrame>
        <p:nvGraphicFramePr>
          <p:cNvPr id="45" name="Table 44">
            <a:extLst>
              <a:ext uri="{FF2B5EF4-FFF2-40B4-BE49-F238E27FC236}">
                <a16:creationId xmlns:a16="http://schemas.microsoft.com/office/drawing/2014/main" id="{FBCEA274-A4E6-6A70-90D5-54271B9B8A43}"/>
              </a:ext>
            </a:extLst>
          </p:cNvPr>
          <p:cNvGraphicFramePr>
            <a:graphicFrameLocks noGrp="1"/>
          </p:cNvGraphicFramePr>
          <p:nvPr/>
        </p:nvGraphicFramePr>
        <p:xfrm>
          <a:off x="692577" y="4332864"/>
          <a:ext cx="8801775" cy="2025650"/>
        </p:xfrm>
        <a:graphic>
          <a:graphicData uri="http://schemas.openxmlformats.org/drawingml/2006/table">
            <a:tbl>
              <a:tblPr/>
              <a:tblGrid>
                <a:gridCol w="1175575">
                  <a:extLst>
                    <a:ext uri="{9D8B030D-6E8A-4147-A177-3AD203B41FA5}">
                      <a16:colId xmlns:a16="http://schemas.microsoft.com/office/drawing/2014/main" val="1569924575"/>
                    </a:ext>
                  </a:extLst>
                </a:gridCol>
                <a:gridCol w="1525240">
                  <a:extLst>
                    <a:ext uri="{9D8B030D-6E8A-4147-A177-3AD203B41FA5}">
                      <a16:colId xmlns:a16="http://schemas.microsoft.com/office/drawing/2014/main" val="1628285220"/>
                    </a:ext>
                  </a:extLst>
                </a:gridCol>
                <a:gridCol w="1525240">
                  <a:extLst>
                    <a:ext uri="{9D8B030D-6E8A-4147-A177-3AD203B41FA5}">
                      <a16:colId xmlns:a16="http://schemas.microsoft.com/office/drawing/2014/main" val="2778594598"/>
                    </a:ext>
                  </a:extLst>
                </a:gridCol>
                <a:gridCol w="1525240">
                  <a:extLst>
                    <a:ext uri="{9D8B030D-6E8A-4147-A177-3AD203B41FA5}">
                      <a16:colId xmlns:a16="http://schemas.microsoft.com/office/drawing/2014/main" val="2319554963"/>
                    </a:ext>
                  </a:extLst>
                </a:gridCol>
                <a:gridCol w="1525240">
                  <a:extLst>
                    <a:ext uri="{9D8B030D-6E8A-4147-A177-3AD203B41FA5}">
                      <a16:colId xmlns:a16="http://schemas.microsoft.com/office/drawing/2014/main" val="367355572"/>
                    </a:ext>
                  </a:extLst>
                </a:gridCol>
                <a:gridCol w="1525240">
                  <a:extLst>
                    <a:ext uri="{9D8B030D-6E8A-4147-A177-3AD203B41FA5}">
                      <a16:colId xmlns:a16="http://schemas.microsoft.com/office/drawing/2014/main" val="74665094"/>
                    </a:ext>
                  </a:extLst>
                </a:gridCol>
              </a:tblGrid>
              <a:tr h="184150">
                <a:tc>
                  <a:txBody>
                    <a:bodyPr/>
                    <a:lstStyle/>
                    <a:p>
                      <a:pPr algn="ctr" fontAlgn="b">
                        <a:buNone/>
                      </a:pPr>
                      <a:r>
                        <a:rPr lang="en-GB" sz="1200" b="1" i="0" u="none" strike="noStrike">
                          <a:solidFill>
                            <a:srgbClr val="000000"/>
                          </a:solidFill>
                          <a:effectLst/>
                          <a:latin typeface="Aptos" panose="020B0004020202020204" pitchFamily="34" charset="0"/>
                        </a:rPr>
                        <a:t> Integrations</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lang="en-GB" sz="1200" b="1" i="0" u="none" strike="noStrike">
                          <a:solidFill>
                            <a:srgbClr val="000000"/>
                          </a:solidFill>
                          <a:effectLst/>
                          <a:latin typeface="Aptos" panose="020B0004020202020204" pitchFamily="34" charset="0"/>
                        </a:rPr>
                        <a:t>GPASSIT1</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lang="en-GB" sz="1200" b="1" i="0" u="none" strike="noStrike">
                          <a:solidFill>
                            <a:srgbClr val="000000"/>
                          </a:solidFill>
                          <a:effectLst/>
                          <a:latin typeface="Aptos" panose="020B0004020202020204" pitchFamily="34" charset="0"/>
                        </a:rPr>
                        <a:t>GPASTEST</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lang="en-GB" sz="1200" b="1" i="0" u="none" strike="noStrike">
                          <a:solidFill>
                            <a:srgbClr val="000000"/>
                          </a:solidFill>
                          <a:effectLst/>
                          <a:latin typeface="Aptos" panose="020B0004020202020204" pitchFamily="34" charset="0"/>
                        </a:rPr>
                        <a:t>GPASIT4</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lang="en-GB" sz="1200" b="1" i="0" u="none" strike="noStrike">
                          <a:solidFill>
                            <a:srgbClr val="000000"/>
                          </a:solidFill>
                          <a:effectLst/>
                          <a:latin typeface="Aptos" panose="020B0004020202020204" pitchFamily="34" charset="0"/>
                        </a:rPr>
                        <a:t>GPASSIT2</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lang="en-GB" sz="1200" b="1" i="0" u="none" strike="noStrike">
                          <a:solidFill>
                            <a:srgbClr val="000000"/>
                          </a:solidFill>
                          <a:effectLst/>
                          <a:latin typeface="Aptos" panose="020B0004020202020204" pitchFamily="34" charset="0"/>
                        </a:rPr>
                        <a:t>UAT</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extLst>
                  <a:ext uri="{0D108BD9-81ED-4DB2-BD59-A6C34878D82A}">
                    <a16:rowId xmlns:a16="http://schemas.microsoft.com/office/drawing/2014/main" val="666796612"/>
                  </a:ext>
                </a:extLst>
              </a:tr>
              <a:tr h="184150">
                <a:tc>
                  <a:txBody>
                    <a:bodyPr/>
                    <a:lstStyle/>
                    <a:p>
                      <a:pPr algn="ctr" fontAlgn="b">
                        <a:buNone/>
                      </a:pPr>
                      <a:r>
                        <a:rPr lang="en-GB" sz="1200" b="0" i="0" u="none" strike="noStrike">
                          <a:solidFill>
                            <a:srgbClr val="000000"/>
                          </a:solidFill>
                          <a:effectLst/>
                          <a:latin typeface="Aptos" panose="020B0004020202020204" pitchFamily="34" charset="0"/>
                        </a:rPr>
                        <a:t>Documents</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lang="en-GB" sz="1200" b="0" i="0" u="none" strike="noStrike">
                          <a:solidFill>
                            <a:srgbClr val="000000"/>
                          </a:solidFill>
                          <a:effectLst/>
                          <a:latin typeface="Aptos" panose="020B0004020202020204" pitchFamily="34" charset="0"/>
                        </a:rPr>
                        <a:t>Precisely</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8ED973"/>
                    </a:solidFill>
                  </a:tcPr>
                </a:tc>
                <a:tc>
                  <a:txBody>
                    <a:bodyPr/>
                    <a:lstStyle/>
                    <a:p>
                      <a:pPr algn="ctr" fontAlgn="b">
                        <a:buNone/>
                      </a:pPr>
                      <a:r>
                        <a:rPr lang="en-GB" sz="1200" b="0" i="0" u="none" strike="noStrike">
                          <a:solidFill>
                            <a:srgbClr val="000000"/>
                          </a:solidFill>
                          <a:effectLst/>
                          <a:latin typeface="Aptos" panose="020B0004020202020204" pitchFamily="34" charset="0"/>
                        </a:rPr>
                        <a:t>Precisely</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8ED973"/>
                    </a:solidFill>
                  </a:tcPr>
                </a:tc>
                <a:tc>
                  <a:txBody>
                    <a:bodyPr/>
                    <a:lstStyle/>
                    <a:p>
                      <a:pPr algn="ctr" fontAlgn="b">
                        <a:buNone/>
                      </a:pPr>
                      <a:r>
                        <a:rPr lang="en-GB" sz="1200" b="0" i="0" u="none" strike="noStrike">
                          <a:solidFill>
                            <a:srgbClr val="000000"/>
                          </a:solidFill>
                          <a:effectLst/>
                          <a:latin typeface="Aptos" panose="020B0004020202020204" pitchFamily="34" charset="0"/>
                        </a:rPr>
                        <a:t>Precisely</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F7C7AC"/>
                    </a:solidFill>
                  </a:tcPr>
                </a:tc>
                <a:tc>
                  <a:txBody>
                    <a:bodyPr/>
                    <a:lstStyle/>
                    <a:p>
                      <a:pPr algn="ctr" fontAlgn="b">
                        <a:buNone/>
                      </a:pPr>
                      <a:r>
                        <a:rPr lang="en-GB" sz="1200" b="0" i="0" u="none" strike="noStrike">
                          <a:solidFill>
                            <a:srgbClr val="000000"/>
                          </a:solidFill>
                          <a:effectLst/>
                          <a:latin typeface="Aptos" panose="020B0004020202020204" pitchFamily="34" charset="0"/>
                        </a:rPr>
                        <a:t>Precisely</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F7C7AC"/>
                    </a:solidFill>
                  </a:tcPr>
                </a:tc>
                <a:tc>
                  <a:txBody>
                    <a:bodyPr/>
                    <a:lstStyle/>
                    <a:p>
                      <a:pPr algn="ctr" fontAlgn="b">
                        <a:buNone/>
                      </a:pPr>
                      <a:r>
                        <a:rPr lang="en-GB" sz="1200" b="0" i="0" u="none" strike="noStrike">
                          <a:solidFill>
                            <a:srgbClr val="000000"/>
                          </a:solidFill>
                          <a:effectLst/>
                          <a:latin typeface="Aptos" panose="020B0004020202020204" pitchFamily="34" charset="0"/>
                        </a:rPr>
                        <a:t>Precisely</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F7C7AC"/>
                    </a:solidFill>
                  </a:tcPr>
                </a:tc>
                <a:extLst>
                  <a:ext uri="{0D108BD9-81ED-4DB2-BD59-A6C34878D82A}">
                    <a16:rowId xmlns:a16="http://schemas.microsoft.com/office/drawing/2014/main" val="1741167795"/>
                  </a:ext>
                </a:extLst>
              </a:tr>
              <a:tr h="184150">
                <a:tc>
                  <a:txBody>
                    <a:bodyPr/>
                    <a:lstStyle/>
                    <a:p>
                      <a:pPr algn="ctr" fontAlgn="b">
                        <a:buNone/>
                      </a:pPr>
                      <a:r>
                        <a:rPr lang="en-GB" sz="1200" b="0" i="0" u="none" strike="noStrike">
                          <a:solidFill>
                            <a:srgbClr val="000000"/>
                          </a:solidFill>
                          <a:effectLst/>
                          <a:latin typeface="Aptos" panose="020B0004020202020204" pitchFamily="34" charset="0"/>
                        </a:rPr>
                        <a:t>InSight</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lang="en-GB" sz="1200" b="0" i="0" u="none" strike="noStrike">
                          <a:solidFill>
                            <a:srgbClr val="000000"/>
                          </a:solidFill>
                          <a:effectLst/>
                          <a:latin typeface="Aptos" panose="020B0004020202020204" pitchFamily="34" charset="0"/>
                        </a:rPr>
                        <a:t>usdvws018:9001</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8ED973"/>
                    </a:solidFill>
                  </a:tcPr>
                </a:tc>
                <a:tc>
                  <a:txBody>
                    <a:bodyPr/>
                    <a:lstStyle/>
                    <a:p>
                      <a:pPr algn="ctr" fontAlgn="b">
                        <a:buNone/>
                      </a:pPr>
                      <a:r>
                        <a:rPr lang="en-GB" sz="1200" b="0" i="0" u="none" strike="noStrike">
                          <a:solidFill>
                            <a:srgbClr val="000000"/>
                          </a:solidFill>
                          <a:effectLst/>
                          <a:latin typeface="Aptos" panose="020B0004020202020204" pitchFamily="34" charset="0"/>
                        </a:rPr>
                        <a:t>usdvws020:9001</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8ED973"/>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b="0" i="0" u="none" strike="noStrike">
                          <a:solidFill>
                            <a:srgbClr val="000000"/>
                          </a:solidFill>
                          <a:effectLst/>
                          <a:latin typeface="Aptos" panose="020B0004020202020204" pitchFamily="34" charset="0"/>
                        </a:rPr>
                        <a:t>usdvws018:9001</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F7C7A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GB" sz="1200" b="0" i="0" u="none" strike="noStrike">
                          <a:solidFill>
                            <a:srgbClr val="000000"/>
                          </a:solidFill>
                          <a:effectLst/>
                          <a:latin typeface="Aptos" panose="020B0004020202020204" pitchFamily="34" charset="0"/>
                        </a:rPr>
                        <a:t>usdvws018:9001</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F7C7AC"/>
                    </a:solidFill>
                  </a:tcPr>
                </a:tc>
                <a:tc>
                  <a:txBody>
                    <a:bodyPr/>
                    <a:lstStyle/>
                    <a:p>
                      <a:pPr algn="ctr" fontAlgn="b">
                        <a:buNone/>
                      </a:pPr>
                      <a:r>
                        <a:rPr lang="en-GB" sz="1200" b="0" i="0" u="none" strike="noStrike">
                          <a:solidFill>
                            <a:srgbClr val="000000"/>
                          </a:solidFill>
                          <a:effectLst/>
                          <a:latin typeface="Aptos" panose="020B0004020202020204" pitchFamily="34" charset="0"/>
                        </a:rPr>
                        <a:t>usdvws020:9001</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F7C7AC"/>
                    </a:solidFill>
                  </a:tcPr>
                </a:tc>
                <a:extLst>
                  <a:ext uri="{0D108BD9-81ED-4DB2-BD59-A6C34878D82A}">
                    <a16:rowId xmlns:a16="http://schemas.microsoft.com/office/drawing/2014/main" val="2748097871"/>
                  </a:ext>
                </a:extLst>
              </a:tr>
              <a:tr h="184150">
                <a:tc>
                  <a:txBody>
                    <a:bodyPr/>
                    <a:lstStyle/>
                    <a:p>
                      <a:pPr algn="ctr" fontAlgn="b">
                        <a:buNone/>
                      </a:pPr>
                      <a:r>
                        <a:rPr lang="en-GB" sz="1200" b="0" i="0" u="none" strike="noStrike">
                          <a:solidFill>
                            <a:srgbClr val="000000"/>
                          </a:solidFill>
                          <a:effectLst/>
                          <a:latin typeface="Aptos" panose="020B0004020202020204" pitchFamily="34" charset="0"/>
                        </a:rPr>
                        <a:t>CRM</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lang="en-GB" sz="1200" b="0" i="0" u="none" strike="noStrike">
                          <a:solidFill>
                            <a:srgbClr val="000000"/>
                          </a:solidFill>
                          <a:effectLst/>
                          <a:latin typeface="Aptos" panose="020B0004020202020204" pitchFamily="34" charset="0"/>
                        </a:rPr>
                        <a:t>Dev</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8ED973"/>
                    </a:solidFill>
                  </a:tcPr>
                </a:tc>
                <a:tc>
                  <a:txBody>
                    <a:bodyPr/>
                    <a:lstStyle/>
                    <a:p>
                      <a:pPr algn="ctr" fontAlgn="b">
                        <a:buNone/>
                      </a:pPr>
                      <a:r>
                        <a:rPr lang="en-GB" sz="1200" b="0" i="0" u="none" strike="noStrike">
                          <a:solidFill>
                            <a:srgbClr val="000000"/>
                          </a:solidFill>
                          <a:effectLst/>
                          <a:latin typeface="Aptos" panose="020B0004020202020204" pitchFamily="34" charset="0"/>
                        </a:rPr>
                        <a:t>Sys</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8ED973"/>
                    </a:solidFill>
                  </a:tcPr>
                </a:tc>
                <a:tc>
                  <a:txBody>
                    <a:bodyPr/>
                    <a:lstStyle/>
                    <a:p>
                      <a:pPr algn="ctr" fontAlgn="b">
                        <a:buNone/>
                      </a:pPr>
                      <a:r>
                        <a:rPr lang="en-GB" sz="1200" b="0" i="0" u="none" strike="noStrike">
                          <a:solidFill>
                            <a:srgbClr val="000000"/>
                          </a:solidFill>
                          <a:effectLst/>
                          <a:latin typeface="Aptos" panose="020B0004020202020204" pitchFamily="34" charset="0"/>
                        </a:rPr>
                        <a:t>Dev</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F7C7AC"/>
                    </a:solidFill>
                  </a:tcPr>
                </a:tc>
                <a:tc>
                  <a:txBody>
                    <a:bodyPr/>
                    <a:lstStyle/>
                    <a:p>
                      <a:pPr algn="ctr" fontAlgn="b">
                        <a:buNone/>
                      </a:pPr>
                      <a:r>
                        <a:rPr lang="en-GB" sz="1200" b="0" i="0" u="none" strike="noStrike">
                          <a:solidFill>
                            <a:srgbClr val="000000"/>
                          </a:solidFill>
                          <a:effectLst/>
                          <a:latin typeface="Aptos" panose="020B0004020202020204" pitchFamily="34" charset="0"/>
                        </a:rPr>
                        <a:t>Dev</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F7C7AC"/>
                    </a:solidFill>
                  </a:tcPr>
                </a:tc>
                <a:tc>
                  <a:txBody>
                    <a:bodyPr/>
                    <a:lstStyle/>
                    <a:p>
                      <a:pPr algn="ctr" fontAlgn="b">
                        <a:buNone/>
                      </a:pPr>
                      <a:r>
                        <a:rPr lang="en-GB" sz="1200" b="0" i="0" u="none" strike="noStrike">
                          <a:solidFill>
                            <a:srgbClr val="000000"/>
                          </a:solidFill>
                          <a:effectLst/>
                          <a:latin typeface="Aptos" panose="020B0004020202020204" pitchFamily="34" charset="0"/>
                        </a:rPr>
                        <a:t>Sys</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F7C7AC"/>
                    </a:solidFill>
                  </a:tcPr>
                </a:tc>
                <a:extLst>
                  <a:ext uri="{0D108BD9-81ED-4DB2-BD59-A6C34878D82A}">
                    <a16:rowId xmlns:a16="http://schemas.microsoft.com/office/drawing/2014/main" val="2522848209"/>
                  </a:ext>
                </a:extLst>
              </a:tr>
              <a:tr h="184150">
                <a:tc>
                  <a:txBody>
                    <a:bodyPr/>
                    <a:lstStyle/>
                    <a:p>
                      <a:pPr algn="ctr" fontAlgn="b">
                        <a:buNone/>
                      </a:pPr>
                      <a:r>
                        <a:rPr lang="en-GB" sz="1200" b="0" i="0" u="none" strike="noStrike">
                          <a:solidFill>
                            <a:srgbClr val="000000"/>
                          </a:solidFill>
                          <a:effectLst/>
                          <a:latin typeface="Aptos" panose="020B0004020202020204" pitchFamily="34" charset="0"/>
                        </a:rPr>
                        <a:t>MDM</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lang="en-GB" sz="1200" b="0" i="0" u="none" strike="noStrike">
                          <a:solidFill>
                            <a:srgbClr val="000000"/>
                          </a:solidFill>
                          <a:effectLst/>
                          <a:latin typeface="Aptos" panose="020B0004020202020204" pitchFamily="34" charset="0"/>
                        </a:rPr>
                        <a:t>Dev</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8ED973"/>
                    </a:solidFill>
                  </a:tcPr>
                </a:tc>
                <a:tc>
                  <a:txBody>
                    <a:bodyPr/>
                    <a:lstStyle/>
                    <a:p>
                      <a:pPr algn="ctr" fontAlgn="b">
                        <a:buNone/>
                      </a:pPr>
                      <a:r>
                        <a:rPr lang="en-GB" sz="1200" b="0" i="0" u="none" strike="noStrike">
                          <a:solidFill>
                            <a:srgbClr val="000000"/>
                          </a:solidFill>
                          <a:effectLst/>
                          <a:latin typeface="Aptos" panose="020B0004020202020204" pitchFamily="34" charset="0"/>
                        </a:rPr>
                        <a:t>Pre-Prod</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8ED973"/>
                    </a:solidFill>
                  </a:tcPr>
                </a:tc>
                <a:tc>
                  <a:txBody>
                    <a:bodyPr/>
                    <a:lstStyle/>
                    <a:p>
                      <a:pPr algn="ctr" fontAlgn="b">
                        <a:buNone/>
                      </a:pPr>
                      <a:r>
                        <a:rPr kumimoji="0" lang="en-GB"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Dev</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F7C7AC"/>
                    </a:solidFill>
                  </a:tcPr>
                </a:tc>
                <a:tc>
                  <a:txBody>
                    <a:bodyPr/>
                    <a:lstStyle/>
                    <a:p>
                      <a:pPr algn="ctr" fontAlgn="b">
                        <a:buNone/>
                      </a:pPr>
                      <a:r>
                        <a:rPr kumimoji="0" lang="en-GB"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Dev</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F7C7AC"/>
                    </a:solidFill>
                  </a:tcPr>
                </a:tc>
                <a:tc>
                  <a:txBody>
                    <a:bodyPr/>
                    <a:lstStyle/>
                    <a:p>
                      <a:pPr algn="ctr" fontAlgn="b">
                        <a:buNone/>
                      </a:pPr>
                      <a:r>
                        <a:rPr lang="en-GB" sz="1200" b="0" i="0" u="none" strike="noStrike">
                          <a:solidFill>
                            <a:srgbClr val="000000"/>
                          </a:solidFill>
                          <a:effectLst/>
                          <a:latin typeface="Aptos" panose="020B0004020202020204" pitchFamily="34" charset="0"/>
                        </a:rPr>
                        <a:t>Pre-Prod</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rgbClr val="F7C7AC"/>
                    </a:solidFill>
                  </a:tcPr>
                </a:tc>
                <a:extLst>
                  <a:ext uri="{0D108BD9-81ED-4DB2-BD59-A6C34878D82A}">
                    <a16:rowId xmlns:a16="http://schemas.microsoft.com/office/drawing/2014/main" val="757346452"/>
                  </a:ext>
                </a:extLst>
              </a:tr>
              <a:tr h="184150">
                <a:tc>
                  <a:txBody>
                    <a:bodyPr/>
                    <a:lstStyle/>
                    <a:p>
                      <a:pPr algn="ctr" fontAlgn="b">
                        <a:buNone/>
                      </a:pPr>
                      <a:r>
                        <a:rPr lang="en-US" sz="1200" b="0" i="0" u="none" strike="noStrike">
                          <a:solidFill>
                            <a:srgbClr val="000000"/>
                          </a:solidFill>
                          <a:effectLst/>
                          <a:latin typeface="Aptos" panose="020B0004020202020204" pitchFamily="34" charset="0"/>
                        </a:rPr>
                        <a:t>UW Controls</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lang="en-US" sz="1200" b="0" i="0" u="none" strike="noStrike">
                          <a:solidFill>
                            <a:srgbClr val="000000"/>
                          </a:solidFill>
                          <a:effectLst/>
                          <a:latin typeface="Aptos" panose="020B0004020202020204" pitchFamily="34" charset="0"/>
                        </a:rPr>
                        <a:t>DEV</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200" b="0" i="0" u="none" strike="noStrike">
                          <a:solidFill>
                            <a:srgbClr val="000000"/>
                          </a:solidFill>
                          <a:effectLst/>
                          <a:latin typeface="Aptos" panose="020B0004020202020204" pitchFamily="34" charset="0"/>
                        </a:rPr>
                        <a:t>SYS</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US" sz="1200" b="0" i="0" u="none" strike="noStrike">
                          <a:solidFill>
                            <a:srgbClr val="000000"/>
                          </a:solidFill>
                          <a:effectLst/>
                          <a:latin typeface="Aptos" panose="020B0004020202020204" pitchFamily="34" charset="0"/>
                        </a:rPr>
                        <a:t>DEV</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200" b="0" i="0" u="none" strike="noStrike">
                          <a:solidFill>
                            <a:srgbClr val="000000"/>
                          </a:solidFill>
                          <a:effectLst/>
                          <a:latin typeface="Aptos" panose="020B0004020202020204" pitchFamily="34" charset="0"/>
                        </a:rPr>
                        <a:t>DEV</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accent2">
                        <a:lumMod val="40000"/>
                        <a:lumOff val="60000"/>
                      </a:schemeClr>
                    </a:solidFill>
                  </a:tcPr>
                </a:tc>
                <a:tc>
                  <a:txBody>
                    <a:bodyPr/>
                    <a:lstStyle/>
                    <a:p>
                      <a:pPr algn="ctr" fontAlgn="b">
                        <a:buNone/>
                      </a:pPr>
                      <a:r>
                        <a:rPr lang="en-US" sz="1200" b="0" i="0" u="none" strike="noStrike">
                          <a:solidFill>
                            <a:srgbClr val="000000"/>
                          </a:solidFill>
                          <a:effectLst/>
                          <a:latin typeface="Aptos" panose="020B0004020202020204" pitchFamily="34" charset="0"/>
                        </a:rPr>
                        <a:t>SYS</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3857814217"/>
                  </a:ext>
                </a:extLst>
              </a:tr>
              <a:tr h="184150">
                <a:tc>
                  <a:txBody>
                    <a:bodyPr/>
                    <a:lstStyle/>
                    <a:p>
                      <a:pPr algn="ctr" fontAlgn="b">
                        <a:buNone/>
                      </a:pPr>
                      <a:r>
                        <a:rPr lang="en-GB" sz="1200" b="0" i="0" u="none" strike="noStrike">
                          <a:solidFill>
                            <a:srgbClr val="000000"/>
                          </a:solidFill>
                          <a:effectLst/>
                          <a:latin typeface="Aptos" panose="020B0004020202020204" pitchFamily="34" charset="0"/>
                        </a:rPr>
                        <a:t>CDA</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lang="en-GB" sz="1200" b="0" i="0" u="none" strike="noStrike">
                          <a:solidFill>
                            <a:srgbClr val="000000"/>
                          </a:solidFill>
                          <a:effectLst/>
                          <a:latin typeface="Aptos" panose="020B0004020202020204" pitchFamily="34" charset="0"/>
                        </a:rPr>
                        <a:t> </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GB" sz="1200" b="0" i="0" u="none" strike="noStrike">
                          <a:solidFill>
                            <a:srgbClr val="000000"/>
                          </a:solidFill>
                          <a:effectLst/>
                          <a:latin typeface="Aptos" panose="020B0004020202020204" pitchFamily="34" charset="0"/>
                        </a:rPr>
                        <a:t> </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accent6">
                        <a:lumMod val="60000"/>
                        <a:lumOff val="40000"/>
                      </a:schemeClr>
                    </a:solidFill>
                  </a:tcPr>
                </a:tc>
                <a:tc>
                  <a:txBody>
                    <a:bodyPr/>
                    <a:lstStyle/>
                    <a:p>
                      <a:pPr algn="ctr" fontAlgn="b">
                        <a:buNone/>
                      </a:pPr>
                      <a:r>
                        <a:rPr lang="en-GB" sz="1200" b="0" i="0" u="none" strike="noStrike">
                          <a:solidFill>
                            <a:srgbClr val="000000"/>
                          </a:solidFill>
                          <a:effectLst/>
                          <a:latin typeface="Aptos" panose="020B0004020202020204" pitchFamily="34" charset="0"/>
                        </a:rPr>
                        <a:t>N/A</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tc>
                  <a:txBody>
                    <a:bodyPr/>
                    <a:lstStyle/>
                    <a:p>
                      <a:pPr algn="ctr" fontAlgn="b">
                        <a:buNone/>
                      </a:pPr>
                      <a:r>
                        <a:rPr lang="en-GB" sz="1200" b="0" i="0" u="none" strike="noStrike">
                          <a:solidFill>
                            <a:srgbClr val="000000"/>
                          </a:solidFill>
                          <a:effectLst/>
                          <a:latin typeface="Aptos" panose="020B0004020202020204" pitchFamily="34" charset="0"/>
                        </a:rPr>
                        <a:t>N/A</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tc>
                  <a:txBody>
                    <a:bodyPr/>
                    <a:lstStyle/>
                    <a:p>
                      <a:pPr algn="ctr" fontAlgn="b">
                        <a:buNone/>
                      </a:pPr>
                      <a:r>
                        <a:rPr lang="en-GB" sz="1200" b="0" i="0" u="none" strike="noStrike">
                          <a:solidFill>
                            <a:srgbClr val="000000"/>
                          </a:solidFill>
                          <a:effectLst/>
                          <a:latin typeface="Aptos" panose="020B0004020202020204" pitchFamily="34" charset="0"/>
                        </a:rPr>
                        <a:t>N/A</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89709055"/>
                  </a:ext>
                </a:extLst>
              </a:tr>
              <a:tr h="184150">
                <a:tc>
                  <a:txBody>
                    <a:bodyPr/>
                    <a:lstStyle/>
                    <a:p>
                      <a:pPr algn="ctr" fontAlgn="b">
                        <a:buNone/>
                      </a:pPr>
                      <a:r>
                        <a:rPr lang="en-GB" sz="1200" b="0" i="0" u="none" strike="noStrike">
                          <a:solidFill>
                            <a:srgbClr val="000000"/>
                          </a:solidFill>
                          <a:effectLst/>
                          <a:latin typeface="Aptos" panose="020B0004020202020204" pitchFamily="34" charset="0"/>
                        </a:rPr>
                        <a:t>BI</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kumimoji="0" lang="en-GB"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N/A</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tc>
                  <a:txBody>
                    <a:bodyPr/>
                    <a:lstStyle/>
                    <a:p>
                      <a:pPr algn="ctr" fontAlgn="b">
                        <a:buNone/>
                      </a:pPr>
                      <a:r>
                        <a:rPr lang="en-GB" sz="1200" b="0" i="0" u="none" strike="noStrike">
                          <a:solidFill>
                            <a:srgbClr val="000000"/>
                          </a:solidFill>
                          <a:effectLst/>
                          <a:latin typeface="Aptos" panose="020B0004020202020204" pitchFamily="34" charset="0"/>
                        </a:rPr>
                        <a:t>SYS</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kumimoji="0" lang="en-GB"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N/A</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tc>
                  <a:txBody>
                    <a:bodyPr/>
                    <a:lstStyle/>
                    <a:p>
                      <a:pPr algn="ctr" fontAlgn="b">
                        <a:buNone/>
                      </a:pPr>
                      <a:r>
                        <a:rPr kumimoji="0" lang="en-GB"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N/A</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tc>
                  <a:txBody>
                    <a:bodyPr/>
                    <a:lstStyle/>
                    <a:p>
                      <a:pPr algn="ctr" fontAlgn="b">
                        <a:buNone/>
                      </a:pPr>
                      <a:r>
                        <a:rPr kumimoji="0" lang="en-GB"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N/A</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79380374"/>
                  </a:ext>
                </a:extLst>
              </a:tr>
              <a:tr h="184150">
                <a:tc>
                  <a:txBody>
                    <a:bodyPr/>
                    <a:lstStyle/>
                    <a:p>
                      <a:pPr algn="ctr" fontAlgn="b">
                        <a:buNone/>
                      </a:pPr>
                      <a:r>
                        <a:rPr lang="en-GB" sz="1200" b="0" i="0" u="none" strike="noStrike" err="1">
                          <a:solidFill>
                            <a:srgbClr val="000000"/>
                          </a:solidFill>
                          <a:effectLst/>
                          <a:latin typeface="Aptos" panose="020B0004020202020204" pitchFamily="34" charset="0"/>
                        </a:rPr>
                        <a:t>CededRI</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kumimoji="0" lang="en-GB"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N/A</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tc>
                  <a:txBody>
                    <a:bodyPr/>
                    <a:lstStyle/>
                    <a:p>
                      <a:pPr algn="ctr" fontAlgn="b">
                        <a:buNone/>
                      </a:pPr>
                      <a:r>
                        <a:rPr lang="en-GB" sz="1200" b="0" i="0" u="none" strike="noStrike">
                          <a:solidFill>
                            <a:srgbClr val="000000"/>
                          </a:solidFill>
                          <a:effectLst/>
                          <a:latin typeface="Aptos" panose="020B0004020202020204" pitchFamily="34" charset="0"/>
                        </a:rPr>
                        <a:t>SYS</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kumimoji="0" lang="en-GB"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N/A</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tc>
                  <a:txBody>
                    <a:bodyPr/>
                    <a:lstStyle/>
                    <a:p>
                      <a:pPr algn="ctr" fontAlgn="b">
                        <a:buNone/>
                      </a:pPr>
                      <a:r>
                        <a:rPr kumimoji="0" lang="en-GB"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N/A</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tc>
                  <a:txBody>
                    <a:bodyPr/>
                    <a:lstStyle/>
                    <a:p>
                      <a:pPr algn="ctr" fontAlgn="b">
                        <a:buNone/>
                      </a:pPr>
                      <a:r>
                        <a:rPr kumimoji="0" lang="en-GB"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N/A</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49589515"/>
                  </a:ext>
                </a:extLst>
              </a:tr>
              <a:tr h="184150">
                <a:tc>
                  <a:txBody>
                    <a:bodyPr/>
                    <a:lstStyle/>
                    <a:p>
                      <a:pPr algn="ctr" fontAlgn="b">
                        <a:buNone/>
                      </a:pPr>
                      <a:r>
                        <a:rPr lang="en-GB" sz="1200" b="0" i="0" u="none" strike="noStrike">
                          <a:solidFill>
                            <a:srgbClr val="000000"/>
                          </a:solidFill>
                          <a:effectLst/>
                          <a:latin typeface="Aptos" panose="020B0004020202020204" pitchFamily="34" charset="0"/>
                        </a:rPr>
                        <a:t>Exp </a:t>
                      </a:r>
                      <a:r>
                        <a:rPr lang="en-GB" sz="1200" b="0" i="0" u="none" strike="noStrike" err="1">
                          <a:solidFill>
                            <a:srgbClr val="000000"/>
                          </a:solidFill>
                          <a:effectLst/>
                          <a:latin typeface="Aptos" panose="020B0004020202020204" pitchFamily="34" charset="0"/>
                        </a:rPr>
                        <a:t>Mgt</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kumimoji="0" lang="en-GB"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N/A</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tc>
                  <a:txBody>
                    <a:bodyPr/>
                    <a:lstStyle/>
                    <a:p>
                      <a:pPr algn="ctr" fontAlgn="b">
                        <a:buNone/>
                      </a:pPr>
                      <a:r>
                        <a:rPr lang="en-GB" sz="1200" b="0" i="0" u="none" strike="noStrike">
                          <a:solidFill>
                            <a:srgbClr val="000000"/>
                          </a:solidFill>
                          <a:effectLst/>
                          <a:latin typeface="Aptos" panose="020B0004020202020204" pitchFamily="34" charset="0"/>
                        </a:rPr>
                        <a:t>SYS</a:t>
                      </a: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kumimoji="0" lang="en-GB"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N/A</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tc>
                  <a:txBody>
                    <a:bodyPr/>
                    <a:lstStyle/>
                    <a:p>
                      <a:pPr algn="ctr" fontAlgn="b">
                        <a:buNone/>
                      </a:pPr>
                      <a:r>
                        <a:rPr kumimoji="0" lang="en-GB"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N/A</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tc>
                  <a:txBody>
                    <a:bodyPr/>
                    <a:lstStyle/>
                    <a:p>
                      <a:pPr algn="ctr" fontAlgn="b">
                        <a:buNone/>
                      </a:pPr>
                      <a:r>
                        <a:rPr kumimoji="0" lang="en-GB"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N/A</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98825284"/>
                  </a:ext>
                </a:extLst>
              </a:tr>
              <a:tr h="184150">
                <a:tc>
                  <a:txBody>
                    <a:bodyPr/>
                    <a:lstStyle/>
                    <a:p>
                      <a:pPr algn="ctr" fontAlgn="b">
                        <a:buNone/>
                      </a:pPr>
                      <a:r>
                        <a:rPr lang="en-US" sz="1200" b="0" i="0" u="none" strike="noStrike">
                          <a:solidFill>
                            <a:srgbClr val="000000"/>
                          </a:solidFill>
                          <a:effectLst/>
                          <a:latin typeface="Aptos" panose="020B0004020202020204" pitchFamily="34" charset="0"/>
                        </a:rPr>
                        <a:t>Agresso</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kumimoji="0" lang="en-GB"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N/A</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tc>
                  <a:txBody>
                    <a:bodyPr/>
                    <a:lstStyle/>
                    <a:p>
                      <a:pPr algn="ctr" fontAlgn="b">
                        <a:buNone/>
                      </a:pPr>
                      <a:r>
                        <a:rPr lang="en-US" sz="1200" b="0" i="0" u="none" strike="noStrike">
                          <a:solidFill>
                            <a:srgbClr val="000000"/>
                          </a:solidFill>
                          <a:effectLst/>
                          <a:latin typeface="Aptos" panose="020B0004020202020204" pitchFamily="34" charset="0"/>
                        </a:rPr>
                        <a:t>UAT</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noFill/>
                  </a:tcPr>
                </a:tc>
                <a:tc>
                  <a:txBody>
                    <a:bodyPr/>
                    <a:lstStyle/>
                    <a:p>
                      <a:pPr algn="ctr" fontAlgn="b">
                        <a:buNone/>
                      </a:pPr>
                      <a:r>
                        <a:rPr kumimoji="0" lang="en-GB"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N/A</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tc>
                  <a:txBody>
                    <a:bodyPr/>
                    <a:lstStyle/>
                    <a:p>
                      <a:pPr algn="ctr" fontAlgn="b">
                        <a:buNone/>
                      </a:pPr>
                      <a:r>
                        <a:rPr kumimoji="0" lang="en-GB"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N/A</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tc>
                  <a:txBody>
                    <a:bodyPr/>
                    <a:lstStyle/>
                    <a:p>
                      <a:pPr algn="ctr" fontAlgn="b">
                        <a:buNone/>
                      </a:pPr>
                      <a:r>
                        <a:rPr kumimoji="0" lang="en-GB" sz="1200" b="0" i="0" u="none" strike="noStrike" kern="1200" cap="none" spc="0" normalizeH="0" baseline="0" noProof="0">
                          <a:ln>
                            <a:noFill/>
                          </a:ln>
                          <a:solidFill>
                            <a:srgbClr val="000000"/>
                          </a:solidFill>
                          <a:effectLst/>
                          <a:uLnTx/>
                          <a:uFillTx/>
                          <a:latin typeface="Aptos" panose="020B0004020202020204" pitchFamily="34" charset="0"/>
                          <a:ea typeface="+mn-ea"/>
                          <a:cs typeface="+mn-cs"/>
                        </a:rPr>
                        <a:t>N/A</a:t>
                      </a:r>
                      <a:endParaRPr lang="en-GB" sz="1200" b="0" i="0" u="none" strike="noStrike">
                        <a:solidFill>
                          <a:srgbClr val="000000"/>
                        </a:solidFill>
                        <a:effectLst/>
                        <a:latin typeface="Aptos" panose="020B0004020202020204" pitchFamily="34" charset="0"/>
                      </a:endParaRPr>
                    </a:p>
                  </a:txBody>
                  <a:tcPr marL="72000" marR="72000" marT="0" marB="0" anchor="b">
                    <a:lnL w="6350" cap="flat" cmpd="sng" algn="ctr">
                      <a:solidFill>
                        <a:srgbClr val="E49EDD"/>
                      </a:solidFill>
                      <a:prstDash val="solid"/>
                      <a:round/>
                      <a:headEnd type="none" w="med" len="med"/>
                      <a:tailEnd type="none" w="med" len="med"/>
                    </a:lnL>
                    <a:lnR w="6350" cap="flat" cmpd="sng" algn="ctr">
                      <a:solidFill>
                        <a:srgbClr val="E49EDD"/>
                      </a:solidFill>
                      <a:prstDash val="solid"/>
                      <a:round/>
                      <a:headEnd type="none" w="med" len="med"/>
                      <a:tailEnd type="none" w="med" len="med"/>
                    </a:lnR>
                    <a:lnT w="6350" cap="flat" cmpd="sng" algn="ctr">
                      <a:solidFill>
                        <a:srgbClr val="E49EDD"/>
                      </a:solidFill>
                      <a:prstDash val="solid"/>
                      <a:round/>
                      <a:headEnd type="none" w="med" len="med"/>
                      <a:tailEnd type="none" w="med" len="med"/>
                    </a:lnT>
                    <a:lnB w="6350" cap="flat" cmpd="sng" algn="ctr">
                      <a:solidFill>
                        <a:srgbClr val="E49EDD"/>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16983581"/>
                  </a:ext>
                </a:extLst>
              </a:tr>
            </a:tbl>
          </a:graphicData>
        </a:graphic>
      </p:graphicFrame>
      <p:pic>
        <p:nvPicPr>
          <p:cNvPr id="2" name="Picture 1">
            <a:extLst>
              <a:ext uri="{FF2B5EF4-FFF2-40B4-BE49-F238E27FC236}">
                <a16:creationId xmlns:a16="http://schemas.microsoft.com/office/drawing/2014/main" id="{E35D6FE2-2770-00A3-6D8D-BA7F8CDA4352}"/>
              </a:ext>
            </a:extLst>
          </p:cNvPr>
          <p:cNvPicPr>
            <a:picLocks noChangeAspect="1"/>
          </p:cNvPicPr>
          <p:nvPr/>
        </p:nvPicPr>
        <p:blipFill>
          <a:blip r:embed="rId3"/>
          <a:stretch>
            <a:fillRect/>
          </a:stretch>
        </p:blipFill>
        <p:spPr>
          <a:xfrm>
            <a:off x="488527" y="714034"/>
            <a:ext cx="9005825" cy="3467441"/>
          </a:xfrm>
          <a:prstGeom prst="rect">
            <a:avLst/>
          </a:prstGeom>
        </p:spPr>
      </p:pic>
      <p:sp>
        <p:nvSpPr>
          <p:cNvPr id="3" name="TextBox 2">
            <a:extLst>
              <a:ext uri="{FF2B5EF4-FFF2-40B4-BE49-F238E27FC236}">
                <a16:creationId xmlns:a16="http://schemas.microsoft.com/office/drawing/2014/main" id="{DE4E4C74-BA04-8CF4-7C5C-60F8179525FD}"/>
              </a:ext>
            </a:extLst>
          </p:cNvPr>
          <p:cNvSpPr txBox="1"/>
          <p:nvPr/>
        </p:nvSpPr>
        <p:spPr>
          <a:xfrm>
            <a:off x="9865529" y="1413963"/>
            <a:ext cx="2254166" cy="830997"/>
          </a:xfrm>
          <a:prstGeom prst="rect">
            <a:avLst/>
          </a:prstGeom>
          <a:noFill/>
        </p:spPr>
        <p:txBody>
          <a:bodyPr wrap="square" rtlCol="0">
            <a:spAutoFit/>
          </a:bodyPr>
          <a:lstStyle/>
          <a:p>
            <a:r>
              <a:rPr lang="en-US" sz="1200" dirty="0"/>
              <a:t>Another branch incl. Dev &amp; SIT env for Small, Med changes to be deployed to Prod between major releases</a:t>
            </a:r>
            <a:endParaRPr lang="en-GB" sz="1200" dirty="0"/>
          </a:p>
        </p:txBody>
      </p:sp>
      <p:sp>
        <p:nvSpPr>
          <p:cNvPr id="10" name="TextBox 9">
            <a:extLst>
              <a:ext uri="{FF2B5EF4-FFF2-40B4-BE49-F238E27FC236}">
                <a16:creationId xmlns:a16="http://schemas.microsoft.com/office/drawing/2014/main" id="{F24F0ED6-BEDC-52F6-C959-72023272CD46}"/>
              </a:ext>
            </a:extLst>
          </p:cNvPr>
          <p:cNvSpPr txBox="1"/>
          <p:nvPr/>
        </p:nvSpPr>
        <p:spPr>
          <a:xfrm>
            <a:off x="10187746" y="4613041"/>
            <a:ext cx="2254166" cy="1015663"/>
          </a:xfrm>
          <a:prstGeom prst="rect">
            <a:avLst/>
          </a:prstGeom>
          <a:noFill/>
        </p:spPr>
        <p:txBody>
          <a:bodyPr wrap="square" rtlCol="0">
            <a:spAutoFit/>
          </a:bodyPr>
          <a:lstStyle/>
          <a:p>
            <a:r>
              <a:rPr lang="en-US" sz="1200" dirty="0"/>
              <a:t>Integration setup to be completed for</a:t>
            </a:r>
          </a:p>
          <a:p>
            <a:pPr marL="171450" indent="-171450">
              <a:buFont typeface="Arial" panose="020B0604020202020204" pitchFamily="34" charset="0"/>
              <a:buChar char="•"/>
            </a:pPr>
            <a:r>
              <a:rPr lang="en-US" sz="1200" dirty="0"/>
              <a:t>GPASSIT4</a:t>
            </a:r>
          </a:p>
          <a:p>
            <a:pPr marL="171450" indent="-171450">
              <a:buFont typeface="Arial" panose="020B0604020202020204" pitchFamily="34" charset="0"/>
              <a:buChar char="•"/>
            </a:pPr>
            <a:r>
              <a:rPr lang="en-US" sz="1200" dirty="0"/>
              <a:t>GPASSIT2</a:t>
            </a:r>
          </a:p>
          <a:p>
            <a:pPr marL="171450" indent="-171450">
              <a:buFont typeface="Arial" panose="020B0604020202020204" pitchFamily="34" charset="0"/>
              <a:buChar char="•"/>
            </a:pPr>
            <a:r>
              <a:rPr lang="en-US" sz="1200" dirty="0"/>
              <a:t>UAT</a:t>
            </a:r>
            <a:endParaRPr lang="en-GB" sz="1200" dirty="0"/>
          </a:p>
        </p:txBody>
      </p:sp>
    </p:spTree>
    <p:extLst>
      <p:ext uri="{BB962C8B-B14F-4D97-AF65-F5344CB8AC3E}">
        <p14:creationId xmlns:p14="http://schemas.microsoft.com/office/powerpoint/2010/main" val="3692899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1390F-327C-E9E4-6AD1-56AFB88C45F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7D21E85-9641-1CB5-7B27-54699BF9BACB}"/>
              </a:ext>
            </a:extLst>
          </p:cNvPr>
          <p:cNvSpPr/>
          <p:nvPr/>
        </p:nvSpPr>
        <p:spPr>
          <a:xfrm>
            <a:off x="2425789" y="700688"/>
            <a:ext cx="1393802" cy="44805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5">
                    <a:lumMod val="75000"/>
                  </a:schemeClr>
                </a:solidFill>
              </a:rPr>
              <a:t>GPAS DEV</a:t>
            </a:r>
            <a:endParaRPr lang="en-GB" sz="1600">
              <a:solidFill>
                <a:schemeClr val="accent5">
                  <a:lumMod val="75000"/>
                </a:schemeClr>
              </a:solidFill>
            </a:endParaRPr>
          </a:p>
        </p:txBody>
      </p:sp>
      <p:sp>
        <p:nvSpPr>
          <p:cNvPr id="6" name="Oval 5">
            <a:extLst>
              <a:ext uri="{FF2B5EF4-FFF2-40B4-BE49-F238E27FC236}">
                <a16:creationId xmlns:a16="http://schemas.microsoft.com/office/drawing/2014/main" id="{0DE2B0D3-CA82-EAF8-BFF9-7709E7F8F52B}"/>
              </a:ext>
            </a:extLst>
          </p:cNvPr>
          <p:cNvSpPr/>
          <p:nvPr/>
        </p:nvSpPr>
        <p:spPr>
          <a:xfrm>
            <a:off x="488527" y="469092"/>
            <a:ext cx="936000" cy="936000"/>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a:solidFill>
                  <a:schemeClr val="bg1"/>
                </a:solidFill>
              </a:rPr>
              <a:t>DEV Branch</a:t>
            </a:r>
            <a:endParaRPr lang="en-GB" sz="1600">
              <a:solidFill>
                <a:schemeClr val="bg1"/>
              </a:solidFill>
            </a:endParaRPr>
          </a:p>
        </p:txBody>
      </p:sp>
      <p:cxnSp>
        <p:nvCxnSpPr>
          <p:cNvPr id="7" name="Straight Arrow Connector 6">
            <a:extLst>
              <a:ext uri="{FF2B5EF4-FFF2-40B4-BE49-F238E27FC236}">
                <a16:creationId xmlns:a16="http://schemas.microsoft.com/office/drawing/2014/main" id="{C0F002A6-BB4A-6F9C-7DFB-DBA7C251902D}"/>
              </a:ext>
            </a:extLst>
          </p:cNvPr>
          <p:cNvCxnSpPr>
            <a:cxnSpLocks/>
          </p:cNvCxnSpPr>
          <p:nvPr/>
        </p:nvCxnSpPr>
        <p:spPr>
          <a:xfrm>
            <a:off x="1424527" y="924818"/>
            <a:ext cx="1008000" cy="102"/>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AD8A2CF2-4D86-7941-E3EF-A0925E4CFB95}"/>
              </a:ext>
            </a:extLst>
          </p:cNvPr>
          <p:cNvSpPr/>
          <p:nvPr/>
        </p:nvSpPr>
        <p:spPr>
          <a:xfrm>
            <a:off x="4827591" y="712220"/>
            <a:ext cx="1393802" cy="44805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5">
                    <a:lumMod val="75000"/>
                  </a:schemeClr>
                </a:solidFill>
              </a:rPr>
              <a:t>GPASSIT1</a:t>
            </a:r>
            <a:endParaRPr lang="en-GB" sz="1600">
              <a:solidFill>
                <a:schemeClr val="accent5">
                  <a:lumMod val="75000"/>
                </a:schemeClr>
              </a:solidFill>
            </a:endParaRPr>
          </a:p>
        </p:txBody>
      </p:sp>
      <p:sp>
        <p:nvSpPr>
          <p:cNvPr id="11" name="Oval 10">
            <a:extLst>
              <a:ext uri="{FF2B5EF4-FFF2-40B4-BE49-F238E27FC236}">
                <a16:creationId xmlns:a16="http://schemas.microsoft.com/office/drawing/2014/main" id="{421496E1-1642-72C6-7385-8EC2FFE946A2}"/>
              </a:ext>
            </a:extLst>
          </p:cNvPr>
          <p:cNvSpPr/>
          <p:nvPr/>
        </p:nvSpPr>
        <p:spPr>
          <a:xfrm>
            <a:off x="1822990" y="2073982"/>
            <a:ext cx="936000" cy="936000"/>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a:solidFill>
                  <a:schemeClr val="bg1"/>
                </a:solidFill>
              </a:rPr>
              <a:t>RLS 1 Branch</a:t>
            </a:r>
            <a:endParaRPr lang="en-GB" sz="1600">
              <a:solidFill>
                <a:schemeClr val="bg1"/>
              </a:solidFill>
            </a:endParaRPr>
          </a:p>
        </p:txBody>
      </p:sp>
      <p:sp>
        <p:nvSpPr>
          <p:cNvPr id="19" name="Rectangle 18">
            <a:extLst>
              <a:ext uri="{FF2B5EF4-FFF2-40B4-BE49-F238E27FC236}">
                <a16:creationId xmlns:a16="http://schemas.microsoft.com/office/drawing/2014/main" id="{C9B8A5F2-919A-F79C-CEA8-9B235FD8D032}"/>
              </a:ext>
            </a:extLst>
          </p:cNvPr>
          <p:cNvSpPr/>
          <p:nvPr/>
        </p:nvSpPr>
        <p:spPr>
          <a:xfrm>
            <a:off x="3760252" y="2318101"/>
            <a:ext cx="1393802" cy="44805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5">
                    <a:lumMod val="75000"/>
                  </a:schemeClr>
                </a:solidFill>
              </a:rPr>
              <a:t>GPAS DEV2</a:t>
            </a:r>
            <a:endParaRPr lang="en-GB" sz="1600">
              <a:solidFill>
                <a:schemeClr val="accent5">
                  <a:lumMod val="75000"/>
                </a:schemeClr>
              </a:solidFill>
            </a:endParaRPr>
          </a:p>
        </p:txBody>
      </p:sp>
      <p:cxnSp>
        <p:nvCxnSpPr>
          <p:cNvPr id="20" name="Straight Arrow Connector 19">
            <a:extLst>
              <a:ext uri="{FF2B5EF4-FFF2-40B4-BE49-F238E27FC236}">
                <a16:creationId xmlns:a16="http://schemas.microsoft.com/office/drawing/2014/main" id="{E42B6E4B-348A-CBE9-8D35-8293C28433FA}"/>
              </a:ext>
            </a:extLst>
          </p:cNvPr>
          <p:cNvCxnSpPr>
            <a:cxnSpLocks/>
          </p:cNvCxnSpPr>
          <p:nvPr/>
        </p:nvCxnSpPr>
        <p:spPr>
          <a:xfrm>
            <a:off x="3819591" y="941276"/>
            <a:ext cx="1008000" cy="102"/>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498F034F-2FEA-1A14-70B2-4B4B1B326219}"/>
              </a:ext>
            </a:extLst>
          </p:cNvPr>
          <p:cNvCxnSpPr>
            <a:cxnSpLocks/>
          </p:cNvCxnSpPr>
          <p:nvPr/>
        </p:nvCxnSpPr>
        <p:spPr>
          <a:xfrm>
            <a:off x="2758990" y="2530699"/>
            <a:ext cx="1008000" cy="102"/>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D3221524-E4BB-AA57-A25E-040E7E2885FD}"/>
              </a:ext>
            </a:extLst>
          </p:cNvPr>
          <p:cNvSpPr/>
          <p:nvPr/>
        </p:nvSpPr>
        <p:spPr>
          <a:xfrm>
            <a:off x="6162054" y="2318101"/>
            <a:ext cx="1393802" cy="44805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5">
                    <a:lumMod val="75000"/>
                  </a:schemeClr>
                </a:solidFill>
              </a:rPr>
              <a:t>GPASSIT2</a:t>
            </a:r>
            <a:endParaRPr lang="en-GB" sz="1600">
              <a:solidFill>
                <a:schemeClr val="accent5">
                  <a:lumMod val="75000"/>
                </a:schemeClr>
              </a:solidFill>
            </a:endParaRPr>
          </a:p>
        </p:txBody>
      </p:sp>
      <p:cxnSp>
        <p:nvCxnSpPr>
          <p:cNvPr id="23" name="Straight Arrow Connector 22">
            <a:extLst>
              <a:ext uri="{FF2B5EF4-FFF2-40B4-BE49-F238E27FC236}">
                <a16:creationId xmlns:a16="http://schemas.microsoft.com/office/drawing/2014/main" id="{A2229005-51ED-2B74-5E9F-BB514EC706F2}"/>
              </a:ext>
            </a:extLst>
          </p:cNvPr>
          <p:cNvCxnSpPr>
            <a:cxnSpLocks/>
          </p:cNvCxnSpPr>
          <p:nvPr/>
        </p:nvCxnSpPr>
        <p:spPr>
          <a:xfrm>
            <a:off x="5154054" y="2547157"/>
            <a:ext cx="1008000" cy="102"/>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DA41FC2-54DA-334B-DB56-39B44EE46F2C}"/>
              </a:ext>
            </a:extLst>
          </p:cNvPr>
          <p:cNvCxnSpPr>
            <a:cxnSpLocks/>
          </p:cNvCxnSpPr>
          <p:nvPr/>
        </p:nvCxnSpPr>
        <p:spPr>
          <a:xfrm>
            <a:off x="7555856" y="2542129"/>
            <a:ext cx="1008000" cy="102"/>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4F2E50C6-24B0-9FCA-DFD4-C1AE5ED73366}"/>
              </a:ext>
            </a:extLst>
          </p:cNvPr>
          <p:cNvSpPr/>
          <p:nvPr/>
        </p:nvSpPr>
        <p:spPr>
          <a:xfrm>
            <a:off x="8563856" y="2306671"/>
            <a:ext cx="1393802" cy="44805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5">
                    <a:lumMod val="75000"/>
                  </a:schemeClr>
                </a:solidFill>
              </a:rPr>
              <a:t>GPASTEST</a:t>
            </a:r>
            <a:endParaRPr lang="en-GB" sz="1600">
              <a:solidFill>
                <a:schemeClr val="accent5">
                  <a:lumMod val="75000"/>
                </a:schemeClr>
              </a:solidFill>
            </a:endParaRPr>
          </a:p>
        </p:txBody>
      </p:sp>
      <p:sp>
        <p:nvSpPr>
          <p:cNvPr id="27" name="Rectangle 26">
            <a:extLst>
              <a:ext uri="{FF2B5EF4-FFF2-40B4-BE49-F238E27FC236}">
                <a16:creationId xmlns:a16="http://schemas.microsoft.com/office/drawing/2014/main" id="{C74A9C27-3471-AF91-73D8-299EE1F567EB}"/>
              </a:ext>
            </a:extLst>
          </p:cNvPr>
          <p:cNvSpPr/>
          <p:nvPr/>
        </p:nvSpPr>
        <p:spPr>
          <a:xfrm>
            <a:off x="7732307" y="2374140"/>
            <a:ext cx="655098" cy="35238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a:solidFill>
                  <a:schemeClr val="accent5">
                    <a:lumMod val="75000"/>
                  </a:schemeClr>
                </a:solidFill>
              </a:rPr>
              <a:t>Smoke test</a:t>
            </a:r>
            <a:endParaRPr lang="en-GB" sz="1200" i="1">
              <a:solidFill>
                <a:schemeClr val="accent5">
                  <a:lumMod val="75000"/>
                </a:schemeClr>
              </a:solidFill>
            </a:endParaRPr>
          </a:p>
        </p:txBody>
      </p:sp>
      <p:sp>
        <p:nvSpPr>
          <p:cNvPr id="28" name="Oval 27">
            <a:extLst>
              <a:ext uri="{FF2B5EF4-FFF2-40B4-BE49-F238E27FC236}">
                <a16:creationId xmlns:a16="http://schemas.microsoft.com/office/drawing/2014/main" id="{136D6CD2-6698-CE00-0830-5B08EE70AD0B}"/>
              </a:ext>
            </a:extLst>
          </p:cNvPr>
          <p:cNvSpPr/>
          <p:nvPr/>
        </p:nvSpPr>
        <p:spPr>
          <a:xfrm>
            <a:off x="3161677" y="3667737"/>
            <a:ext cx="936000" cy="936000"/>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600">
                <a:solidFill>
                  <a:schemeClr val="bg1"/>
                </a:solidFill>
              </a:rPr>
              <a:t>Prod Supp</a:t>
            </a:r>
          </a:p>
          <a:p>
            <a:pPr algn="ctr"/>
            <a:r>
              <a:rPr lang="en-US" sz="1600">
                <a:solidFill>
                  <a:schemeClr val="bg1"/>
                </a:solidFill>
              </a:rPr>
              <a:t>Branch</a:t>
            </a:r>
            <a:endParaRPr lang="en-GB" sz="1600">
              <a:solidFill>
                <a:schemeClr val="bg1"/>
              </a:solidFill>
            </a:endParaRPr>
          </a:p>
        </p:txBody>
      </p:sp>
      <p:sp>
        <p:nvSpPr>
          <p:cNvPr id="31" name="Rectangle 30">
            <a:extLst>
              <a:ext uri="{FF2B5EF4-FFF2-40B4-BE49-F238E27FC236}">
                <a16:creationId xmlns:a16="http://schemas.microsoft.com/office/drawing/2014/main" id="{962EA23F-B08E-3A9C-CC68-EC14C35F5E34}"/>
              </a:ext>
            </a:extLst>
          </p:cNvPr>
          <p:cNvSpPr/>
          <p:nvPr/>
        </p:nvSpPr>
        <p:spPr>
          <a:xfrm>
            <a:off x="5102308" y="3954737"/>
            <a:ext cx="1393802" cy="44805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5">
                    <a:lumMod val="75000"/>
                  </a:schemeClr>
                </a:solidFill>
              </a:rPr>
              <a:t>GPAS DEV</a:t>
            </a:r>
            <a:r>
              <a:rPr lang="en-US" sz="1600">
                <a:solidFill>
                  <a:schemeClr val="accent5">
                    <a:lumMod val="75000"/>
                  </a:schemeClr>
                </a:solidFill>
                <a:highlight>
                  <a:srgbClr val="FFFF00"/>
                </a:highlight>
              </a:rPr>
              <a:t>4</a:t>
            </a:r>
            <a:endParaRPr lang="en-GB" sz="1600">
              <a:solidFill>
                <a:schemeClr val="accent5">
                  <a:lumMod val="75000"/>
                </a:schemeClr>
              </a:solidFill>
              <a:highlight>
                <a:srgbClr val="FFFF00"/>
              </a:highlight>
            </a:endParaRPr>
          </a:p>
        </p:txBody>
      </p:sp>
      <p:sp>
        <p:nvSpPr>
          <p:cNvPr id="32" name="Rectangle 31">
            <a:extLst>
              <a:ext uri="{FF2B5EF4-FFF2-40B4-BE49-F238E27FC236}">
                <a16:creationId xmlns:a16="http://schemas.microsoft.com/office/drawing/2014/main" id="{E74B7AF9-CE21-03EA-7815-C203E0D9E9E9}"/>
              </a:ext>
            </a:extLst>
          </p:cNvPr>
          <p:cNvSpPr/>
          <p:nvPr/>
        </p:nvSpPr>
        <p:spPr>
          <a:xfrm>
            <a:off x="7504110" y="3966167"/>
            <a:ext cx="1393802" cy="44805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5">
                    <a:lumMod val="75000"/>
                  </a:schemeClr>
                </a:solidFill>
              </a:rPr>
              <a:t>GPASSIT4</a:t>
            </a:r>
            <a:endParaRPr lang="en-GB" sz="1600">
              <a:solidFill>
                <a:schemeClr val="accent5">
                  <a:lumMod val="75000"/>
                </a:schemeClr>
              </a:solidFill>
            </a:endParaRPr>
          </a:p>
        </p:txBody>
      </p:sp>
      <p:cxnSp>
        <p:nvCxnSpPr>
          <p:cNvPr id="33" name="Straight Arrow Connector 32">
            <a:extLst>
              <a:ext uri="{FF2B5EF4-FFF2-40B4-BE49-F238E27FC236}">
                <a16:creationId xmlns:a16="http://schemas.microsoft.com/office/drawing/2014/main" id="{9EDCB796-8816-647A-A432-584D6912CDF4}"/>
              </a:ext>
            </a:extLst>
          </p:cNvPr>
          <p:cNvCxnSpPr>
            <a:cxnSpLocks/>
          </p:cNvCxnSpPr>
          <p:nvPr/>
        </p:nvCxnSpPr>
        <p:spPr>
          <a:xfrm>
            <a:off x="8897912" y="4190195"/>
            <a:ext cx="1008000" cy="102"/>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00035202-37E4-D6C2-64C2-6AB8C6523E62}"/>
              </a:ext>
            </a:extLst>
          </p:cNvPr>
          <p:cNvSpPr/>
          <p:nvPr/>
        </p:nvSpPr>
        <p:spPr>
          <a:xfrm>
            <a:off x="9905912" y="3954737"/>
            <a:ext cx="1393802" cy="44805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5">
                    <a:lumMod val="75000"/>
                  </a:schemeClr>
                </a:solidFill>
              </a:rPr>
              <a:t>UAT</a:t>
            </a:r>
            <a:endParaRPr lang="en-GB" sz="1600">
              <a:solidFill>
                <a:schemeClr val="accent5">
                  <a:lumMod val="75000"/>
                </a:schemeClr>
              </a:solidFill>
            </a:endParaRPr>
          </a:p>
        </p:txBody>
      </p:sp>
      <p:cxnSp>
        <p:nvCxnSpPr>
          <p:cNvPr id="36" name="Straight Arrow Connector 35">
            <a:extLst>
              <a:ext uri="{FF2B5EF4-FFF2-40B4-BE49-F238E27FC236}">
                <a16:creationId xmlns:a16="http://schemas.microsoft.com/office/drawing/2014/main" id="{EA0AC9D8-C7EF-9A00-CA9C-BD4CFB55C377}"/>
              </a:ext>
            </a:extLst>
          </p:cNvPr>
          <p:cNvCxnSpPr>
            <a:cxnSpLocks/>
          </p:cNvCxnSpPr>
          <p:nvPr/>
        </p:nvCxnSpPr>
        <p:spPr>
          <a:xfrm>
            <a:off x="4097677" y="4166006"/>
            <a:ext cx="1008000" cy="102"/>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BE6FC60E-BC81-1648-5AE9-A166A39FFDB9}"/>
              </a:ext>
            </a:extLst>
          </p:cNvPr>
          <p:cNvCxnSpPr>
            <a:cxnSpLocks/>
          </p:cNvCxnSpPr>
          <p:nvPr/>
        </p:nvCxnSpPr>
        <p:spPr>
          <a:xfrm>
            <a:off x="6492741" y="4182464"/>
            <a:ext cx="1008000" cy="102"/>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Elbow 7">
            <a:extLst>
              <a:ext uri="{FF2B5EF4-FFF2-40B4-BE49-F238E27FC236}">
                <a16:creationId xmlns:a16="http://schemas.microsoft.com/office/drawing/2014/main" id="{A1CA368C-3F52-ACA6-D259-1AC0179717AB}"/>
              </a:ext>
            </a:extLst>
          </p:cNvPr>
          <p:cNvCxnSpPr>
            <a:cxnSpLocks/>
          </p:cNvCxnSpPr>
          <p:nvPr/>
        </p:nvCxnSpPr>
        <p:spPr>
          <a:xfrm rot="16200000" flipH="1">
            <a:off x="1379314" y="1157092"/>
            <a:ext cx="668890" cy="1116000"/>
          </a:xfrm>
          <a:prstGeom prst="bentConnector3">
            <a:avLst/>
          </a:prstGeom>
          <a:ln>
            <a:solidFill>
              <a:schemeClr val="accent5">
                <a:lumMod val="75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C3DFE41F-4ED7-F150-09AB-989F39BB9849}"/>
              </a:ext>
            </a:extLst>
          </p:cNvPr>
          <p:cNvSpPr/>
          <p:nvPr/>
        </p:nvSpPr>
        <p:spPr>
          <a:xfrm>
            <a:off x="1354640" y="1549092"/>
            <a:ext cx="5087647" cy="15460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a:solidFill>
                  <a:schemeClr val="accent5">
                    <a:lumMod val="75000"/>
                  </a:schemeClr>
                </a:solidFill>
              </a:rPr>
              <a:t>Release Notes for Smoke test passed build. Defect fix, Passed User Stories</a:t>
            </a:r>
            <a:endParaRPr lang="en-GB" sz="1200" i="1">
              <a:solidFill>
                <a:schemeClr val="accent5">
                  <a:lumMod val="75000"/>
                </a:schemeClr>
              </a:solidFill>
            </a:endParaRPr>
          </a:p>
        </p:txBody>
      </p:sp>
      <p:cxnSp>
        <p:nvCxnSpPr>
          <p:cNvPr id="12" name="Connector: Elbow 11">
            <a:extLst>
              <a:ext uri="{FF2B5EF4-FFF2-40B4-BE49-F238E27FC236}">
                <a16:creationId xmlns:a16="http://schemas.microsoft.com/office/drawing/2014/main" id="{B7C453A7-0B91-F261-76C0-AA9B622F2499}"/>
              </a:ext>
            </a:extLst>
          </p:cNvPr>
          <p:cNvCxnSpPr>
            <a:cxnSpLocks/>
          </p:cNvCxnSpPr>
          <p:nvPr/>
        </p:nvCxnSpPr>
        <p:spPr>
          <a:xfrm rot="16200000" flipH="1">
            <a:off x="2628000" y="2666060"/>
            <a:ext cx="668890" cy="1334463"/>
          </a:xfrm>
          <a:prstGeom prst="bentConnector3">
            <a:avLst/>
          </a:prstGeom>
          <a:ln>
            <a:solidFill>
              <a:schemeClr val="accent5">
                <a:lumMod val="75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4C9CAA11-4863-14B7-E6E5-F6CCE8B240C2}"/>
              </a:ext>
            </a:extLst>
          </p:cNvPr>
          <p:cNvSpPr/>
          <p:nvPr/>
        </p:nvSpPr>
        <p:spPr>
          <a:xfrm>
            <a:off x="2424398" y="3156054"/>
            <a:ext cx="5435209" cy="1734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a:solidFill>
                  <a:schemeClr val="accent5">
                    <a:lumMod val="75000"/>
                  </a:schemeClr>
                </a:solidFill>
              </a:rPr>
              <a:t>Release Notes for Smoke test passed build. Only production release candidates</a:t>
            </a:r>
            <a:endParaRPr lang="en-GB" sz="1200" i="1">
              <a:solidFill>
                <a:schemeClr val="accent5">
                  <a:lumMod val="75000"/>
                </a:schemeClr>
              </a:solidFill>
            </a:endParaRPr>
          </a:p>
        </p:txBody>
      </p:sp>
      <p:cxnSp>
        <p:nvCxnSpPr>
          <p:cNvPr id="14" name="Connector: Elbow 13">
            <a:extLst>
              <a:ext uri="{FF2B5EF4-FFF2-40B4-BE49-F238E27FC236}">
                <a16:creationId xmlns:a16="http://schemas.microsoft.com/office/drawing/2014/main" id="{B6A8B5A7-88F1-FE97-4C4B-19BF0A3D58DB}"/>
              </a:ext>
            </a:extLst>
          </p:cNvPr>
          <p:cNvCxnSpPr>
            <a:cxnSpLocks/>
          </p:cNvCxnSpPr>
          <p:nvPr/>
        </p:nvCxnSpPr>
        <p:spPr>
          <a:xfrm rot="10800000">
            <a:off x="785677" y="1399737"/>
            <a:ext cx="2376000" cy="2736000"/>
          </a:xfrm>
          <a:prstGeom prst="bentConnector2">
            <a:avLst/>
          </a:prstGeom>
          <a:ln>
            <a:solidFill>
              <a:schemeClr val="accent5">
                <a:lumMod val="75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A8D9C292-F5B9-5AA1-A1A1-4C77F39A44CE}"/>
              </a:ext>
            </a:extLst>
          </p:cNvPr>
          <p:cNvSpPr/>
          <p:nvPr/>
        </p:nvSpPr>
        <p:spPr>
          <a:xfrm>
            <a:off x="795077" y="3538488"/>
            <a:ext cx="1646594" cy="57291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a:solidFill>
                  <a:schemeClr val="accent5">
                    <a:lumMod val="75000"/>
                  </a:schemeClr>
                </a:solidFill>
              </a:rPr>
              <a:t>Hotfixes in Prod Supp merged back in Dev &amp; Release branch</a:t>
            </a:r>
            <a:endParaRPr lang="en-GB" sz="1200" i="1">
              <a:solidFill>
                <a:schemeClr val="accent5">
                  <a:lumMod val="75000"/>
                </a:schemeClr>
              </a:solidFill>
            </a:endParaRPr>
          </a:p>
        </p:txBody>
      </p:sp>
      <p:sp>
        <p:nvSpPr>
          <p:cNvPr id="42" name="Isosceles Triangle 41">
            <a:extLst>
              <a:ext uri="{FF2B5EF4-FFF2-40B4-BE49-F238E27FC236}">
                <a16:creationId xmlns:a16="http://schemas.microsoft.com/office/drawing/2014/main" id="{F945A013-EEA4-ED7D-EA95-4E84F8045E3E}"/>
              </a:ext>
            </a:extLst>
          </p:cNvPr>
          <p:cNvSpPr/>
          <p:nvPr/>
        </p:nvSpPr>
        <p:spPr>
          <a:xfrm rot="16200000">
            <a:off x="2446832" y="4063048"/>
            <a:ext cx="153713" cy="145235"/>
          </a:xfrm>
          <a:prstGeom prst="triangle">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TextBox 42">
            <a:extLst>
              <a:ext uri="{FF2B5EF4-FFF2-40B4-BE49-F238E27FC236}">
                <a16:creationId xmlns:a16="http://schemas.microsoft.com/office/drawing/2014/main" id="{8A0B2802-39C4-BFC1-8FA0-2B21A3F342EE}"/>
              </a:ext>
            </a:extLst>
          </p:cNvPr>
          <p:cNvSpPr txBox="1"/>
          <p:nvPr/>
        </p:nvSpPr>
        <p:spPr>
          <a:xfrm>
            <a:off x="488527" y="100980"/>
            <a:ext cx="11631168" cy="461665"/>
          </a:xfrm>
          <a:prstGeom prst="rect">
            <a:avLst/>
          </a:prstGeom>
          <a:noFill/>
        </p:spPr>
        <p:txBody>
          <a:bodyPr wrap="square" rtlCol="0">
            <a:spAutoFit/>
          </a:bodyPr>
          <a:lstStyle/>
          <a:p>
            <a:r>
              <a:rPr lang="en-US" sz="2400">
                <a:solidFill>
                  <a:schemeClr val="accent5">
                    <a:lumMod val="50000"/>
                  </a:schemeClr>
                </a:solidFill>
              </a:rPr>
              <a:t>GPAS – </a:t>
            </a:r>
            <a:r>
              <a:rPr lang="en-GB" sz="2400">
                <a:solidFill>
                  <a:schemeClr val="accent5">
                    <a:lumMod val="50000"/>
                  </a:schemeClr>
                </a:solidFill>
              </a:rPr>
              <a:t>Guidewire code and environment management</a:t>
            </a:r>
            <a:endParaRPr lang="en-US" sz="2400">
              <a:solidFill>
                <a:schemeClr val="accent5">
                  <a:lumMod val="50000"/>
                </a:schemeClr>
              </a:solidFill>
            </a:endParaRPr>
          </a:p>
        </p:txBody>
      </p:sp>
      <p:sp>
        <p:nvSpPr>
          <p:cNvPr id="46" name="Rectangle 45">
            <a:extLst>
              <a:ext uri="{FF2B5EF4-FFF2-40B4-BE49-F238E27FC236}">
                <a16:creationId xmlns:a16="http://schemas.microsoft.com/office/drawing/2014/main" id="{DCDB60FF-D234-AA25-8048-02AA70A41B92}"/>
              </a:ext>
            </a:extLst>
          </p:cNvPr>
          <p:cNvSpPr/>
          <p:nvPr/>
        </p:nvSpPr>
        <p:spPr>
          <a:xfrm>
            <a:off x="9074363" y="4002570"/>
            <a:ext cx="655098" cy="35238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a:solidFill>
                  <a:schemeClr val="accent5">
                    <a:lumMod val="75000"/>
                  </a:schemeClr>
                </a:solidFill>
              </a:rPr>
              <a:t>Smoke test</a:t>
            </a:r>
            <a:endParaRPr lang="en-GB" sz="1200" i="1">
              <a:solidFill>
                <a:schemeClr val="accent5">
                  <a:lumMod val="75000"/>
                </a:schemeClr>
              </a:solidFill>
            </a:endParaRPr>
          </a:p>
        </p:txBody>
      </p:sp>
      <p:sp>
        <p:nvSpPr>
          <p:cNvPr id="2" name="Rectangle 1">
            <a:extLst>
              <a:ext uri="{FF2B5EF4-FFF2-40B4-BE49-F238E27FC236}">
                <a16:creationId xmlns:a16="http://schemas.microsoft.com/office/drawing/2014/main" id="{51021D68-735D-2101-4C18-04F974D7E27B}"/>
              </a:ext>
            </a:extLst>
          </p:cNvPr>
          <p:cNvSpPr/>
          <p:nvPr/>
        </p:nvSpPr>
        <p:spPr>
          <a:xfrm>
            <a:off x="8333424" y="1264325"/>
            <a:ext cx="1393802" cy="44805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5">
                    <a:lumMod val="75000"/>
                  </a:schemeClr>
                </a:solidFill>
              </a:rPr>
              <a:t>GPASSIT3</a:t>
            </a:r>
            <a:endParaRPr lang="en-GB" sz="1600">
              <a:solidFill>
                <a:schemeClr val="accent5">
                  <a:lumMod val="75000"/>
                </a:schemeClr>
              </a:solidFill>
            </a:endParaRPr>
          </a:p>
        </p:txBody>
      </p:sp>
      <p:sp>
        <p:nvSpPr>
          <p:cNvPr id="3" name="Rectangle 2">
            <a:extLst>
              <a:ext uri="{FF2B5EF4-FFF2-40B4-BE49-F238E27FC236}">
                <a16:creationId xmlns:a16="http://schemas.microsoft.com/office/drawing/2014/main" id="{C08D0F2A-A9A7-5AAC-10E3-51530FC8DC06}"/>
              </a:ext>
            </a:extLst>
          </p:cNvPr>
          <p:cNvSpPr/>
          <p:nvPr/>
        </p:nvSpPr>
        <p:spPr>
          <a:xfrm>
            <a:off x="7859608" y="588023"/>
            <a:ext cx="2727230" cy="56306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a:solidFill>
                  <a:schemeClr val="accent5">
                    <a:lumMod val="75000"/>
                  </a:schemeClr>
                </a:solidFill>
              </a:rPr>
              <a:t>Sprint – Time travel Environment Will primarily used for Sprint Testing (Can be shared for any Release Testing)</a:t>
            </a:r>
            <a:endParaRPr lang="en-GB" sz="1200" i="1">
              <a:solidFill>
                <a:schemeClr val="accent5">
                  <a:lumMod val="75000"/>
                </a:schemeClr>
              </a:solidFill>
            </a:endParaRPr>
          </a:p>
        </p:txBody>
      </p:sp>
      <p:sp>
        <p:nvSpPr>
          <p:cNvPr id="10" name="Rectangle 9">
            <a:extLst>
              <a:ext uri="{FF2B5EF4-FFF2-40B4-BE49-F238E27FC236}">
                <a16:creationId xmlns:a16="http://schemas.microsoft.com/office/drawing/2014/main" id="{514B54D0-29AC-92C1-8484-0384536B4B96}"/>
              </a:ext>
            </a:extLst>
          </p:cNvPr>
          <p:cNvSpPr/>
          <p:nvPr/>
        </p:nvSpPr>
        <p:spPr>
          <a:xfrm>
            <a:off x="2224822" y="4879177"/>
            <a:ext cx="2376001" cy="44880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a:solidFill>
                  <a:schemeClr val="accent5">
                    <a:lumMod val="75000"/>
                  </a:schemeClr>
                </a:solidFill>
              </a:rPr>
              <a:t>CR/Medium/Low Priority Issues/ Continuous Release/BAU</a:t>
            </a:r>
            <a:endParaRPr lang="en-GB" sz="1200" i="1">
              <a:solidFill>
                <a:schemeClr val="accent5">
                  <a:lumMod val="75000"/>
                </a:schemeClr>
              </a:solidFill>
            </a:endParaRPr>
          </a:p>
        </p:txBody>
      </p:sp>
      <p:sp>
        <p:nvSpPr>
          <p:cNvPr id="15" name="Oval 14">
            <a:extLst>
              <a:ext uri="{FF2B5EF4-FFF2-40B4-BE49-F238E27FC236}">
                <a16:creationId xmlns:a16="http://schemas.microsoft.com/office/drawing/2014/main" id="{CFBFCC89-10D7-A0D9-8899-A37C867B29D5}"/>
              </a:ext>
            </a:extLst>
          </p:cNvPr>
          <p:cNvSpPr/>
          <p:nvPr/>
        </p:nvSpPr>
        <p:spPr>
          <a:xfrm>
            <a:off x="3165046" y="5352087"/>
            <a:ext cx="936000" cy="936000"/>
          </a:xfrm>
          <a:prstGeom prst="ellips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a:solidFill>
                  <a:schemeClr val="bg1"/>
                </a:solidFill>
              </a:rPr>
              <a:t>Monthly Release</a:t>
            </a:r>
            <a:endParaRPr lang="en-GB" sz="1400">
              <a:solidFill>
                <a:schemeClr val="bg1"/>
              </a:solidFill>
            </a:endParaRPr>
          </a:p>
        </p:txBody>
      </p:sp>
      <p:sp>
        <p:nvSpPr>
          <p:cNvPr id="16" name="Rectangle 15">
            <a:extLst>
              <a:ext uri="{FF2B5EF4-FFF2-40B4-BE49-F238E27FC236}">
                <a16:creationId xmlns:a16="http://schemas.microsoft.com/office/drawing/2014/main" id="{5477676F-CAA7-05DB-DA08-212313E861F8}"/>
              </a:ext>
            </a:extLst>
          </p:cNvPr>
          <p:cNvSpPr/>
          <p:nvPr/>
        </p:nvSpPr>
        <p:spPr>
          <a:xfrm>
            <a:off x="5165663" y="5596206"/>
            <a:ext cx="1267093" cy="44805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5">
                    <a:lumMod val="75000"/>
                  </a:schemeClr>
                </a:solidFill>
              </a:rPr>
              <a:t>GPAS DEV</a:t>
            </a:r>
            <a:r>
              <a:rPr lang="en-US" sz="1600">
                <a:solidFill>
                  <a:schemeClr val="accent5">
                    <a:lumMod val="75000"/>
                  </a:schemeClr>
                </a:solidFill>
                <a:highlight>
                  <a:srgbClr val="FFFF00"/>
                </a:highlight>
              </a:rPr>
              <a:t>4</a:t>
            </a:r>
            <a:endParaRPr lang="en-GB" sz="1600">
              <a:solidFill>
                <a:schemeClr val="accent5">
                  <a:lumMod val="75000"/>
                </a:schemeClr>
              </a:solidFill>
              <a:highlight>
                <a:srgbClr val="FFFF00"/>
              </a:highlight>
            </a:endParaRPr>
          </a:p>
        </p:txBody>
      </p:sp>
      <p:cxnSp>
        <p:nvCxnSpPr>
          <p:cNvPr id="17" name="Straight Arrow Connector 16">
            <a:extLst>
              <a:ext uri="{FF2B5EF4-FFF2-40B4-BE49-F238E27FC236}">
                <a16:creationId xmlns:a16="http://schemas.microsoft.com/office/drawing/2014/main" id="{3B6AB03C-5045-8E2C-7CDE-D0FC045E1988}"/>
              </a:ext>
            </a:extLst>
          </p:cNvPr>
          <p:cNvCxnSpPr>
            <a:cxnSpLocks/>
          </p:cNvCxnSpPr>
          <p:nvPr/>
        </p:nvCxnSpPr>
        <p:spPr>
          <a:xfrm>
            <a:off x="4101046" y="5808804"/>
            <a:ext cx="1008000" cy="102"/>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D8EE83A7-A2B0-E8E6-7CD7-47143E4024AA}"/>
              </a:ext>
            </a:extLst>
          </p:cNvPr>
          <p:cNvSpPr/>
          <p:nvPr/>
        </p:nvSpPr>
        <p:spPr>
          <a:xfrm>
            <a:off x="7504110" y="5596206"/>
            <a:ext cx="1393802" cy="44805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5">
                    <a:lumMod val="75000"/>
                  </a:schemeClr>
                </a:solidFill>
              </a:rPr>
              <a:t>GPASSIT5</a:t>
            </a:r>
            <a:endParaRPr lang="en-GB" sz="1600">
              <a:solidFill>
                <a:schemeClr val="accent5">
                  <a:lumMod val="75000"/>
                </a:schemeClr>
              </a:solidFill>
            </a:endParaRPr>
          </a:p>
        </p:txBody>
      </p:sp>
      <p:cxnSp>
        <p:nvCxnSpPr>
          <p:cNvPr id="29" name="Straight Arrow Connector 28">
            <a:extLst>
              <a:ext uri="{FF2B5EF4-FFF2-40B4-BE49-F238E27FC236}">
                <a16:creationId xmlns:a16="http://schemas.microsoft.com/office/drawing/2014/main" id="{34F80FAE-033A-8BFB-6E81-7C0DAC2E7E0A}"/>
              </a:ext>
            </a:extLst>
          </p:cNvPr>
          <p:cNvCxnSpPr>
            <a:cxnSpLocks/>
          </p:cNvCxnSpPr>
          <p:nvPr/>
        </p:nvCxnSpPr>
        <p:spPr>
          <a:xfrm>
            <a:off x="6496110" y="5825262"/>
            <a:ext cx="1008000" cy="102"/>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D20948F0-82C2-1FC2-8F37-69AD95C5F7A4}"/>
              </a:ext>
            </a:extLst>
          </p:cNvPr>
          <p:cNvCxnSpPr>
            <a:cxnSpLocks/>
          </p:cNvCxnSpPr>
          <p:nvPr/>
        </p:nvCxnSpPr>
        <p:spPr>
          <a:xfrm>
            <a:off x="8897912" y="5820234"/>
            <a:ext cx="1008000" cy="102"/>
          </a:xfrm>
          <a:prstGeom prst="straightConnector1">
            <a:avLst/>
          </a:prstGeom>
          <a:ln>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B1B3D348-A510-930A-9E7E-86FD7076A834}"/>
              </a:ext>
            </a:extLst>
          </p:cNvPr>
          <p:cNvSpPr/>
          <p:nvPr/>
        </p:nvSpPr>
        <p:spPr>
          <a:xfrm>
            <a:off x="9905912" y="5584776"/>
            <a:ext cx="1393802" cy="44805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accent5">
                    <a:lumMod val="75000"/>
                  </a:schemeClr>
                </a:solidFill>
              </a:rPr>
              <a:t>UAT</a:t>
            </a:r>
            <a:endParaRPr lang="en-GB" sz="1600">
              <a:solidFill>
                <a:schemeClr val="accent5">
                  <a:lumMod val="75000"/>
                </a:schemeClr>
              </a:solidFill>
            </a:endParaRPr>
          </a:p>
        </p:txBody>
      </p:sp>
      <p:sp>
        <p:nvSpPr>
          <p:cNvPr id="38" name="Rectangle 37">
            <a:extLst>
              <a:ext uri="{FF2B5EF4-FFF2-40B4-BE49-F238E27FC236}">
                <a16:creationId xmlns:a16="http://schemas.microsoft.com/office/drawing/2014/main" id="{27445073-85E3-4A93-586A-E917870275F5}"/>
              </a:ext>
            </a:extLst>
          </p:cNvPr>
          <p:cNvSpPr/>
          <p:nvPr/>
        </p:nvSpPr>
        <p:spPr>
          <a:xfrm>
            <a:off x="9074363" y="5652245"/>
            <a:ext cx="655098" cy="35238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i="1">
                <a:solidFill>
                  <a:schemeClr val="accent5">
                    <a:lumMod val="75000"/>
                  </a:schemeClr>
                </a:solidFill>
              </a:rPr>
              <a:t>Smoke test</a:t>
            </a:r>
            <a:endParaRPr lang="en-GB" sz="1200" i="1">
              <a:solidFill>
                <a:schemeClr val="accent5">
                  <a:lumMod val="75000"/>
                </a:schemeClr>
              </a:solidFill>
            </a:endParaRPr>
          </a:p>
        </p:txBody>
      </p:sp>
      <p:cxnSp>
        <p:nvCxnSpPr>
          <p:cNvPr id="39" name="Connector: Elbow 38">
            <a:extLst>
              <a:ext uri="{FF2B5EF4-FFF2-40B4-BE49-F238E27FC236}">
                <a16:creationId xmlns:a16="http://schemas.microsoft.com/office/drawing/2014/main" id="{752B621E-DDE1-7420-7C2E-F63D4AF0041E}"/>
              </a:ext>
            </a:extLst>
          </p:cNvPr>
          <p:cNvCxnSpPr>
            <a:cxnSpLocks/>
            <a:endCxn id="15" idx="2"/>
          </p:cNvCxnSpPr>
          <p:nvPr/>
        </p:nvCxnSpPr>
        <p:spPr>
          <a:xfrm>
            <a:off x="785676" y="4108497"/>
            <a:ext cx="2379370" cy="1711590"/>
          </a:xfrm>
          <a:prstGeom prst="bentConnector3">
            <a:avLst>
              <a:gd name="adj1" fmla="val -1"/>
            </a:avLst>
          </a:prstGeom>
          <a:ln>
            <a:solidFill>
              <a:schemeClr val="accent5">
                <a:lumMod val="75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2426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D1F479C-983D-C54C-D82C-299617337663}"/>
              </a:ext>
            </a:extLst>
          </p:cNvPr>
          <p:cNvCxnSpPr/>
          <p:nvPr/>
        </p:nvCxnSpPr>
        <p:spPr>
          <a:xfrm>
            <a:off x="1897625" y="2342549"/>
            <a:ext cx="803295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757955D-4751-DA66-E28F-CEA5FD0621C8}"/>
              </a:ext>
            </a:extLst>
          </p:cNvPr>
          <p:cNvCxnSpPr>
            <a:cxnSpLocks/>
          </p:cNvCxnSpPr>
          <p:nvPr/>
        </p:nvCxnSpPr>
        <p:spPr>
          <a:xfrm>
            <a:off x="1897625" y="3495757"/>
            <a:ext cx="7855975" cy="0"/>
          </a:xfrm>
          <a:prstGeom prst="line">
            <a:avLst/>
          </a:prstGeom>
        </p:spPr>
        <p:style>
          <a:lnRef idx="2">
            <a:schemeClr val="accent1"/>
          </a:lnRef>
          <a:fillRef idx="0">
            <a:schemeClr val="accent1"/>
          </a:fillRef>
          <a:effectRef idx="1">
            <a:schemeClr val="accent1"/>
          </a:effectRef>
          <a:fontRef idx="minor">
            <a:schemeClr val="tx1"/>
          </a:fontRef>
        </p:style>
      </p:cxnSp>
      <p:sp>
        <p:nvSpPr>
          <p:cNvPr id="11" name="Flowchart: Process 10">
            <a:extLst>
              <a:ext uri="{FF2B5EF4-FFF2-40B4-BE49-F238E27FC236}">
                <a16:creationId xmlns:a16="http://schemas.microsoft.com/office/drawing/2014/main" id="{F7DCEB44-9B1D-B385-936B-3DE02C0F3DDF}"/>
              </a:ext>
            </a:extLst>
          </p:cNvPr>
          <p:cNvSpPr/>
          <p:nvPr/>
        </p:nvSpPr>
        <p:spPr>
          <a:xfrm>
            <a:off x="481351" y="2097050"/>
            <a:ext cx="1199535" cy="469477"/>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a:t>Develop (Default)</a:t>
            </a:r>
          </a:p>
          <a:p>
            <a:pPr algn="ctr"/>
            <a:r>
              <a:rPr lang="en-GB" sz="1100"/>
              <a:t>GPASSIT1</a:t>
            </a:r>
            <a:endParaRPr lang="en-US" sz="1100"/>
          </a:p>
        </p:txBody>
      </p:sp>
      <p:sp>
        <p:nvSpPr>
          <p:cNvPr id="12" name="Flowchart: Process 11">
            <a:extLst>
              <a:ext uri="{FF2B5EF4-FFF2-40B4-BE49-F238E27FC236}">
                <a16:creationId xmlns:a16="http://schemas.microsoft.com/office/drawing/2014/main" id="{3D46954F-FA7D-4B77-3A3E-C51B25013582}"/>
              </a:ext>
            </a:extLst>
          </p:cNvPr>
          <p:cNvSpPr/>
          <p:nvPr/>
        </p:nvSpPr>
        <p:spPr>
          <a:xfrm>
            <a:off x="491615" y="805728"/>
            <a:ext cx="1199535" cy="599747"/>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a:t>Master (Production)</a:t>
            </a:r>
          </a:p>
          <a:p>
            <a:pPr algn="ctr"/>
            <a:r>
              <a:rPr lang="en-GB" sz="1100" b="1"/>
              <a:t>GPASSIT4</a:t>
            </a:r>
            <a:endParaRPr lang="en-US" sz="1100" b="1"/>
          </a:p>
        </p:txBody>
      </p:sp>
      <p:sp>
        <p:nvSpPr>
          <p:cNvPr id="13" name="Flowchart: Process 12">
            <a:extLst>
              <a:ext uri="{FF2B5EF4-FFF2-40B4-BE49-F238E27FC236}">
                <a16:creationId xmlns:a16="http://schemas.microsoft.com/office/drawing/2014/main" id="{15760D2D-CCF0-CBF4-EB01-FDF9AFE8C705}"/>
              </a:ext>
            </a:extLst>
          </p:cNvPr>
          <p:cNvSpPr/>
          <p:nvPr/>
        </p:nvSpPr>
        <p:spPr>
          <a:xfrm>
            <a:off x="452473" y="3205124"/>
            <a:ext cx="1199535" cy="57148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a:t>Release-N</a:t>
            </a:r>
          </a:p>
          <a:p>
            <a:pPr algn="ctr"/>
            <a:r>
              <a:rPr lang="en-GB" sz="1100"/>
              <a:t>GPASSIT2 -&gt; GPASTEST</a:t>
            </a:r>
            <a:endParaRPr lang="en-US" sz="1100"/>
          </a:p>
        </p:txBody>
      </p:sp>
      <p:sp>
        <p:nvSpPr>
          <p:cNvPr id="14" name="Flowchart: Process 13">
            <a:extLst>
              <a:ext uri="{FF2B5EF4-FFF2-40B4-BE49-F238E27FC236}">
                <a16:creationId xmlns:a16="http://schemas.microsoft.com/office/drawing/2014/main" id="{9D66BC8F-BC8A-F1F5-77B9-A4C1DA18F834}"/>
              </a:ext>
            </a:extLst>
          </p:cNvPr>
          <p:cNvSpPr/>
          <p:nvPr/>
        </p:nvSpPr>
        <p:spPr>
          <a:xfrm>
            <a:off x="432618" y="4859797"/>
            <a:ext cx="1199535" cy="516710"/>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a:t>Release-N+1</a:t>
            </a:r>
          </a:p>
          <a:p>
            <a:pPr algn="ctr"/>
            <a:r>
              <a:rPr lang="en-GB" sz="1100" b="1"/>
              <a:t>GPASSIT1 / GPASSIT5</a:t>
            </a:r>
            <a:endParaRPr lang="en-US" sz="1100" b="1"/>
          </a:p>
        </p:txBody>
      </p:sp>
      <p:cxnSp>
        <p:nvCxnSpPr>
          <p:cNvPr id="15" name="Straight Connector 14">
            <a:extLst>
              <a:ext uri="{FF2B5EF4-FFF2-40B4-BE49-F238E27FC236}">
                <a16:creationId xmlns:a16="http://schemas.microsoft.com/office/drawing/2014/main" id="{A4D85AA0-EAFF-504F-C65B-5EFA53D6F53D}"/>
              </a:ext>
            </a:extLst>
          </p:cNvPr>
          <p:cNvCxnSpPr/>
          <p:nvPr/>
        </p:nvCxnSpPr>
        <p:spPr>
          <a:xfrm>
            <a:off x="1927123" y="1117184"/>
            <a:ext cx="803295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32549CF-C680-97B9-03BF-5567FEAB0DBE}"/>
              </a:ext>
            </a:extLst>
          </p:cNvPr>
          <p:cNvCxnSpPr>
            <a:cxnSpLocks/>
          </p:cNvCxnSpPr>
          <p:nvPr/>
        </p:nvCxnSpPr>
        <p:spPr>
          <a:xfrm flipV="1">
            <a:off x="1897625" y="6368730"/>
            <a:ext cx="7924801" cy="69959"/>
          </a:xfrm>
          <a:prstGeom prst="line">
            <a:avLst/>
          </a:prstGeom>
        </p:spPr>
        <p:style>
          <a:lnRef idx="2">
            <a:schemeClr val="accent1"/>
          </a:lnRef>
          <a:fillRef idx="0">
            <a:schemeClr val="accent1"/>
          </a:fillRef>
          <a:effectRef idx="1">
            <a:schemeClr val="accent1"/>
          </a:effectRef>
          <a:fontRef idx="minor">
            <a:schemeClr val="tx1"/>
          </a:fontRef>
        </p:style>
      </p:cxnSp>
      <p:sp>
        <p:nvSpPr>
          <p:cNvPr id="17" name="Flowchart: Process 16">
            <a:extLst>
              <a:ext uri="{FF2B5EF4-FFF2-40B4-BE49-F238E27FC236}">
                <a16:creationId xmlns:a16="http://schemas.microsoft.com/office/drawing/2014/main" id="{7A8380C7-C6E2-077C-8F68-121FD5918200}"/>
              </a:ext>
            </a:extLst>
          </p:cNvPr>
          <p:cNvSpPr/>
          <p:nvPr/>
        </p:nvSpPr>
        <p:spPr>
          <a:xfrm>
            <a:off x="432618" y="6260067"/>
            <a:ext cx="1199535" cy="33428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a:t>Hotfix</a:t>
            </a:r>
          </a:p>
          <a:p>
            <a:pPr algn="ctr"/>
            <a:r>
              <a:rPr lang="en-GB" sz="1100"/>
              <a:t>GPASSIT4</a:t>
            </a:r>
            <a:endParaRPr lang="en-US" sz="1100"/>
          </a:p>
        </p:txBody>
      </p:sp>
      <p:sp>
        <p:nvSpPr>
          <p:cNvPr id="18" name="Flowchart: Process 17">
            <a:extLst>
              <a:ext uri="{FF2B5EF4-FFF2-40B4-BE49-F238E27FC236}">
                <a16:creationId xmlns:a16="http://schemas.microsoft.com/office/drawing/2014/main" id="{45153E8A-B6F5-206E-3027-C12AFB41CA8B}"/>
              </a:ext>
            </a:extLst>
          </p:cNvPr>
          <p:cNvSpPr/>
          <p:nvPr/>
        </p:nvSpPr>
        <p:spPr>
          <a:xfrm>
            <a:off x="10196051" y="2161880"/>
            <a:ext cx="1887794" cy="33428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a:t>Continuous Development of multiple Release/ features</a:t>
            </a:r>
            <a:endParaRPr lang="en-US" sz="1100"/>
          </a:p>
        </p:txBody>
      </p:sp>
      <p:sp>
        <p:nvSpPr>
          <p:cNvPr id="19" name="Flowchart: Process 18">
            <a:extLst>
              <a:ext uri="{FF2B5EF4-FFF2-40B4-BE49-F238E27FC236}">
                <a16:creationId xmlns:a16="http://schemas.microsoft.com/office/drawing/2014/main" id="{00CDF9B6-FACA-1D6A-A03A-83A3D53908B7}"/>
              </a:ext>
            </a:extLst>
          </p:cNvPr>
          <p:cNvSpPr/>
          <p:nvPr/>
        </p:nvSpPr>
        <p:spPr>
          <a:xfrm>
            <a:off x="10196051" y="964789"/>
            <a:ext cx="1887794" cy="33428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a:t>After deployed to Production</a:t>
            </a:r>
            <a:endParaRPr lang="en-US" sz="1100"/>
          </a:p>
        </p:txBody>
      </p:sp>
      <p:sp>
        <p:nvSpPr>
          <p:cNvPr id="20" name="Flowchart: Process 19">
            <a:extLst>
              <a:ext uri="{FF2B5EF4-FFF2-40B4-BE49-F238E27FC236}">
                <a16:creationId xmlns:a16="http://schemas.microsoft.com/office/drawing/2014/main" id="{2EC3E8F7-623C-9BDE-1A09-31429CB0EA8E}"/>
              </a:ext>
            </a:extLst>
          </p:cNvPr>
          <p:cNvSpPr/>
          <p:nvPr/>
        </p:nvSpPr>
        <p:spPr>
          <a:xfrm>
            <a:off x="10196051" y="3261857"/>
            <a:ext cx="1887794" cy="33428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a:t>Current Planned Release</a:t>
            </a:r>
            <a:endParaRPr lang="en-US" sz="1100"/>
          </a:p>
        </p:txBody>
      </p:sp>
      <p:sp>
        <p:nvSpPr>
          <p:cNvPr id="21" name="Flowchart: Process 20">
            <a:extLst>
              <a:ext uri="{FF2B5EF4-FFF2-40B4-BE49-F238E27FC236}">
                <a16:creationId xmlns:a16="http://schemas.microsoft.com/office/drawing/2014/main" id="{2E6175CE-E782-4A62-EEF7-48BC50427B25}"/>
              </a:ext>
            </a:extLst>
          </p:cNvPr>
          <p:cNvSpPr/>
          <p:nvPr/>
        </p:nvSpPr>
        <p:spPr>
          <a:xfrm>
            <a:off x="10166553" y="4960205"/>
            <a:ext cx="1917292" cy="33428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a:t>Next Planned Release</a:t>
            </a:r>
            <a:endParaRPr lang="en-US" sz="1100"/>
          </a:p>
        </p:txBody>
      </p:sp>
      <p:sp>
        <p:nvSpPr>
          <p:cNvPr id="22" name="Flowchart: Process 21">
            <a:extLst>
              <a:ext uri="{FF2B5EF4-FFF2-40B4-BE49-F238E27FC236}">
                <a16:creationId xmlns:a16="http://schemas.microsoft.com/office/drawing/2014/main" id="{F260BADB-2C3B-4D74-1143-10663779B274}"/>
              </a:ext>
            </a:extLst>
          </p:cNvPr>
          <p:cNvSpPr/>
          <p:nvPr/>
        </p:nvSpPr>
        <p:spPr>
          <a:xfrm>
            <a:off x="10166553" y="6186951"/>
            <a:ext cx="1917292" cy="334286"/>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err="1"/>
              <a:t>Adhoc</a:t>
            </a:r>
            <a:r>
              <a:rPr lang="en-GB" sz="1100"/>
              <a:t> Fixes (Urgent Issues)</a:t>
            </a:r>
            <a:endParaRPr lang="en-US" sz="1100"/>
          </a:p>
        </p:txBody>
      </p:sp>
      <p:sp>
        <p:nvSpPr>
          <p:cNvPr id="23" name="Flowchart: Connector 22">
            <a:extLst>
              <a:ext uri="{FF2B5EF4-FFF2-40B4-BE49-F238E27FC236}">
                <a16:creationId xmlns:a16="http://schemas.microsoft.com/office/drawing/2014/main" id="{19A76C8C-C96A-FE66-9038-C5B9752EDC90}"/>
              </a:ext>
            </a:extLst>
          </p:cNvPr>
          <p:cNvSpPr/>
          <p:nvPr/>
        </p:nvSpPr>
        <p:spPr>
          <a:xfrm>
            <a:off x="2625213" y="2276158"/>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 name="Flowchart: Connector 23">
            <a:extLst>
              <a:ext uri="{FF2B5EF4-FFF2-40B4-BE49-F238E27FC236}">
                <a16:creationId xmlns:a16="http://schemas.microsoft.com/office/drawing/2014/main" id="{F0DFF875-8D12-FBBA-2166-6FA903CB9643}"/>
              </a:ext>
            </a:extLst>
          </p:cNvPr>
          <p:cNvSpPr/>
          <p:nvPr/>
        </p:nvSpPr>
        <p:spPr>
          <a:xfrm>
            <a:off x="7506924" y="3404821"/>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5" name="Flowchart: Connector 24">
            <a:extLst>
              <a:ext uri="{FF2B5EF4-FFF2-40B4-BE49-F238E27FC236}">
                <a16:creationId xmlns:a16="http://schemas.microsoft.com/office/drawing/2014/main" id="{4216270D-F5B1-0E14-18E9-511A6630A103}"/>
              </a:ext>
            </a:extLst>
          </p:cNvPr>
          <p:cNvSpPr/>
          <p:nvPr/>
        </p:nvSpPr>
        <p:spPr>
          <a:xfrm>
            <a:off x="1927121" y="3436530"/>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FD610126-61EF-1283-CF22-0B633D7B6896}"/>
              </a:ext>
            </a:extLst>
          </p:cNvPr>
          <p:cNvCxnSpPr>
            <a:cxnSpLocks/>
            <a:stCxn id="23" idx="4"/>
            <a:endCxn id="25" idx="0"/>
          </p:cNvCxnSpPr>
          <p:nvPr/>
        </p:nvCxnSpPr>
        <p:spPr>
          <a:xfrm flipH="1">
            <a:off x="2010695" y="2429770"/>
            <a:ext cx="698092" cy="10067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E78C36F2-4EE3-970F-70F4-67B90447C508}"/>
              </a:ext>
            </a:extLst>
          </p:cNvPr>
          <p:cNvSpPr/>
          <p:nvPr/>
        </p:nvSpPr>
        <p:spPr>
          <a:xfrm>
            <a:off x="2204532" y="3273879"/>
            <a:ext cx="1380844" cy="44183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900"/>
              <a:t>User branch PR Merge (fixes/features)</a:t>
            </a:r>
            <a:endParaRPr lang="en-US" sz="900"/>
          </a:p>
        </p:txBody>
      </p:sp>
      <p:sp>
        <p:nvSpPr>
          <p:cNvPr id="38" name="Flowchart: Connector 37">
            <a:extLst>
              <a:ext uri="{FF2B5EF4-FFF2-40B4-BE49-F238E27FC236}">
                <a16:creationId xmlns:a16="http://schemas.microsoft.com/office/drawing/2014/main" id="{18224472-17E9-E7A2-718E-642ECFF19903}"/>
              </a:ext>
            </a:extLst>
          </p:cNvPr>
          <p:cNvSpPr/>
          <p:nvPr/>
        </p:nvSpPr>
        <p:spPr>
          <a:xfrm>
            <a:off x="3004107" y="2275199"/>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7FA13770-6716-172A-7BC1-EC8677BC9FAE}"/>
              </a:ext>
            </a:extLst>
          </p:cNvPr>
          <p:cNvCxnSpPr>
            <a:cxnSpLocks/>
            <a:stCxn id="35" idx="0"/>
            <a:endCxn id="38" idx="4"/>
          </p:cNvCxnSpPr>
          <p:nvPr/>
        </p:nvCxnSpPr>
        <p:spPr>
          <a:xfrm flipV="1">
            <a:off x="2894954" y="2428811"/>
            <a:ext cx="192727" cy="8450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1" name="Oval 40">
            <a:extLst>
              <a:ext uri="{FF2B5EF4-FFF2-40B4-BE49-F238E27FC236}">
                <a16:creationId xmlns:a16="http://schemas.microsoft.com/office/drawing/2014/main" id="{185A6AAE-7C1E-8024-BF59-1CE36DCA4303}"/>
              </a:ext>
            </a:extLst>
          </p:cNvPr>
          <p:cNvSpPr/>
          <p:nvPr/>
        </p:nvSpPr>
        <p:spPr>
          <a:xfrm>
            <a:off x="4226641" y="3285273"/>
            <a:ext cx="1347020" cy="44183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900"/>
              <a:t>User branch PR Merge (fixes/features)</a:t>
            </a:r>
            <a:endParaRPr lang="en-US" sz="900"/>
          </a:p>
        </p:txBody>
      </p:sp>
      <p:sp>
        <p:nvSpPr>
          <p:cNvPr id="42" name="Flowchart: Connector 41">
            <a:extLst>
              <a:ext uri="{FF2B5EF4-FFF2-40B4-BE49-F238E27FC236}">
                <a16:creationId xmlns:a16="http://schemas.microsoft.com/office/drawing/2014/main" id="{07E49B28-EDDE-D2D0-858F-713A022C42F7}"/>
              </a:ext>
            </a:extLst>
          </p:cNvPr>
          <p:cNvSpPr/>
          <p:nvPr/>
        </p:nvSpPr>
        <p:spPr>
          <a:xfrm>
            <a:off x="4809204" y="2278031"/>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633471FB-2B9B-F024-F259-68F90173993E}"/>
              </a:ext>
            </a:extLst>
          </p:cNvPr>
          <p:cNvCxnSpPr>
            <a:stCxn id="41" idx="0"/>
            <a:endCxn id="42" idx="4"/>
          </p:cNvCxnSpPr>
          <p:nvPr/>
        </p:nvCxnSpPr>
        <p:spPr>
          <a:xfrm flipH="1" flipV="1">
            <a:off x="4892778" y="2431643"/>
            <a:ext cx="7373" cy="8536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Oval 43">
            <a:extLst>
              <a:ext uri="{FF2B5EF4-FFF2-40B4-BE49-F238E27FC236}">
                <a16:creationId xmlns:a16="http://schemas.microsoft.com/office/drawing/2014/main" id="{806522D0-CFC3-3F6B-0AAB-DDB26CE34F93}"/>
              </a:ext>
            </a:extLst>
          </p:cNvPr>
          <p:cNvSpPr/>
          <p:nvPr/>
        </p:nvSpPr>
        <p:spPr>
          <a:xfrm>
            <a:off x="5804721" y="3292417"/>
            <a:ext cx="1347020" cy="44183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900"/>
              <a:t>User branch PR Merge (fixes/features)</a:t>
            </a:r>
            <a:endParaRPr lang="en-US" sz="900"/>
          </a:p>
        </p:txBody>
      </p:sp>
      <p:sp>
        <p:nvSpPr>
          <p:cNvPr id="45" name="Flowchart: Connector 44">
            <a:extLst>
              <a:ext uri="{FF2B5EF4-FFF2-40B4-BE49-F238E27FC236}">
                <a16:creationId xmlns:a16="http://schemas.microsoft.com/office/drawing/2014/main" id="{1A636734-E69F-EE0D-2A18-F4613D137045}"/>
              </a:ext>
            </a:extLst>
          </p:cNvPr>
          <p:cNvSpPr/>
          <p:nvPr/>
        </p:nvSpPr>
        <p:spPr>
          <a:xfrm>
            <a:off x="6472089" y="2275570"/>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46" name="Straight Arrow Connector 45">
            <a:extLst>
              <a:ext uri="{FF2B5EF4-FFF2-40B4-BE49-F238E27FC236}">
                <a16:creationId xmlns:a16="http://schemas.microsoft.com/office/drawing/2014/main" id="{7E3CCEE4-C7D1-C411-3711-AE8D69467111}"/>
              </a:ext>
            </a:extLst>
          </p:cNvPr>
          <p:cNvCxnSpPr>
            <a:stCxn id="44" idx="0"/>
            <a:endCxn id="45" idx="4"/>
          </p:cNvCxnSpPr>
          <p:nvPr/>
        </p:nvCxnSpPr>
        <p:spPr>
          <a:xfrm flipV="1">
            <a:off x="6478231" y="2429182"/>
            <a:ext cx="77432" cy="8632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1EDE19FA-4DD4-9621-0932-E50BFF59B569}"/>
              </a:ext>
            </a:extLst>
          </p:cNvPr>
          <p:cNvSpPr txBox="1"/>
          <p:nvPr/>
        </p:nvSpPr>
        <p:spPr>
          <a:xfrm rot="18230341">
            <a:off x="1632863" y="2702957"/>
            <a:ext cx="1347020" cy="215444"/>
          </a:xfrm>
          <a:prstGeom prst="rect">
            <a:avLst/>
          </a:prstGeom>
          <a:noFill/>
        </p:spPr>
        <p:txBody>
          <a:bodyPr wrap="square" rtlCol="0">
            <a:spAutoFit/>
          </a:bodyPr>
          <a:lstStyle/>
          <a:p>
            <a:r>
              <a:rPr lang="en-GB" sz="800"/>
              <a:t>Release Branch Cutover</a:t>
            </a:r>
            <a:endParaRPr lang="en-US" sz="800"/>
          </a:p>
        </p:txBody>
      </p:sp>
      <p:sp>
        <p:nvSpPr>
          <p:cNvPr id="51" name="TextBox 50">
            <a:extLst>
              <a:ext uri="{FF2B5EF4-FFF2-40B4-BE49-F238E27FC236}">
                <a16:creationId xmlns:a16="http://schemas.microsoft.com/office/drawing/2014/main" id="{EE78A0B3-47EB-19AF-324F-9C58CD71F675}"/>
              </a:ext>
            </a:extLst>
          </p:cNvPr>
          <p:cNvSpPr txBox="1"/>
          <p:nvPr/>
        </p:nvSpPr>
        <p:spPr>
          <a:xfrm rot="17028800">
            <a:off x="2403859" y="2699327"/>
            <a:ext cx="931511" cy="215444"/>
          </a:xfrm>
          <a:prstGeom prst="rect">
            <a:avLst/>
          </a:prstGeom>
          <a:noFill/>
        </p:spPr>
        <p:txBody>
          <a:bodyPr wrap="square" rtlCol="0">
            <a:spAutoFit/>
          </a:bodyPr>
          <a:lstStyle/>
          <a:p>
            <a:r>
              <a:rPr lang="en-GB" sz="800"/>
              <a:t>Cascade Merge</a:t>
            </a:r>
            <a:endParaRPr lang="en-US" sz="800"/>
          </a:p>
        </p:txBody>
      </p:sp>
      <p:sp>
        <p:nvSpPr>
          <p:cNvPr id="52" name="TextBox 51">
            <a:extLst>
              <a:ext uri="{FF2B5EF4-FFF2-40B4-BE49-F238E27FC236}">
                <a16:creationId xmlns:a16="http://schemas.microsoft.com/office/drawing/2014/main" id="{A81E9FF3-4A21-78A7-EBBB-F975281481D7}"/>
              </a:ext>
            </a:extLst>
          </p:cNvPr>
          <p:cNvSpPr txBox="1"/>
          <p:nvPr/>
        </p:nvSpPr>
        <p:spPr>
          <a:xfrm rot="16200000">
            <a:off x="4349590" y="2694682"/>
            <a:ext cx="931511" cy="215444"/>
          </a:xfrm>
          <a:prstGeom prst="rect">
            <a:avLst/>
          </a:prstGeom>
          <a:noFill/>
        </p:spPr>
        <p:txBody>
          <a:bodyPr wrap="square" rtlCol="0">
            <a:spAutoFit/>
          </a:bodyPr>
          <a:lstStyle/>
          <a:p>
            <a:r>
              <a:rPr lang="en-GB" sz="800"/>
              <a:t>Cascade Merge</a:t>
            </a:r>
            <a:endParaRPr lang="en-US" sz="800"/>
          </a:p>
        </p:txBody>
      </p:sp>
      <p:sp>
        <p:nvSpPr>
          <p:cNvPr id="53" name="TextBox 52">
            <a:extLst>
              <a:ext uri="{FF2B5EF4-FFF2-40B4-BE49-F238E27FC236}">
                <a16:creationId xmlns:a16="http://schemas.microsoft.com/office/drawing/2014/main" id="{AD5D8182-7575-EE60-658F-F21FB6321E01}"/>
              </a:ext>
            </a:extLst>
          </p:cNvPr>
          <p:cNvSpPr txBox="1"/>
          <p:nvPr/>
        </p:nvSpPr>
        <p:spPr>
          <a:xfrm rot="16429511">
            <a:off x="5951353" y="2755355"/>
            <a:ext cx="931511" cy="215444"/>
          </a:xfrm>
          <a:prstGeom prst="rect">
            <a:avLst/>
          </a:prstGeom>
          <a:noFill/>
        </p:spPr>
        <p:txBody>
          <a:bodyPr wrap="square" rtlCol="0">
            <a:spAutoFit/>
          </a:bodyPr>
          <a:lstStyle/>
          <a:p>
            <a:r>
              <a:rPr lang="en-GB" sz="800"/>
              <a:t>Cascade Merge</a:t>
            </a:r>
            <a:endParaRPr lang="en-US" sz="800"/>
          </a:p>
        </p:txBody>
      </p:sp>
      <p:sp>
        <p:nvSpPr>
          <p:cNvPr id="54" name="Flowchart: Connector 53">
            <a:extLst>
              <a:ext uri="{FF2B5EF4-FFF2-40B4-BE49-F238E27FC236}">
                <a16:creationId xmlns:a16="http://schemas.microsoft.com/office/drawing/2014/main" id="{484599BA-ECC1-255E-6F04-C36B3B8B46AB}"/>
              </a:ext>
            </a:extLst>
          </p:cNvPr>
          <p:cNvSpPr/>
          <p:nvPr/>
        </p:nvSpPr>
        <p:spPr>
          <a:xfrm>
            <a:off x="7964129" y="1055126"/>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57" name="Straight Arrow Connector 56">
            <a:extLst>
              <a:ext uri="{FF2B5EF4-FFF2-40B4-BE49-F238E27FC236}">
                <a16:creationId xmlns:a16="http://schemas.microsoft.com/office/drawing/2014/main" id="{F9412D34-4009-ADE7-3273-D26AA592EB49}"/>
              </a:ext>
            </a:extLst>
          </p:cNvPr>
          <p:cNvCxnSpPr>
            <a:stCxn id="24" idx="0"/>
            <a:endCxn id="54" idx="4"/>
          </p:cNvCxnSpPr>
          <p:nvPr/>
        </p:nvCxnSpPr>
        <p:spPr>
          <a:xfrm flipV="1">
            <a:off x="7590498" y="1208738"/>
            <a:ext cx="457205" cy="21960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6D1FFA83-DFDD-0A2B-5D51-9DF5B766C6B9}"/>
              </a:ext>
            </a:extLst>
          </p:cNvPr>
          <p:cNvSpPr txBox="1"/>
          <p:nvPr/>
        </p:nvSpPr>
        <p:spPr>
          <a:xfrm rot="16809748">
            <a:off x="7053377" y="2832904"/>
            <a:ext cx="1561886" cy="215444"/>
          </a:xfrm>
          <a:prstGeom prst="rect">
            <a:avLst/>
          </a:prstGeom>
          <a:noFill/>
        </p:spPr>
        <p:txBody>
          <a:bodyPr wrap="square" rtlCol="0">
            <a:spAutoFit/>
          </a:bodyPr>
          <a:lstStyle/>
          <a:p>
            <a:r>
              <a:rPr lang="en-GB" sz="800"/>
              <a:t>Production Release complete</a:t>
            </a:r>
            <a:endParaRPr lang="en-US" sz="800"/>
          </a:p>
        </p:txBody>
      </p:sp>
      <p:sp>
        <p:nvSpPr>
          <p:cNvPr id="59" name="Isosceles Triangle 58">
            <a:extLst>
              <a:ext uri="{FF2B5EF4-FFF2-40B4-BE49-F238E27FC236}">
                <a16:creationId xmlns:a16="http://schemas.microsoft.com/office/drawing/2014/main" id="{73C6DFF2-7D33-F536-92F5-A63B1966DCEF}"/>
              </a:ext>
            </a:extLst>
          </p:cNvPr>
          <p:cNvSpPr/>
          <p:nvPr/>
        </p:nvSpPr>
        <p:spPr>
          <a:xfrm>
            <a:off x="7506924" y="3629886"/>
            <a:ext cx="167148" cy="110161"/>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Connector 59">
            <a:extLst>
              <a:ext uri="{FF2B5EF4-FFF2-40B4-BE49-F238E27FC236}">
                <a16:creationId xmlns:a16="http://schemas.microsoft.com/office/drawing/2014/main" id="{0EF8BE18-A85F-96AC-79C7-8A51B545FAFF}"/>
              </a:ext>
            </a:extLst>
          </p:cNvPr>
          <p:cNvCxnSpPr>
            <a:cxnSpLocks/>
          </p:cNvCxnSpPr>
          <p:nvPr/>
        </p:nvCxnSpPr>
        <p:spPr>
          <a:xfrm>
            <a:off x="2094269" y="5095807"/>
            <a:ext cx="7659331" cy="31541"/>
          </a:xfrm>
          <a:prstGeom prst="line">
            <a:avLst/>
          </a:prstGeom>
        </p:spPr>
        <p:style>
          <a:lnRef idx="2">
            <a:schemeClr val="accent1"/>
          </a:lnRef>
          <a:fillRef idx="0">
            <a:schemeClr val="accent1"/>
          </a:fillRef>
          <a:effectRef idx="1">
            <a:schemeClr val="accent1"/>
          </a:effectRef>
          <a:fontRef idx="minor">
            <a:schemeClr val="tx1"/>
          </a:fontRef>
        </p:style>
      </p:cxnSp>
      <p:sp>
        <p:nvSpPr>
          <p:cNvPr id="61" name="Flowchart: Connector 60">
            <a:extLst>
              <a:ext uri="{FF2B5EF4-FFF2-40B4-BE49-F238E27FC236}">
                <a16:creationId xmlns:a16="http://schemas.microsoft.com/office/drawing/2014/main" id="{F3DBEB8D-F5F5-7151-5CF8-D7EBA6CBADFA}"/>
              </a:ext>
            </a:extLst>
          </p:cNvPr>
          <p:cNvSpPr/>
          <p:nvPr/>
        </p:nvSpPr>
        <p:spPr>
          <a:xfrm>
            <a:off x="3795605" y="2320900"/>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2" name="Flowchart: Connector 61">
            <a:extLst>
              <a:ext uri="{FF2B5EF4-FFF2-40B4-BE49-F238E27FC236}">
                <a16:creationId xmlns:a16="http://schemas.microsoft.com/office/drawing/2014/main" id="{E130D98E-6FA1-F1FA-E4E1-F0236147EF71}"/>
              </a:ext>
            </a:extLst>
          </p:cNvPr>
          <p:cNvSpPr/>
          <p:nvPr/>
        </p:nvSpPr>
        <p:spPr>
          <a:xfrm>
            <a:off x="8470485" y="5019001"/>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3" name="Flowchart: Connector 62">
            <a:extLst>
              <a:ext uri="{FF2B5EF4-FFF2-40B4-BE49-F238E27FC236}">
                <a16:creationId xmlns:a16="http://schemas.microsoft.com/office/drawing/2014/main" id="{F8823D3C-D31C-F736-F934-08993D75CC67}"/>
              </a:ext>
            </a:extLst>
          </p:cNvPr>
          <p:cNvSpPr/>
          <p:nvPr/>
        </p:nvSpPr>
        <p:spPr>
          <a:xfrm>
            <a:off x="2541639" y="5034425"/>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64" name="Straight Arrow Connector 63">
            <a:extLst>
              <a:ext uri="{FF2B5EF4-FFF2-40B4-BE49-F238E27FC236}">
                <a16:creationId xmlns:a16="http://schemas.microsoft.com/office/drawing/2014/main" id="{C63B45FF-C797-4F45-5780-1C96D3EAB2B8}"/>
              </a:ext>
            </a:extLst>
          </p:cNvPr>
          <p:cNvCxnSpPr>
            <a:cxnSpLocks/>
            <a:stCxn id="61" idx="4"/>
            <a:endCxn id="63" idx="0"/>
          </p:cNvCxnSpPr>
          <p:nvPr/>
        </p:nvCxnSpPr>
        <p:spPr>
          <a:xfrm flipH="1">
            <a:off x="2625213" y="2474512"/>
            <a:ext cx="1253966" cy="25599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5" name="Oval 64">
            <a:extLst>
              <a:ext uri="{FF2B5EF4-FFF2-40B4-BE49-F238E27FC236}">
                <a16:creationId xmlns:a16="http://schemas.microsoft.com/office/drawing/2014/main" id="{3D2EECE2-3CBD-48E4-6F2F-96DEA6CF1D36}"/>
              </a:ext>
            </a:extLst>
          </p:cNvPr>
          <p:cNvSpPr/>
          <p:nvPr/>
        </p:nvSpPr>
        <p:spPr>
          <a:xfrm>
            <a:off x="3305585" y="4859797"/>
            <a:ext cx="1347020" cy="44183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900"/>
              <a:t>User branch PR Merge (fixes/features)</a:t>
            </a:r>
            <a:endParaRPr lang="en-US" sz="900"/>
          </a:p>
        </p:txBody>
      </p:sp>
      <p:sp>
        <p:nvSpPr>
          <p:cNvPr id="66" name="Flowchart: Connector 65">
            <a:extLst>
              <a:ext uri="{FF2B5EF4-FFF2-40B4-BE49-F238E27FC236}">
                <a16:creationId xmlns:a16="http://schemas.microsoft.com/office/drawing/2014/main" id="{FD0F388D-ABCF-90FA-5765-945B16EB699B}"/>
              </a:ext>
            </a:extLst>
          </p:cNvPr>
          <p:cNvSpPr/>
          <p:nvPr/>
        </p:nvSpPr>
        <p:spPr>
          <a:xfrm>
            <a:off x="4210666" y="2275570"/>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67" name="Straight Arrow Connector 66">
            <a:extLst>
              <a:ext uri="{FF2B5EF4-FFF2-40B4-BE49-F238E27FC236}">
                <a16:creationId xmlns:a16="http://schemas.microsoft.com/office/drawing/2014/main" id="{6DDF5132-36C1-1988-927A-D3412732A95F}"/>
              </a:ext>
            </a:extLst>
          </p:cNvPr>
          <p:cNvCxnSpPr>
            <a:stCxn id="65" idx="0"/>
            <a:endCxn id="66" idx="4"/>
          </p:cNvCxnSpPr>
          <p:nvPr/>
        </p:nvCxnSpPr>
        <p:spPr>
          <a:xfrm flipV="1">
            <a:off x="3979095" y="2429182"/>
            <a:ext cx="315145" cy="24306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8" name="Oval 67">
            <a:extLst>
              <a:ext uri="{FF2B5EF4-FFF2-40B4-BE49-F238E27FC236}">
                <a16:creationId xmlns:a16="http://schemas.microsoft.com/office/drawing/2014/main" id="{5CBD87A3-3645-4C04-BD27-AED9B51367D4}"/>
              </a:ext>
            </a:extLst>
          </p:cNvPr>
          <p:cNvSpPr/>
          <p:nvPr/>
        </p:nvSpPr>
        <p:spPr>
          <a:xfrm>
            <a:off x="4825897" y="4852653"/>
            <a:ext cx="1347020" cy="44183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900"/>
              <a:t>User branch PR Merge (fixes/features)</a:t>
            </a:r>
            <a:endParaRPr lang="en-US" sz="900"/>
          </a:p>
        </p:txBody>
      </p:sp>
      <p:sp>
        <p:nvSpPr>
          <p:cNvPr id="69" name="Flowchart: Connector 68">
            <a:extLst>
              <a:ext uri="{FF2B5EF4-FFF2-40B4-BE49-F238E27FC236}">
                <a16:creationId xmlns:a16="http://schemas.microsoft.com/office/drawing/2014/main" id="{C2CAA18D-ED06-ED54-9A91-B8E4DF380702}"/>
              </a:ext>
            </a:extLst>
          </p:cNvPr>
          <p:cNvSpPr/>
          <p:nvPr/>
        </p:nvSpPr>
        <p:spPr>
          <a:xfrm>
            <a:off x="5812093" y="2272387"/>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70" name="Straight Arrow Connector 69">
            <a:extLst>
              <a:ext uri="{FF2B5EF4-FFF2-40B4-BE49-F238E27FC236}">
                <a16:creationId xmlns:a16="http://schemas.microsoft.com/office/drawing/2014/main" id="{37D2DDC5-5603-7F22-D2CA-D4DDE7067EA2}"/>
              </a:ext>
            </a:extLst>
          </p:cNvPr>
          <p:cNvCxnSpPr>
            <a:stCxn id="68" idx="0"/>
            <a:endCxn id="69" idx="4"/>
          </p:cNvCxnSpPr>
          <p:nvPr/>
        </p:nvCxnSpPr>
        <p:spPr>
          <a:xfrm flipV="1">
            <a:off x="5499407" y="2425999"/>
            <a:ext cx="396260" cy="24266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1" name="Oval 70">
            <a:extLst>
              <a:ext uri="{FF2B5EF4-FFF2-40B4-BE49-F238E27FC236}">
                <a16:creationId xmlns:a16="http://schemas.microsoft.com/office/drawing/2014/main" id="{CE105D97-C3CD-908D-B308-E5BAB5FA51B0}"/>
              </a:ext>
            </a:extLst>
          </p:cNvPr>
          <p:cNvSpPr/>
          <p:nvPr/>
        </p:nvSpPr>
        <p:spPr>
          <a:xfrm>
            <a:off x="6403977" y="4859797"/>
            <a:ext cx="1347020" cy="44183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900"/>
              <a:t>User branch PR Merge (fixes/features)</a:t>
            </a:r>
            <a:endParaRPr lang="en-US" sz="900"/>
          </a:p>
        </p:txBody>
      </p:sp>
      <p:sp>
        <p:nvSpPr>
          <p:cNvPr id="72" name="Flowchart: Connector 71">
            <a:extLst>
              <a:ext uri="{FF2B5EF4-FFF2-40B4-BE49-F238E27FC236}">
                <a16:creationId xmlns:a16="http://schemas.microsoft.com/office/drawing/2014/main" id="{317D31F8-2D6C-E900-2DC3-C892989616F3}"/>
              </a:ext>
            </a:extLst>
          </p:cNvPr>
          <p:cNvSpPr/>
          <p:nvPr/>
        </p:nvSpPr>
        <p:spPr>
          <a:xfrm>
            <a:off x="7374190" y="2279761"/>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73" name="Straight Arrow Connector 72">
            <a:extLst>
              <a:ext uri="{FF2B5EF4-FFF2-40B4-BE49-F238E27FC236}">
                <a16:creationId xmlns:a16="http://schemas.microsoft.com/office/drawing/2014/main" id="{9D090BBA-CB10-89FA-C5F4-06882D2CFF1E}"/>
              </a:ext>
            </a:extLst>
          </p:cNvPr>
          <p:cNvCxnSpPr>
            <a:stCxn id="71" idx="0"/>
            <a:endCxn id="72" idx="4"/>
          </p:cNvCxnSpPr>
          <p:nvPr/>
        </p:nvCxnSpPr>
        <p:spPr>
          <a:xfrm flipV="1">
            <a:off x="7077487" y="2433373"/>
            <a:ext cx="380277" cy="24264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DF065018-DE27-F025-AED0-3148E011FC5D}"/>
              </a:ext>
            </a:extLst>
          </p:cNvPr>
          <p:cNvSpPr txBox="1"/>
          <p:nvPr/>
        </p:nvSpPr>
        <p:spPr>
          <a:xfrm rot="17787215">
            <a:off x="2358291" y="4277511"/>
            <a:ext cx="1347020" cy="215444"/>
          </a:xfrm>
          <a:prstGeom prst="rect">
            <a:avLst/>
          </a:prstGeom>
          <a:noFill/>
        </p:spPr>
        <p:txBody>
          <a:bodyPr wrap="square" rtlCol="0">
            <a:spAutoFit/>
          </a:bodyPr>
          <a:lstStyle/>
          <a:p>
            <a:r>
              <a:rPr lang="en-GB" sz="800"/>
              <a:t>Release Branch Cutover</a:t>
            </a:r>
            <a:endParaRPr lang="en-US" sz="800"/>
          </a:p>
        </p:txBody>
      </p:sp>
      <p:sp>
        <p:nvSpPr>
          <p:cNvPr id="75" name="TextBox 74">
            <a:extLst>
              <a:ext uri="{FF2B5EF4-FFF2-40B4-BE49-F238E27FC236}">
                <a16:creationId xmlns:a16="http://schemas.microsoft.com/office/drawing/2014/main" id="{9D69367D-C82C-683D-24CF-80F37E563A18}"/>
              </a:ext>
            </a:extLst>
          </p:cNvPr>
          <p:cNvSpPr txBox="1"/>
          <p:nvPr/>
        </p:nvSpPr>
        <p:spPr>
          <a:xfrm rot="16694601">
            <a:off x="3400730" y="4233526"/>
            <a:ext cx="931511" cy="215444"/>
          </a:xfrm>
          <a:prstGeom prst="rect">
            <a:avLst/>
          </a:prstGeom>
          <a:noFill/>
        </p:spPr>
        <p:txBody>
          <a:bodyPr wrap="square" rtlCol="0">
            <a:spAutoFit/>
          </a:bodyPr>
          <a:lstStyle/>
          <a:p>
            <a:r>
              <a:rPr lang="en-GB" sz="800"/>
              <a:t>Cascade Merge</a:t>
            </a:r>
            <a:endParaRPr lang="en-US" sz="800"/>
          </a:p>
        </p:txBody>
      </p:sp>
      <p:sp>
        <p:nvSpPr>
          <p:cNvPr id="76" name="TextBox 75">
            <a:extLst>
              <a:ext uri="{FF2B5EF4-FFF2-40B4-BE49-F238E27FC236}">
                <a16:creationId xmlns:a16="http://schemas.microsoft.com/office/drawing/2014/main" id="{C696D75C-E16E-E41A-9FFC-699FA9C71B34}"/>
              </a:ext>
            </a:extLst>
          </p:cNvPr>
          <p:cNvSpPr txBox="1"/>
          <p:nvPr/>
        </p:nvSpPr>
        <p:spPr>
          <a:xfrm rot="16730870">
            <a:off x="4965017" y="4218419"/>
            <a:ext cx="931511" cy="215444"/>
          </a:xfrm>
          <a:prstGeom prst="rect">
            <a:avLst/>
          </a:prstGeom>
          <a:noFill/>
        </p:spPr>
        <p:txBody>
          <a:bodyPr wrap="square" rtlCol="0">
            <a:spAutoFit/>
          </a:bodyPr>
          <a:lstStyle/>
          <a:p>
            <a:r>
              <a:rPr lang="en-GB" sz="800"/>
              <a:t>Cascade Merge</a:t>
            </a:r>
            <a:endParaRPr lang="en-US" sz="800"/>
          </a:p>
        </p:txBody>
      </p:sp>
      <p:sp>
        <p:nvSpPr>
          <p:cNvPr id="77" name="TextBox 76">
            <a:extLst>
              <a:ext uri="{FF2B5EF4-FFF2-40B4-BE49-F238E27FC236}">
                <a16:creationId xmlns:a16="http://schemas.microsoft.com/office/drawing/2014/main" id="{81F71CD6-80C1-9413-DEE8-D90553B13579}"/>
              </a:ext>
            </a:extLst>
          </p:cNvPr>
          <p:cNvSpPr txBox="1"/>
          <p:nvPr/>
        </p:nvSpPr>
        <p:spPr>
          <a:xfrm rot="16694992">
            <a:off x="6580134" y="4176627"/>
            <a:ext cx="931511" cy="215444"/>
          </a:xfrm>
          <a:prstGeom prst="rect">
            <a:avLst/>
          </a:prstGeom>
          <a:noFill/>
        </p:spPr>
        <p:txBody>
          <a:bodyPr wrap="square" rtlCol="0">
            <a:spAutoFit/>
          </a:bodyPr>
          <a:lstStyle/>
          <a:p>
            <a:r>
              <a:rPr lang="en-GB" sz="800"/>
              <a:t>Cascade Merge</a:t>
            </a:r>
            <a:endParaRPr lang="en-US" sz="800"/>
          </a:p>
        </p:txBody>
      </p:sp>
      <p:sp>
        <p:nvSpPr>
          <p:cNvPr id="78" name="Flowchart: Connector 77">
            <a:extLst>
              <a:ext uri="{FF2B5EF4-FFF2-40B4-BE49-F238E27FC236}">
                <a16:creationId xmlns:a16="http://schemas.microsoft.com/office/drawing/2014/main" id="{7AC4DE84-3C7B-E33E-4C28-2AC980E4046C}"/>
              </a:ext>
            </a:extLst>
          </p:cNvPr>
          <p:cNvSpPr/>
          <p:nvPr/>
        </p:nvSpPr>
        <p:spPr>
          <a:xfrm>
            <a:off x="9033387" y="1040378"/>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79" name="Straight Arrow Connector 78">
            <a:extLst>
              <a:ext uri="{FF2B5EF4-FFF2-40B4-BE49-F238E27FC236}">
                <a16:creationId xmlns:a16="http://schemas.microsoft.com/office/drawing/2014/main" id="{E78B9E8E-E506-681F-1CAC-2D0D5DA3E886}"/>
              </a:ext>
            </a:extLst>
          </p:cNvPr>
          <p:cNvCxnSpPr>
            <a:stCxn id="62" idx="0"/>
            <a:endCxn id="78" idx="4"/>
          </p:cNvCxnSpPr>
          <p:nvPr/>
        </p:nvCxnSpPr>
        <p:spPr>
          <a:xfrm flipV="1">
            <a:off x="8554059" y="1193990"/>
            <a:ext cx="562902" cy="38250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0" name="TextBox 79">
            <a:extLst>
              <a:ext uri="{FF2B5EF4-FFF2-40B4-BE49-F238E27FC236}">
                <a16:creationId xmlns:a16="http://schemas.microsoft.com/office/drawing/2014/main" id="{106ACB36-CD74-9C69-4228-01C717B6C3AC}"/>
              </a:ext>
            </a:extLst>
          </p:cNvPr>
          <p:cNvSpPr txBox="1"/>
          <p:nvPr/>
        </p:nvSpPr>
        <p:spPr>
          <a:xfrm rot="16660552">
            <a:off x="8047377" y="3603822"/>
            <a:ext cx="1561886" cy="215444"/>
          </a:xfrm>
          <a:prstGeom prst="rect">
            <a:avLst/>
          </a:prstGeom>
          <a:noFill/>
        </p:spPr>
        <p:txBody>
          <a:bodyPr wrap="square" rtlCol="0">
            <a:spAutoFit/>
          </a:bodyPr>
          <a:lstStyle/>
          <a:p>
            <a:r>
              <a:rPr lang="en-GB" sz="800"/>
              <a:t>Production Release complete</a:t>
            </a:r>
            <a:endParaRPr lang="en-US" sz="800"/>
          </a:p>
        </p:txBody>
      </p:sp>
      <p:sp>
        <p:nvSpPr>
          <p:cNvPr id="81" name="Isosceles Triangle 80">
            <a:extLst>
              <a:ext uri="{FF2B5EF4-FFF2-40B4-BE49-F238E27FC236}">
                <a16:creationId xmlns:a16="http://schemas.microsoft.com/office/drawing/2014/main" id="{862C45C0-12E0-D898-228D-9FF120DD60F5}"/>
              </a:ext>
            </a:extLst>
          </p:cNvPr>
          <p:cNvSpPr/>
          <p:nvPr/>
        </p:nvSpPr>
        <p:spPr>
          <a:xfrm>
            <a:off x="8465563" y="5256702"/>
            <a:ext cx="167148" cy="110161"/>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Flowchart: Connector 112">
            <a:extLst>
              <a:ext uri="{FF2B5EF4-FFF2-40B4-BE49-F238E27FC236}">
                <a16:creationId xmlns:a16="http://schemas.microsoft.com/office/drawing/2014/main" id="{B76F5227-1A1F-0079-6F67-F6D61F358DDC}"/>
              </a:ext>
            </a:extLst>
          </p:cNvPr>
          <p:cNvSpPr/>
          <p:nvPr/>
        </p:nvSpPr>
        <p:spPr>
          <a:xfrm>
            <a:off x="7600330" y="6310065"/>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14" name="Flowchart: Connector 113">
            <a:extLst>
              <a:ext uri="{FF2B5EF4-FFF2-40B4-BE49-F238E27FC236}">
                <a16:creationId xmlns:a16="http://schemas.microsoft.com/office/drawing/2014/main" id="{1F75A57F-120E-AE8B-1D76-83F25DD48DE7}"/>
              </a:ext>
            </a:extLst>
          </p:cNvPr>
          <p:cNvSpPr/>
          <p:nvPr/>
        </p:nvSpPr>
        <p:spPr>
          <a:xfrm>
            <a:off x="8447706" y="1066121"/>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115" name="Straight Arrow Connector 114">
            <a:extLst>
              <a:ext uri="{FF2B5EF4-FFF2-40B4-BE49-F238E27FC236}">
                <a16:creationId xmlns:a16="http://schemas.microsoft.com/office/drawing/2014/main" id="{2DFB15EB-FDD4-7207-34A6-1846911E848C}"/>
              </a:ext>
            </a:extLst>
          </p:cNvPr>
          <p:cNvCxnSpPr>
            <a:stCxn id="113" idx="0"/>
            <a:endCxn id="114" idx="4"/>
          </p:cNvCxnSpPr>
          <p:nvPr/>
        </p:nvCxnSpPr>
        <p:spPr>
          <a:xfrm flipV="1">
            <a:off x="7683904" y="1219733"/>
            <a:ext cx="847376" cy="50903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6" name="TextBox 115">
            <a:extLst>
              <a:ext uri="{FF2B5EF4-FFF2-40B4-BE49-F238E27FC236}">
                <a16:creationId xmlns:a16="http://schemas.microsoft.com/office/drawing/2014/main" id="{E7AFE1E4-F599-EE04-A4DE-E92B7D5D1AC9}"/>
              </a:ext>
            </a:extLst>
          </p:cNvPr>
          <p:cNvSpPr txBox="1"/>
          <p:nvPr/>
        </p:nvSpPr>
        <p:spPr>
          <a:xfrm rot="16660552">
            <a:off x="7118153" y="5371383"/>
            <a:ext cx="1561886" cy="215444"/>
          </a:xfrm>
          <a:prstGeom prst="rect">
            <a:avLst/>
          </a:prstGeom>
          <a:noFill/>
        </p:spPr>
        <p:txBody>
          <a:bodyPr wrap="square" rtlCol="0">
            <a:spAutoFit/>
          </a:bodyPr>
          <a:lstStyle/>
          <a:p>
            <a:r>
              <a:rPr lang="en-GB" sz="800"/>
              <a:t>Production Release complete</a:t>
            </a:r>
            <a:endParaRPr lang="en-US" sz="800"/>
          </a:p>
        </p:txBody>
      </p:sp>
      <p:sp>
        <p:nvSpPr>
          <p:cNvPr id="120" name="Flowchart: Connector 119">
            <a:extLst>
              <a:ext uri="{FF2B5EF4-FFF2-40B4-BE49-F238E27FC236}">
                <a16:creationId xmlns:a16="http://schemas.microsoft.com/office/drawing/2014/main" id="{ACE5052A-25BD-1326-D32B-FC54BE468169}"/>
              </a:ext>
            </a:extLst>
          </p:cNvPr>
          <p:cNvSpPr/>
          <p:nvPr/>
        </p:nvSpPr>
        <p:spPr>
          <a:xfrm>
            <a:off x="6250856" y="1062621"/>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1" name="Flowchart: Connector 120">
            <a:extLst>
              <a:ext uri="{FF2B5EF4-FFF2-40B4-BE49-F238E27FC236}">
                <a16:creationId xmlns:a16="http://schemas.microsoft.com/office/drawing/2014/main" id="{C7F87958-64EA-788E-42BE-FA360B9B52BE}"/>
              </a:ext>
            </a:extLst>
          </p:cNvPr>
          <p:cNvSpPr/>
          <p:nvPr/>
        </p:nvSpPr>
        <p:spPr>
          <a:xfrm>
            <a:off x="6229395" y="6310065"/>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122" name="Straight Arrow Connector 121">
            <a:extLst>
              <a:ext uri="{FF2B5EF4-FFF2-40B4-BE49-F238E27FC236}">
                <a16:creationId xmlns:a16="http://schemas.microsoft.com/office/drawing/2014/main" id="{ADCC6F40-FCC0-3F3E-A5D3-C148B91D4D16}"/>
              </a:ext>
            </a:extLst>
          </p:cNvPr>
          <p:cNvCxnSpPr>
            <a:cxnSpLocks/>
            <a:stCxn id="120" idx="4"/>
            <a:endCxn id="121" idx="0"/>
          </p:cNvCxnSpPr>
          <p:nvPr/>
        </p:nvCxnSpPr>
        <p:spPr>
          <a:xfrm flipH="1">
            <a:off x="6312969" y="1216233"/>
            <a:ext cx="21461" cy="50938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3" name="TextBox 122">
            <a:extLst>
              <a:ext uri="{FF2B5EF4-FFF2-40B4-BE49-F238E27FC236}">
                <a16:creationId xmlns:a16="http://schemas.microsoft.com/office/drawing/2014/main" id="{773EE817-831C-B2D4-B1C7-40B6235AF581}"/>
              </a:ext>
            </a:extLst>
          </p:cNvPr>
          <p:cNvSpPr txBox="1"/>
          <p:nvPr/>
        </p:nvSpPr>
        <p:spPr>
          <a:xfrm rot="16200000">
            <a:off x="5791224" y="5773573"/>
            <a:ext cx="857539" cy="215444"/>
          </a:xfrm>
          <a:prstGeom prst="rect">
            <a:avLst/>
          </a:prstGeom>
          <a:noFill/>
        </p:spPr>
        <p:txBody>
          <a:bodyPr wrap="square" rtlCol="0">
            <a:spAutoFit/>
          </a:bodyPr>
          <a:lstStyle/>
          <a:p>
            <a:r>
              <a:rPr lang="en-GB" sz="800"/>
              <a:t>Hotfix Cutover</a:t>
            </a:r>
            <a:endParaRPr lang="en-US" sz="800"/>
          </a:p>
        </p:txBody>
      </p:sp>
      <p:cxnSp>
        <p:nvCxnSpPr>
          <p:cNvPr id="159" name="Straight Arrow Connector 158">
            <a:extLst>
              <a:ext uri="{FF2B5EF4-FFF2-40B4-BE49-F238E27FC236}">
                <a16:creationId xmlns:a16="http://schemas.microsoft.com/office/drawing/2014/main" id="{D10C9129-3B9C-116D-D9D0-648EC4F902A8}"/>
              </a:ext>
            </a:extLst>
          </p:cNvPr>
          <p:cNvCxnSpPr>
            <a:cxnSpLocks/>
            <a:stCxn id="114" idx="4"/>
            <a:endCxn id="160" idx="0"/>
          </p:cNvCxnSpPr>
          <p:nvPr/>
        </p:nvCxnSpPr>
        <p:spPr>
          <a:xfrm flipH="1">
            <a:off x="8247255" y="1219733"/>
            <a:ext cx="284025" cy="38055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0" name="Flowchart: Connector 159">
            <a:extLst>
              <a:ext uri="{FF2B5EF4-FFF2-40B4-BE49-F238E27FC236}">
                <a16:creationId xmlns:a16="http://schemas.microsoft.com/office/drawing/2014/main" id="{F4F4A8AF-77B2-7BD3-DCE4-4F27B74BD250}"/>
              </a:ext>
            </a:extLst>
          </p:cNvPr>
          <p:cNvSpPr/>
          <p:nvPr/>
        </p:nvSpPr>
        <p:spPr>
          <a:xfrm>
            <a:off x="8163681" y="5025277"/>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163" name="Straight Arrow Connector 162">
            <a:extLst>
              <a:ext uri="{FF2B5EF4-FFF2-40B4-BE49-F238E27FC236}">
                <a16:creationId xmlns:a16="http://schemas.microsoft.com/office/drawing/2014/main" id="{795C33CC-864C-09C6-0C6D-4FC25A98A00F}"/>
              </a:ext>
            </a:extLst>
          </p:cNvPr>
          <p:cNvCxnSpPr>
            <a:cxnSpLocks/>
            <a:stCxn id="160" idx="7"/>
            <a:endCxn id="164" idx="4"/>
          </p:cNvCxnSpPr>
          <p:nvPr/>
        </p:nvCxnSpPr>
        <p:spPr>
          <a:xfrm flipV="1">
            <a:off x="8306351" y="2425999"/>
            <a:ext cx="358769" cy="262177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4" name="Flowchart: Connector 163">
            <a:extLst>
              <a:ext uri="{FF2B5EF4-FFF2-40B4-BE49-F238E27FC236}">
                <a16:creationId xmlns:a16="http://schemas.microsoft.com/office/drawing/2014/main" id="{CE52B39F-A2F9-4D09-32B9-25CECBE2619E}"/>
              </a:ext>
            </a:extLst>
          </p:cNvPr>
          <p:cNvSpPr/>
          <p:nvPr/>
        </p:nvSpPr>
        <p:spPr>
          <a:xfrm>
            <a:off x="8581546" y="2272387"/>
            <a:ext cx="167148" cy="153612"/>
          </a:xfrm>
          <a:prstGeom prst="flowChartConnector">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66" name="TextBox 165">
            <a:extLst>
              <a:ext uri="{FF2B5EF4-FFF2-40B4-BE49-F238E27FC236}">
                <a16:creationId xmlns:a16="http://schemas.microsoft.com/office/drawing/2014/main" id="{43A8EC44-F037-AD32-6F53-769697917897}"/>
              </a:ext>
            </a:extLst>
          </p:cNvPr>
          <p:cNvSpPr txBox="1"/>
          <p:nvPr/>
        </p:nvSpPr>
        <p:spPr>
          <a:xfrm rot="16694992">
            <a:off x="8158930" y="3116881"/>
            <a:ext cx="931511" cy="215444"/>
          </a:xfrm>
          <a:prstGeom prst="rect">
            <a:avLst/>
          </a:prstGeom>
          <a:noFill/>
        </p:spPr>
        <p:txBody>
          <a:bodyPr wrap="square" rtlCol="0">
            <a:spAutoFit/>
          </a:bodyPr>
          <a:lstStyle/>
          <a:p>
            <a:r>
              <a:rPr lang="en-GB" sz="800"/>
              <a:t>Cascade Merge</a:t>
            </a:r>
            <a:endParaRPr lang="en-US" sz="800"/>
          </a:p>
        </p:txBody>
      </p:sp>
      <p:sp>
        <p:nvSpPr>
          <p:cNvPr id="167" name="TextBox 166">
            <a:extLst>
              <a:ext uri="{FF2B5EF4-FFF2-40B4-BE49-F238E27FC236}">
                <a16:creationId xmlns:a16="http://schemas.microsoft.com/office/drawing/2014/main" id="{AB38A131-D6E7-AEA3-DDA9-401339E20CB4}"/>
              </a:ext>
            </a:extLst>
          </p:cNvPr>
          <p:cNvSpPr txBox="1"/>
          <p:nvPr/>
        </p:nvSpPr>
        <p:spPr>
          <a:xfrm rot="16472285">
            <a:off x="8073944" y="1462918"/>
            <a:ext cx="1233156" cy="338554"/>
          </a:xfrm>
          <a:prstGeom prst="rect">
            <a:avLst/>
          </a:prstGeom>
          <a:noFill/>
        </p:spPr>
        <p:txBody>
          <a:bodyPr wrap="square" rtlCol="0">
            <a:spAutoFit/>
          </a:bodyPr>
          <a:lstStyle/>
          <a:p>
            <a:r>
              <a:rPr lang="en-GB" sz="800"/>
              <a:t>Cascade back to Next planned Release</a:t>
            </a:r>
            <a:endParaRPr lang="en-US" sz="800"/>
          </a:p>
        </p:txBody>
      </p:sp>
      <p:sp>
        <p:nvSpPr>
          <p:cNvPr id="175" name="TextBox 174">
            <a:extLst>
              <a:ext uri="{FF2B5EF4-FFF2-40B4-BE49-F238E27FC236}">
                <a16:creationId xmlns:a16="http://schemas.microsoft.com/office/drawing/2014/main" id="{7ED6C371-DB04-4A6C-1480-640CD6FE87DF}"/>
              </a:ext>
            </a:extLst>
          </p:cNvPr>
          <p:cNvSpPr txBox="1"/>
          <p:nvPr/>
        </p:nvSpPr>
        <p:spPr>
          <a:xfrm>
            <a:off x="488527" y="100980"/>
            <a:ext cx="11631168" cy="461665"/>
          </a:xfrm>
          <a:prstGeom prst="rect">
            <a:avLst/>
          </a:prstGeom>
          <a:noFill/>
        </p:spPr>
        <p:txBody>
          <a:bodyPr wrap="square" rtlCol="0">
            <a:spAutoFit/>
          </a:bodyPr>
          <a:lstStyle/>
          <a:p>
            <a:r>
              <a:rPr lang="en-US" sz="2400">
                <a:solidFill>
                  <a:schemeClr val="accent5">
                    <a:lumMod val="50000"/>
                  </a:schemeClr>
                </a:solidFill>
              </a:rPr>
              <a:t>GPAS – </a:t>
            </a:r>
            <a:r>
              <a:rPr lang="en-GB" sz="2400">
                <a:solidFill>
                  <a:schemeClr val="accent5">
                    <a:lumMod val="50000"/>
                  </a:schemeClr>
                </a:solidFill>
              </a:rPr>
              <a:t>Guidewire Branching Strategy - Environments</a:t>
            </a:r>
            <a:endParaRPr lang="en-US" sz="2400">
              <a:solidFill>
                <a:schemeClr val="accent5">
                  <a:lumMod val="50000"/>
                </a:schemeClr>
              </a:solidFill>
            </a:endParaRPr>
          </a:p>
        </p:txBody>
      </p:sp>
    </p:spTree>
    <p:extLst>
      <p:ext uri="{BB962C8B-B14F-4D97-AF65-F5344CB8AC3E}">
        <p14:creationId xmlns:p14="http://schemas.microsoft.com/office/powerpoint/2010/main" val="33588200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November-3-2025" id="{B28FD86B-E578-8545-82C4-F462A45D5984}" vid="{6C394B1A-876D-CB40-BC40-3094E7ACAE5C}"/>
    </a:ext>
  </a:extLst>
</a:theme>
</file>

<file path=ppt/theme/theme2.xml><?xml version="1.0" encoding="utf-8"?>
<a:theme xmlns:a="http://schemas.openxmlformats.org/drawingml/2006/main" name="Capgemini_Blue_2025">
  <a:themeElements>
    <a:clrScheme name="Custom 1">
      <a:dk1>
        <a:sysClr val="windowText" lastClr="000000"/>
      </a:dk1>
      <a:lt1>
        <a:srgbClr val="FFFFFF"/>
      </a:lt1>
      <a:dk2>
        <a:srgbClr val="0058AB"/>
      </a:dk2>
      <a:lt2>
        <a:srgbClr val="FFFFFF"/>
      </a:lt2>
      <a:accent1>
        <a:srgbClr val="121A38"/>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November-3-2025" id="{B28FD86B-E578-8545-82C4-F462A45D5984}" vid="{30E26D2B-2C2C-204E-945F-AD4E7E2421B8}"/>
    </a:ext>
  </a:extLst>
</a:theme>
</file>

<file path=ppt/theme/theme3.xml><?xml version="1.0" encoding="utf-8"?>
<a:theme xmlns:a="http://schemas.openxmlformats.org/drawingml/2006/main" name="Capgemini_Dark_2025">
  <a:themeElements>
    <a:clrScheme name="Capgemini Dark 2026">
      <a:dk1>
        <a:sysClr val="windowText" lastClr="000000"/>
      </a:dk1>
      <a:lt1>
        <a:srgbClr val="FFFFFF"/>
      </a:lt1>
      <a:dk2>
        <a:srgbClr val="121A38"/>
      </a:dk2>
      <a:lt2>
        <a:srgbClr val="FFFFFF"/>
      </a:lt2>
      <a:accent1>
        <a:srgbClr val="0058AB"/>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November-3-2025" id="{B28FD86B-E578-8545-82C4-F462A45D5984}" vid="{AB4B70C9-0EB9-9E4F-B9DD-F7ECF5978BF0}"/>
    </a:ext>
  </a:extLst>
</a:theme>
</file>

<file path=ppt/theme/theme4.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5.xml><?xml version="1.0" encoding="utf-8"?>
<a:theme xmlns:a="http://schemas.openxmlformats.org/drawingml/2006/main" name="2_Capgemini_Dark_2025">
  <a:themeElements>
    <a:clrScheme name="Capgemini Dark 2026">
      <a:dk1>
        <a:sysClr val="windowText" lastClr="000000"/>
      </a:dk1>
      <a:lt1>
        <a:srgbClr val="FFFFFF"/>
      </a:lt1>
      <a:dk2>
        <a:srgbClr val="121A38"/>
      </a:dk2>
      <a:lt2>
        <a:srgbClr val="FFFFFF"/>
      </a:lt2>
      <a:accent1>
        <a:srgbClr val="0058AB"/>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November-3-2025" id="{B28FD86B-E578-8545-82C4-F462A45D5984}" vid="{AB4B70C9-0EB9-9E4F-B9DD-F7ECF5978BF0}"/>
    </a:ext>
  </a:extLst>
</a:theme>
</file>

<file path=ppt/theme/theme6.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805d48f03e7bb9e76b8d1388c8b0147f">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9b0fc5e66fd61b7e8c1014ca482dcaef"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427417-B63C-49EA-A32C-59D1FAD2EC90}">
  <ds:schemaRefs>
    <ds:schemaRef ds:uri="886d0db5-4d18-497d-97ce-51cb0d7fa060"/>
    <ds:schemaRef ds:uri="e2f04ce6-5625-4773-b511-ff6e32fd78d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0A0046D-0765-4685-8521-7D1E34B9A377}">
  <ds:schemaRefs>
    <ds:schemaRef ds:uri="886d0db5-4d18-497d-97ce-51cb0d7fa060"/>
    <ds:schemaRef ds:uri="e2f04ce6-5625-4773-b511-ff6e32fd78d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7CF04F0-456A-483D-A7D2-D6142AA5B354}">
  <ds:schemaRefs>
    <ds:schemaRef ds:uri="http://schemas.microsoft.com/sharepoint/v3/contenttype/forms"/>
  </ds:schemaRefs>
</ds:datastoreItem>
</file>

<file path=docMetadata/LabelInfo.xml><?xml version="1.0" encoding="utf-8"?>
<clbl:labelList xmlns:clbl="http://schemas.microsoft.com/office/2020/mipLabelMetadata">
  <clbl:label id="{47dea8b7-9eaa-40b7-9fe0-5c9e237036c0}"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Capgemini-master_Powerpoint-template-10_2025</Template>
  <TotalTime>34</TotalTime>
  <Words>1011</Words>
  <Application>Microsoft Office PowerPoint</Application>
  <PresentationFormat>Widescreen</PresentationFormat>
  <Paragraphs>236</Paragraphs>
  <Slides>7</Slides>
  <Notes>3</Notes>
  <HiddenSlides>0</HiddenSlides>
  <MMClips>0</MMClips>
  <ScaleCrop>false</ScaleCrop>
  <HeadingPairs>
    <vt:vector size="8" baseType="variant">
      <vt:variant>
        <vt:lpstr>Fonts Used</vt:lpstr>
      </vt:variant>
      <vt:variant>
        <vt:i4>8</vt:i4>
      </vt:variant>
      <vt:variant>
        <vt:lpstr>Theme</vt:lpstr>
      </vt:variant>
      <vt:variant>
        <vt:i4>6</vt:i4>
      </vt:variant>
      <vt:variant>
        <vt:lpstr>Embedded OLE Servers</vt:lpstr>
      </vt:variant>
      <vt:variant>
        <vt:i4>1</vt:i4>
      </vt:variant>
      <vt:variant>
        <vt:lpstr>Slide Titles</vt:lpstr>
      </vt:variant>
      <vt:variant>
        <vt:i4>7</vt:i4>
      </vt:variant>
    </vt:vector>
  </HeadingPairs>
  <TitlesOfParts>
    <vt:vector size="22" baseType="lpstr">
      <vt:lpstr>Aptos</vt:lpstr>
      <vt:lpstr>Arial</vt:lpstr>
      <vt:lpstr>Courier New</vt:lpstr>
      <vt:lpstr>System Font Regular</vt:lpstr>
      <vt:lpstr>Ubuntu</vt:lpstr>
      <vt:lpstr>Ubuntu Light</vt:lpstr>
      <vt:lpstr>Ubuntu Medium</vt:lpstr>
      <vt:lpstr>Wingdings</vt:lpstr>
      <vt:lpstr>Capgemini_Bright_2025</vt:lpstr>
      <vt:lpstr>Capgemini_Blue_2025</vt:lpstr>
      <vt:lpstr>Capgemini_Dark_2025</vt:lpstr>
      <vt:lpstr>1_Capgemini Master 2021</vt:lpstr>
      <vt:lpstr>2_Capgemini_Dark_2025</vt:lpstr>
      <vt:lpstr>Capgemini Master 2021</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Insights</dc:title>
  <dc:subject/>
  <dc:creator>Reisling, Kelly</dc:creator>
  <cp:keywords/>
  <dc:description/>
  <cp:lastModifiedBy>Ramachandran, Radhakrishnan</cp:lastModifiedBy>
  <cp:revision>14</cp:revision>
  <dcterms:created xsi:type="dcterms:W3CDTF">2026-01-23T09:05:56Z</dcterms:created>
  <dcterms:modified xsi:type="dcterms:W3CDTF">2026-03-20T12:39:07Z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0x01010021495FEC1CD6F941B8BE3B537DCFC6FF</vt:lpwstr>
  </property>
</Properties>
</file>
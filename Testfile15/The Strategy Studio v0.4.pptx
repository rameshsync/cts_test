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3.xml" ContentType="application/vnd.openxmlformats-officedocument.theme+xml"/>
  <Override PartName="/ppt/theme/themeOverride1.xml" ContentType="application/vnd.openxmlformats-officedocument.themeOverride+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4.xml" ContentType="application/vnd.openxmlformats-officedocument.theme+xml"/>
  <Override PartName="/ppt/theme/themeOverride2.xml" ContentType="application/vnd.openxmlformats-officedocument.themeOverride+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835" r:id="rId5"/>
    <p:sldMasterId id="2147483846" r:id="rId6"/>
    <p:sldMasterId id="2147483874" r:id="rId7"/>
    <p:sldMasterId id="2147483891" r:id="rId8"/>
  </p:sldMasterIdLst>
  <p:notesMasterIdLst>
    <p:notesMasterId r:id="rId31"/>
  </p:notesMasterIdLst>
  <p:sldIdLst>
    <p:sldId id="2147376605" r:id="rId9"/>
    <p:sldId id="2147376669" r:id="rId10"/>
    <p:sldId id="2147376672" r:id="rId11"/>
    <p:sldId id="2147376673" r:id="rId12"/>
    <p:sldId id="2147482921" r:id="rId13"/>
    <p:sldId id="2147480229" r:id="rId14"/>
    <p:sldId id="2147483463" r:id="rId15"/>
    <p:sldId id="2147376678" r:id="rId16"/>
    <p:sldId id="2147376679" r:id="rId17"/>
    <p:sldId id="2147376680" r:id="rId18"/>
    <p:sldId id="2147482928" r:id="rId19"/>
    <p:sldId id="2147376674" r:id="rId20"/>
    <p:sldId id="2147482920" r:id="rId21"/>
    <p:sldId id="2147473200" r:id="rId22"/>
    <p:sldId id="2147482927" r:id="rId23"/>
    <p:sldId id="580" r:id="rId24"/>
    <p:sldId id="2147482926" r:id="rId25"/>
    <p:sldId id="2147376681" r:id="rId26"/>
    <p:sldId id="2145706631" r:id="rId27"/>
    <p:sldId id="2147482929" r:id="rId28"/>
    <p:sldId id="2147475591" r:id="rId29"/>
    <p:sldId id="214748293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948BD6-B6A2-4BF7-A560-A0CF50D66C35}" v="1106" dt="2025-09-01T16:00:32.1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21" Type="http://schemas.openxmlformats.org/officeDocument/2006/relationships/slide" Target="slides/slide13.xml"/><Relationship Id="rId34"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microsoft.com/office/2016/11/relationships/changesInfo" Target="changesInfos/changesInfo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tableStyles" Target="tableStyles.xml"/><Relationship Id="rId8" Type="http://schemas.openxmlformats.org/officeDocument/2006/relationships/slideMaster" Target="slideMasters/slideMaster5.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bhala, Vamshi" userId="f0882194-ca21-4053-ad2c-4b9dd3a24575" providerId="ADAL" clId="{2F12CA97-D636-4D0D-8662-CEA8750CC307}"/>
    <pc:docChg chg="undo custSel modSld">
      <pc:chgData name="Prabhala, Vamshi" userId="f0882194-ca21-4053-ad2c-4b9dd3a24575" providerId="ADAL" clId="{2F12CA97-D636-4D0D-8662-CEA8750CC307}" dt="2025-08-21T05:25:41.609" v="40" actId="20577"/>
      <pc:docMkLst>
        <pc:docMk/>
      </pc:docMkLst>
      <pc:sldChg chg="addSp delSp modSp mod">
        <pc:chgData name="Prabhala, Vamshi" userId="f0882194-ca21-4053-ad2c-4b9dd3a24575" providerId="ADAL" clId="{2F12CA97-D636-4D0D-8662-CEA8750CC307}" dt="2025-08-21T05:25:41.609" v="40" actId="20577"/>
        <pc:sldMkLst>
          <pc:docMk/>
          <pc:sldMk cId="3016951262" sldId="2147376674"/>
        </pc:sldMkLst>
        <pc:spChg chg="mod">
          <ac:chgData name="Prabhala, Vamshi" userId="f0882194-ca21-4053-ad2c-4b9dd3a24575" providerId="ADAL" clId="{2F12CA97-D636-4D0D-8662-CEA8750CC307}" dt="2025-08-21T05:20:04.534" v="13" actId="1076"/>
          <ac:spMkLst>
            <pc:docMk/>
            <pc:sldMk cId="3016951262" sldId="2147376674"/>
            <ac:spMk id="2" creationId="{B70EFAE7-9AE4-FCAE-F0D8-7147B0762C72}"/>
          </ac:spMkLst>
        </pc:spChg>
        <pc:graphicFrameChg chg="add mod">
          <ac:chgData name="Prabhala, Vamshi" userId="f0882194-ca21-4053-ad2c-4b9dd3a24575" providerId="ADAL" clId="{2F12CA97-D636-4D0D-8662-CEA8750CC307}" dt="2025-08-21T05:25:41.609" v="40" actId="20577"/>
          <ac:graphicFrameMkLst>
            <pc:docMk/>
            <pc:sldMk cId="3016951262" sldId="2147376674"/>
            <ac:graphicFrameMk id="7" creationId="{6DB8DE57-F049-A865-4F78-4A1729795E40}"/>
          </ac:graphicFrameMkLst>
        </pc:graphicFrameChg>
      </pc:sldChg>
    </pc:docChg>
  </pc:docChgLst>
  <pc:docChgLst>
    <pc:chgData name="Momin, Amin" userId="S::amin.momin@capgemini.com::f2f03ea5-6920-4ddc-84a1-6322638a2cec" providerId="AD" clId="Web-{AE43129A-0475-4067-83E3-09FC2F848643}"/>
    <pc:docChg chg="modSld">
      <pc:chgData name="Momin, Amin" userId="S::amin.momin@capgemini.com::f2f03ea5-6920-4ddc-84a1-6322638a2cec" providerId="AD" clId="Web-{AE43129A-0475-4067-83E3-09FC2F848643}" dt="2025-08-20T08:34:13.811" v="3"/>
      <pc:docMkLst>
        <pc:docMk/>
      </pc:docMkLst>
      <pc:sldChg chg="addSp delSp modSp">
        <pc:chgData name="Momin, Amin" userId="S::amin.momin@capgemini.com::f2f03ea5-6920-4ddc-84a1-6322638a2cec" providerId="AD" clId="Web-{AE43129A-0475-4067-83E3-09FC2F848643}" dt="2025-08-20T08:34:13.811" v="3"/>
        <pc:sldMkLst>
          <pc:docMk/>
          <pc:sldMk cId="3016951262" sldId="2147376674"/>
        </pc:sldMkLst>
      </pc:sldChg>
    </pc:docChg>
  </pc:docChgLst>
  <pc:docChgLst>
    <pc:chgData name="Yandru, Deepika" userId="f85df194-1134-4eeb-b853-91e6d15bb518" providerId="ADAL" clId="{0982D8E2-BDEC-4D51-8D05-7DBE0FD529EF}"/>
    <pc:docChg chg="undo custSel addSld modSld">
      <pc:chgData name="Yandru, Deepika" userId="f85df194-1134-4eeb-b853-91e6d15bb518" providerId="ADAL" clId="{0982D8E2-BDEC-4D51-8D05-7DBE0FD529EF}" dt="2025-08-19T18:04:18.155" v="40" actId="255"/>
      <pc:docMkLst>
        <pc:docMk/>
      </pc:docMkLst>
      <pc:sldChg chg="addSp delSp modSp new mod">
        <pc:chgData name="Yandru, Deepika" userId="f85df194-1134-4eeb-b853-91e6d15bb518" providerId="ADAL" clId="{0982D8E2-BDEC-4D51-8D05-7DBE0FD529EF}" dt="2025-08-19T18:04:18.155" v="40" actId="255"/>
        <pc:sldMkLst>
          <pc:docMk/>
          <pc:sldMk cId="229887461" sldId="2147376681"/>
        </pc:sldMkLst>
        <pc:spChg chg="mod">
          <ac:chgData name="Yandru, Deepika" userId="f85df194-1134-4eeb-b853-91e6d15bb518" providerId="ADAL" clId="{0982D8E2-BDEC-4D51-8D05-7DBE0FD529EF}" dt="2025-08-19T18:04:18.155" v="40" actId="255"/>
          <ac:spMkLst>
            <pc:docMk/>
            <pc:sldMk cId="229887461" sldId="2147376681"/>
            <ac:spMk id="2" creationId="{225C2AA1-D2BE-93A4-6E0E-2E6C84C4B643}"/>
          </ac:spMkLst>
        </pc:spChg>
        <pc:picChg chg="add mod">
          <ac:chgData name="Yandru, Deepika" userId="f85df194-1134-4eeb-b853-91e6d15bb518" providerId="ADAL" clId="{0982D8E2-BDEC-4D51-8D05-7DBE0FD529EF}" dt="2025-08-19T18:02:39.686" v="16" actId="14100"/>
          <ac:picMkLst>
            <pc:docMk/>
            <pc:sldMk cId="229887461" sldId="2147376681"/>
            <ac:picMk id="6" creationId="{B556A280-9823-6AC6-F0D3-D724B7403C74}"/>
          </ac:picMkLst>
        </pc:picChg>
      </pc:sldChg>
    </pc:docChg>
  </pc:docChgLst>
  <pc:docChgLst>
    <pc:chgData name="PULIDINDI, VIJAYA" userId="ec9d78bd-eaff-4dd4-ae99-d4ef13a4cf9f" providerId="ADAL" clId="{5BBD0F5B-FB2F-4E8A-AB0B-27403BCE1288}"/>
    <pc:docChg chg="custSel addSld modSld sldOrd">
      <pc:chgData name="PULIDINDI, VIJAYA" userId="ec9d78bd-eaff-4dd4-ae99-d4ef13a4cf9f" providerId="ADAL" clId="{5BBD0F5B-FB2F-4E8A-AB0B-27403BCE1288}" dt="2025-08-20T12:21:19.938" v="165" actId="14100"/>
      <pc:docMkLst>
        <pc:docMk/>
      </pc:docMkLst>
      <pc:sldChg chg="addSp delSp modSp mod">
        <pc:chgData name="PULIDINDI, VIJAYA" userId="ec9d78bd-eaff-4dd4-ae99-d4ef13a4cf9f" providerId="ADAL" clId="{5BBD0F5B-FB2F-4E8A-AB0B-27403BCE1288}" dt="2025-08-19T13:56:06.626" v="51" actId="20577"/>
        <pc:sldMkLst>
          <pc:docMk/>
          <pc:sldMk cId="2279687761" sldId="2147376675"/>
        </pc:sldMkLst>
      </pc:sldChg>
      <pc:sldChg chg="addSp delSp modSp new mod ord">
        <pc:chgData name="PULIDINDI, VIJAYA" userId="ec9d78bd-eaff-4dd4-ae99-d4ef13a4cf9f" providerId="ADAL" clId="{5BBD0F5B-FB2F-4E8A-AB0B-27403BCE1288}" dt="2025-08-19T14:42:03.160" v="127" actId="14100"/>
        <pc:sldMkLst>
          <pc:docMk/>
          <pc:sldMk cId="2318807504" sldId="2147376676"/>
        </pc:sldMkLst>
      </pc:sldChg>
      <pc:sldChg chg="addSp delSp modSp add mod">
        <pc:chgData name="PULIDINDI, VIJAYA" userId="ec9d78bd-eaff-4dd4-ae99-d4ef13a4cf9f" providerId="ADAL" clId="{5BBD0F5B-FB2F-4E8A-AB0B-27403BCE1288}" dt="2025-08-19T13:55:48.781" v="45" actId="14100"/>
        <pc:sldMkLst>
          <pc:docMk/>
          <pc:sldMk cId="1067032502" sldId="2147376677"/>
        </pc:sldMkLst>
      </pc:sldChg>
      <pc:sldChg chg="addSp delSp modSp add mod">
        <pc:chgData name="PULIDINDI, VIJAYA" userId="ec9d78bd-eaff-4dd4-ae99-d4ef13a4cf9f" providerId="ADAL" clId="{5BBD0F5B-FB2F-4E8A-AB0B-27403BCE1288}" dt="2025-08-19T14:37:40.974" v="121" actId="14100"/>
        <pc:sldMkLst>
          <pc:docMk/>
          <pc:sldMk cId="4169463627" sldId="2147376678"/>
        </pc:sldMkLst>
      </pc:sldChg>
      <pc:sldChg chg="addSp delSp modSp add mod">
        <pc:chgData name="PULIDINDI, VIJAYA" userId="ec9d78bd-eaff-4dd4-ae99-d4ef13a4cf9f" providerId="ADAL" clId="{5BBD0F5B-FB2F-4E8A-AB0B-27403BCE1288}" dt="2025-08-20T11:28:23.265" v="144" actId="14100"/>
        <pc:sldMkLst>
          <pc:docMk/>
          <pc:sldMk cId="1327137352" sldId="2147376679"/>
        </pc:sldMkLst>
      </pc:sldChg>
      <pc:sldChg chg="addSp delSp modSp add mod">
        <pc:chgData name="PULIDINDI, VIJAYA" userId="ec9d78bd-eaff-4dd4-ae99-d4ef13a4cf9f" providerId="ADAL" clId="{5BBD0F5B-FB2F-4E8A-AB0B-27403BCE1288}" dt="2025-08-20T12:21:19.938" v="165" actId="14100"/>
        <pc:sldMkLst>
          <pc:docMk/>
          <pc:sldMk cId="1766918960" sldId="2147376680"/>
        </pc:sldMkLst>
      </pc:sldChg>
    </pc:docChg>
  </pc:docChgLst>
  <pc:docChgLst>
    <pc:chgData name="Momin, Amin" userId="f2f03ea5-6920-4ddc-84a1-6322638a2cec" providerId="ADAL" clId="{1A944927-504B-4582-829B-912838B82219}"/>
    <pc:docChg chg="undo redo custSel addSld delSld modSld sldOrd modMainMaster">
      <pc:chgData name="Momin, Amin" userId="f2f03ea5-6920-4ddc-84a1-6322638a2cec" providerId="ADAL" clId="{1A944927-504B-4582-829B-912838B82219}" dt="2025-09-01T11:23:56.897" v="1613" actId="20577"/>
      <pc:docMkLst>
        <pc:docMk/>
      </pc:docMkLst>
      <pc:sldChg chg="modSp add del mod setBg">
        <pc:chgData name="Momin, Amin" userId="f2f03ea5-6920-4ddc-84a1-6322638a2cec" providerId="ADAL" clId="{1A944927-504B-4582-829B-912838B82219}" dt="2025-08-20T08:44:07.653" v="78" actId="47"/>
        <pc:sldMkLst>
          <pc:docMk/>
          <pc:sldMk cId="3401982492" sldId="258"/>
        </pc:sldMkLst>
      </pc:sldChg>
      <pc:sldChg chg="addSp delSp modSp add del mod">
        <pc:chgData name="Momin, Amin" userId="f2f03ea5-6920-4ddc-84a1-6322638a2cec" providerId="ADAL" clId="{1A944927-504B-4582-829B-912838B82219}" dt="2025-08-20T10:18:20.750" v="537" actId="20577"/>
        <pc:sldMkLst>
          <pc:docMk/>
          <pc:sldMk cId="1693492996" sldId="580"/>
        </pc:sldMkLst>
        <pc:spChg chg="mod">
          <ac:chgData name="Momin, Amin" userId="f2f03ea5-6920-4ddc-84a1-6322638a2cec" providerId="ADAL" clId="{1A944927-504B-4582-829B-912838B82219}" dt="2025-08-20T10:16:52.517" v="434" actId="313"/>
          <ac:spMkLst>
            <pc:docMk/>
            <pc:sldMk cId="1693492996" sldId="580"/>
            <ac:spMk id="2" creationId="{E8074A30-F8B5-1E75-888E-603C8DC65D32}"/>
          </ac:spMkLst>
        </pc:spChg>
        <pc:spChg chg="add mod">
          <ac:chgData name="Momin, Amin" userId="f2f03ea5-6920-4ddc-84a1-6322638a2cec" providerId="ADAL" clId="{1A944927-504B-4582-829B-912838B82219}" dt="2025-08-20T10:18:20.750" v="537" actId="20577"/>
          <ac:spMkLst>
            <pc:docMk/>
            <pc:sldMk cId="1693492996" sldId="580"/>
            <ac:spMk id="10" creationId="{A51D95C9-343F-86A3-9132-E6F4EAAF478B}"/>
          </ac:spMkLst>
        </pc:spChg>
      </pc:sldChg>
      <pc:sldChg chg="add">
        <pc:chgData name="Momin, Amin" userId="f2f03ea5-6920-4ddc-84a1-6322638a2cec" providerId="ADAL" clId="{1A944927-504B-4582-829B-912838B82219}" dt="2025-08-21T06:57:45.624" v="599"/>
        <pc:sldMkLst>
          <pc:docMk/>
          <pc:sldMk cId="2592134926" sldId="2147473200"/>
        </pc:sldMkLst>
      </pc:sldChg>
      <pc:sldChg chg="add del">
        <pc:chgData name="Momin, Amin" userId="f2f03ea5-6920-4ddc-84a1-6322638a2cec" providerId="ADAL" clId="{1A944927-504B-4582-829B-912838B82219}" dt="2025-08-20T13:18:43.976" v="568" actId="47"/>
        <pc:sldMkLst>
          <pc:docMk/>
          <pc:sldMk cId="3958756716" sldId="2147474074"/>
        </pc:sldMkLst>
      </pc:sldChg>
      <pc:sldChg chg="add del ord">
        <pc:chgData name="Momin, Amin" userId="f2f03ea5-6920-4ddc-84a1-6322638a2cec" providerId="ADAL" clId="{1A944927-504B-4582-829B-912838B82219}" dt="2025-08-21T06:57:43.005" v="598" actId="47"/>
        <pc:sldMkLst>
          <pc:docMk/>
          <pc:sldMk cId="1729664762" sldId="2147474075"/>
        </pc:sldMkLst>
      </pc:sldChg>
      <pc:sldChg chg="addSp modSp add del mod setBg">
        <pc:chgData name="Momin, Amin" userId="f2f03ea5-6920-4ddc-84a1-6322638a2cec" providerId="ADAL" clId="{1A944927-504B-4582-829B-912838B82219}" dt="2025-08-20T20:47:14.958" v="589" actId="47"/>
        <pc:sldMkLst>
          <pc:docMk/>
          <pc:sldMk cId="2005597444" sldId="2147480228"/>
        </pc:sldMkLst>
      </pc:sldChg>
      <pc:sldChg chg="addSp delSp modSp add mod setBg">
        <pc:chgData name="Momin, Amin" userId="f2f03ea5-6920-4ddc-84a1-6322638a2cec" providerId="ADAL" clId="{1A944927-504B-4582-829B-912838B82219}" dt="2025-09-01T11:23:56.897" v="1613" actId="20577"/>
        <pc:sldMkLst>
          <pc:docMk/>
          <pc:sldMk cId="3331021039" sldId="2147480229"/>
        </pc:sldMkLst>
        <pc:spChg chg="mod">
          <ac:chgData name="Momin, Amin" userId="f2f03ea5-6920-4ddc-84a1-6322638a2cec" providerId="ADAL" clId="{1A944927-504B-4582-829B-912838B82219}" dt="2025-09-01T10:41:29.306" v="1446" actId="313"/>
          <ac:spMkLst>
            <pc:docMk/>
            <pc:sldMk cId="3331021039" sldId="2147480229"/>
            <ac:spMk id="2" creationId="{40C57149-3D00-6728-7FC9-5B8AFD2A541F}"/>
          </ac:spMkLst>
        </pc:spChg>
        <pc:spChg chg="mod">
          <ac:chgData name="Momin, Amin" userId="f2f03ea5-6920-4ddc-84a1-6322638a2cec" providerId="ADAL" clId="{1A944927-504B-4582-829B-912838B82219}" dt="2025-09-01T10:28:12.769" v="666" actId="1076"/>
          <ac:spMkLst>
            <pc:docMk/>
            <pc:sldMk cId="3331021039" sldId="2147480229"/>
            <ac:spMk id="3" creationId="{FE13F593-73CD-F84F-D802-011716F43B89}"/>
          </ac:spMkLst>
        </pc:spChg>
        <pc:spChg chg="mod">
          <ac:chgData name="Momin, Amin" userId="f2f03ea5-6920-4ddc-84a1-6322638a2cec" providerId="ADAL" clId="{1A944927-504B-4582-829B-912838B82219}" dt="2025-08-20T08:44:44.120" v="84" actId="14100"/>
          <ac:spMkLst>
            <pc:docMk/>
            <pc:sldMk cId="3331021039" sldId="2147480229"/>
            <ac:spMk id="4" creationId="{FAF76A93-F45E-9430-6BB3-7C9607FEFD7B}"/>
          </ac:spMkLst>
        </pc:spChg>
        <pc:spChg chg="mod">
          <ac:chgData name="Momin, Amin" userId="f2f03ea5-6920-4ddc-84a1-6322638a2cec" providerId="ADAL" clId="{1A944927-504B-4582-829B-912838B82219}" dt="2025-09-01T11:23:56.897" v="1613" actId="20577"/>
          <ac:spMkLst>
            <pc:docMk/>
            <pc:sldMk cId="3331021039" sldId="2147480229"/>
            <ac:spMk id="5" creationId="{DDBAD663-4E45-F2D9-8A42-94A11FD233D5}"/>
          </ac:spMkLst>
        </pc:spChg>
        <pc:spChg chg="mod">
          <ac:chgData name="Momin, Amin" userId="f2f03ea5-6920-4ddc-84a1-6322638a2cec" providerId="ADAL" clId="{1A944927-504B-4582-829B-912838B82219}" dt="2025-09-01T10:27:28.839" v="654" actId="1076"/>
          <ac:spMkLst>
            <pc:docMk/>
            <pc:sldMk cId="3331021039" sldId="2147480229"/>
            <ac:spMk id="8" creationId="{8168C881-39A6-51BF-1302-A6E6315BE44E}"/>
          </ac:spMkLst>
        </pc:spChg>
        <pc:spChg chg="mod">
          <ac:chgData name="Momin, Amin" userId="f2f03ea5-6920-4ddc-84a1-6322638a2cec" providerId="ADAL" clId="{1A944927-504B-4582-829B-912838B82219}" dt="2025-08-20T08:44:48.607" v="86" actId="14100"/>
          <ac:spMkLst>
            <pc:docMk/>
            <pc:sldMk cId="3331021039" sldId="2147480229"/>
            <ac:spMk id="12" creationId="{98CC2470-7990-7D78-0B86-9553431EFBD7}"/>
          </ac:spMkLst>
        </pc:spChg>
        <pc:spChg chg="add mod">
          <ac:chgData name="Momin, Amin" userId="f2f03ea5-6920-4ddc-84a1-6322638a2cec" providerId="ADAL" clId="{1A944927-504B-4582-829B-912838B82219}" dt="2025-09-01T10:39:21.222" v="1269" actId="255"/>
          <ac:spMkLst>
            <pc:docMk/>
            <pc:sldMk cId="3331021039" sldId="2147480229"/>
            <ac:spMk id="14" creationId="{0FFF4974-F85C-3F8D-CACA-1AA0A4E8DC66}"/>
          </ac:spMkLst>
        </pc:spChg>
        <pc:spChg chg="mod">
          <ac:chgData name="Momin, Amin" userId="f2f03ea5-6920-4ddc-84a1-6322638a2cec" providerId="ADAL" clId="{1A944927-504B-4582-829B-912838B82219}" dt="2025-09-01T10:39:03.061" v="1265" actId="255"/>
          <ac:spMkLst>
            <pc:docMk/>
            <pc:sldMk cId="3331021039" sldId="2147480229"/>
            <ac:spMk id="17" creationId="{A373ACB3-98C0-A857-6435-5EF2EE15835D}"/>
          </ac:spMkLst>
        </pc:spChg>
        <pc:spChg chg="mod">
          <ac:chgData name="Momin, Amin" userId="f2f03ea5-6920-4ddc-84a1-6322638a2cec" providerId="ADAL" clId="{1A944927-504B-4582-829B-912838B82219}" dt="2025-09-01T10:39:11.427" v="1267" actId="255"/>
          <ac:spMkLst>
            <pc:docMk/>
            <pc:sldMk cId="3331021039" sldId="2147480229"/>
            <ac:spMk id="18" creationId="{94E23A5B-2F9E-9BDE-37B4-2077D7E1BF15}"/>
          </ac:spMkLst>
        </pc:spChg>
        <pc:spChg chg="add del mod">
          <ac:chgData name="Momin, Amin" userId="f2f03ea5-6920-4ddc-84a1-6322638a2cec" providerId="ADAL" clId="{1A944927-504B-4582-829B-912838B82219}" dt="2025-09-01T10:26:37.686" v="628" actId="478"/>
          <ac:spMkLst>
            <pc:docMk/>
            <pc:sldMk cId="3331021039" sldId="2147480229"/>
            <ac:spMk id="20" creationId="{14E633A4-9D65-DED8-8CF8-D5255DCB5F3E}"/>
          </ac:spMkLst>
        </pc:spChg>
        <pc:spChg chg="add mod">
          <ac:chgData name="Momin, Amin" userId="f2f03ea5-6920-4ddc-84a1-6322638a2cec" providerId="ADAL" clId="{1A944927-504B-4582-829B-912838B82219}" dt="2025-09-01T10:27:38.824" v="658" actId="14100"/>
          <ac:spMkLst>
            <pc:docMk/>
            <pc:sldMk cId="3331021039" sldId="2147480229"/>
            <ac:spMk id="21" creationId="{2FEA9EC3-A71E-202D-9F21-7CB8523482DA}"/>
          </ac:spMkLst>
        </pc:spChg>
        <pc:spChg chg="mod">
          <ac:chgData name="Momin, Amin" userId="f2f03ea5-6920-4ddc-84a1-6322638a2cec" providerId="ADAL" clId="{1A944927-504B-4582-829B-912838B82219}" dt="2025-09-01T10:38:52.196" v="1263" actId="255"/>
          <ac:spMkLst>
            <pc:docMk/>
            <pc:sldMk cId="3331021039" sldId="2147480229"/>
            <ac:spMk id="24" creationId="{B9455C9E-921B-ACAE-BC0B-8A3B3DD78F59}"/>
          </ac:spMkLst>
        </pc:spChg>
        <pc:spChg chg="mod">
          <ac:chgData name="Momin, Amin" userId="f2f03ea5-6920-4ddc-84a1-6322638a2cec" providerId="ADAL" clId="{1A944927-504B-4582-829B-912838B82219}" dt="2025-09-01T10:38:56.884" v="1264" actId="255"/>
          <ac:spMkLst>
            <pc:docMk/>
            <pc:sldMk cId="3331021039" sldId="2147480229"/>
            <ac:spMk id="25" creationId="{1DF86309-F9BA-CE83-6C13-3ED153C2E1E0}"/>
          </ac:spMkLst>
        </pc:spChg>
        <pc:spChg chg="add mod">
          <ac:chgData name="Momin, Amin" userId="f2f03ea5-6920-4ddc-84a1-6322638a2cec" providerId="ADAL" clId="{1A944927-504B-4582-829B-912838B82219}" dt="2025-08-20T08:47:17.752" v="118" actId="1076"/>
          <ac:spMkLst>
            <pc:docMk/>
            <pc:sldMk cId="3331021039" sldId="2147480229"/>
            <ac:spMk id="26" creationId="{8A1BC5D6-5754-7CEE-AE7A-0F7F1102ABB4}"/>
          </ac:spMkLst>
        </pc:spChg>
        <pc:spChg chg="add mod">
          <ac:chgData name="Momin, Amin" userId="f2f03ea5-6920-4ddc-84a1-6322638a2cec" providerId="ADAL" clId="{1A944927-504B-4582-829B-912838B82219}" dt="2025-09-01T10:39:27.251" v="1270" actId="255"/>
          <ac:spMkLst>
            <pc:docMk/>
            <pc:sldMk cId="3331021039" sldId="2147480229"/>
            <ac:spMk id="29" creationId="{19E9EC57-91CF-95E0-8194-D41EB247E3C7}"/>
          </ac:spMkLst>
        </pc:spChg>
        <pc:spChg chg="add mod">
          <ac:chgData name="Momin, Amin" userId="f2f03ea5-6920-4ddc-84a1-6322638a2cec" providerId="ADAL" clId="{1A944927-504B-4582-829B-912838B82219}" dt="2025-09-01T10:39:16.807" v="1268" actId="255"/>
          <ac:spMkLst>
            <pc:docMk/>
            <pc:sldMk cId="3331021039" sldId="2147480229"/>
            <ac:spMk id="30" creationId="{01BCD786-24C8-FD1F-E6A4-87A76E10C58B}"/>
          </ac:spMkLst>
        </pc:spChg>
        <pc:spChg chg="add mod">
          <ac:chgData name="Momin, Amin" userId="f2f03ea5-6920-4ddc-84a1-6322638a2cec" providerId="ADAL" clId="{1A944927-504B-4582-829B-912838B82219}" dt="2025-09-01T10:33:39.792" v="1158" actId="20577"/>
          <ac:spMkLst>
            <pc:docMk/>
            <pc:sldMk cId="3331021039" sldId="2147480229"/>
            <ac:spMk id="31" creationId="{740A8B02-6CB4-84E9-C6B8-42F8BD3162D6}"/>
          </ac:spMkLst>
        </pc:spChg>
        <pc:spChg chg="add mod">
          <ac:chgData name="Momin, Amin" userId="f2f03ea5-6920-4ddc-84a1-6322638a2cec" providerId="ADAL" clId="{1A944927-504B-4582-829B-912838B82219}" dt="2025-09-01T10:37:38.440" v="1249" actId="1076"/>
          <ac:spMkLst>
            <pc:docMk/>
            <pc:sldMk cId="3331021039" sldId="2147480229"/>
            <ac:spMk id="32" creationId="{12D5EE47-00EA-31D7-FC9F-7C00DE32431C}"/>
          </ac:spMkLst>
        </pc:spChg>
        <pc:spChg chg="add mod">
          <ac:chgData name="Momin, Amin" userId="f2f03ea5-6920-4ddc-84a1-6322638a2cec" providerId="ADAL" clId="{1A944927-504B-4582-829B-912838B82219}" dt="2025-09-01T10:37:25.419" v="1245" actId="1076"/>
          <ac:spMkLst>
            <pc:docMk/>
            <pc:sldMk cId="3331021039" sldId="2147480229"/>
            <ac:spMk id="33" creationId="{1343680F-A736-D2E1-738D-8756A0BB7A35}"/>
          </ac:spMkLst>
        </pc:spChg>
        <pc:spChg chg="mod">
          <ac:chgData name="Momin, Amin" userId="f2f03ea5-6920-4ddc-84a1-6322638a2cec" providerId="ADAL" clId="{1A944927-504B-4582-829B-912838B82219}" dt="2025-09-01T10:29:27.414" v="723" actId="14100"/>
          <ac:spMkLst>
            <pc:docMk/>
            <pc:sldMk cId="3331021039" sldId="2147480229"/>
            <ac:spMk id="34" creationId="{22CCF86A-5A3F-AEE8-64D8-F7036D283DB1}"/>
          </ac:spMkLst>
        </pc:spChg>
        <pc:spChg chg="add mod">
          <ac:chgData name="Momin, Amin" userId="f2f03ea5-6920-4ddc-84a1-6322638a2cec" providerId="ADAL" clId="{1A944927-504B-4582-829B-912838B82219}" dt="2025-09-01T11:22:45.746" v="1610" actId="1035"/>
          <ac:spMkLst>
            <pc:docMk/>
            <pc:sldMk cId="3331021039" sldId="2147480229"/>
            <ac:spMk id="40" creationId="{D6C72481-A268-049A-A723-9465F0A88660}"/>
          </ac:spMkLst>
        </pc:spChg>
        <pc:spChg chg="add mod">
          <ac:chgData name="Momin, Amin" userId="f2f03ea5-6920-4ddc-84a1-6322638a2cec" providerId="ADAL" clId="{1A944927-504B-4582-829B-912838B82219}" dt="2025-09-01T10:42:13.893" v="1461" actId="20577"/>
          <ac:spMkLst>
            <pc:docMk/>
            <pc:sldMk cId="3331021039" sldId="2147480229"/>
            <ac:spMk id="41" creationId="{728DCD87-181E-7240-2D62-C1754D0CC9AE}"/>
          </ac:spMkLst>
        </pc:spChg>
        <pc:spChg chg="add del mod">
          <ac:chgData name="Momin, Amin" userId="f2f03ea5-6920-4ddc-84a1-6322638a2cec" providerId="ADAL" clId="{1A944927-504B-4582-829B-912838B82219}" dt="2025-09-01T10:42:06.879" v="1459" actId="478"/>
          <ac:spMkLst>
            <pc:docMk/>
            <pc:sldMk cId="3331021039" sldId="2147480229"/>
            <ac:spMk id="42" creationId="{B8E06481-6DDC-9F6B-98E6-05587610E758}"/>
          </ac:spMkLst>
        </pc:spChg>
        <pc:spChg chg="add del mod">
          <ac:chgData name="Momin, Amin" userId="f2f03ea5-6920-4ddc-84a1-6322638a2cec" providerId="ADAL" clId="{1A944927-504B-4582-829B-912838B82219}" dt="2025-09-01T10:38:26.328" v="1260" actId="478"/>
          <ac:spMkLst>
            <pc:docMk/>
            <pc:sldMk cId="3331021039" sldId="2147480229"/>
            <ac:spMk id="43" creationId="{88269FAE-BFB0-1F39-94A8-4CB8CE1F2C72}"/>
          </ac:spMkLst>
        </pc:spChg>
        <pc:spChg chg="add del mod">
          <ac:chgData name="Momin, Amin" userId="f2f03ea5-6920-4ddc-84a1-6322638a2cec" providerId="ADAL" clId="{1A944927-504B-4582-829B-912838B82219}" dt="2025-09-01T10:42:20.882" v="1463" actId="478"/>
          <ac:spMkLst>
            <pc:docMk/>
            <pc:sldMk cId="3331021039" sldId="2147480229"/>
            <ac:spMk id="45" creationId="{26FDCF16-C511-317B-5912-DD3A0A526CDB}"/>
          </ac:spMkLst>
        </pc:spChg>
        <pc:spChg chg="add mod">
          <ac:chgData name="Momin, Amin" userId="f2f03ea5-6920-4ddc-84a1-6322638a2cec" providerId="ADAL" clId="{1A944927-504B-4582-829B-912838B82219}" dt="2025-09-01T10:42:11.248" v="1460" actId="1076"/>
          <ac:spMkLst>
            <pc:docMk/>
            <pc:sldMk cId="3331021039" sldId="2147480229"/>
            <ac:spMk id="47" creationId="{9A730DBA-96BD-CB65-A027-623044A09DA5}"/>
          </ac:spMkLst>
        </pc:spChg>
        <pc:spChg chg="add mod">
          <ac:chgData name="Momin, Amin" userId="f2f03ea5-6920-4ddc-84a1-6322638a2cec" providerId="ADAL" clId="{1A944927-504B-4582-829B-912838B82219}" dt="2025-09-01T10:42:26.465" v="1465" actId="20577"/>
          <ac:spMkLst>
            <pc:docMk/>
            <pc:sldMk cId="3331021039" sldId="2147480229"/>
            <ac:spMk id="48" creationId="{B04F867D-CFBB-E909-F632-AD680F2A7EE5}"/>
          </ac:spMkLst>
        </pc:spChg>
        <pc:spChg chg="add del mod">
          <ac:chgData name="Momin, Amin" userId="f2f03ea5-6920-4ddc-84a1-6322638a2cec" providerId="ADAL" clId="{1A944927-504B-4582-829B-912838B82219}" dt="2025-09-01T11:22:35.852" v="1607" actId="478"/>
          <ac:spMkLst>
            <pc:docMk/>
            <pc:sldMk cId="3331021039" sldId="2147480229"/>
            <ac:spMk id="49" creationId="{EA14B44B-A6DC-3C9B-B930-537298171353}"/>
          </ac:spMkLst>
        </pc:spChg>
        <pc:picChg chg="mod">
          <ac:chgData name="Momin, Amin" userId="f2f03ea5-6920-4ddc-84a1-6322638a2cec" providerId="ADAL" clId="{1A944927-504B-4582-829B-912838B82219}" dt="2025-09-01T10:27:23.569" v="652" actId="1076"/>
          <ac:picMkLst>
            <pc:docMk/>
            <pc:sldMk cId="3331021039" sldId="2147480229"/>
            <ac:picMk id="7" creationId="{E719E853-86E3-BE8F-9825-F57F7977E402}"/>
          </ac:picMkLst>
        </pc:picChg>
        <pc:picChg chg="del mod">
          <ac:chgData name="Momin, Amin" userId="f2f03ea5-6920-4ddc-84a1-6322638a2cec" providerId="ADAL" clId="{1A944927-504B-4582-829B-912838B82219}" dt="2025-09-01T10:24:48.807" v="601" actId="478"/>
          <ac:picMkLst>
            <pc:docMk/>
            <pc:sldMk cId="3331021039" sldId="2147480229"/>
            <ac:picMk id="22" creationId="{4626FEC3-F762-E8A4-8E2A-58752BF35009}"/>
          </ac:picMkLst>
        </pc:picChg>
        <pc:cxnChg chg="add mod">
          <ac:chgData name="Momin, Amin" userId="f2f03ea5-6920-4ddc-84a1-6322638a2cec" providerId="ADAL" clId="{1A944927-504B-4582-829B-912838B82219}" dt="2025-09-01T10:25:30.018" v="613" actId="1076"/>
          <ac:cxnSpMkLst>
            <pc:docMk/>
            <pc:sldMk cId="3331021039" sldId="2147480229"/>
            <ac:cxnSpMk id="6" creationId="{F3D132BD-D08C-64AE-3EDB-4FA0C6B7B5C1}"/>
          </ac:cxnSpMkLst>
        </pc:cxnChg>
        <pc:cxnChg chg="mod">
          <ac:chgData name="Momin, Amin" userId="f2f03ea5-6920-4ddc-84a1-6322638a2cec" providerId="ADAL" clId="{1A944927-504B-4582-829B-912838B82219}" dt="2025-09-01T10:27:26.008" v="653" actId="1076"/>
          <ac:cxnSpMkLst>
            <pc:docMk/>
            <pc:sldMk cId="3331021039" sldId="2147480229"/>
            <ac:cxnSpMk id="9" creationId="{F788BA08-4C66-D3B2-2435-62B997F3B279}"/>
          </ac:cxnSpMkLst>
        </pc:cxnChg>
        <pc:cxnChg chg="mod">
          <ac:chgData name="Momin, Amin" userId="f2f03ea5-6920-4ddc-84a1-6322638a2cec" providerId="ADAL" clId="{1A944927-504B-4582-829B-912838B82219}" dt="2025-09-01T10:28:28.905" v="696" actId="1038"/>
          <ac:cxnSpMkLst>
            <pc:docMk/>
            <pc:sldMk cId="3331021039" sldId="2147480229"/>
            <ac:cxnSpMk id="11" creationId="{E55ED7A0-8768-35B7-3176-D7F0D1808DC2}"/>
          </ac:cxnSpMkLst>
        </pc:cxnChg>
        <pc:cxnChg chg="mod">
          <ac:chgData name="Momin, Amin" userId="f2f03ea5-6920-4ddc-84a1-6322638a2cec" providerId="ADAL" clId="{1A944927-504B-4582-829B-912838B82219}" dt="2025-08-20T08:47:25.016" v="119" actId="1076"/>
          <ac:cxnSpMkLst>
            <pc:docMk/>
            <pc:sldMk cId="3331021039" sldId="2147480229"/>
            <ac:cxnSpMk id="13" creationId="{5B8EBA4B-648F-F427-1F74-3E688D81D058}"/>
          </ac:cxnSpMkLst>
        </pc:cxnChg>
        <pc:cxnChg chg="mod">
          <ac:chgData name="Momin, Amin" userId="f2f03ea5-6920-4ddc-84a1-6322638a2cec" providerId="ADAL" clId="{1A944927-504B-4582-829B-912838B82219}" dt="2025-09-01T10:28:52.337" v="714" actId="1038"/>
          <ac:cxnSpMkLst>
            <pc:docMk/>
            <pc:sldMk cId="3331021039" sldId="2147480229"/>
            <ac:cxnSpMk id="15" creationId="{E521F8C9-E05E-C89B-3F1C-B2F5406FF878}"/>
          </ac:cxnSpMkLst>
        </pc:cxnChg>
        <pc:cxnChg chg="add del mod">
          <ac:chgData name="Momin, Amin" userId="f2f03ea5-6920-4ddc-84a1-6322638a2cec" providerId="ADAL" clId="{1A944927-504B-4582-829B-912838B82219}" dt="2025-09-01T10:28:40.482" v="698" actId="478"/>
          <ac:cxnSpMkLst>
            <pc:docMk/>
            <pc:sldMk cId="3331021039" sldId="2147480229"/>
            <ac:cxnSpMk id="16" creationId="{2377267B-5B11-CB38-467E-F44EAE0C8386}"/>
          </ac:cxnSpMkLst>
        </pc:cxnChg>
        <pc:cxnChg chg="add mod">
          <ac:chgData name="Momin, Amin" userId="f2f03ea5-6920-4ddc-84a1-6322638a2cec" providerId="ADAL" clId="{1A944927-504B-4582-829B-912838B82219}" dt="2025-09-01T10:27:46.833" v="660" actId="1076"/>
          <ac:cxnSpMkLst>
            <pc:docMk/>
            <pc:sldMk cId="3331021039" sldId="2147480229"/>
            <ac:cxnSpMk id="23" creationId="{1DBAC5A6-B457-B689-FAAB-42F8938B9B4F}"/>
          </ac:cxnSpMkLst>
        </pc:cxnChg>
        <pc:cxnChg chg="add mod">
          <ac:chgData name="Momin, Amin" userId="f2f03ea5-6920-4ddc-84a1-6322638a2cec" providerId="ADAL" clId="{1A944927-504B-4582-829B-912838B82219}" dt="2025-09-01T10:29:04.445" v="716" actId="1076"/>
          <ac:cxnSpMkLst>
            <pc:docMk/>
            <pc:sldMk cId="3331021039" sldId="2147480229"/>
            <ac:cxnSpMk id="28" creationId="{6FFA6E7A-A643-4759-08C6-360EB77F943F}"/>
          </ac:cxnSpMkLst>
        </pc:cxnChg>
        <pc:cxnChg chg="add mod">
          <ac:chgData name="Momin, Amin" userId="f2f03ea5-6920-4ddc-84a1-6322638a2cec" providerId="ADAL" clId="{1A944927-504B-4582-829B-912838B82219}" dt="2025-09-01T10:34:35.406" v="1201" actId="1076"/>
          <ac:cxnSpMkLst>
            <pc:docMk/>
            <pc:sldMk cId="3331021039" sldId="2147480229"/>
            <ac:cxnSpMk id="35" creationId="{DA82BC2E-E793-A78E-5F33-24321892883F}"/>
          </ac:cxnSpMkLst>
        </pc:cxnChg>
        <pc:cxnChg chg="add mod">
          <ac:chgData name="Momin, Amin" userId="f2f03ea5-6920-4ddc-84a1-6322638a2cec" providerId="ADAL" clId="{1A944927-504B-4582-829B-912838B82219}" dt="2025-09-01T10:37:58.548" v="1251" actId="14100"/>
          <ac:cxnSpMkLst>
            <pc:docMk/>
            <pc:sldMk cId="3331021039" sldId="2147480229"/>
            <ac:cxnSpMk id="37" creationId="{59B12365-DEA6-418D-CE66-70072D737447}"/>
          </ac:cxnSpMkLst>
        </pc:cxnChg>
        <pc:cxnChg chg="add mod">
          <ac:chgData name="Momin, Amin" userId="f2f03ea5-6920-4ddc-84a1-6322638a2cec" providerId="ADAL" clId="{1A944927-504B-4582-829B-912838B82219}" dt="2025-09-01T10:38:36.083" v="1262" actId="14100"/>
          <ac:cxnSpMkLst>
            <pc:docMk/>
            <pc:sldMk cId="3331021039" sldId="2147480229"/>
            <ac:cxnSpMk id="38" creationId="{5B587123-2AC4-1650-D24C-E68A60C5AD3A}"/>
          </ac:cxnSpMkLst>
        </pc:cxnChg>
        <pc:cxnChg chg="add del mod">
          <ac:chgData name="Momin, Amin" userId="f2f03ea5-6920-4ddc-84a1-6322638a2cec" providerId="ADAL" clId="{1A944927-504B-4582-829B-912838B82219}" dt="2025-09-01T10:37:40.660" v="1250" actId="478"/>
          <ac:cxnSpMkLst>
            <pc:docMk/>
            <pc:sldMk cId="3331021039" sldId="2147480229"/>
            <ac:cxnSpMk id="39" creationId="{50D32F7B-679F-A429-43EC-E582D10E65F2}"/>
          </ac:cxnSpMkLst>
        </pc:cxnChg>
        <pc:cxnChg chg="add mod">
          <ac:chgData name="Momin, Amin" userId="f2f03ea5-6920-4ddc-84a1-6322638a2cec" providerId="ADAL" clId="{1A944927-504B-4582-829B-912838B82219}" dt="2025-09-01T11:22:42.904" v="1609" actId="1076"/>
          <ac:cxnSpMkLst>
            <pc:docMk/>
            <pc:sldMk cId="3331021039" sldId="2147480229"/>
            <ac:cxnSpMk id="50" creationId="{EEB4AB54-5F25-D2F4-1DE4-72E877E6B5D0}"/>
          </ac:cxnSpMkLst>
        </pc:cxnChg>
      </pc:sldChg>
      <pc:sldChg chg="add del">
        <pc:chgData name="Momin, Amin" userId="f2f03ea5-6920-4ddc-84a1-6322638a2cec" providerId="ADAL" clId="{1A944927-504B-4582-829B-912838B82219}" dt="2025-08-20T13:18:31.763" v="567" actId="47"/>
        <pc:sldMkLst>
          <pc:docMk/>
          <pc:sldMk cId="170816736" sldId="2147481908"/>
        </pc:sldMkLst>
      </pc:sldChg>
      <pc:sldChg chg="modSp add mod ord">
        <pc:chgData name="Momin, Amin" userId="f2f03ea5-6920-4ddc-84a1-6322638a2cec" providerId="ADAL" clId="{1A944927-504B-4582-829B-912838B82219}" dt="2025-08-21T06:57:10.308" v="593"/>
        <pc:sldMkLst>
          <pc:docMk/>
          <pc:sldMk cId="3502000949" sldId="2147482920"/>
        </pc:sldMkLst>
        <pc:spChg chg="mod">
          <ac:chgData name="Momin, Amin" userId="f2f03ea5-6920-4ddc-84a1-6322638a2cec" providerId="ADAL" clId="{1A944927-504B-4582-829B-912838B82219}" dt="2025-08-21T06:57:07.649" v="591" actId="20577"/>
          <ac:spMkLst>
            <pc:docMk/>
            <pc:sldMk cId="3502000949" sldId="2147482920"/>
            <ac:spMk id="2" creationId="{BD9BF80F-A2C7-3D9F-68C7-50E0EC26CE62}"/>
          </ac:spMkLst>
        </pc:spChg>
        <pc:spChg chg="mod">
          <ac:chgData name="Momin, Amin" userId="f2f03ea5-6920-4ddc-84a1-6322638a2cec" providerId="ADAL" clId="{1A944927-504B-4582-829B-912838B82219}" dt="2025-08-20T13:19:04.909" v="588" actId="313"/>
          <ac:spMkLst>
            <pc:docMk/>
            <pc:sldMk cId="3502000949" sldId="2147482920"/>
            <ac:spMk id="4" creationId="{5783C0D7-6285-AAD9-E151-70DABA013CD7}"/>
          </ac:spMkLst>
        </pc:spChg>
      </pc:sldChg>
      <pc:sldChg chg="modSp add mod">
        <pc:chgData name="Momin, Amin" userId="f2f03ea5-6920-4ddc-84a1-6322638a2cec" providerId="ADAL" clId="{1A944927-504B-4582-829B-912838B82219}" dt="2025-08-20T09:40:10.164" v="368" actId="313"/>
        <pc:sldMkLst>
          <pc:docMk/>
          <pc:sldMk cId="994574422" sldId="2147482921"/>
        </pc:sldMkLst>
        <pc:spChg chg="mod">
          <ac:chgData name="Momin, Amin" userId="f2f03ea5-6920-4ddc-84a1-6322638a2cec" providerId="ADAL" clId="{1A944927-504B-4582-829B-912838B82219}" dt="2025-08-20T09:40:10.164" v="368" actId="313"/>
          <ac:spMkLst>
            <pc:docMk/>
            <pc:sldMk cId="994574422" sldId="2147482921"/>
            <ac:spMk id="4" creationId="{414454D9-5324-61CB-84ED-FE851D1B277C}"/>
          </ac:spMkLst>
        </pc:spChg>
      </pc:sldChg>
      <pc:sldChg chg="add">
        <pc:chgData name="Momin, Amin" userId="f2f03ea5-6920-4ddc-84a1-6322638a2cec" providerId="ADAL" clId="{1A944927-504B-4582-829B-912838B82219}" dt="2025-08-20T09:40:51.549" v="373"/>
        <pc:sldMkLst>
          <pc:docMk/>
          <pc:sldMk cId="3464542341" sldId="2147482926"/>
        </pc:sldMkLst>
      </pc:sldChg>
      <pc:sldChg chg="modSp add mod">
        <pc:chgData name="Momin, Amin" userId="f2f03ea5-6920-4ddc-84a1-6322638a2cec" providerId="ADAL" clId="{1A944927-504B-4582-829B-912838B82219}" dt="2025-08-21T06:57:13.149" v="595" actId="20577"/>
        <pc:sldMkLst>
          <pc:docMk/>
          <pc:sldMk cId="3117829531" sldId="2147482927"/>
        </pc:sldMkLst>
        <pc:spChg chg="mod">
          <ac:chgData name="Momin, Amin" userId="f2f03ea5-6920-4ddc-84a1-6322638a2cec" providerId="ADAL" clId="{1A944927-504B-4582-829B-912838B82219}" dt="2025-08-21T06:57:13.149" v="595" actId="20577"/>
          <ac:spMkLst>
            <pc:docMk/>
            <pc:sldMk cId="3117829531" sldId="2147482927"/>
            <ac:spMk id="2" creationId="{D594A855-D5B1-A4DA-3D24-53475513DA31}"/>
          </ac:spMkLst>
        </pc:spChg>
        <pc:spChg chg="mod">
          <ac:chgData name="Momin, Amin" userId="f2f03ea5-6920-4ddc-84a1-6322638a2cec" providerId="ADAL" clId="{1A944927-504B-4582-829B-912838B82219}" dt="2025-08-20T10:18:49.977" v="559" actId="313"/>
          <ac:spMkLst>
            <pc:docMk/>
            <pc:sldMk cId="3117829531" sldId="2147482927"/>
            <ac:spMk id="4" creationId="{F8BEDB0E-53DA-6ED2-FC6D-99CBCBC46674}"/>
          </ac:spMkLst>
        </pc:spChg>
      </pc:sldChg>
      <pc:sldMasterChg chg="delSldLayout modSldLayout">
        <pc:chgData name="Momin, Amin" userId="f2f03ea5-6920-4ddc-84a1-6322638a2cec" providerId="ADAL" clId="{1A944927-504B-4582-829B-912838B82219}" dt="2025-08-21T06:57:43.005" v="598" actId="47"/>
        <pc:sldMasterMkLst>
          <pc:docMk/>
          <pc:sldMasterMk cId="2274134146" sldId="2147483660"/>
        </pc:sldMasterMkLst>
        <pc:sldLayoutChg chg="delSp del">
          <pc:chgData name="Momin, Amin" userId="f2f03ea5-6920-4ddc-84a1-6322638a2cec" providerId="ADAL" clId="{1A944927-504B-4582-829B-912838B82219}" dt="2025-08-20T20:47:14.958" v="589" actId="47"/>
          <pc:sldLayoutMkLst>
            <pc:docMk/>
            <pc:sldMasterMk cId="2274134146" sldId="2147483660"/>
            <pc:sldLayoutMk cId="4007673887" sldId="2147483829"/>
          </pc:sldLayoutMkLst>
        </pc:sldLayoutChg>
        <pc:sldLayoutChg chg="del">
          <pc:chgData name="Momin, Amin" userId="f2f03ea5-6920-4ddc-84a1-6322638a2cec" providerId="ADAL" clId="{1A944927-504B-4582-829B-912838B82219}" dt="2025-08-20T13:18:31.763" v="567" actId="47"/>
          <pc:sldLayoutMkLst>
            <pc:docMk/>
            <pc:sldMasterMk cId="2274134146" sldId="2147483660"/>
            <pc:sldLayoutMk cId="2953057233" sldId="2147483831"/>
          </pc:sldLayoutMkLst>
        </pc:sldLayoutChg>
        <pc:sldLayoutChg chg="del">
          <pc:chgData name="Momin, Amin" userId="f2f03ea5-6920-4ddc-84a1-6322638a2cec" providerId="ADAL" clId="{1A944927-504B-4582-829B-912838B82219}" dt="2025-08-21T06:57:43.005" v="598" actId="47"/>
          <pc:sldLayoutMkLst>
            <pc:docMk/>
            <pc:sldMasterMk cId="2274134146" sldId="2147483660"/>
            <pc:sldLayoutMk cId="1365311370" sldId="2147483833"/>
          </pc:sldLayoutMkLst>
        </pc:sldLayoutChg>
      </pc:sldMasterChg>
    </pc:docChg>
  </pc:docChgLst>
  <pc:docChgLst>
    <pc:chgData name="Durve, Ninad" userId="9aa7579a-43ac-48f6-802e-7696b304836f" providerId="ADAL" clId="{83948BD6-B6A2-4BF7-A560-A0CF50D66C35}"/>
    <pc:docChg chg="undo custSel addSld delSld modSld sldOrd">
      <pc:chgData name="Durve, Ninad" userId="9aa7579a-43ac-48f6-802e-7696b304836f" providerId="ADAL" clId="{83948BD6-B6A2-4BF7-A560-A0CF50D66C35}" dt="2025-09-01T16:00:32.194" v="2453" actId="20577"/>
      <pc:docMkLst>
        <pc:docMk/>
      </pc:docMkLst>
      <pc:sldChg chg="add del">
        <pc:chgData name="Durve, Ninad" userId="9aa7579a-43ac-48f6-802e-7696b304836f" providerId="ADAL" clId="{83948BD6-B6A2-4BF7-A560-A0CF50D66C35}" dt="2025-08-21T05:04:45.685" v="1222"/>
        <pc:sldMkLst>
          <pc:docMk/>
          <pc:sldMk cId="2101722029" sldId="2145706631"/>
        </pc:sldMkLst>
      </pc:sldChg>
      <pc:sldChg chg="modSp add del mod">
        <pc:chgData name="Durve, Ninad" userId="9aa7579a-43ac-48f6-802e-7696b304836f" providerId="ADAL" clId="{83948BD6-B6A2-4BF7-A560-A0CF50D66C35}" dt="2025-08-21T05:05:47.035" v="1235" actId="47"/>
        <pc:sldMkLst>
          <pc:docMk/>
          <pc:sldMk cId="4224554843" sldId="2147376614"/>
        </pc:sldMkLst>
      </pc:sldChg>
      <pc:sldChg chg="addSp delSp modSp mod">
        <pc:chgData name="Durve, Ninad" userId="9aa7579a-43ac-48f6-802e-7696b304836f" providerId="ADAL" clId="{83948BD6-B6A2-4BF7-A560-A0CF50D66C35}" dt="2025-08-21T10:22:09.719" v="1347" actId="478"/>
        <pc:sldMkLst>
          <pc:docMk/>
          <pc:sldMk cId="4245589746" sldId="2147376672"/>
        </pc:sldMkLst>
        <pc:picChg chg="add mod">
          <ac:chgData name="Durve, Ninad" userId="9aa7579a-43ac-48f6-802e-7696b304836f" providerId="ADAL" clId="{83948BD6-B6A2-4BF7-A560-A0CF50D66C35}" dt="2025-08-20T18:38:18.728" v="1024" actId="1076"/>
          <ac:picMkLst>
            <pc:docMk/>
            <pc:sldMk cId="4245589746" sldId="2147376672"/>
            <ac:picMk id="4" creationId="{BA4AE42C-5CCE-C03A-E524-BC6761F42A16}"/>
          </ac:picMkLst>
        </pc:picChg>
      </pc:sldChg>
      <pc:sldChg chg="addSp delSp modSp mod">
        <pc:chgData name="Durve, Ninad" userId="9aa7579a-43ac-48f6-802e-7696b304836f" providerId="ADAL" clId="{83948BD6-B6A2-4BF7-A560-A0CF50D66C35}" dt="2025-08-20T18:36:15.738" v="1018" actId="20577"/>
        <pc:sldMkLst>
          <pc:docMk/>
          <pc:sldMk cId="3441541563" sldId="2147376673"/>
        </pc:sldMkLst>
        <pc:spChg chg="mod">
          <ac:chgData name="Durve, Ninad" userId="9aa7579a-43ac-48f6-802e-7696b304836f" providerId="ADAL" clId="{83948BD6-B6A2-4BF7-A560-A0CF50D66C35}" dt="2025-08-20T18:35:45.310" v="959" actId="20577"/>
          <ac:spMkLst>
            <pc:docMk/>
            <pc:sldMk cId="3441541563" sldId="2147376673"/>
            <ac:spMk id="2" creationId="{65283BB9-A964-F052-CA97-7BBA0FF18F8C}"/>
          </ac:spMkLst>
        </pc:spChg>
        <pc:spChg chg="add mod">
          <ac:chgData name="Durve, Ninad" userId="9aa7579a-43ac-48f6-802e-7696b304836f" providerId="ADAL" clId="{83948BD6-B6A2-4BF7-A560-A0CF50D66C35}" dt="2025-08-20T18:36:15.738" v="1018" actId="20577"/>
          <ac:spMkLst>
            <pc:docMk/>
            <pc:sldMk cId="3441541563" sldId="2147376673"/>
            <ac:spMk id="4" creationId="{E0D86620-99A8-CE3F-DD4B-C4F9FE0D4462}"/>
          </ac:spMkLst>
        </pc:spChg>
        <pc:spChg chg="add mod">
          <ac:chgData name="Durve, Ninad" userId="9aa7579a-43ac-48f6-802e-7696b304836f" providerId="ADAL" clId="{83948BD6-B6A2-4BF7-A560-A0CF50D66C35}" dt="2025-08-20T18:34:59.891" v="947" actId="113"/>
          <ac:spMkLst>
            <pc:docMk/>
            <pc:sldMk cId="3441541563" sldId="2147376673"/>
            <ac:spMk id="5" creationId="{E2B79AB1-F67B-23B4-73D1-8722D9858533}"/>
          </ac:spMkLst>
        </pc:spChg>
        <pc:spChg chg="add mod">
          <ac:chgData name="Durve, Ninad" userId="9aa7579a-43ac-48f6-802e-7696b304836f" providerId="ADAL" clId="{83948BD6-B6A2-4BF7-A560-A0CF50D66C35}" dt="2025-08-20T18:35:11.127" v="950" actId="113"/>
          <ac:spMkLst>
            <pc:docMk/>
            <pc:sldMk cId="3441541563" sldId="2147376673"/>
            <ac:spMk id="6" creationId="{0B22BA5B-CE0A-CC38-1259-826CB3757576}"/>
          </ac:spMkLst>
        </pc:spChg>
        <pc:spChg chg="add mod">
          <ac:chgData name="Durve, Ninad" userId="9aa7579a-43ac-48f6-802e-7696b304836f" providerId="ADAL" clId="{83948BD6-B6A2-4BF7-A560-A0CF50D66C35}" dt="2025-08-20T18:35:04.095" v="948" actId="113"/>
          <ac:spMkLst>
            <pc:docMk/>
            <pc:sldMk cId="3441541563" sldId="2147376673"/>
            <ac:spMk id="7" creationId="{19968FE2-91E8-75BB-836A-AC209EBD370F}"/>
          </ac:spMkLst>
        </pc:spChg>
        <pc:spChg chg="add mod">
          <ac:chgData name="Durve, Ninad" userId="9aa7579a-43ac-48f6-802e-7696b304836f" providerId="ADAL" clId="{83948BD6-B6A2-4BF7-A560-A0CF50D66C35}" dt="2025-08-20T18:35:08.075" v="949" actId="113"/>
          <ac:spMkLst>
            <pc:docMk/>
            <pc:sldMk cId="3441541563" sldId="2147376673"/>
            <ac:spMk id="9" creationId="{CC596985-51DB-838D-2BCE-BBCDB0A57C71}"/>
          </ac:spMkLst>
        </pc:spChg>
        <pc:spChg chg="add mod">
          <ac:chgData name="Durve, Ninad" userId="9aa7579a-43ac-48f6-802e-7696b304836f" providerId="ADAL" clId="{83948BD6-B6A2-4BF7-A560-A0CF50D66C35}" dt="2025-08-20T18:35:14.181" v="951" actId="113"/>
          <ac:spMkLst>
            <pc:docMk/>
            <pc:sldMk cId="3441541563" sldId="2147376673"/>
            <ac:spMk id="10" creationId="{08F8C924-6C9E-ABFD-E4C2-538EE7DB5211}"/>
          </ac:spMkLst>
        </pc:spChg>
      </pc:sldChg>
      <pc:sldChg chg="modSp ord">
        <pc:chgData name="Durve, Ninad" userId="9aa7579a-43ac-48f6-802e-7696b304836f" providerId="ADAL" clId="{83948BD6-B6A2-4BF7-A560-A0CF50D66C35}" dt="2025-08-21T06:59:42.455" v="1345" actId="20577"/>
        <pc:sldMkLst>
          <pc:docMk/>
          <pc:sldMk cId="3016951262" sldId="2147376674"/>
        </pc:sldMkLst>
        <pc:graphicFrameChg chg="mod">
          <ac:chgData name="Durve, Ninad" userId="9aa7579a-43ac-48f6-802e-7696b304836f" providerId="ADAL" clId="{83948BD6-B6A2-4BF7-A560-A0CF50D66C35}" dt="2025-08-21T06:59:42.455" v="1345" actId="20577"/>
          <ac:graphicFrameMkLst>
            <pc:docMk/>
            <pc:sldMk cId="3016951262" sldId="2147376674"/>
            <ac:graphicFrameMk id="7" creationId="{6DB8DE57-F049-A865-4F78-4A1729795E40}"/>
          </ac:graphicFrameMkLst>
        </pc:graphicFrameChg>
      </pc:sldChg>
      <pc:sldChg chg="add del">
        <pc:chgData name="Durve, Ninad" userId="9aa7579a-43ac-48f6-802e-7696b304836f" providerId="ADAL" clId="{83948BD6-B6A2-4BF7-A560-A0CF50D66C35}" dt="2025-08-20T20:08:05.868" v="1217" actId="47"/>
        <pc:sldMkLst>
          <pc:docMk/>
          <pc:sldMk cId="1418494208" sldId="2147376675"/>
        </pc:sldMkLst>
      </pc:sldChg>
      <pc:sldChg chg="del">
        <pc:chgData name="Durve, Ninad" userId="9aa7579a-43ac-48f6-802e-7696b304836f" providerId="ADAL" clId="{83948BD6-B6A2-4BF7-A560-A0CF50D66C35}" dt="2025-08-20T19:34:49.593" v="1033" actId="2696"/>
        <pc:sldMkLst>
          <pc:docMk/>
          <pc:sldMk cId="2279687761" sldId="2147376675"/>
        </pc:sldMkLst>
      </pc:sldChg>
      <pc:sldChg chg="del">
        <pc:chgData name="Durve, Ninad" userId="9aa7579a-43ac-48f6-802e-7696b304836f" providerId="ADAL" clId="{83948BD6-B6A2-4BF7-A560-A0CF50D66C35}" dt="2025-08-20T19:34:49.593" v="1033" actId="2696"/>
        <pc:sldMkLst>
          <pc:docMk/>
          <pc:sldMk cId="2318807504" sldId="2147376676"/>
        </pc:sldMkLst>
      </pc:sldChg>
      <pc:sldChg chg="addSp modSp add del mod">
        <pc:chgData name="Durve, Ninad" userId="9aa7579a-43ac-48f6-802e-7696b304836f" providerId="ADAL" clId="{83948BD6-B6A2-4BF7-A560-A0CF50D66C35}" dt="2025-08-20T20:08:05.868" v="1217" actId="47"/>
        <pc:sldMkLst>
          <pc:docMk/>
          <pc:sldMk cId="3306666558" sldId="2147376676"/>
        </pc:sldMkLst>
      </pc:sldChg>
      <pc:sldChg chg="del">
        <pc:chgData name="Durve, Ninad" userId="9aa7579a-43ac-48f6-802e-7696b304836f" providerId="ADAL" clId="{83948BD6-B6A2-4BF7-A560-A0CF50D66C35}" dt="2025-08-20T19:34:49.593" v="1033" actId="2696"/>
        <pc:sldMkLst>
          <pc:docMk/>
          <pc:sldMk cId="1067032502" sldId="2147376677"/>
        </pc:sldMkLst>
      </pc:sldChg>
      <pc:sldChg chg="add del">
        <pc:chgData name="Durve, Ninad" userId="9aa7579a-43ac-48f6-802e-7696b304836f" providerId="ADAL" clId="{83948BD6-B6A2-4BF7-A560-A0CF50D66C35}" dt="2025-08-20T20:08:05.868" v="1217" actId="47"/>
        <pc:sldMkLst>
          <pc:docMk/>
          <pc:sldMk cId="2701495863" sldId="2147376677"/>
        </pc:sldMkLst>
      </pc:sldChg>
      <pc:sldChg chg="add">
        <pc:chgData name="Durve, Ninad" userId="9aa7579a-43ac-48f6-802e-7696b304836f" providerId="ADAL" clId="{83948BD6-B6A2-4BF7-A560-A0CF50D66C35}" dt="2025-08-20T19:34:35.800" v="1032"/>
        <pc:sldMkLst>
          <pc:docMk/>
          <pc:sldMk cId="2180554833" sldId="2147376678"/>
        </pc:sldMkLst>
      </pc:sldChg>
      <pc:sldChg chg="del">
        <pc:chgData name="Durve, Ninad" userId="9aa7579a-43ac-48f6-802e-7696b304836f" providerId="ADAL" clId="{83948BD6-B6A2-4BF7-A560-A0CF50D66C35}" dt="2025-08-20T19:34:25.056" v="1031" actId="2696"/>
        <pc:sldMkLst>
          <pc:docMk/>
          <pc:sldMk cId="4169463627" sldId="2147376678"/>
        </pc:sldMkLst>
      </pc:sldChg>
      <pc:sldChg chg="del">
        <pc:chgData name="Durve, Ninad" userId="9aa7579a-43ac-48f6-802e-7696b304836f" providerId="ADAL" clId="{83948BD6-B6A2-4BF7-A560-A0CF50D66C35}" dt="2025-08-20T19:34:25.056" v="1031" actId="2696"/>
        <pc:sldMkLst>
          <pc:docMk/>
          <pc:sldMk cId="1327137352" sldId="2147376679"/>
        </pc:sldMkLst>
      </pc:sldChg>
      <pc:sldChg chg="modSp add mod">
        <pc:chgData name="Durve, Ninad" userId="9aa7579a-43ac-48f6-802e-7696b304836f" providerId="ADAL" clId="{83948BD6-B6A2-4BF7-A560-A0CF50D66C35}" dt="2025-08-21T06:51:59.905" v="1244" actId="14100"/>
        <pc:sldMkLst>
          <pc:docMk/>
          <pc:sldMk cId="2474442340" sldId="2147376679"/>
        </pc:sldMkLst>
        <pc:picChg chg="mod">
          <ac:chgData name="Durve, Ninad" userId="9aa7579a-43ac-48f6-802e-7696b304836f" providerId="ADAL" clId="{83948BD6-B6A2-4BF7-A560-A0CF50D66C35}" dt="2025-08-21T06:51:59.905" v="1244" actId="14100"/>
          <ac:picMkLst>
            <pc:docMk/>
            <pc:sldMk cId="2474442340" sldId="2147376679"/>
            <ac:picMk id="9" creationId="{AB01C103-5938-F21D-19B9-33778AF14F41}"/>
          </ac:picMkLst>
        </pc:picChg>
      </pc:sldChg>
      <pc:sldChg chg="add">
        <pc:chgData name="Durve, Ninad" userId="9aa7579a-43ac-48f6-802e-7696b304836f" providerId="ADAL" clId="{83948BD6-B6A2-4BF7-A560-A0CF50D66C35}" dt="2025-08-20T19:34:35.800" v="1032"/>
        <pc:sldMkLst>
          <pc:docMk/>
          <pc:sldMk cId="1586781501" sldId="2147376680"/>
        </pc:sldMkLst>
      </pc:sldChg>
      <pc:sldChg chg="del">
        <pc:chgData name="Durve, Ninad" userId="9aa7579a-43ac-48f6-802e-7696b304836f" providerId="ADAL" clId="{83948BD6-B6A2-4BF7-A560-A0CF50D66C35}" dt="2025-08-20T19:34:25.056" v="1031" actId="2696"/>
        <pc:sldMkLst>
          <pc:docMk/>
          <pc:sldMk cId="1766918960" sldId="2147376680"/>
        </pc:sldMkLst>
      </pc:sldChg>
      <pc:sldChg chg="add del">
        <pc:chgData name="Durve, Ninad" userId="9aa7579a-43ac-48f6-802e-7696b304836f" providerId="ADAL" clId="{83948BD6-B6A2-4BF7-A560-A0CF50D66C35}" dt="2025-08-21T05:04:45.685" v="1222"/>
        <pc:sldMkLst>
          <pc:docMk/>
          <pc:sldMk cId="4060571867" sldId="2147475591"/>
        </pc:sldMkLst>
      </pc:sldChg>
      <pc:sldChg chg="add del">
        <pc:chgData name="Durve, Ninad" userId="9aa7579a-43ac-48f6-802e-7696b304836f" providerId="ADAL" clId="{83948BD6-B6A2-4BF7-A560-A0CF50D66C35}" dt="2025-08-21T05:06:19.131" v="1240" actId="47"/>
        <pc:sldMkLst>
          <pc:docMk/>
          <pc:sldMk cId="1908130252" sldId="2147475592"/>
        </pc:sldMkLst>
      </pc:sldChg>
      <pc:sldChg chg="modSp mod">
        <pc:chgData name="Durve, Ninad" userId="9aa7579a-43ac-48f6-802e-7696b304836f" providerId="ADAL" clId="{83948BD6-B6A2-4BF7-A560-A0CF50D66C35}" dt="2025-08-20T12:42:24.636" v="59"/>
        <pc:sldMkLst>
          <pc:docMk/>
          <pc:sldMk cId="2005597444" sldId="2147480228"/>
        </pc:sldMkLst>
      </pc:sldChg>
      <pc:sldChg chg="addSp delSp modSp mod">
        <pc:chgData name="Durve, Ninad" userId="9aa7579a-43ac-48f6-802e-7696b304836f" providerId="ADAL" clId="{83948BD6-B6A2-4BF7-A560-A0CF50D66C35}" dt="2025-09-01T11:35:38.237" v="2449" actId="14100"/>
        <pc:sldMkLst>
          <pc:docMk/>
          <pc:sldMk cId="3331021039" sldId="2147480229"/>
        </pc:sldMkLst>
        <pc:spChg chg="mod">
          <ac:chgData name="Durve, Ninad" userId="9aa7579a-43ac-48f6-802e-7696b304836f" providerId="ADAL" clId="{83948BD6-B6A2-4BF7-A560-A0CF50D66C35}" dt="2025-09-01T11:15:32.772" v="1567" actId="20577"/>
          <ac:spMkLst>
            <pc:docMk/>
            <pc:sldMk cId="3331021039" sldId="2147480229"/>
            <ac:spMk id="2" creationId="{40C57149-3D00-6728-7FC9-5B8AFD2A541F}"/>
          </ac:spMkLst>
        </pc:spChg>
        <pc:spChg chg="mod">
          <ac:chgData name="Durve, Ninad" userId="9aa7579a-43ac-48f6-802e-7696b304836f" providerId="ADAL" clId="{83948BD6-B6A2-4BF7-A560-A0CF50D66C35}" dt="2025-09-01T11:25:04.233" v="1867" actId="1038"/>
          <ac:spMkLst>
            <pc:docMk/>
            <pc:sldMk cId="3331021039" sldId="2147480229"/>
            <ac:spMk id="3" creationId="{FE13F593-73CD-F84F-D802-011716F43B89}"/>
          </ac:spMkLst>
        </pc:spChg>
        <pc:spChg chg="mod">
          <ac:chgData name="Durve, Ninad" userId="9aa7579a-43ac-48f6-802e-7696b304836f" providerId="ADAL" clId="{83948BD6-B6A2-4BF7-A560-A0CF50D66C35}" dt="2025-09-01T11:26:50.129" v="1981" actId="14100"/>
          <ac:spMkLst>
            <pc:docMk/>
            <pc:sldMk cId="3331021039" sldId="2147480229"/>
            <ac:spMk id="5" creationId="{DDBAD663-4E45-F2D9-8A42-94A11FD233D5}"/>
          </ac:spMkLst>
        </pc:spChg>
        <pc:spChg chg="mod">
          <ac:chgData name="Durve, Ninad" userId="9aa7579a-43ac-48f6-802e-7696b304836f" providerId="ADAL" clId="{83948BD6-B6A2-4BF7-A560-A0CF50D66C35}" dt="2025-09-01T11:25:04.233" v="1867" actId="1038"/>
          <ac:spMkLst>
            <pc:docMk/>
            <pc:sldMk cId="3331021039" sldId="2147480229"/>
            <ac:spMk id="14" creationId="{0FFF4974-F85C-3F8D-CACA-1AA0A4E8DC66}"/>
          </ac:spMkLst>
        </pc:spChg>
        <pc:spChg chg="mod">
          <ac:chgData name="Durve, Ninad" userId="9aa7579a-43ac-48f6-802e-7696b304836f" providerId="ADAL" clId="{83948BD6-B6A2-4BF7-A560-A0CF50D66C35}" dt="2025-09-01T11:25:04.233" v="1867" actId="1038"/>
          <ac:spMkLst>
            <pc:docMk/>
            <pc:sldMk cId="3331021039" sldId="2147480229"/>
            <ac:spMk id="17" creationId="{A373ACB3-98C0-A857-6435-5EF2EE15835D}"/>
          </ac:spMkLst>
        </pc:spChg>
        <pc:spChg chg="mod">
          <ac:chgData name="Durve, Ninad" userId="9aa7579a-43ac-48f6-802e-7696b304836f" providerId="ADAL" clId="{83948BD6-B6A2-4BF7-A560-A0CF50D66C35}" dt="2025-09-01T11:25:04.233" v="1867" actId="1038"/>
          <ac:spMkLst>
            <pc:docMk/>
            <pc:sldMk cId="3331021039" sldId="2147480229"/>
            <ac:spMk id="18" creationId="{94E23A5B-2F9E-9BDE-37B4-2077D7E1BF15}"/>
          </ac:spMkLst>
        </pc:spChg>
        <pc:spChg chg="add mod">
          <ac:chgData name="Durve, Ninad" userId="9aa7579a-43ac-48f6-802e-7696b304836f" providerId="ADAL" clId="{83948BD6-B6A2-4BF7-A560-A0CF50D66C35}" dt="2025-09-01T11:35:38.237" v="2449" actId="14100"/>
          <ac:spMkLst>
            <pc:docMk/>
            <pc:sldMk cId="3331021039" sldId="2147480229"/>
            <ac:spMk id="20" creationId="{B61FC366-D16A-9BFD-B216-31B6E5C06EE5}"/>
          </ac:spMkLst>
        </pc:spChg>
        <pc:spChg chg="mod">
          <ac:chgData name="Durve, Ninad" userId="9aa7579a-43ac-48f6-802e-7696b304836f" providerId="ADAL" clId="{83948BD6-B6A2-4BF7-A560-A0CF50D66C35}" dt="2025-09-01T11:25:04.233" v="1867" actId="1038"/>
          <ac:spMkLst>
            <pc:docMk/>
            <pc:sldMk cId="3331021039" sldId="2147480229"/>
            <ac:spMk id="29" creationId="{19E9EC57-91CF-95E0-8194-D41EB247E3C7}"/>
          </ac:spMkLst>
        </pc:spChg>
        <pc:spChg chg="mod">
          <ac:chgData name="Durve, Ninad" userId="9aa7579a-43ac-48f6-802e-7696b304836f" providerId="ADAL" clId="{83948BD6-B6A2-4BF7-A560-A0CF50D66C35}" dt="2025-09-01T11:25:10.857" v="1868" actId="14100"/>
          <ac:spMkLst>
            <pc:docMk/>
            <pc:sldMk cId="3331021039" sldId="2147480229"/>
            <ac:spMk id="31" creationId="{740A8B02-6CB4-84E9-C6B8-42F8BD3162D6}"/>
          </ac:spMkLst>
        </pc:spChg>
        <pc:spChg chg="mod">
          <ac:chgData name="Durve, Ninad" userId="9aa7579a-43ac-48f6-802e-7696b304836f" providerId="ADAL" clId="{83948BD6-B6A2-4BF7-A560-A0CF50D66C35}" dt="2025-09-01T11:25:14.631" v="1880" actId="1038"/>
          <ac:spMkLst>
            <pc:docMk/>
            <pc:sldMk cId="3331021039" sldId="2147480229"/>
            <ac:spMk id="32" creationId="{12D5EE47-00EA-31D7-FC9F-7C00DE32431C}"/>
          </ac:spMkLst>
        </pc:spChg>
        <pc:spChg chg="mod">
          <ac:chgData name="Durve, Ninad" userId="9aa7579a-43ac-48f6-802e-7696b304836f" providerId="ADAL" clId="{83948BD6-B6A2-4BF7-A560-A0CF50D66C35}" dt="2025-09-01T11:25:19.287" v="1896" actId="1035"/>
          <ac:spMkLst>
            <pc:docMk/>
            <pc:sldMk cId="3331021039" sldId="2147480229"/>
            <ac:spMk id="33" creationId="{1343680F-A736-D2E1-738D-8756A0BB7A35}"/>
          </ac:spMkLst>
        </pc:spChg>
        <pc:spChg chg="mod">
          <ac:chgData name="Durve, Ninad" userId="9aa7579a-43ac-48f6-802e-7696b304836f" providerId="ADAL" clId="{83948BD6-B6A2-4BF7-A560-A0CF50D66C35}" dt="2025-09-01T11:25:04.233" v="1867" actId="1038"/>
          <ac:spMkLst>
            <pc:docMk/>
            <pc:sldMk cId="3331021039" sldId="2147480229"/>
            <ac:spMk id="40" creationId="{D6C72481-A268-049A-A723-9465F0A88660}"/>
          </ac:spMkLst>
        </pc:spChg>
        <pc:spChg chg="mod">
          <ac:chgData name="Durve, Ninad" userId="9aa7579a-43ac-48f6-802e-7696b304836f" providerId="ADAL" clId="{83948BD6-B6A2-4BF7-A560-A0CF50D66C35}" dt="2025-09-01T11:25:14.631" v="1880" actId="1038"/>
          <ac:spMkLst>
            <pc:docMk/>
            <pc:sldMk cId="3331021039" sldId="2147480229"/>
            <ac:spMk id="47" creationId="{9A730DBA-96BD-CB65-A027-623044A09DA5}"/>
          </ac:spMkLst>
        </pc:spChg>
        <pc:spChg chg="mod">
          <ac:chgData name="Durve, Ninad" userId="9aa7579a-43ac-48f6-802e-7696b304836f" providerId="ADAL" clId="{83948BD6-B6A2-4BF7-A560-A0CF50D66C35}" dt="2025-09-01T11:25:19.287" v="1896" actId="1035"/>
          <ac:spMkLst>
            <pc:docMk/>
            <pc:sldMk cId="3331021039" sldId="2147480229"/>
            <ac:spMk id="48" creationId="{B04F867D-CFBB-E909-F632-AD680F2A7EE5}"/>
          </ac:spMkLst>
        </pc:spChg>
        <pc:cxnChg chg="add mod">
          <ac:chgData name="Durve, Ninad" userId="9aa7579a-43ac-48f6-802e-7696b304836f" providerId="ADAL" clId="{83948BD6-B6A2-4BF7-A560-A0CF50D66C35}" dt="2025-09-01T11:25:19.287" v="1896" actId="1035"/>
          <ac:cxnSpMkLst>
            <pc:docMk/>
            <pc:sldMk cId="3331021039" sldId="2147480229"/>
            <ac:cxnSpMk id="19" creationId="{23B1BA1E-2BD3-7FE0-C2C8-0062FEB27DD7}"/>
          </ac:cxnSpMkLst>
        </pc:cxnChg>
        <pc:cxnChg chg="mod">
          <ac:chgData name="Durve, Ninad" userId="9aa7579a-43ac-48f6-802e-7696b304836f" providerId="ADAL" clId="{83948BD6-B6A2-4BF7-A560-A0CF50D66C35}" dt="2025-09-01T11:25:14.631" v="1880" actId="1038"/>
          <ac:cxnSpMkLst>
            <pc:docMk/>
            <pc:sldMk cId="3331021039" sldId="2147480229"/>
            <ac:cxnSpMk id="37" creationId="{59B12365-DEA6-418D-CE66-70072D737447}"/>
          </ac:cxnSpMkLst>
        </pc:cxnChg>
        <pc:cxnChg chg="del mod">
          <ac:chgData name="Durve, Ninad" userId="9aa7579a-43ac-48f6-802e-7696b304836f" providerId="ADAL" clId="{83948BD6-B6A2-4BF7-A560-A0CF50D66C35}" dt="2025-09-01T11:24:43.134" v="1842" actId="478"/>
          <ac:cxnSpMkLst>
            <pc:docMk/>
            <pc:sldMk cId="3331021039" sldId="2147480229"/>
            <ac:cxnSpMk id="38" creationId="{5B587123-2AC4-1650-D24C-E68A60C5AD3A}"/>
          </ac:cxnSpMkLst>
        </pc:cxnChg>
      </pc:sldChg>
      <pc:sldChg chg="add del">
        <pc:chgData name="Durve, Ninad" userId="9aa7579a-43ac-48f6-802e-7696b304836f" providerId="ADAL" clId="{83948BD6-B6A2-4BF7-A560-A0CF50D66C35}" dt="2025-08-20T19:34:07.873" v="1028" actId="47"/>
        <pc:sldMkLst>
          <pc:docMk/>
          <pc:sldMk cId="3502000949" sldId="2147482920"/>
        </pc:sldMkLst>
      </pc:sldChg>
      <pc:sldChg chg="add del">
        <pc:chgData name="Durve, Ninad" userId="9aa7579a-43ac-48f6-802e-7696b304836f" providerId="ADAL" clId="{83948BD6-B6A2-4BF7-A560-A0CF50D66C35}" dt="2025-08-20T19:34:08.646" v="1030" actId="47"/>
        <pc:sldMkLst>
          <pc:docMk/>
          <pc:sldMk cId="994574422" sldId="2147482921"/>
        </pc:sldMkLst>
      </pc:sldChg>
      <pc:sldChg chg="add del">
        <pc:chgData name="Durve, Ninad" userId="9aa7579a-43ac-48f6-802e-7696b304836f" providerId="ADAL" clId="{83948BD6-B6A2-4BF7-A560-A0CF50D66C35}" dt="2025-08-20T19:34:08.065" v="1029" actId="47"/>
        <pc:sldMkLst>
          <pc:docMk/>
          <pc:sldMk cId="3117829531" sldId="2147482927"/>
        </pc:sldMkLst>
      </pc:sldChg>
      <pc:sldChg chg="addSp delSp modSp add mod">
        <pc:chgData name="Durve, Ninad" userId="9aa7579a-43ac-48f6-802e-7696b304836f" providerId="ADAL" clId="{83948BD6-B6A2-4BF7-A560-A0CF50D66C35}" dt="2025-08-20T20:07:48.163" v="1216" actId="14100"/>
        <pc:sldMkLst>
          <pc:docMk/>
          <pc:sldMk cId="3363843638" sldId="2147482928"/>
        </pc:sldMkLst>
        <pc:spChg chg="add mod">
          <ac:chgData name="Durve, Ninad" userId="9aa7579a-43ac-48f6-802e-7696b304836f" providerId="ADAL" clId="{83948BD6-B6A2-4BF7-A560-A0CF50D66C35}" dt="2025-08-20T20:02:54.232" v="1052" actId="20577"/>
          <ac:spMkLst>
            <pc:docMk/>
            <pc:sldMk cId="3363843638" sldId="2147482928"/>
            <ac:spMk id="6" creationId="{4C205F43-6620-7AD8-0598-14977E024D25}"/>
          </ac:spMkLst>
        </pc:spChg>
        <pc:spChg chg="add mod">
          <ac:chgData name="Durve, Ninad" userId="9aa7579a-43ac-48f6-802e-7696b304836f" providerId="ADAL" clId="{83948BD6-B6A2-4BF7-A560-A0CF50D66C35}" dt="2025-08-20T20:07:32.245" v="1213" actId="1076"/>
          <ac:spMkLst>
            <pc:docMk/>
            <pc:sldMk cId="3363843638" sldId="2147482928"/>
            <ac:spMk id="8" creationId="{4A90CE42-92BD-624E-E7F3-EBB7D2D381E7}"/>
          </ac:spMkLst>
        </pc:spChg>
        <pc:spChg chg="add mod">
          <ac:chgData name="Durve, Ninad" userId="9aa7579a-43ac-48f6-802e-7696b304836f" providerId="ADAL" clId="{83948BD6-B6A2-4BF7-A560-A0CF50D66C35}" dt="2025-08-20T20:07:42.042" v="1214" actId="1076"/>
          <ac:spMkLst>
            <pc:docMk/>
            <pc:sldMk cId="3363843638" sldId="2147482928"/>
            <ac:spMk id="13" creationId="{E1C46DF4-1792-2A9D-DC25-5F36A6172FEA}"/>
          </ac:spMkLst>
        </pc:spChg>
        <pc:spChg chg="add mod">
          <ac:chgData name="Durve, Ninad" userId="9aa7579a-43ac-48f6-802e-7696b304836f" providerId="ADAL" clId="{83948BD6-B6A2-4BF7-A560-A0CF50D66C35}" dt="2025-08-20T20:07:25.193" v="1212" actId="1037"/>
          <ac:spMkLst>
            <pc:docMk/>
            <pc:sldMk cId="3363843638" sldId="2147482928"/>
            <ac:spMk id="16" creationId="{A46B5D06-1A79-1D1F-0EDA-11FEEA970F08}"/>
          </ac:spMkLst>
        </pc:spChg>
        <pc:picChg chg="mod">
          <ac:chgData name="Durve, Ninad" userId="9aa7579a-43ac-48f6-802e-7696b304836f" providerId="ADAL" clId="{83948BD6-B6A2-4BF7-A560-A0CF50D66C35}" dt="2025-08-20T20:07:32.245" v="1213" actId="1076"/>
          <ac:picMkLst>
            <pc:docMk/>
            <pc:sldMk cId="3363843638" sldId="2147482928"/>
            <ac:picMk id="4" creationId="{DB78F13A-5C9B-55B6-DADE-E6EB537A8A39}"/>
          </ac:picMkLst>
        </pc:picChg>
        <pc:picChg chg="add mod">
          <ac:chgData name="Durve, Ninad" userId="9aa7579a-43ac-48f6-802e-7696b304836f" providerId="ADAL" clId="{83948BD6-B6A2-4BF7-A560-A0CF50D66C35}" dt="2025-08-20T20:07:42.042" v="1214" actId="1076"/>
          <ac:picMkLst>
            <pc:docMk/>
            <pc:sldMk cId="3363843638" sldId="2147482928"/>
            <ac:picMk id="12" creationId="{85652432-0403-AD06-CF67-318E5CAFEEFC}"/>
          </ac:picMkLst>
        </pc:picChg>
        <pc:picChg chg="add mod">
          <ac:chgData name="Durve, Ninad" userId="9aa7579a-43ac-48f6-802e-7696b304836f" providerId="ADAL" clId="{83948BD6-B6A2-4BF7-A560-A0CF50D66C35}" dt="2025-08-20T20:07:48.163" v="1216" actId="14100"/>
          <ac:picMkLst>
            <pc:docMk/>
            <pc:sldMk cId="3363843638" sldId="2147482928"/>
            <ac:picMk id="15" creationId="{C66E63F8-D4EC-09D0-7546-59F737D44F1F}"/>
          </ac:picMkLst>
        </pc:picChg>
      </pc:sldChg>
      <pc:sldChg chg="addSp delSp modSp add mod">
        <pc:chgData name="Durve, Ninad" userId="9aa7579a-43ac-48f6-802e-7696b304836f" providerId="ADAL" clId="{83948BD6-B6A2-4BF7-A560-A0CF50D66C35}" dt="2025-08-21T05:05:44.725" v="1234" actId="1076"/>
        <pc:sldMkLst>
          <pc:docMk/>
          <pc:sldMk cId="3262779200" sldId="2147482929"/>
        </pc:sldMkLst>
        <pc:spChg chg="mod">
          <ac:chgData name="Durve, Ninad" userId="9aa7579a-43ac-48f6-802e-7696b304836f" providerId="ADAL" clId="{83948BD6-B6A2-4BF7-A560-A0CF50D66C35}" dt="2025-08-21T05:05:44.725" v="1234" actId="1076"/>
          <ac:spMkLst>
            <pc:docMk/>
            <pc:sldMk cId="3262779200" sldId="2147482929"/>
            <ac:spMk id="2" creationId="{CF790CEC-90C1-16A6-CC64-6D4707F9F732}"/>
          </ac:spMkLst>
        </pc:spChg>
        <pc:spChg chg="add mod">
          <ac:chgData name="Durve, Ninad" userId="9aa7579a-43ac-48f6-802e-7696b304836f" providerId="ADAL" clId="{83948BD6-B6A2-4BF7-A560-A0CF50D66C35}" dt="2025-08-21T05:05:39.026" v="1233" actId="1076"/>
          <ac:spMkLst>
            <pc:docMk/>
            <pc:sldMk cId="3262779200" sldId="2147482929"/>
            <ac:spMk id="17" creationId="{A4084E4C-79D3-2D3D-2A03-B4CF1F82FE5B}"/>
          </ac:spMkLst>
        </pc:spChg>
      </pc:sldChg>
      <pc:sldChg chg="addSp delSp modSp add mod">
        <pc:chgData name="Durve, Ninad" userId="9aa7579a-43ac-48f6-802e-7696b304836f" providerId="ADAL" clId="{83948BD6-B6A2-4BF7-A560-A0CF50D66C35}" dt="2025-08-21T05:06:16.875" v="1239"/>
        <pc:sldMkLst>
          <pc:docMk/>
          <pc:sldMk cId="1616285623" sldId="2147482930"/>
        </pc:sldMkLst>
        <pc:spChg chg="mod">
          <ac:chgData name="Durve, Ninad" userId="9aa7579a-43ac-48f6-802e-7696b304836f" providerId="ADAL" clId="{83948BD6-B6A2-4BF7-A560-A0CF50D66C35}" dt="2025-08-21T05:06:06.789" v="1238"/>
          <ac:spMkLst>
            <pc:docMk/>
            <pc:sldMk cId="1616285623" sldId="2147482930"/>
            <ac:spMk id="2" creationId="{421D8E25-FBF4-1AA1-2614-C4436F5F0FE3}"/>
          </ac:spMkLst>
        </pc:spChg>
        <pc:spChg chg="add mod">
          <ac:chgData name="Durve, Ninad" userId="9aa7579a-43ac-48f6-802e-7696b304836f" providerId="ADAL" clId="{83948BD6-B6A2-4BF7-A560-A0CF50D66C35}" dt="2025-08-21T05:06:16.875" v="1239"/>
          <ac:spMkLst>
            <pc:docMk/>
            <pc:sldMk cId="1616285623" sldId="2147482930"/>
            <ac:spMk id="3" creationId="{68303644-FED1-A766-784B-23DA27CDD68C}"/>
          </ac:spMkLst>
        </pc:spChg>
        <pc:spChg chg="add mod">
          <ac:chgData name="Durve, Ninad" userId="9aa7579a-43ac-48f6-802e-7696b304836f" providerId="ADAL" clId="{83948BD6-B6A2-4BF7-A560-A0CF50D66C35}" dt="2025-08-21T05:06:16.875" v="1239"/>
          <ac:spMkLst>
            <pc:docMk/>
            <pc:sldMk cId="1616285623" sldId="2147482930"/>
            <ac:spMk id="5" creationId="{4E8BFB2F-F952-0ADD-7EB8-357C1E1DF1F2}"/>
          </ac:spMkLst>
        </pc:spChg>
        <pc:spChg chg="add mod">
          <ac:chgData name="Durve, Ninad" userId="9aa7579a-43ac-48f6-802e-7696b304836f" providerId="ADAL" clId="{83948BD6-B6A2-4BF7-A560-A0CF50D66C35}" dt="2025-08-21T05:06:16.875" v="1239"/>
          <ac:spMkLst>
            <pc:docMk/>
            <pc:sldMk cId="1616285623" sldId="2147482930"/>
            <ac:spMk id="23" creationId="{8BAFD280-8DB2-B22D-FA17-3E0CEBBEC4E4}"/>
          </ac:spMkLst>
        </pc:spChg>
        <pc:spChg chg="add mod">
          <ac:chgData name="Durve, Ninad" userId="9aa7579a-43ac-48f6-802e-7696b304836f" providerId="ADAL" clId="{83948BD6-B6A2-4BF7-A560-A0CF50D66C35}" dt="2025-08-21T05:06:16.875" v="1239"/>
          <ac:spMkLst>
            <pc:docMk/>
            <pc:sldMk cId="1616285623" sldId="2147482930"/>
            <ac:spMk id="34" creationId="{4EC0DAF2-AE4D-A41D-314F-9D2D5DF468AB}"/>
          </ac:spMkLst>
        </pc:spChg>
        <pc:spChg chg="add mod">
          <ac:chgData name="Durve, Ninad" userId="9aa7579a-43ac-48f6-802e-7696b304836f" providerId="ADAL" clId="{83948BD6-B6A2-4BF7-A560-A0CF50D66C35}" dt="2025-08-21T05:06:16.875" v="1239"/>
          <ac:spMkLst>
            <pc:docMk/>
            <pc:sldMk cId="1616285623" sldId="2147482930"/>
            <ac:spMk id="41" creationId="{D90483F2-638E-AFAE-D125-2F0EC249CD42}"/>
          </ac:spMkLst>
        </pc:spChg>
        <pc:spChg chg="add mod">
          <ac:chgData name="Durve, Ninad" userId="9aa7579a-43ac-48f6-802e-7696b304836f" providerId="ADAL" clId="{83948BD6-B6A2-4BF7-A560-A0CF50D66C35}" dt="2025-08-21T05:06:16.875" v="1239"/>
          <ac:spMkLst>
            <pc:docMk/>
            <pc:sldMk cId="1616285623" sldId="2147482930"/>
            <ac:spMk id="44" creationId="{A28E35F3-D401-B4B6-99AF-89767B28BC9F}"/>
          </ac:spMkLst>
        </pc:spChg>
        <pc:spChg chg="add mod">
          <ac:chgData name="Durve, Ninad" userId="9aa7579a-43ac-48f6-802e-7696b304836f" providerId="ADAL" clId="{83948BD6-B6A2-4BF7-A560-A0CF50D66C35}" dt="2025-08-21T05:06:16.875" v="1239"/>
          <ac:spMkLst>
            <pc:docMk/>
            <pc:sldMk cId="1616285623" sldId="2147482930"/>
            <ac:spMk id="46" creationId="{4C1444A6-D094-A16E-AF3A-93E1DFA96727}"/>
          </ac:spMkLst>
        </pc:spChg>
        <pc:spChg chg="add mod">
          <ac:chgData name="Durve, Ninad" userId="9aa7579a-43ac-48f6-802e-7696b304836f" providerId="ADAL" clId="{83948BD6-B6A2-4BF7-A560-A0CF50D66C35}" dt="2025-08-21T05:06:16.875" v="1239"/>
          <ac:spMkLst>
            <pc:docMk/>
            <pc:sldMk cId="1616285623" sldId="2147482930"/>
            <ac:spMk id="64" creationId="{06F9791C-B8AD-F9E4-8226-2364493E6D3C}"/>
          </ac:spMkLst>
        </pc:spChg>
        <pc:spChg chg="add mod">
          <ac:chgData name="Durve, Ninad" userId="9aa7579a-43ac-48f6-802e-7696b304836f" providerId="ADAL" clId="{83948BD6-B6A2-4BF7-A560-A0CF50D66C35}" dt="2025-08-21T05:06:16.875" v="1239"/>
          <ac:spMkLst>
            <pc:docMk/>
            <pc:sldMk cId="1616285623" sldId="2147482930"/>
            <ac:spMk id="66" creationId="{8D7281E8-6756-E378-58DF-9C0FCB37998B}"/>
          </ac:spMkLst>
        </pc:spChg>
        <pc:spChg chg="add mod">
          <ac:chgData name="Durve, Ninad" userId="9aa7579a-43ac-48f6-802e-7696b304836f" providerId="ADAL" clId="{83948BD6-B6A2-4BF7-A560-A0CF50D66C35}" dt="2025-08-21T05:06:16.875" v="1239"/>
          <ac:spMkLst>
            <pc:docMk/>
            <pc:sldMk cId="1616285623" sldId="2147482930"/>
            <ac:spMk id="70" creationId="{4E8F9875-5A06-66C1-FCE7-52FF0ED45993}"/>
          </ac:spMkLst>
        </pc:spChg>
      </pc:sldChg>
      <pc:sldChg chg="modSp add mod">
        <pc:chgData name="Durve, Ninad" userId="9aa7579a-43ac-48f6-802e-7696b304836f" providerId="ADAL" clId="{83948BD6-B6A2-4BF7-A560-A0CF50D66C35}" dt="2025-09-01T16:00:32.194" v="2453" actId="20577"/>
        <pc:sldMkLst>
          <pc:docMk/>
          <pc:sldMk cId="2414768045" sldId="2147483463"/>
        </pc:sldMkLst>
        <pc:spChg chg="mod">
          <ac:chgData name="Durve, Ninad" userId="9aa7579a-43ac-48f6-802e-7696b304836f" providerId="ADAL" clId="{83948BD6-B6A2-4BF7-A560-A0CF50D66C35}" dt="2025-09-01T16:00:32.194" v="2453" actId="20577"/>
          <ac:spMkLst>
            <pc:docMk/>
            <pc:sldMk cId="2414768045" sldId="2147483463"/>
            <ac:spMk id="37" creationId="{358266A1-D087-BFA0-E6F8-8E17C334B033}"/>
          </ac:spMkLst>
        </pc:spChg>
      </pc:sldChg>
      <pc:sldMasterChg chg="addSldLayout delSldLayout">
        <pc:chgData name="Durve, Ninad" userId="9aa7579a-43ac-48f6-802e-7696b304836f" providerId="ADAL" clId="{83948BD6-B6A2-4BF7-A560-A0CF50D66C35}" dt="2025-08-20T19:34:07.873" v="1028" actId="47"/>
        <pc:sldMasterMkLst>
          <pc:docMk/>
          <pc:sldMasterMk cId="2274134146" sldId="2147483660"/>
        </pc:sldMasterMkLst>
        <pc:sldLayoutChg chg="add del">
          <pc:chgData name="Durve, Ninad" userId="9aa7579a-43ac-48f6-802e-7696b304836f" providerId="ADAL" clId="{83948BD6-B6A2-4BF7-A560-A0CF50D66C35}" dt="2025-08-20T19:34:07.873" v="1028" actId="47"/>
          <pc:sldLayoutMkLst>
            <pc:docMk/>
            <pc:sldMasterMk cId="2274134146" sldId="2147483660"/>
            <pc:sldLayoutMk cId="1077859968" sldId="2147483832"/>
          </pc:sldLayoutMkLst>
        </pc:sldLayoutChg>
      </pc:sldMasterChg>
      <pc:sldMasterChg chg="delSldLayout">
        <pc:chgData name="Durve, Ninad" userId="9aa7579a-43ac-48f6-802e-7696b304836f" providerId="ADAL" clId="{83948BD6-B6A2-4BF7-A560-A0CF50D66C35}" dt="2025-08-21T05:05:47.035" v="1235" actId="47"/>
        <pc:sldMasterMkLst>
          <pc:docMk/>
          <pc:sldMasterMk cId="1639732692" sldId="2147483874"/>
        </pc:sldMasterMkLst>
        <pc:sldLayoutChg chg="del">
          <pc:chgData name="Durve, Ninad" userId="9aa7579a-43ac-48f6-802e-7696b304836f" providerId="ADAL" clId="{83948BD6-B6A2-4BF7-A560-A0CF50D66C35}" dt="2025-08-21T05:05:47.035" v="1235" actId="47"/>
          <pc:sldLayoutMkLst>
            <pc:docMk/>
            <pc:sldMasterMk cId="1639732692" sldId="2147483874"/>
            <pc:sldLayoutMk cId="1698169754" sldId="2147483888"/>
          </pc:sldLayoutMkLst>
        </pc:sldLayoutChg>
      </pc:sldMasterChg>
    </pc:docChg>
  </pc:docChgLst>
  <pc:docChgLst>
    <pc:chgData name="Prabhala, Vamshi" userId="S::vamshi.prabhala@capgemini.com::f0882194-ca21-4053-ad2c-4b9dd3a24575" providerId="AD" clId="Web-{7EE1E319-16B6-4009-9856-1B8D0A4370EE}"/>
    <pc:docChg chg="modSld">
      <pc:chgData name="Prabhala, Vamshi" userId="S::vamshi.prabhala@capgemini.com::f0882194-ca21-4053-ad2c-4b9dd3a24575" providerId="AD" clId="Web-{7EE1E319-16B6-4009-9856-1B8D0A4370EE}" dt="2025-08-21T05:18:23.531" v="7" actId="1076"/>
      <pc:docMkLst>
        <pc:docMk/>
      </pc:docMkLst>
      <pc:sldChg chg="addSp delSp modSp">
        <pc:chgData name="Prabhala, Vamshi" userId="S::vamshi.prabhala@capgemini.com::f0882194-ca21-4053-ad2c-4b9dd3a24575" providerId="AD" clId="Web-{7EE1E319-16B6-4009-9856-1B8D0A4370EE}" dt="2025-08-21T05:18:23.531" v="7" actId="1076"/>
        <pc:sldMkLst>
          <pc:docMk/>
          <pc:sldMk cId="3016951262" sldId="214737667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813EEC-FA77-4BA9-9F0D-A1E6B25F1B1C}" type="doc">
      <dgm:prSet loTypeId="urn:microsoft.com/office/officeart/2005/8/layout/matrix1" loCatId="matrix" qsTypeId="urn:microsoft.com/office/officeart/2005/8/quickstyle/simple2" qsCatId="simple" csTypeId="urn:microsoft.com/office/officeart/2005/8/colors/accent0_3" csCatId="mainScheme" phldr="1"/>
      <dgm:spPr/>
      <dgm:t>
        <a:bodyPr/>
        <a:lstStyle/>
        <a:p>
          <a:endParaRPr lang="en-IN"/>
        </a:p>
      </dgm:t>
    </dgm:pt>
    <dgm:pt modelId="{CAE8AB60-6D12-4155-9A7F-16001B43E26C}">
      <dgm:prSet phldrT="[Text]"/>
      <dgm:spPr/>
      <dgm:t>
        <a:bodyPr/>
        <a:lstStyle/>
        <a:p>
          <a:r>
            <a:rPr lang="en-US"/>
            <a:t>Focus Areas</a:t>
          </a:r>
          <a:endParaRPr lang="en-IN"/>
        </a:p>
      </dgm:t>
    </dgm:pt>
    <dgm:pt modelId="{AF890A6D-7898-41F5-B6B2-A2A9C1E04EAE}" type="parTrans" cxnId="{0864F272-C6A1-46DF-B0C5-91DB31834763}">
      <dgm:prSet/>
      <dgm:spPr/>
      <dgm:t>
        <a:bodyPr/>
        <a:lstStyle/>
        <a:p>
          <a:endParaRPr lang="en-IN"/>
        </a:p>
      </dgm:t>
    </dgm:pt>
    <dgm:pt modelId="{71CCFF38-B2CD-42C5-A4FE-071A553E60C0}" type="sibTrans" cxnId="{0864F272-C6A1-46DF-B0C5-91DB31834763}">
      <dgm:prSet/>
      <dgm:spPr/>
      <dgm:t>
        <a:bodyPr/>
        <a:lstStyle/>
        <a:p>
          <a:endParaRPr lang="en-IN"/>
        </a:p>
      </dgm:t>
    </dgm:pt>
    <dgm:pt modelId="{34E2C802-404E-476E-A1DB-4E9B984F728D}">
      <dgm:prSet phldrT="[Text]" custT="1"/>
      <dgm:spPr/>
      <dgm:t>
        <a:bodyPr/>
        <a:lstStyle/>
        <a:p>
          <a:pPr algn="ctr">
            <a:buNone/>
          </a:pPr>
          <a:endParaRPr lang="en-US" sz="2400"/>
        </a:p>
        <a:p>
          <a:pPr algn="ctr">
            <a:buNone/>
          </a:pPr>
          <a:r>
            <a:rPr lang="en-US" sz="2400"/>
            <a:t>Insurance Capability</a:t>
          </a:r>
        </a:p>
        <a:p>
          <a:pPr algn="l">
            <a:buFont typeface="Arial" panose="020B0604020202020204" pitchFamily="34" charset="0"/>
            <a:buChar char="•"/>
          </a:pPr>
          <a:r>
            <a:rPr lang="en-US" sz="1600"/>
            <a:t>Certifications</a:t>
          </a:r>
        </a:p>
        <a:p>
          <a:pPr algn="l">
            <a:buFont typeface="Arial" panose="020B0604020202020204" pitchFamily="34" charset="0"/>
            <a:buChar char="•"/>
          </a:pPr>
          <a:r>
            <a:rPr lang="en-US" sz="1600"/>
            <a:t>Guidewire Niseko (50%)</a:t>
          </a:r>
        </a:p>
        <a:p>
          <a:pPr algn="l">
            <a:buFont typeface="Arial" panose="020B0604020202020204" pitchFamily="34" charset="0"/>
            <a:buChar char="•"/>
          </a:pPr>
          <a:r>
            <a:rPr lang="en-US" sz="1600"/>
            <a:t>Agile certified</a:t>
          </a:r>
        </a:p>
        <a:p>
          <a:pPr algn="l">
            <a:buFont typeface="Arial" panose="020B0604020202020204" pitchFamily="34" charset="0"/>
            <a:buChar char="•"/>
          </a:pPr>
          <a:r>
            <a:rPr lang="en-US" sz="1600"/>
            <a:t>Automation certified</a:t>
          </a:r>
        </a:p>
        <a:p>
          <a:pPr algn="l">
            <a:buFont typeface="Arial" panose="020B0604020202020204" pitchFamily="34" charset="0"/>
            <a:buChar char="•"/>
          </a:pPr>
          <a:r>
            <a:rPr lang="en-US" sz="1600"/>
            <a:t>Insurance domain trainings</a:t>
          </a:r>
        </a:p>
        <a:p>
          <a:pPr algn="l">
            <a:buFont typeface="Arial" panose="020B0604020202020204" pitchFamily="34" charset="0"/>
            <a:buChar char="•"/>
          </a:pPr>
          <a:r>
            <a:rPr lang="en-US" sz="1600"/>
            <a:t>Level 1 and Level 2</a:t>
          </a:r>
        </a:p>
        <a:p>
          <a:pPr algn="l">
            <a:buFont typeface="Arial" panose="020B0604020202020204" pitchFamily="34" charset="0"/>
            <a:buChar char="•"/>
          </a:pPr>
          <a:r>
            <a:rPr lang="en-US" sz="1600"/>
            <a:t>Industry training and certification </a:t>
          </a:r>
          <a:endParaRPr lang="en-IN" sz="1600"/>
        </a:p>
      </dgm:t>
    </dgm:pt>
    <dgm:pt modelId="{A713C9C1-091F-4D2F-B9A0-0F501B0B235C}" type="parTrans" cxnId="{A231ABCE-1650-45FE-812B-4B59F954A3AB}">
      <dgm:prSet/>
      <dgm:spPr/>
      <dgm:t>
        <a:bodyPr/>
        <a:lstStyle/>
        <a:p>
          <a:endParaRPr lang="en-IN"/>
        </a:p>
      </dgm:t>
    </dgm:pt>
    <dgm:pt modelId="{FC27D560-6AD0-45AD-8ADC-C4E2C39024EB}" type="sibTrans" cxnId="{A231ABCE-1650-45FE-812B-4B59F954A3AB}">
      <dgm:prSet/>
      <dgm:spPr/>
      <dgm:t>
        <a:bodyPr/>
        <a:lstStyle/>
        <a:p>
          <a:endParaRPr lang="en-IN"/>
        </a:p>
      </dgm:t>
    </dgm:pt>
    <dgm:pt modelId="{1EA9D17F-87BB-498A-AF18-EC5939541B17}">
      <dgm:prSet phldrT="[Text]" custT="1"/>
      <dgm:spPr/>
      <dgm:t>
        <a:bodyPr/>
        <a:lstStyle/>
        <a:p>
          <a:pPr algn="ctr"/>
          <a:r>
            <a:rPr lang="en-US" sz="2400"/>
            <a:t>Testing Trainings</a:t>
          </a:r>
        </a:p>
        <a:p>
          <a:pPr algn="l"/>
          <a:r>
            <a:rPr lang="en-IN" sz="1600"/>
            <a:t>Testing - ISTQB</a:t>
          </a:r>
        </a:p>
        <a:p>
          <a:pPr algn="l"/>
          <a:r>
            <a:rPr lang="en-IN" sz="1600"/>
            <a:t>Domain - P&amp;C, Speciality lines</a:t>
          </a:r>
        </a:p>
        <a:p>
          <a:pPr algn="l"/>
          <a:r>
            <a:rPr lang="en-IN" sz="1600"/>
            <a:t>Platform - Guidewire </a:t>
          </a:r>
        </a:p>
        <a:p>
          <a:pPr algn="l"/>
          <a:r>
            <a:rPr lang="en-IN" sz="1600"/>
            <a:t>Soft skills</a:t>
          </a:r>
        </a:p>
        <a:p>
          <a:pPr algn="l"/>
          <a:r>
            <a:rPr lang="en-IN" sz="1600"/>
            <a:t>Leadership skills</a:t>
          </a:r>
        </a:p>
      </dgm:t>
    </dgm:pt>
    <dgm:pt modelId="{79DE3114-E3FA-4449-BD18-C14280CCE680}" type="parTrans" cxnId="{B76BBCFE-7F88-4D0E-B433-CDFD1D4CC3F5}">
      <dgm:prSet/>
      <dgm:spPr/>
      <dgm:t>
        <a:bodyPr/>
        <a:lstStyle/>
        <a:p>
          <a:endParaRPr lang="en-IN"/>
        </a:p>
      </dgm:t>
    </dgm:pt>
    <dgm:pt modelId="{50854EB7-C9F7-4328-8181-2E13464F2C2C}" type="sibTrans" cxnId="{B76BBCFE-7F88-4D0E-B433-CDFD1D4CC3F5}">
      <dgm:prSet/>
      <dgm:spPr/>
      <dgm:t>
        <a:bodyPr/>
        <a:lstStyle/>
        <a:p>
          <a:endParaRPr lang="en-IN"/>
        </a:p>
      </dgm:t>
    </dgm:pt>
    <dgm:pt modelId="{B386CD70-2569-46AC-B600-685D4C23914E}">
      <dgm:prSet phldrT="[Text]" custT="1"/>
      <dgm:spPr/>
      <dgm:t>
        <a:bodyPr/>
        <a:lstStyle/>
        <a:p>
          <a:pPr algn="ctr">
            <a:buNone/>
          </a:pPr>
          <a:r>
            <a:rPr lang="en-US" sz="2400"/>
            <a:t>Practice</a:t>
          </a:r>
        </a:p>
        <a:p>
          <a:pPr algn="l">
            <a:buFont typeface="Arial" panose="020B0604020202020204" pitchFamily="34" charset="0"/>
            <a:buChar char="•"/>
          </a:pPr>
          <a:r>
            <a:rPr lang="en-US" sz="1600"/>
            <a:t>Rewards and Recognitions</a:t>
          </a:r>
        </a:p>
        <a:p>
          <a:pPr algn="l">
            <a:buFont typeface="Arial" panose="020B0604020202020204" pitchFamily="34" charset="0"/>
            <a:buChar char="•"/>
          </a:pPr>
          <a:r>
            <a:rPr lang="en-US" sz="1600"/>
            <a:t>Sandbox URLs for practice</a:t>
          </a:r>
        </a:p>
        <a:p>
          <a:pPr algn="l">
            <a:buFont typeface="Arial" panose="020B0604020202020204" pitchFamily="34" charset="0"/>
            <a:buChar char="•"/>
          </a:pPr>
          <a:r>
            <a:rPr lang="en-US" sz="1600"/>
            <a:t>SMEs support </a:t>
          </a:r>
        </a:p>
        <a:p>
          <a:pPr algn="l">
            <a:buFont typeface="Arial" panose="020B0604020202020204" pitchFamily="34" charset="0"/>
            <a:buChar char="•"/>
          </a:pPr>
          <a:r>
            <a:rPr lang="en-US" sz="1600"/>
            <a:t>Assessing and recommending Tools and Accelerators from COEs</a:t>
          </a:r>
        </a:p>
        <a:p>
          <a:pPr algn="l">
            <a:buFont typeface="Arial" panose="020B0604020202020204" pitchFamily="34" charset="0"/>
            <a:buChar char="•"/>
          </a:pPr>
          <a:r>
            <a:rPr lang="en-US" sz="1600"/>
            <a:t>GenAI COE</a:t>
          </a:r>
        </a:p>
        <a:p>
          <a:pPr algn="l">
            <a:buFont typeface="Arial" panose="020B0604020202020204" pitchFamily="34" charset="0"/>
            <a:buChar char="•"/>
          </a:pPr>
          <a:endParaRPr lang="en-IN" sz="1600"/>
        </a:p>
      </dgm:t>
    </dgm:pt>
    <dgm:pt modelId="{ABC55BCD-BFCE-45B2-BD02-60C5AF8302FF}" type="parTrans" cxnId="{69106466-84CD-4C32-81CA-2F47F2226B2E}">
      <dgm:prSet/>
      <dgm:spPr/>
      <dgm:t>
        <a:bodyPr/>
        <a:lstStyle/>
        <a:p>
          <a:endParaRPr lang="en-IN"/>
        </a:p>
      </dgm:t>
    </dgm:pt>
    <dgm:pt modelId="{E98D1DB3-6784-4A71-B919-D2BE6CD5D79A}" type="sibTrans" cxnId="{69106466-84CD-4C32-81CA-2F47F2226B2E}">
      <dgm:prSet/>
      <dgm:spPr/>
      <dgm:t>
        <a:bodyPr/>
        <a:lstStyle/>
        <a:p>
          <a:endParaRPr lang="en-IN"/>
        </a:p>
      </dgm:t>
    </dgm:pt>
    <dgm:pt modelId="{444CB61E-E133-4164-937E-A56E6D0F3388}">
      <dgm:prSet phldrT="[Text]" custT="1"/>
      <dgm:spPr/>
      <dgm:t>
        <a:bodyPr/>
        <a:lstStyle/>
        <a:p>
          <a:pPr algn="ctr">
            <a:buNone/>
          </a:pPr>
          <a:r>
            <a:rPr lang="en-US" sz="2400"/>
            <a:t>Guidewire Connect</a:t>
          </a:r>
        </a:p>
        <a:p>
          <a:pPr algn="l">
            <a:buFont typeface="Arial" panose="020B0604020202020204" pitchFamily="34" charset="0"/>
            <a:buChar char="•"/>
          </a:pPr>
          <a:r>
            <a:rPr lang="en-IN" sz="1600"/>
            <a:t>Dedicated test instance </a:t>
          </a:r>
        </a:p>
        <a:p>
          <a:pPr algn="l">
            <a:buFont typeface="Arial" panose="020B0604020202020204" pitchFamily="34" charset="0"/>
            <a:buChar char="•"/>
          </a:pPr>
          <a:r>
            <a:rPr lang="en-IN" sz="1600"/>
            <a:t>Availability of SPOCs from Guidewire product team for technical support</a:t>
          </a:r>
        </a:p>
        <a:p>
          <a:pPr algn="l">
            <a:buFont typeface="Arial" panose="020B0604020202020204" pitchFamily="34" charset="0"/>
            <a:buChar char="•"/>
          </a:pPr>
          <a:r>
            <a:rPr lang="en-IN" sz="1600"/>
            <a:t>SPOCs from Capgemini for constant support</a:t>
          </a:r>
        </a:p>
        <a:p>
          <a:pPr algn="l">
            <a:buFont typeface="Arial" panose="020B0604020202020204" pitchFamily="34" charset="0"/>
            <a:buChar char="•"/>
          </a:pPr>
          <a:r>
            <a:rPr lang="en-IN" sz="1600"/>
            <a:t>Up to date information on  new releases </a:t>
          </a:r>
        </a:p>
      </dgm:t>
    </dgm:pt>
    <dgm:pt modelId="{E4554F8E-F5F1-4BED-AB89-62FF72BDB7BF}" type="parTrans" cxnId="{05298BB0-CC4B-454D-B53D-8FDF51F3F1B2}">
      <dgm:prSet/>
      <dgm:spPr/>
      <dgm:t>
        <a:bodyPr/>
        <a:lstStyle/>
        <a:p>
          <a:endParaRPr lang="en-IN"/>
        </a:p>
      </dgm:t>
    </dgm:pt>
    <dgm:pt modelId="{9A496AA3-5260-4127-924E-D5F683B73F10}" type="sibTrans" cxnId="{05298BB0-CC4B-454D-B53D-8FDF51F3F1B2}">
      <dgm:prSet/>
      <dgm:spPr/>
      <dgm:t>
        <a:bodyPr/>
        <a:lstStyle/>
        <a:p>
          <a:endParaRPr lang="en-IN"/>
        </a:p>
      </dgm:t>
    </dgm:pt>
    <dgm:pt modelId="{41997CBF-92A0-4486-ACEA-3EF6F4D4A42E}" type="pres">
      <dgm:prSet presAssocID="{5C813EEC-FA77-4BA9-9F0D-A1E6B25F1B1C}" presName="diagram" presStyleCnt="0">
        <dgm:presLayoutVars>
          <dgm:chMax val="1"/>
          <dgm:dir/>
          <dgm:animLvl val="ctr"/>
          <dgm:resizeHandles val="exact"/>
        </dgm:presLayoutVars>
      </dgm:prSet>
      <dgm:spPr/>
    </dgm:pt>
    <dgm:pt modelId="{53F94E23-CBC2-449C-9D8C-83B7DB2B5DAA}" type="pres">
      <dgm:prSet presAssocID="{5C813EEC-FA77-4BA9-9F0D-A1E6B25F1B1C}" presName="matrix" presStyleCnt="0"/>
      <dgm:spPr/>
    </dgm:pt>
    <dgm:pt modelId="{8C63852D-17A3-4FBE-9C31-34BBFE143A02}" type="pres">
      <dgm:prSet presAssocID="{5C813EEC-FA77-4BA9-9F0D-A1E6B25F1B1C}" presName="tile1" presStyleLbl="node1" presStyleIdx="0" presStyleCnt="4"/>
      <dgm:spPr/>
    </dgm:pt>
    <dgm:pt modelId="{195B83DE-3A9F-4ACA-AA33-05958E1D546E}" type="pres">
      <dgm:prSet presAssocID="{5C813EEC-FA77-4BA9-9F0D-A1E6B25F1B1C}" presName="tile1text" presStyleLbl="node1" presStyleIdx="0" presStyleCnt="4">
        <dgm:presLayoutVars>
          <dgm:chMax val="0"/>
          <dgm:chPref val="0"/>
          <dgm:bulletEnabled val="1"/>
        </dgm:presLayoutVars>
      </dgm:prSet>
      <dgm:spPr/>
    </dgm:pt>
    <dgm:pt modelId="{C0E8A198-915E-4147-84F6-F19CC58E2CAB}" type="pres">
      <dgm:prSet presAssocID="{5C813EEC-FA77-4BA9-9F0D-A1E6B25F1B1C}" presName="tile2" presStyleLbl="node1" presStyleIdx="1" presStyleCnt="4"/>
      <dgm:spPr/>
    </dgm:pt>
    <dgm:pt modelId="{50B27945-E54A-4917-9E55-BEEEB28F4986}" type="pres">
      <dgm:prSet presAssocID="{5C813EEC-FA77-4BA9-9F0D-A1E6B25F1B1C}" presName="tile2text" presStyleLbl="node1" presStyleIdx="1" presStyleCnt="4">
        <dgm:presLayoutVars>
          <dgm:chMax val="0"/>
          <dgm:chPref val="0"/>
          <dgm:bulletEnabled val="1"/>
        </dgm:presLayoutVars>
      </dgm:prSet>
      <dgm:spPr/>
    </dgm:pt>
    <dgm:pt modelId="{FEDE607C-DEDB-4F90-AD58-DFC821498CAA}" type="pres">
      <dgm:prSet presAssocID="{5C813EEC-FA77-4BA9-9F0D-A1E6B25F1B1C}" presName="tile3" presStyleLbl="node1" presStyleIdx="2" presStyleCnt="4"/>
      <dgm:spPr/>
    </dgm:pt>
    <dgm:pt modelId="{D78911A7-574A-46D4-905C-03C40DA88C24}" type="pres">
      <dgm:prSet presAssocID="{5C813EEC-FA77-4BA9-9F0D-A1E6B25F1B1C}" presName="tile3text" presStyleLbl="node1" presStyleIdx="2" presStyleCnt="4">
        <dgm:presLayoutVars>
          <dgm:chMax val="0"/>
          <dgm:chPref val="0"/>
          <dgm:bulletEnabled val="1"/>
        </dgm:presLayoutVars>
      </dgm:prSet>
      <dgm:spPr/>
    </dgm:pt>
    <dgm:pt modelId="{9F364ED2-EC29-43F3-92CD-AFD4D0688695}" type="pres">
      <dgm:prSet presAssocID="{5C813EEC-FA77-4BA9-9F0D-A1E6B25F1B1C}" presName="tile4" presStyleLbl="node1" presStyleIdx="3" presStyleCnt="4"/>
      <dgm:spPr/>
    </dgm:pt>
    <dgm:pt modelId="{307E85E8-67CE-4895-963F-67AEA36DE49D}" type="pres">
      <dgm:prSet presAssocID="{5C813EEC-FA77-4BA9-9F0D-A1E6B25F1B1C}" presName="tile4text" presStyleLbl="node1" presStyleIdx="3" presStyleCnt="4">
        <dgm:presLayoutVars>
          <dgm:chMax val="0"/>
          <dgm:chPref val="0"/>
          <dgm:bulletEnabled val="1"/>
        </dgm:presLayoutVars>
      </dgm:prSet>
      <dgm:spPr/>
    </dgm:pt>
    <dgm:pt modelId="{3E6782BC-2D61-4485-93A5-D39A72938232}" type="pres">
      <dgm:prSet presAssocID="{5C813EEC-FA77-4BA9-9F0D-A1E6B25F1B1C}" presName="centerTile" presStyleLbl="fgShp" presStyleIdx="0" presStyleCnt="1" custScaleX="81746" custScaleY="62068">
        <dgm:presLayoutVars>
          <dgm:chMax val="0"/>
          <dgm:chPref val="0"/>
        </dgm:presLayoutVars>
      </dgm:prSet>
      <dgm:spPr/>
    </dgm:pt>
  </dgm:ptLst>
  <dgm:cxnLst>
    <dgm:cxn modelId="{E4EDA309-D00A-4FBF-9497-CEF9CDCB257A}" type="presOf" srcId="{1EA9D17F-87BB-498A-AF18-EC5939541B17}" destId="{C0E8A198-915E-4147-84F6-F19CC58E2CAB}" srcOrd="0" destOrd="0" presId="urn:microsoft.com/office/officeart/2005/8/layout/matrix1"/>
    <dgm:cxn modelId="{6E5CCB63-37B4-4DA8-AB51-6C34E1A92E17}" type="presOf" srcId="{444CB61E-E133-4164-937E-A56E6D0F3388}" destId="{9F364ED2-EC29-43F3-92CD-AFD4D0688695}" srcOrd="0" destOrd="0" presId="urn:microsoft.com/office/officeart/2005/8/layout/matrix1"/>
    <dgm:cxn modelId="{69106466-84CD-4C32-81CA-2F47F2226B2E}" srcId="{CAE8AB60-6D12-4155-9A7F-16001B43E26C}" destId="{B386CD70-2569-46AC-B600-685D4C23914E}" srcOrd="2" destOrd="0" parTransId="{ABC55BCD-BFCE-45B2-BD02-60C5AF8302FF}" sibTransId="{E98D1DB3-6784-4A71-B919-D2BE6CD5D79A}"/>
    <dgm:cxn modelId="{0864F272-C6A1-46DF-B0C5-91DB31834763}" srcId="{5C813EEC-FA77-4BA9-9F0D-A1E6B25F1B1C}" destId="{CAE8AB60-6D12-4155-9A7F-16001B43E26C}" srcOrd="0" destOrd="0" parTransId="{AF890A6D-7898-41F5-B6B2-A2A9C1E04EAE}" sibTransId="{71CCFF38-B2CD-42C5-A4FE-071A553E60C0}"/>
    <dgm:cxn modelId="{E5B4D48F-372F-4EFE-96F7-A289CCBB0FE4}" type="presOf" srcId="{B386CD70-2569-46AC-B600-685D4C23914E}" destId="{FEDE607C-DEDB-4F90-AD58-DFC821498CAA}" srcOrd="0" destOrd="0" presId="urn:microsoft.com/office/officeart/2005/8/layout/matrix1"/>
    <dgm:cxn modelId="{E8C09595-4129-46CD-96F4-CA8CD3B232AF}" type="presOf" srcId="{1EA9D17F-87BB-498A-AF18-EC5939541B17}" destId="{50B27945-E54A-4917-9E55-BEEEB28F4986}" srcOrd="1" destOrd="0" presId="urn:microsoft.com/office/officeart/2005/8/layout/matrix1"/>
    <dgm:cxn modelId="{5271629D-1461-495D-9934-C9D555E331A1}" type="presOf" srcId="{444CB61E-E133-4164-937E-A56E6D0F3388}" destId="{307E85E8-67CE-4895-963F-67AEA36DE49D}" srcOrd="1" destOrd="0" presId="urn:microsoft.com/office/officeart/2005/8/layout/matrix1"/>
    <dgm:cxn modelId="{05298BB0-CC4B-454D-B53D-8FDF51F3F1B2}" srcId="{CAE8AB60-6D12-4155-9A7F-16001B43E26C}" destId="{444CB61E-E133-4164-937E-A56E6D0F3388}" srcOrd="3" destOrd="0" parTransId="{E4554F8E-F5F1-4BED-AB89-62FF72BDB7BF}" sibTransId="{9A496AA3-5260-4127-924E-D5F683B73F10}"/>
    <dgm:cxn modelId="{D34214C0-EA9C-4AE5-B660-626013A027AC}" type="presOf" srcId="{CAE8AB60-6D12-4155-9A7F-16001B43E26C}" destId="{3E6782BC-2D61-4485-93A5-D39A72938232}" srcOrd="0" destOrd="0" presId="urn:microsoft.com/office/officeart/2005/8/layout/matrix1"/>
    <dgm:cxn modelId="{A231ABCE-1650-45FE-812B-4B59F954A3AB}" srcId="{CAE8AB60-6D12-4155-9A7F-16001B43E26C}" destId="{34E2C802-404E-476E-A1DB-4E9B984F728D}" srcOrd="0" destOrd="0" parTransId="{A713C9C1-091F-4D2F-B9A0-0F501B0B235C}" sibTransId="{FC27D560-6AD0-45AD-8ADC-C4E2C39024EB}"/>
    <dgm:cxn modelId="{BFA899D8-7EE3-458E-9BB1-92AC794371BA}" type="presOf" srcId="{34E2C802-404E-476E-A1DB-4E9B984F728D}" destId="{195B83DE-3A9F-4ACA-AA33-05958E1D546E}" srcOrd="1" destOrd="0" presId="urn:microsoft.com/office/officeart/2005/8/layout/matrix1"/>
    <dgm:cxn modelId="{37842ADA-108D-4559-8176-59B66ED41539}" type="presOf" srcId="{B386CD70-2569-46AC-B600-685D4C23914E}" destId="{D78911A7-574A-46D4-905C-03C40DA88C24}" srcOrd="1" destOrd="0" presId="urn:microsoft.com/office/officeart/2005/8/layout/matrix1"/>
    <dgm:cxn modelId="{D4B011E5-0155-4926-891A-52DF3F1CCC9A}" type="presOf" srcId="{34E2C802-404E-476E-A1DB-4E9B984F728D}" destId="{8C63852D-17A3-4FBE-9C31-34BBFE143A02}" srcOrd="0" destOrd="0" presId="urn:microsoft.com/office/officeart/2005/8/layout/matrix1"/>
    <dgm:cxn modelId="{B99ADFF6-0A2D-4F50-BBCC-19216AD55265}" type="presOf" srcId="{5C813EEC-FA77-4BA9-9F0D-A1E6B25F1B1C}" destId="{41997CBF-92A0-4486-ACEA-3EF6F4D4A42E}" srcOrd="0" destOrd="0" presId="urn:microsoft.com/office/officeart/2005/8/layout/matrix1"/>
    <dgm:cxn modelId="{B76BBCFE-7F88-4D0E-B433-CDFD1D4CC3F5}" srcId="{CAE8AB60-6D12-4155-9A7F-16001B43E26C}" destId="{1EA9D17F-87BB-498A-AF18-EC5939541B17}" srcOrd="1" destOrd="0" parTransId="{79DE3114-E3FA-4449-BD18-C14280CCE680}" sibTransId="{50854EB7-C9F7-4328-8181-2E13464F2C2C}"/>
    <dgm:cxn modelId="{36AA93C5-84DE-4E77-867C-5B30601BC035}" type="presParOf" srcId="{41997CBF-92A0-4486-ACEA-3EF6F4D4A42E}" destId="{53F94E23-CBC2-449C-9D8C-83B7DB2B5DAA}" srcOrd="0" destOrd="0" presId="urn:microsoft.com/office/officeart/2005/8/layout/matrix1"/>
    <dgm:cxn modelId="{52F9D19C-D8C2-4E89-A1AF-082791C5A3A7}" type="presParOf" srcId="{53F94E23-CBC2-449C-9D8C-83B7DB2B5DAA}" destId="{8C63852D-17A3-4FBE-9C31-34BBFE143A02}" srcOrd="0" destOrd="0" presId="urn:microsoft.com/office/officeart/2005/8/layout/matrix1"/>
    <dgm:cxn modelId="{22EA803E-328B-4711-98F1-DDEC6D974E0A}" type="presParOf" srcId="{53F94E23-CBC2-449C-9D8C-83B7DB2B5DAA}" destId="{195B83DE-3A9F-4ACA-AA33-05958E1D546E}" srcOrd="1" destOrd="0" presId="urn:microsoft.com/office/officeart/2005/8/layout/matrix1"/>
    <dgm:cxn modelId="{FB70A197-513B-4670-B81B-68CCE41A9A6F}" type="presParOf" srcId="{53F94E23-CBC2-449C-9D8C-83B7DB2B5DAA}" destId="{C0E8A198-915E-4147-84F6-F19CC58E2CAB}" srcOrd="2" destOrd="0" presId="urn:microsoft.com/office/officeart/2005/8/layout/matrix1"/>
    <dgm:cxn modelId="{6F2740E0-D3D5-4D2B-9B37-4061E502394B}" type="presParOf" srcId="{53F94E23-CBC2-449C-9D8C-83B7DB2B5DAA}" destId="{50B27945-E54A-4917-9E55-BEEEB28F4986}" srcOrd="3" destOrd="0" presId="urn:microsoft.com/office/officeart/2005/8/layout/matrix1"/>
    <dgm:cxn modelId="{564A930E-D734-4144-A78B-CE8A400184C7}" type="presParOf" srcId="{53F94E23-CBC2-449C-9D8C-83B7DB2B5DAA}" destId="{FEDE607C-DEDB-4F90-AD58-DFC821498CAA}" srcOrd="4" destOrd="0" presId="urn:microsoft.com/office/officeart/2005/8/layout/matrix1"/>
    <dgm:cxn modelId="{203F001E-6825-42A0-BC48-E9B22EFF4076}" type="presParOf" srcId="{53F94E23-CBC2-449C-9D8C-83B7DB2B5DAA}" destId="{D78911A7-574A-46D4-905C-03C40DA88C24}" srcOrd="5" destOrd="0" presId="urn:microsoft.com/office/officeart/2005/8/layout/matrix1"/>
    <dgm:cxn modelId="{9FB176ED-C272-4680-BDED-3ADFDD1BAD51}" type="presParOf" srcId="{53F94E23-CBC2-449C-9D8C-83B7DB2B5DAA}" destId="{9F364ED2-EC29-43F3-92CD-AFD4D0688695}" srcOrd="6" destOrd="0" presId="urn:microsoft.com/office/officeart/2005/8/layout/matrix1"/>
    <dgm:cxn modelId="{558A22C7-ED60-4D0D-8F6D-E47151815533}" type="presParOf" srcId="{53F94E23-CBC2-449C-9D8C-83B7DB2B5DAA}" destId="{307E85E8-67CE-4895-963F-67AEA36DE49D}" srcOrd="7" destOrd="0" presId="urn:microsoft.com/office/officeart/2005/8/layout/matrix1"/>
    <dgm:cxn modelId="{ED1FFC75-F31A-402C-8E9A-4578F512426C}" type="presParOf" srcId="{41997CBF-92A0-4486-ACEA-3EF6F4D4A42E}" destId="{3E6782BC-2D61-4485-93A5-D39A72938232}"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63852D-17A3-4FBE-9C31-34BBFE143A02}">
      <dsp:nvSpPr>
        <dsp:cNvPr id="0" name=""/>
        <dsp:cNvSpPr/>
      </dsp:nvSpPr>
      <dsp:spPr>
        <a:xfrm rot="16200000">
          <a:off x="502920" y="-502920"/>
          <a:ext cx="2898648" cy="3904488"/>
        </a:xfrm>
        <a:prstGeom prst="round1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endParaRPr lang="en-US" sz="2400" kern="1200"/>
        </a:p>
        <a:p>
          <a:pPr marL="0" lvl="0" indent="0" algn="ctr" defTabSz="1066800">
            <a:lnSpc>
              <a:spcPct val="90000"/>
            </a:lnSpc>
            <a:spcBef>
              <a:spcPct val="0"/>
            </a:spcBef>
            <a:spcAft>
              <a:spcPct val="35000"/>
            </a:spcAft>
            <a:buNone/>
          </a:pPr>
          <a:r>
            <a:rPr lang="en-US" sz="2400" kern="1200"/>
            <a:t>Insurance Capability</a:t>
          </a:r>
        </a:p>
        <a:p>
          <a:pPr marL="0" lvl="0" indent="0" algn="l" defTabSz="1066800">
            <a:lnSpc>
              <a:spcPct val="90000"/>
            </a:lnSpc>
            <a:spcBef>
              <a:spcPct val="0"/>
            </a:spcBef>
            <a:spcAft>
              <a:spcPct val="35000"/>
            </a:spcAft>
            <a:buFont typeface="Arial" panose="020B0604020202020204" pitchFamily="34" charset="0"/>
            <a:buNone/>
          </a:pPr>
          <a:r>
            <a:rPr lang="en-US" sz="1600" kern="1200"/>
            <a:t>Certifications</a:t>
          </a:r>
        </a:p>
        <a:p>
          <a:pPr marL="0" lvl="0" indent="0" algn="l" defTabSz="1066800">
            <a:lnSpc>
              <a:spcPct val="90000"/>
            </a:lnSpc>
            <a:spcBef>
              <a:spcPct val="0"/>
            </a:spcBef>
            <a:spcAft>
              <a:spcPct val="35000"/>
            </a:spcAft>
            <a:buFont typeface="Arial" panose="020B0604020202020204" pitchFamily="34" charset="0"/>
            <a:buNone/>
          </a:pPr>
          <a:r>
            <a:rPr lang="en-US" sz="1600" kern="1200"/>
            <a:t>Guidewire Niseko (50%)</a:t>
          </a:r>
        </a:p>
        <a:p>
          <a:pPr marL="0" lvl="0" indent="0" algn="l" defTabSz="1066800">
            <a:lnSpc>
              <a:spcPct val="90000"/>
            </a:lnSpc>
            <a:spcBef>
              <a:spcPct val="0"/>
            </a:spcBef>
            <a:spcAft>
              <a:spcPct val="35000"/>
            </a:spcAft>
            <a:buFont typeface="Arial" panose="020B0604020202020204" pitchFamily="34" charset="0"/>
            <a:buNone/>
          </a:pPr>
          <a:r>
            <a:rPr lang="en-US" sz="1600" kern="1200"/>
            <a:t>Agile certified</a:t>
          </a:r>
        </a:p>
        <a:p>
          <a:pPr marL="0" lvl="0" indent="0" algn="l" defTabSz="1066800">
            <a:lnSpc>
              <a:spcPct val="90000"/>
            </a:lnSpc>
            <a:spcBef>
              <a:spcPct val="0"/>
            </a:spcBef>
            <a:spcAft>
              <a:spcPct val="35000"/>
            </a:spcAft>
            <a:buFont typeface="Arial" panose="020B0604020202020204" pitchFamily="34" charset="0"/>
            <a:buNone/>
          </a:pPr>
          <a:r>
            <a:rPr lang="en-US" sz="1600" kern="1200"/>
            <a:t>Automation certified</a:t>
          </a:r>
        </a:p>
        <a:p>
          <a:pPr marL="0" lvl="0" indent="0" algn="l" defTabSz="1066800">
            <a:lnSpc>
              <a:spcPct val="90000"/>
            </a:lnSpc>
            <a:spcBef>
              <a:spcPct val="0"/>
            </a:spcBef>
            <a:spcAft>
              <a:spcPct val="35000"/>
            </a:spcAft>
            <a:buFont typeface="Arial" panose="020B0604020202020204" pitchFamily="34" charset="0"/>
            <a:buNone/>
          </a:pPr>
          <a:r>
            <a:rPr lang="en-US" sz="1600" kern="1200"/>
            <a:t>Insurance domain trainings</a:t>
          </a:r>
        </a:p>
        <a:p>
          <a:pPr marL="0" lvl="0" indent="0" algn="l" defTabSz="1066800">
            <a:lnSpc>
              <a:spcPct val="90000"/>
            </a:lnSpc>
            <a:spcBef>
              <a:spcPct val="0"/>
            </a:spcBef>
            <a:spcAft>
              <a:spcPct val="35000"/>
            </a:spcAft>
            <a:buFont typeface="Arial" panose="020B0604020202020204" pitchFamily="34" charset="0"/>
            <a:buNone/>
          </a:pPr>
          <a:r>
            <a:rPr lang="en-US" sz="1600" kern="1200"/>
            <a:t>Level 1 and Level 2</a:t>
          </a:r>
        </a:p>
        <a:p>
          <a:pPr marL="0" lvl="0" indent="0" algn="l" defTabSz="1066800">
            <a:lnSpc>
              <a:spcPct val="90000"/>
            </a:lnSpc>
            <a:spcBef>
              <a:spcPct val="0"/>
            </a:spcBef>
            <a:spcAft>
              <a:spcPct val="35000"/>
            </a:spcAft>
            <a:buFont typeface="Arial" panose="020B0604020202020204" pitchFamily="34" charset="0"/>
            <a:buNone/>
          </a:pPr>
          <a:r>
            <a:rPr lang="en-US" sz="1600" kern="1200"/>
            <a:t>Industry training and certification </a:t>
          </a:r>
          <a:endParaRPr lang="en-IN" sz="1600" kern="1200"/>
        </a:p>
      </dsp:txBody>
      <dsp:txXfrm rot="5400000">
        <a:off x="-1" y="1"/>
        <a:ext cx="3904488" cy="2173986"/>
      </dsp:txXfrm>
    </dsp:sp>
    <dsp:sp modelId="{C0E8A198-915E-4147-84F6-F19CC58E2CAB}">
      <dsp:nvSpPr>
        <dsp:cNvPr id="0" name=""/>
        <dsp:cNvSpPr/>
      </dsp:nvSpPr>
      <dsp:spPr>
        <a:xfrm>
          <a:off x="3904488" y="0"/>
          <a:ext cx="3904488" cy="2898648"/>
        </a:xfrm>
        <a:prstGeom prst="round1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a:t>Testing Trainings</a:t>
          </a:r>
        </a:p>
        <a:p>
          <a:pPr marL="0" lvl="0" indent="0" algn="l" defTabSz="1066800">
            <a:lnSpc>
              <a:spcPct val="90000"/>
            </a:lnSpc>
            <a:spcBef>
              <a:spcPct val="0"/>
            </a:spcBef>
            <a:spcAft>
              <a:spcPct val="35000"/>
            </a:spcAft>
            <a:buNone/>
          </a:pPr>
          <a:r>
            <a:rPr lang="en-IN" sz="1600" kern="1200"/>
            <a:t>Testing - ISTQB</a:t>
          </a:r>
        </a:p>
        <a:p>
          <a:pPr marL="0" lvl="0" indent="0" algn="l" defTabSz="1066800">
            <a:lnSpc>
              <a:spcPct val="90000"/>
            </a:lnSpc>
            <a:spcBef>
              <a:spcPct val="0"/>
            </a:spcBef>
            <a:spcAft>
              <a:spcPct val="35000"/>
            </a:spcAft>
            <a:buNone/>
          </a:pPr>
          <a:r>
            <a:rPr lang="en-IN" sz="1600" kern="1200"/>
            <a:t>Domain - P&amp;C, Speciality lines</a:t>
          </a:r>
        </a:p>
        <a:p>
          <a:pPr marL="0" lvl="0" indent="0" algn="l" defTabSz="1066800">
            <a:lnSpc>
              <a:spcPct val="90000"/>
            </a:lnSpc>
            <a:spcBef>
              <a:spcPct val="0"/>
            </a:spcBef>
            <a:spcAft>
              <a:spcPct val="35000"/>
            </a:spcAft>
            <a:buNone/>
          </a:pPr>
          <a:r>
            <a:rPr lang="en-IN" sz="1600" kern="1200"/>
            <a:t>Platform - Guidewire </a:t>
          </a:r>
        </a:p>
        <a:p>
          <a:pPr marL="0" lvl="0" indent="0" algn="l" defTabSz="1066800">
            <a:lnSpc>
              <a:spcPct val="90000"/>
            </a:lnSpc>
            <a:spcBef>
              <a:spcPct val="0"/>
            </a:spcBef>
            <a:spcAft>
              <a:spcPct val="35000"/>
            </a:spcAft>
            <a:buNone/>
          </a:pPr>
          <a:r>
            <a:rPr lang="en-IN" sz="1600" kern="1200"/>
            <a:t>Soft skills</a:t>
          </a:r>
        </a:p>
        <a:p>
          <a:pPr marL="0" lvl="0" indent="0" algn="l" defTabSz="1066800">
            <a:lnSpc>
              <a:spcPct val="90000"/>
            </a:lnSpc>
            <a:spcBef>
              <a:spcPct val="0"/>
            </a:spcBef>
            <a:spcAft>
              <a:spcPct val="35000"/>
            </a:spcAft>
            <a:buNone/>
          </a:pPr>
          <a:r>
            <a:rPr lang="en-IN" sz="1600" kern="1200"/>
            <a:t>Leadership skills</a:t>
          </a:r>
        </a:p>
      </dsp:txBody>
      <dsp:txXfrm>
        <a:off x="3904488" y="0"/>
        <a:ext cx="3904488" cy="2173986"/>
      </dsp:txXfrm>
    </dsp:sp>
    <dsp:sp modelId="{FEDE607C-DEDB-4F90-AD58-DFC821498CAA}">
      <dsp:nvSpPr>
        <dsp:cNvPr id="0" name=""/>
        <dsp:cNvSpPr/>
      </dsp:nvSpPr>
      <dsp:spPr>
        <a:xfrm rot="10800000">
          <a:off x="0" y="2898648"/>
          <a:ext cx="3904488" cy="2898648"/>
        </a:xfrm>
        <a:prstGeom prst="round1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a:t>Practice</a:t>
          </a:r>
        </a:p>
        <a:p>
          <a:pPr marL="0" lvl="0" indent="0" algn="l" defTabSz="1066800">
            <a:lnSpc>
              <a:spcPct val="90000"/>
            </a:lnSpc>
            <a:spcBef>
              <a:spcPct val="0"/>
            </a:spcBef>
            <a:spcAft>
              <a:spcPct val="35000"/>
            </a:spcAft>
            <a:buFont typeface="Arial" panose="020B0604020202020204" pitchFamily="34" charset="0"/>
            <a:buNone/>
          </a:pPr>
          <a:r>
            <a:rPr lang="en-US" sz="1600" kern="1200"/>
            <a:t>Rewards and Recognitions</a:t>
          </a:r>
        </a:p>
        <a:p>
          <a:pPr marL="0" lvl="0" indent="0" algn="l" defTabSz="1066800">
            <a:lnSpc>
              <a:spcPct val="90000"/>
            </a:lnSpc>
            <a:spcBef>
              <a:spcPct val="0"/>
            </a:spcBef>
            <a:spcAft>
              <a:spcPct val="35000"/>
            </a:spcAft>
            <a:buFont typeface="Arial" panose="020B0604020202020204" pitchFamily="34" charset="0"/>
            <a:buNone/>
          </a:pPr>
          <a:r>
            <a:rPr lang="en-US" sz="1600" kern="1200"/>
            <a:t>Sandbox URLs for practice</a:t>
          </a:r>
        </a:p>
        <a:p>
          <a:pPr marL="0" lvl="0" indent="0" algn="l" defTabSz="1066800">
            <a:lnSpc>
              <a:spcPct val="90000"/>
            </a:lnSpc>
            <a:spcBef>
              <a:spcPct val="0"/>
            </a:spcBef>
            <a:spcAft>
              <a:spcPct val="35000"/>
            </a:spcAft>
            <a:buFont typeface="Arial" panose="020B0604020202020204" pitchFamily="34" charset="0"/>
            <a:buNone/>
          </a:pPr>
          <a:r>
            <a:rPr lang="en-US" sz="1600" kern="1200"/>
            <a:t>SMEs support </a:t>
          </a:r>
        </a:p>
        <a:p>
          <a:pPr marL="0" lvl="0" indent="0" algn="l" defTabSz="1066800">
            <a:lnSpc>
              <a:spcPct val="90000"/>
            </a:lnSpc>
            <a:spcBef>
              <a:spcPct val="0"/>
            </a:spcBef>
            <a:spcAft>
              <a:spcPct val="35000"/>
            </a:spcAft>
            <a:buFont typeface="Arial" panose="020B0604020202020204" pitchFamily="34" charset="0"/>
            <a:buNone/>
          </a:pPr>
          <a:r>
            <a:rPr lang="en-US" sz="1600" kern="1200"/>
            <a:t>Assessing and recommending Tools and Accelerators from COEs</a:t>
          </a:r>
        </a:p>
        <a:p>
          <a:pPr marL="0" lvl="0" indent="0" algn="l" defTabSz="1066800">
            <a:lnSpc>
              <a:spcPct val="90000"/>
            </a:lnSpc>
            <a:spcBef>
              <a:spcPct val="0"/>
            </a:spcBef>
            <a:spcAft>
              <a:spcPct val="35000"/>
            </a:spcAft>
            <a:buFont typeface="Arial" panose="020B0604020202020204" pitchFamily="34" charset="0"/>
            <a:buNone/>
          </a:pPr>
          <a:r>
            <a:rPr lang="en-US" sz="1600" kern="1200"/>
            <a:t>GenAI COE</a:t>
          </a:r>
        </a:p>
        <a:p>
          <a:pPr marL="0" lvl="0" indent="0" algn="l" defTabSz="1066800">
            <a:lnSpc>
              <a:spcPct val="90000"/>
            </a:lnSpc>
            <a:spcBef>
              <a:spcPct val="0"/>
            </a:spcBef>
            <a:spcAft>
              <a:spcPct val="35000"/>
            </a:spcAft>
            <a:buFont typeface="Arial" panose="020B0604020202020204" pitchFamily="34" charset="0"/>
            <a:buNone/>
          </a:pPr>
          <a:endParaRPr lang="en-IN" sz="1600" kern="1200"/>
        </a:p>
      </dsp:txBody>
      <dsp:txXfrm rot="10800000">
        <a:off x="0" y="3623310"/>
        <a:ext cx="3904488" cy="2173986"/>
      </dsp:txXfrm>
    </dsp:sp>
    <dsp:sp modelId="{9F364ED2-EC29-43F3-92CD-AFD4D0688695}">
      <dsp:nvSpPr>
        <dsp:cNvPr id="0" name=""/>
        <dsp:cNvSpPr/>
      </dsp:nvSpPr>
      <dsp:spPr>
        <a:xfrm rot="5400000">
          <a:off x="4407408" y="2395728"/>
          <a:ext cx="2898648" cy="3904488"/>
        </a:xfrm>
        <a:prstGeom prst="round1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a:t>Guidewire Connect</a:t>
          </a:r>
        </a:p>
        <a:p>
          <a:pPr marL="0" lvl="0" indent="0" algn="l" defTabSz="1066800">
            <a:lnSpc>
              <a:spcPct val="90000"/>
            </a:lnSpc>
            <a:spcBef>
              <a:spcPct val="0"/>
            </a:spcBef>
            <a:spcAft>
              <a:spcPct val="35000"/>
            </a:spcAft>
            <a:buFont typeface="Arial" panose="020B0604020202020204" pitchFamily="34" charset="0"/>
            <a:buNone/>
          </a:pPr>
          <a:r>
            <a:rPr lang="en-IN" sz="1600" kern="1200"/>
            <a:t>Dedicated test instance </a:t>
          </a:r>
        </a:p>
        <a:p>
          <a:pPr marL="0" lvl="0" indent="0" algn="l" defTabSz="1066800">
            <a:lnSpc>
              <a:spcPct val="90000"/>
            </a:lnSpc>
            <a:spcBef>
              <a:spcPct val="0"/>
            </a:spcBef>
            <a:spcAft>
              <a:spcPct val="35000"/>
            </a:spcAft>
            <a:buFont typeface="Arial" panose="020B0604020202020204" pitchFamily="34" charset="0"/>
            <a:buNone/>
          </a:pPr>
          <a:r>
            <a:rPr lang="en-IN" sz="1600" kern="1200"/>
            <a:t>Availability of SPOCs from Guidewire product team for technical support</a:t>
          </a:r>
        </a:p>
        <a:p>
          <a:pPr marL="0" lvl="0" indent="0" algn="l" defTabSz="1066800">
            <a:lnSpc>
              <a:spcPct val="90000"/>
            </a:lnSpc>
            <a:spcBef>
              <a:spcPct val="0"/>
            </a:spcBef>
            <a:spcAft>
              <a:spcPct val="35000"/>
            </a:spcAft>
            <a:buFont typeface="Arial" panose="020B0604020202020204" pitchFamily="34" charset="0"/>
            <a:buNone/>
          </a:pPr>
          <a:r>
            <a:rPr lang="en-IN" sz="1600" kern="1200"/>
            <a:t>SPOCs from Capgemini for constant support</a:t>
          </a:r>
        </a:p>
        <a:p>
          <a:pPr marL="0" lvl="0" indent="0" algn="l" defTabSz="1066800">
            <a:lnSpc>
              <a:spcPct val="90000"/>
            </a:lnSpc>
            <a:spcBef>
              <a:spcPct val="0"/>
            </a:spcBef>
            <a:spcAft>
              <a:spcPct val="35000"/>
            </a:spcAft>
            <a:buFont typeface="Arial" panose="020B0604020202020204" pitchFamily="34" charset="0"/>
            <a:buNone/>
          </a:pPr>
          <a:r>
            <a:rPr lang="en-IN" sz="1600" kern="1200"/>
            <a:t>Up to date information on  new releases </a:t>
          </a:r>
        </a:p>
      </dsp:txBody>
      <dsp:txXfrm rot="-5400000">
        <a:off x="3904488" y="3623310"/>
        <a:ext cx="3904488" cy="2173986"/>
      </dsp:txXfrm>
    </dsp:sp>
    <dsp:sp modelId="{3E6782BC-2D61-4485-93A5-D39A72938232}">
      <dsp:nvSpPr>
        <dsp:cNvPr id="0" name=""/>
        <dsp:cNvSpPr/>
      </dsp:nvSpPr>
      <dsp:spPr>
        <a:xfrm>
          <a:off x="2946959" y="2448864"/>
          <a:ext cx="1915057" cy="899566"/>
        </a:xfrm>
        <a:prstGeom prst="roundRect">
          <a:avLst/>
        </a:prstGeom>
        <a:solidFill>
          <a:schemeClr val="dk2">
            <a:tint val="60000"/>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Focus Areas</a:t>
          </a:r>
          <a:endParaRPr lang="en-IN" sz="2300" kern="1200"/>
        </a:p>
      </dsp:txBody>
      <dsp:txXfrm>
        <a:off x="2990872" y="2492777"/>
        <a:ext cx="1827231" cy="811740"/>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3E531F-56B9-4D83-A504-ED8E7B8F31D1}" type="datetimeFigureOut">
              <a:rPr lang="en-GB" smtClean="0"/>
              <a:t>01/09/2025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D9F3BA-17A6-447E-871A-D1425F1E626D}" type="slidenum">
              <a:rPr lang="en-GB" smtClean="0"/>
              <a:t>‹#›</a:t>
            </a:fld>
            <a:endParaRPr lang="en-GB"/>
          </a:p>
        </p:txBody>
      </p:sp>
    </p:spTree>
    <p:extLst>
      <p:ext uri="{BB962C8B-B14F-4D97-AF65-F5344CB8AC3E}">
        <p14:creationId xmlns:p14="http://schemas.microsoft.com/office/powerpoint/2010/main" val="1400586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05E1C-3134-578E-3D0E-319834F360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CDF9AC-CB02-53A9-9110-3757DB1534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BF8E8E-C2CA-AAF5-BB65-4A1D8313F5F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4823C99-8DBC-AA0B-E4F5-2E11C3283253}"/>
              </a:ext>
            </a:extLst>
          </p:cNvPr>
          <p:cNvSpPr>
            <a:spLocks noGrp="1"/>
          </p:cNvSpPr>
          <p:nvPr>
            <p:ph type="sldNum" sz="quarter" idx="5"/>
          </p:nvPr>
        </p:nvSpPr>
        <p:spPr/>
        <p:txBody>
          <a:bodyPr/>
          <a:lstStyle/>
          <a:p>
            <a:fld id="{65699B8D-84A7-4ADC-9614-2B249748639D}" type="slidenum">
              <a:rPr lang="en-GB" smtClean="0"/>
              <a:t>6</a:t>
            </a:fld>
            <a:endParaRPr lang="en-GB"/>
          </a:p>
        </p:txBody>
      </p:sp>
    </p:spTree>
    <p:extLst>
      <p:ext uri="{BB962C8B-B14F-4D97-AF65-F5344CB8AC3E}">
        <p14:creationId xmlns:p14="http://schemas.microsoft.com/office/powerpoint/2010/main" val="8442898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9F8EE-4B81-8AA5-51AE-CC4C4DD4AE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087394-BECA-D83E-4E9B-0876B3390D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B2414E-07F3-F8D5-8CFC-18F83799A0E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F645556-0417-A5A0-4D4A-DDAB40130EA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pt-BR" sz="9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31371620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EDD9F3BA-17A6-447E-871A-D1425F1E626D}" type="slidenum">
              <a:rPr lang="en-GB" smtClean="0"/>
              <a:t>13</a:t>
            </a:fld>
            <a:endParaRPr lang="en-GB"/>
          </a:p>
        </p:txBody>
      </p:sp>
    </p:spTree>
    <p:extLst>
      <p:ext uri="{BB962C8B-B14F-4D97-AF65-F5344CB8AC3E}">
        <p14:creationId xmlns:p14="http://schemas.microsoft.com/office/powerpoint/2010/main" val="14267566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8537467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E946C-C659-2019-B434-FEB62E6A6D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D13FE3-067A-8C42-96DE-C6F18E3FEF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4D80F2-D14F-A6C7-D189-3AE5839BA1B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9CAB7F0-0FA4-70A1-386F-CCBCA9BF158F}"/>
              </a:ext>
            </a:extLst>
          </p:cNvPr>
          <p:cNvSpPr>
            <a:spLocks noGrp="1"/>
          </p:cNvSpPr>
          <p:nvPr>
            <p:ph type="sldNum" sz="quarter" idx="5"/>
          </p:nvPr>
        </p:nvSpPr>
        <p:spPr/>
        <p:txBody>
          <a:bodyPr/>
          <a:lstStyle/>
          <a:p>
            <a:fld id="{EDD9F3BA-17A6-447E-871A-D1425F1E626D}" type="slidenum">
              <a:rPr lang="en-GB" smtClean="0"/>
              <a:t>15</a:t>
            </a:fld>
            <a:endParaRPr lang="en-GB"/>
          </a:p>
        </p:txBody>
      </p:sp>
    </p:spTree>
    <p:extLst>
      <p:ext uri="{BB962C8B-B14F-4D97-AF65-F5344CB8AC3E}">
        <p14:creationId xmlns:p14="http://schemas.microsoft.com/office/powerpoint/2010/main" val="19902596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7558884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hyperlink" Target="http://www.facebook.com/capgemini" TargetMode="External"/><Relationship Id="rId1" Type="http://schemas.openxmlformats.org/officeDocument/2006/relationships/slideMaster" Target="../slideMasters/slideMaster1.xml"/><Relationship Id="rId6" Type="http://schemas.openxmlformats.org/officeDocument/2006/relationships/hyperlink" Target="http://www.slideshare.net/capgemini" TargetMode="External"/><Relationship Id="rId5" Type="http://schemas.openxmlformats.org/officeDocument/2006/relationships/image" Target="../media/image6.png"/><Relationship Id="rId10" Type="http://schemas.openxmlformats.org/officeDocument/2006/relationships/image" Target="../media/image9.png"/><Relationship Id="rId4" Type="http://schemas.openxmlformats.org/officeDocument/2006/relationships/hyperlink" Target="http://www.linkedin.com/company/capgemini" TargetMode="External"/><Relationship Id="rId9" Type="http://schemas.openxmlformats.org/officeDocument/2006/relationships/image" Target="../media/image8.png"/></Relationships>
</file>

<file path=ppt/slideLayouts/_rels/slideLayout56.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hyperlink" Target="http://www.facebook.com/capgemini" TargetMode="External"/><Relationship Id="rId1" Type="http://schemas.openxmlformats.org/officeDocument/2006/relationships/slideMaster" Target="../slideMasters/slideMaster1.xml"/><Relationship Id="rId6" Type="http://schemas.openxmlformats.org/officeDocument/2006/relationships/hyperlink" Target="http://www.slideshare.net/capgemini" TargetMode="External"/><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hyperlink" Target="http://www.linkedin.com/company/capgemini" TargetMode="External"/><Relationship Id="rId9" Type="http://schemas.openxmlformats.org/officeDocument/2006/relationships/image" Target="../media/image8.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15.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5.emf"/></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Master" Target="../slideMasters/slideMaster2.xml"/><Relationship Id="rId1" Type="http://schemas.openxmlformats.org/officeDocument/2006/relationships/tags" Target="../tags/tag21.xml"/><Relationship Id="rId6" Type="http://schemas.openxmlformats.org/officeDocument/2006/relationships/image" Target="../media/image18.emf"/><Relationship Id="rId5" Type="http://schemas.openxmlformats.org/officeDocument/2006/relationships/oleObject" Target="../embeddings/oleObject4.bin"/><Relationship Id="rId4" Type="http://schemas.microsoft.com/office/2007/relationships/hdphoto" Target="../media/hdphoto1.wdp"/></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22.xml"/><Relationship Id="rId4" Type="http://schemas.openxmlformats.org/officeDocument/2006/relationships/image" Target="../media/image19.emf"/></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8.png"/><Relationship Id="rId2" Type="http://schemas.openxmlformats.org/officeDocument/2006/relationships/image" Target="../media/image20.png"/><Relationship Id="rId1" Type="http://schemas.openxmlformats.org/officeDocument/2006/relationships/slideMaster" Target="../slideMasters/slideMaster3.xml"/><Relationship Id="rId6" Type="http://schemas.openxmlformats.org/officeDocument/2006/relationships/image" Target="../media/image6.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21.png"/><Relationship Id="rId4" Type="http://schemas.openxmlformats.org/officeDocument/2006/relationships/image" Target="../media/image5.png"/><Relationship Id="rId9" Type="http://schemas.openxmlformats.org/officeDocument/2006/relationships/hyperlink" Target="http://www.twitter.com/capgemini" TargetMode="External"/></Relationships>
</file>

<file path=ppt/slideLayouts/_rels/slideLayout9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8.png"/><Relationship Id="rId2" Type="http://schemas.openxmlformats.org/officeDocument/2006/relationships/image" Target="../media/image20.png"/><Relationship Id="rId1" Type="http://schemas.openxmlformats.org/officeDocument/2006/relationships/slideMaster" Target="../slideMasters/slideMaster3.xml"/><Relationship Id="rId6" Type="http://schemas.openxmlformats.org/officeDocument/2006/relationships/image" Target="../media/image6.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21.png"/><Relationship Id="rId4" Type="http://schemas.openxmlformats.org/officeDocument/2006/relationships/image" Target="../media/image5.png"/><Relationship Id="rId9" Type="http://schemas.openxmlformats.org/officeDocument/2006/relationships/hyperlink" Target="http://www.twitter.com/capgemini" TargetMode="Externa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3.png"/><Relationship Id="rId3" Type="http://schemas.openxmlformats.org/officeDocument/2006/relationships/image" Target="../media/image6.png"/><Relationship Id="rId7" Type="http://schemas.openxmlformats.org/officeDocument/2006/relationships/image" Target="../media/image21.png"/><Relationship Id="rId12" Type="http://schemas.openxmlformats.org/officeDocument/2006/relationships/image" Target="../media/image20.png"/><Relationship Id="rId2" Type="http://schemas.openxmlformats.org/officeDocument/2006/relationships/hyperlink" Target="http://www.linkedin.com/company/capgemini" TargetMode="External"/><Relationship Id="rId1" Type="http://schemas.openxmlformats.org/officeDocument/2006/relationships/slideMaster" Target="../slideMasters/slideMaster3.xml"/><Relationship Id="rId6" Type="http://schemas.openxmlformats.org/officeDocument/2006/relationships/hyperlink" Target="http://www.twitter.com/capgemini" TargetMode="External"/><Relationship Id="rId11" Type="http://schemas.openxmlformats.org/officeDocument/2006/relationships/image" Target="../media/image5.png"/><Relationship Id="rId5" Type="http://schemas.openxmlformats.org/officeDocument/2006/relationships/image" Target="../media/image7.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8.png"/><Relationship Id="rId14" Type="http://schemas.openxmlformats.org/officeDocument/2006/relationships/image" Target="../media/image24.svg"/></Relationships>
</file>

<file path=ppt/slideLayouts/_rels/slideLayout96.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3.png"/><Relationship Id="rId3" Type="http://schemas.openxmlformats.org/officeDocument/2006/relationships/hyperlink" Target="http://www.linkedin.com/company/capgemini" TargetMode="External"/><Relationship Id="rId7" Type="http://schemas.openxmlformats.org/officeDocument/2006/relationships/hyperlink" Target="http://www.twitter.com/capgemini" TargetMode="External"/><Relationship Id="rId12" Type="http://schemas.openxmlformats.org/officeDocument/2006/relationships/image" Target="../media/image5.png"/><Relationship Id="rId2" Type="http://schemas.openxmlformats.org/officeDocument/2006/relationships/image" Target="../media/image20.png"/><Relationship Id="rId1" Type="http://schemas.openxmlformats.org/officeDocument/2006/relationships/slideMaster" Target="../slideMasters/slideMaster3.xml"/><Relationship Id="rId6" Type="http://schemas.openxmlformats.org/officeDocument/2006/relationships/image" Target="../media/image7.png"/><Relationship Id="rId11" Type="http://schemas.openxmlformats.org/officeDocument/2006/relationships/hyperlink" Target="http://www.facebook.com/capgemini" TargetMode="External"/><Relationship Id="rId5" Type="http://schemas.openxmlformats.org/officeDocument/2006/relationships/hyperlink" Target="http://www.slideshare.net/capgemini" TargetMode="External"/><Relationship Id="rId10" Type="http://schemas.openxmlformats.org/officeDocument/2006/relationships/image" Target="../media/image8.png"/><Relationship Id="rId4" Type="http://schemas.openxmlformats.org/officeDocument/2006/relationships/image" Target="../media/image6.png"/><Relationship Id="rId9" Type="http://schemas.openxmlformats.org/officeDocument/2006/relationships/hyperlink" Target="http://www.youtube.com/capgeminimedia" TargetMode="External"/><Relationship Id="rId14" Type="http://schemas.openxmlformats.org/officeDocument/2006/relationships/image" Target="../media/image24.sv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1.xml"/></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2" Type="http://schemas.openxmlformats.org/officeDocument/2006/relationships/image" Target="../media/image33.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hyperlink" Target="http://www.linkedin.com/company/capgemini" TargetMode="External"/><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hyperlink" Target="http://www.youtube.com/capgeminimedia" TargetMode="External"/></Relationships>
</file>

<file path=ppt/slideLayouts/_rels/slideLayout15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2" Type="http://schemas.openxmlformats.org/officeDocument/2006/relationships/image" Target="../media/image33.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hyperlink" Target="http://www.linkedin.com/company/capgemini" TargetMode="External"/><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hyperlink" Target="http://www.youtube.com/capgeminimedia" TargetMode="External"/></Relationships>
</file>

<file path=ppt/slideLayouts/_rels/slideLayout157.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37.png"/><Relationship Id="rId3" Type="http://schemas.openxmlformats.org/officeDocument/2006/relationships/hyperlink" Target="http://www.facebook.com/capgemini" TargetMode="External"/><Relationship Id="rId7" Type="http://schemas.openxmlformats.org/officeDocument/2006/relationships/image" Target="../media/image35.png"/><Relationship Id="rId12" Type="http://schemas.openxmlformats.org/officeDocument/2006/relationships/hyperlink" Target="http://www.youtube.com/capgeminimedia" TargetMode="External"/><Relationship Id="rId2" Type="http://schemas.openxmlformats.org/officeDocument/2006/relationships/image" Target="../media/image33.png"/><Relationship Id="rId1" Type="http://schemas.openxmlformats.org/officeDocument/2006/relationships/slideMaster" Target="../slideMasters/slideMaster5.xml"/><Relationship Id="rId6" Type="http://schemas.openxmlformats.org/officeDocument/2006/relationships/hyperlink" Target="http://www.linkedin.com/company/capgemini" TargetMode="External"/><Relationship Id="rId11" Type="http://schemas.microsoft.com/office/2007/relationships/hdphoto" Target="../media/hdphoto4.wdp"/><Relationship Id="rId5" Type="http://schemas.microsoft.com/office/2007/relationships/hdphoto" Target="../media/hdphoto2.wdp"/><Relationship Id="rId10" Type="http://schemas.openxmlformats.org/officeDocument/2006/relationships/image" Target="../media/image36.png"/><Relationship Id="rId4" Type="http://schemas.openxmlformats.org/officeDocument/2006/relationships/image" Target="../media/image34.png"/><Relationship Id="rId9" Type="http://schemas.openxmlformats.org/officeDocument/2006/relationships/hyperlink" Target="http://www.slideshare.net/capgemini" TargetMode="External"/><Relationship Id="rId14" Type="http://schemas.microsoft.com/office/2007/relationships/hdphoto" Target="../media/hdphoto5.wdp"/></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e 5">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6C58B55F-3EAC-C6DA-30E9-A9EAE34D711F}"/>
              </a:ext>
            </a:extLst>
          </p:cNvPr>
          <p:cNvSpPr>
            <a:spLocks noGrp="1"/>
          </p:cNvSpPr>
          <p:nvPr>
            <p:ph type="body" sz="quarter" idx="10" hasCustomPrompt="1"/>
          </p:nvPr>
        </p:nvSpPr>
        <p:spPr>
          <a:xfrm>
            <a:off x="427038" y="2320211"/>
            <a:ext cx="11356975" cy="2215991"/>
          </a:xfrm>
          <a:prstGeom prst="rect">
            <a:avLst/>
          </a:prstGeom>
        </p:spPr>
        <p:txBody>
          <a:bodyPr wrap="square" anchor="ctr"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to </a:t>
            </a:r>
            <a:r>
              <a:rPr lang="fr-FR" err="1"/>
              <a:t>edit</a:t>
            </a:r>
            <a:r>
              <a:rPr lang="fr-FR"/>
              <a:t> master </a:t>
            </a:r>
            <a:r>
              <a:rPr lang="fr-FR" err="1"/>
              <a:t>title</a:t>
            </a:r>
            <a:r>
              <a:rPr lang="fr-FR"/>
              <a:t> Style</a:t>
            </a:r>
          </a:p>
        </p:txBody>
      </p:sp>
      <p:grpSp>
        <p:nvGrpSpPr>
          <p:cNvPr id="5" name="Group 2">
            <a:extLst>
              <a:ext uri="{FF2B5EF4-FFF2-40B4-BE49-F238E27FC236}">
                <a16:creationId xmlns:a16="http://schemas.microsoft.com/office/drawing/2014/main" id="{6C2E4BB5-C5E3-F6F8-4261-BF330F6E49AC}"/>
              </a:ext>
            </a:extLst>
          </p:cNvPr>
          <p:cNvGrpSpPr>
            <a:grpSpLocks noChangeAspect="1"/>
          </p:cNvGrpSpPr>
          <p:nvPr userDrawn="1"/>
        </p:nvGrpSpPr>
        <p:grpSpPr>
          <a:xfrm>
            <a:off x="443568" y="6021288"/>
            <a:ext cx="1872000" cy="420870"/>
            <a:chOff x="5094083" y="5360390"/>
            <a:chExt cx="3039349" cy="683316"/>
          </a:xfrm>
        </p:grpSpPr>
        <p:sp>
          <p:nvSpPr>
            <p:cNvPr id="7" name="Freeform: Shape 4">
              <a:extLst>
                <a:ext uri="{FF2B5EF4-FFF2-40B4-BE49-F238E27FC236}">
                  <a16:creationId xmlns:a16="http://schemas.microsoft.com/office/drawing/2014/main" id="{0F3FBF3D-73C2-AEF9-6A29-26E9974EB2B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8" name="Freeform: Shape 5">
              <a:extLst>
                <a:ext uri="{FF2B5EF4-FFF2-40B4-BE49-F238E27FC236}">
                  <a16:creationId xmlns:a16="http://schemas.microsoft.com/office/drawing/2014/main" id="{16D7EF54-CF87-4A1F-B1F7-68129688842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9" name="Freeform: Shape 6">
              <a:extLst>
                <a:ext uri="{FF2B5EF4-FFF2-40B4-BE49-F238E27FC236}">
                  <a16:creationId xmlns:a16="http://schemas.microsoft.com/office/drawing/2014/main" id="{411034BC-7D78-A8D4-1F4A-8C4D8937B48B}"/>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0" name="Freeform: Shape 7">
              <a:extLst>
                <a:ext uri="{FF2B5EF4-FFF2-40B4-BE49-F238E27FC236}">
                  <a16:creationId xmlns:a16="http://schemas.microsoft.com/office/drawing/2014/main" id="{91A42476-4DC0-A3D4-0B82-C32497A9655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61A1CDED-A495-D2CB-B478-6B5C933C774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32315336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2" name="Subtitle">
            <a:extLst>
              <a:ext uri="{FF2B5EF4-FFF2-40B4-BE49-F238E27FC236}">
                <a16:creationId xmlns:a16="http://schemas.microsoft.com/office/drawing/2014/main" id="{263427DF-DAE9-5C4C-6A1A-438ED4F52194}"/>
              </a:ext>
            </a:extLst>
          </p:cNvPr>
          <p:cNvSpPr>
            <a:spLocks noGrp="1"/>
          </p:cNvSpPr>
          <p:nvPr>
            <p:ph type="subTitle" idx="1"/>
          </p:nvPr>
        </p:nvSpPr>
        <p:spPr>
          <a:xfrm>
            <a:off x="407368" y="5457155"/>
            <a:ext cx="11090276"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 name="Title">
            <a:extLst>
              <a:ext uri="{FF2B5EF4-FFF2-40B4-BE49-F238E27FC236}">
                <a16:creationId xmlns:a16="http://schemas.microsoft.com/office/drawing/2014/main" id="{4AAC7C66-F303-132A-295B-65A79300A34B}"/>
              </a:ext>
            </a:extLst>
          </p:cNvPr>
          <p:cNvSpPr>
            <a:spLocks noGrp="1"/>
          </p:cNvSpPr>
          <p:nvPr>
            <p:ph type="ctrTitle"/>
          </p:nvPr>
        </p:nvSpPr>
        <p:spPr>
          <a:xfrm>
            <a:off x="40736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grpSp>
        <p:nvGrpSpPr>
          <p:cNvPr id="11" name="Group 2">
            <a:extLst>
              <a:ext uri="{FF2B5EF4-FFF2-40B4-BE49-F238E27FC236}">
                <a16:creationId xmlns:a16="http://schemas.microsoft.com/office/drawing/2014/main" id="{6CECF1A1-AFBB-C9C3-8C4C-A333753514C3}"/>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6500998E-0CA2-4FA3-BF63-EC673ABF21BF}"/>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5">
              <a:extLst>
                <a:ext uri="{FF2B5EF4-FFF2-40B4-BE49-F238E27FC236}">
                  <a16:creationId xmlns:a16="http://schemas.microsoft.com/office/drawing/2014/main" id="{F3E23DF4-7EAD-57AB-752A-EC8452CB6C51}"/>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6">
              <a:extLst>
                <a:ext uri="{FF2B5EF4-FFF2-40B4-BE49-F238E27FC236}">
                  <a16:creationId xmlns:a16="http://schemas.microsoft.com/office/drawing/2014/main" id="{879BEAB9-ED4E-001A-5054-C9630CF436F9}"/>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7">
              <a:extLst>
                <a:ext uri="{FF2B5EF4-FFF2-40B4-BE49-F238E27FC236}">
                  <a16:creationId xmlns:a16="http://schemas.microsoft.com/office/drawing/2014/main" id="{DC469B38-0BDD-091F-8A89-643F5C025E37}"/>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8">
              <a:extLst>
                <a:ext uri="{FF2B5EF4-FFF2-40B4-BE49-F238E27FC236}">
                  <a16:creationId xmlns:a16="http://schemas.microsoft.com/office/drawing/2014/main" id="{F04538F8-26C6-0B5E-9B13-7C72AEACEC0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pic>
        <p:nvPicPr>
          <p:cNvPr id="4" name="Image 3">
            <a:extLst>
              <a:ext uri="{FF2B5EF4-FFF2-40B4-BE49-F238E27FC236}">
                <a16:creationId xmlns:a16="http://schemas.microsoft.com/office/drawing/2014/main" id="{75AF5888-BD34-41EB-546E-BE945F03BA06}"/>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flipH="1">
            <a:off x="3429336" y="25029"/>
            <a:ext cx="8715336" cy="7220395"/>
          </a:xfrm>
          <a:prstGeom prst="rect">
            <a:avLst/>
          </a:prstGeom>
        </p:spPr>
      </p:pic>
    </p:spTree>
    <p:extLst>
      <p:ext uri="{BB962C8B-B14F-4D97-AF65-F5344CB8AC3E}">
        <p14:creationId xmlns:p14="http://schemas.microsoft.com/office/powerpoint/2010/main" val="1083539573"/>
      </p:ext>
    </p:extLst>
  </p:cSld>
  <p:clrMapOvr>
    <a:masterClrMapping/>
  </p:clrMapOvr>
  <p:extLst>
    <p:ext uri="{DCECCB84-F9BA-43D5-87BE-67443E8EF086}">
      <p15:sldGuideLst xmlns:p15="http://schemas.microsoft.com/office/powerpoint/2012/main">
        <p15:guide id="2" pos="7423">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69" y="3676570"/>
            <a:ext cx="6336703"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6336704"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633670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6">
              <a:extLst>
                <a:ext uri="{FF2B5EF4-FFF2-40B4-BE49-F238E27FC236}">
                  <a16:creationId xmlns:a16="http://schemas.microsoft.com/office/drawing/2014/main" id="{2576038A-3386-9D73-0067-BFB5DEACF90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7">
              <a:extLst>
                <a:ext uri="{FF2B5EF4-FFF2-40B4-BE49-F238E27FC236}">
                  <a16:creationId xmlns:a16="http://schemas.microsoft.com/office/drawing/2014/main" id="{32E84BB6-5500-095D-2587-055D5965FCC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8">
              <a:extLst>
                <a:ext uri="{FF2B5EF4-FFF2-40B4-BE49-F238E27FC236}">
                  <a16:creationId xmlns:a16="http://schemas.microsoft.com/office/drawing/2014/main" id="{D81C7108-8FFA-272C-E210-714B7C2FDCCB}"/>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66943323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6">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1285134"/>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grpSp>
        <p:nvGrpSpPr>
          <p:cNvPr id="2" name="Group 2">
            <a:extLst>
              <a:ext uri="{FF2B5EF4-FFF2-40B4-BE49-F238E27FC236}">
                <a16:creationId xmlns:a16="http://schemas.microsoft.com/office/drawing/2014/main" id="{F51496C4-1393-EC1A-FE90-568BF22C8C7B}"/>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0937F72A-96AE-F5EC-755D-D45529304F3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4" name="Freeform: Shape 5">
              <a:extLst>
                <a:ext uri="{FF2B5EF4-FFF2-40B4-BE49-F238E27FC236}">
                  <a16:creationId xmlns:a16="http://schemas.microsoft.com/office/drawing/2014/main" id="{96B9DAFA-5CFE-3E91-78D3-742C4B9A849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5" name="Freeform: Shape 6">
              <a:extLst>
                <a:ext uri="{FF2B5EF4-FFF2-40B4-BE49-F238E27FC236}">
                  <a16:creationId xmlns:a16="http://schemas.microsoft.com/office/drawing/2014/main" id="{CB9EFD82-551E-D525-DCB6-363C1A232636}"/>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7">
              <a:extLst>
                <a:ext uri="{FF2B5EF4-FFF2-40B4-BE49-F238E27FC236}">
                  <a16:creationId xmlns:a16="http://schemas.microsoft.com/office/drawing/2014/main" id="{F9FEB3BD-8FE6-4A58-DFA9-1F350C2DE2F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D59F2406-4DC9-3FBA-F0C2-60E886FCA30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8787829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6a">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1285134"/>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grpSp>
        <p:nvGrpSpPr>
          <p:cNvPr id="2" name="Group 2">
            <a:extLst>
              <a:ext uri="{FF2B5EF4-FFF2-40B4-BE49-F238E27FC236}">
                <a16:creationId xmlns:a16="http://schemas.microsoft.com/office/drawing/2014/main" id="{28077F6A-5588-29E0-312C-D1B791C90640}"/>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992C4824-37D6-415A-E6EC-6E62CD172F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4" name="Freeform: Shape 5">
              <a:extLst>
                <a:ext uri="{FF2B5EF4-FFF2-40B4-BE49-F238E27FC236}">
                  <a16:creationId xmlns:a16="http://schemas.microsoft.com/office/drawing/2014/main" id="{A20C33BE-AD5D-4D60-D7A2-A931FD4F868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5" name="Freeform: Shape 6">
              <a:extLst>
                <a:ext uri="{FF2B5EF4-FFF2-40B4-BE49-F238E27FC236}">
                  <a16:creationId xmlns:a16="http://schemas.microsoft.com/office/drawing/2014/main" id="{B4C80064-8B28-D1EF-FC09-F0AFF3877595}"/>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7">
              <a:extLst>
                <a:ext uri="{FF2B5EF4-FFF2-40B4-BE49-F238E27FC236}">
                  <a16:creationId xmlns:a16="http://schemas.microsoft.com/office/drawing/2014/main" id="{B9F29B0E-E913-EB3D-4F7C-383B5615790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E0CDEF2F-7154-A5C2-D640-669D5BB07DF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59550172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6b">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537237"/>
            <a:ext cx="4597606" cy="2243691"/>
          </a:xfrm>
        </p:spPr>
        <p:txBody>
          <a:bodyPr wrap="square" lIns="0" tIns="0" rIns="0" bIns="0" anchor="t" anchorCtr="0">
            <a:sp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grpSp>
        <p:nvGrpSpPr>
          <p:cNvPr id="2" name="Group 2">
            <a:extLst>
              <a:ext uri="{FF2B5EF4-FFF2-40B4-BE49-F238E27FC236}">
                <a16:creationId xmlns:a16="http://schemas.microsoft.com/office/drawing/2014/main" id="{4DB64C0B-D342-EDD4-D426-B9A5B83A4685}"/>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70BA0B6B-013E-ED21-5C0C-A7573716118E}"/>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4" name="Freeform: Shape 5">
              <a:extLst>
                <a:ext uri="{FF2B5EF4-FFF2-40B4-BE49-F238E27FC236}">
                  <a16:creationId xmlns:a16="http://schemas.microsoft.com/office/drawing/2014/main" id="{A8C76A2C-1551-D00B-5D24-ECE94A0DB1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5" name="Freeform: Shape 6">
              <a:extLst>
                <a:ext uri="{FF2B5EF4-FFF2-40B4-BE49-F238E27FC236}">
                  <a16:creationId xmlns:a16="http://schemas.microsoft.com/office/drawing/2014/main" id="{F5EB07D2-E52D-E392-D3C8-37455096D778}"/>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7">
              <a:extLst>
                <a:ext uri="{FF2B5EF4-FFF2-40B4-BE49-F238E27FC236}">
                  <a16:creationId xmlns:a16="http://schemas.microsoft.com/office/drawing/2014/main" id="{04CC7865-5F12-6284-B1F5-C81724EA104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F2F7B79C-F81D-D4E8-CCCC-1A80B79E58F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541403593"/>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6c">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spTree>
    <p:extLst>
      <p:ext uri="{BB962C8B-B14F-4D97-AF65-F5344CB8AC3E}">
        <p14:creationId xmlns:p14="http://schemas.microsoft.com/office/powerpoint/2010/main" val="4269247613"/>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clusion">
    <p:bg>
      <p:bgPr>
        <a:solidFill>
          <a:schemeClr val="accent4"/>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27038" y="2320211"/>
            <a:ext cx="11356975" cy="2215991"/>
          </a:xfrm>
          <a:prstGeom prst="rect">
            <a:avLst/>
          </a:prstGeom>
        </p:spPr>
        <p:txBody>
          <a:bodyPr wrap="square" anchor="ctr"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to </a:t>
            </a:r>
            <a:r>
              <a:rPr lang="fr-FR" err="1"/>
              <a:t>edit</a:t>
            </a:r>
            <a:r>
              <a:rPr lang="fr-FR"/>
              <a:t> master </a:t>
            </a:r>
            <a:r>
              <a:rPr lang="fr-FR" err="1"/>
              <a:t>title</a:t>
            </a:r>
            <a:r>
              <a:rPr lang="fr-FR"/>
              <a:t> Style</a:t>
            </a:r>
          </a:p>
        </p:txBody>
      </p:sp>
      <p:grpSp>
        <p:nvGrpSpPr>
          <p:cNvPr id="2" name="Group 2">
            <a:extLst>
              <a:ext uri="{FF2B5EF4-FFF2-40B4-BE49-F238E27FC236}">
                <a16:creationId xmlns:a16="http://schemas.microsoft.com/office/drawing/2014/main" id="{E112FC67-26E6-91F9-0FAE-294883269917}"/>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FC0E4D70-5998-8125-42E2-E0EE77A84AC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1" name="Freeform: Shape 5">
              <a:extLst>
                <a:ext uri="{FF2B5EF4-FFF2-40B4-BE49-F238E27FC236}">
                  <a16:creationId xmlns:a16="http://schemas.microsoft.com/office/drawing/2014/main" id="{FBD6D893-3276-B285-3B03-8726CD1FFB2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2" name="Freeform: Shape 6">
              <a:extLst>
                <a:ext uri="{FF2B5EF4-FFF2-40B4-BE49-F238E27FC236}">
                  <a16:creationId xmlns:a16="http://schemas.microsoft.com/office/drawing/2014/main" id="{6F9A7FDE-2DE1-AB6B-F371-23968DFB68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7">
              <a:extLst>
                <a:ext uri="{FF2B5EF4-FFF2-40B4-BE49-F238E27FC236}">
                  <a16:creationId xmlns:a16="http://schemas.microsoft.com/office/drawing/2014/main" id="{72366D37-668B-51CE-2CE6-C9DA736141B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8">
              <a:extLst>
                <a:ext uri="{FF2B5EF4-FFF2-40B4-BE49-F238E27FC236}">
                  <a16:creationId xmlns:a16="http://schemas.microsoft.com/office/drawing/2014/main" id="{9CF35CA0-09E8-81C3-4DA7-F503D6BAE3A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pic>
        <p:nvPicPr>
          <p:cNvPr id="4" name="Picture 16">
            <a:extLst>
              <a:ext uri="{FF2B5EF4-FFF2-40B4-BE49-F238E27FC236}">
                <a16:creationId xmlns:a16="http://schemas.microsoft.com/office/drawing/2014/main" id="{415561A2-AF17-AE8E-8E0A-9B607FD1FAB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59896" y="1107202"/>
            <a:ext cx="8281358" cy="6858000"/>
          </a:xfrm>
          <a:prstGeom prst="rect">
            <a:avLst/>
          </a:prstGeom>
        </p:spPr>
      </p:pic>
    </p:spTree>
    <p:extLst>
      <p:ext uri="{BB962C8B-B14F-4D97-AF65-F5344CB8AC3E}">
        <p14:creationId xmlns:p14="http://schemas.microsoft.com/office/powerpoint/2010/main" val="87656878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70ACFCFC-1DDE-342C-6F6C-421985D8A34A}"/>
              </a:ext>
            </a:extLst>
          </p:cNvPr>
          <p:cNvSpPr>
            <a:spLocks noGrp="1"/>
          </p:cNvSpPr>
          <p:nvPr>
            <p:ph type="subTitle" idx="1"/>
          </p:nvPr>
        </p:nvSpPr>
        <p:spPr>
          <a:xfrm>
            <a:off x="407988" y="5460790"/>
            <a:ext cx="11090275"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15" name="Title">
            <a:extLst>
              <a:ext uri="{FF2B5EF4-FFF2-40B4-BE49-F238E27FC236}">
                <a16:creationId xmlns:a16="http://schemas.microsoft.com/office/drawing/2014/main" id="{BA5DDAC5-BAB8-79F8-0B48-89767D2C03B3}"/>
              </a:ext>
            </a:extLst>
          </p:cNvPr>
          <p:cNvSpPr>
            <a:spLocks noGrp="1"/>
          </p:cNvSpPr>
          <p:nvPr>
            <p:ph type="ctrTitle"/>
          </p:nvPr>
        </p:nvSpPr>
        <p:spPr>
          <a:xfrm>
            <a:off x="40798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grpSp>
        <p:nvGrpSpPr>
          <p:cNvPr id="3" name="Group 2">
            <a:extLst>
              <a:ext uri="{FF2B5EF4-FFF2-40B4-BE49-F238E27FC236}">
                <a16:creationId xmlns:a16="http://schemas.microsoft.com/office/drawing/2014/main" id="{337935B1-1E9A-902D-1107-E84E1CDCC3AB}"/>
              </a:ext>
            </a:extLst>
          </p:cNvPr>
          <p:cNvGrpSpPr>
            <a:grpSpLocks noChangeAspect="1"/>
          </p:cNvGrpSpPr>
          <p:nvPr userDrawn="1"/>
        </p:nvGrpSpPr>
        <p:grpSpPr>
          <a:xfrm>
            <a:off x="443568" y="6021288"/>
            <a:ext cx="1872000" cy="420870"/>
            <a:chOff x="5094083" y="5360390"/>
            <a:chExt cx="3039349" cy="683316"/>
          </a:xfrm>
        </p:grpSpPr>
        <p:sp>
          <p:nvSpPr>
            <p:cNvPr id="5" name="Freeform: Shape 4">
              <a:extLst>
                <a:ext uri="{FF2B5EF4-FFF2-40B4-BE49-F238E27FC236}">
                  <a16:creationId xmlns:a16="http://schemas.microsoft.com/office/drawing/2014/main" id="{9BAB5440-AAF9-D636-D963-1CF51D4EEE3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6" name="Freeform: Shape 5">
              <a:extLst>
                <a:ext uri="{FF2B5EF4-FFF2-40B4-BE49-F238E27FC236}">
                  <a16:creationId xmlns:a16="http://schemas.microsoft.com/office/drawing/2014/main" id="{89CD0850-5040-0CC6-F657-BF2242F63884}"/>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7" name="Freeform: Shape 6">
              <a:extLst>
                <a:ext uri="{FF2B5EF4-FFF2-40B4-BE49-F238E27FC236}">
                  <a16:creationId xmlns:a16="http://schemas.microsoft.com/office/drawing/2014/main" id="{408F4CC8-6692-0A4C-C931-B50A99D5E8D4}"/>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8" name="Freeform: Shape 7">
              <a:extLst>
                <a:ext uri="{FF2B5EF4-FFF2-40B4-BE49-F238E27FC236}">
                  <a16:creationId xmlns:a16="http://schemas.microsoft.com/office/drawing/2014/main" id="{9645E874-9471-204B-FEA4-29B6C383031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9" name="Freeform: Shape 8">
              <a:extLst>
                <a:ext uri="{FF2B5EF4-FFF2-40B4-BE49-F238E27FC236}">
                  <a16:creationId xmlns:a16="http://schemas.microsoft.com/office/drawing/2014/main" id="{8CD723AF-3402-E7B5-291B-2ABCD137B39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pic>
        <p:nvPicPr>
          <p:cNvPr id="2" name="Image 1">
            <a:extLst>
              <a:ext uri="{FF2B5EF4-FFF2-40B4-BE49-F238E27FC236}">
                <a16:creationId xmlns:a16="http://schemas.microsoft.com/office/drawing/2014/main" id="{8B5D9CCD-97AB-0A8C-8F1D-AB5C4C775A4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4367808" y="-1636495"/>
            <a:ext cx="8715336" cy="7220395"/>
          </a:xfrm>
          <a:prstGeom prst="rect">
            <a:avLst/>
          </a:prstGeom>
        </p:spPr>
      </p:pic>
    </p:spTree>
    <p:extLst>
      <p:ext uri="{BB962C8B-B14F-4D97-AF65-F5344CB8AC3E}">
        <p14:creationId xmlns:p14="http://schemas.microsoft.com/office/powerpoint/2010/main" val="1508932124"/>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Slide 4">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70" y="3676570"/>
            <a:ext cx="5545138"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5545139"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5545139"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6">
              <a:extLst>
                <a:ext uri="{FF2B5EF4-FFF2-40B4-BE49-F238E27FC236}">
                  <a16:creationId xmlns:a16="http://schemas.microsoft.com/office/drawing/2014/main" id="{2576038A-3386-9D73-0067-BFB5DEACF90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7">
              <a:extLst>
                <a:ext uri="{FF2B5EF4-FFF2-40B4-BE49-F238E27FC236}">
                  <a16:creationId xmlns:a16="http://schemas.microsoft.com/office/drawing/2014/main" id="{32E84BB6-5500-095D-2587-055D5965FCC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8">
              <a:extLst>
                <a:ext uri="{FF2B5EF4-FFF2-40B4-BE49-F238E27FC236}">
                  <a16:creationId xmlns:a16="http://schemas.microsoft.com/office/drawing/2014/main" id="{D81C7108-8FFA-272C-E210-714B7C2FDCCB}"/>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730977448"/>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Full Picture White Spade">
    <p:bg>
      <p:bgRef idx="1001">
        <a:schemeClr val="bg2"/>
      </p:bgRef>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9515EF69-611F-4B2F-BC64-DD310E600154}"/>
              </a:ext>
            </a:extLst>
          </p:cNvPr>
          <p:cNvSpPr>
            <a:spLocks noGrp="1"/>
          </p:cNvSpPr>
          <p:nvPr>
            <p:ph type="pic" sz="quarter" idx="10" hasCustomPrompt="1"/>
          </p:nvPr>
        </p:nvSpPr>
        <p:spPr>
          <a:xfrm>
            <a:off x="0" y="0"/>
            <a:ext cx="12192000" cy="6858000"/>
          </a:xfrm>
          <a:custGeom>
            <a:avLst/>
            <a:gdLst>
              <a:gd name="connsiteX0" fmla="*/ 11911680 w 12192000"/>
              <a:gd name="connsiteY0" fmla="*/ 373627 h 6858000"/>
              <a:gd name="connsiteX1" fmla="*/ 11857975 w 12192000"/>
              <a:gd name="connsiteY1" fmla="*/ 408564 h 6858000"/>
              <a:gd name="connsiteX2" fmla="*/ 11820236 w 12192000"/>
              <a:gd name="connsiteY2" fmla="*/ 476983 h 6858000"/>
              <a:gd name="connsiteX3" fmla="*/ 11778143 w 12192000"/>
              <a:gd name="connsiteY3" fmla="*/ 538124 h 6858000"/>
              <a:gd name="connsiteX4" fmla="*/ 11708472 w 12192000"/>
              <a:gd name="connsiteY4" fmla="*/ 581796 h 6858000"/>
              <a:gd name="connsiteX5" fmla="*/ 11753468 w 12192000"/>
              <a:gd name="connsiteY5" fmla="*/ 593441 h 6858000"/>
              <a:gd name="connsiteX6" fmla="*/ 11802818 w 12192000"/>
              <a:gd name="connsiteY6" fmla="*/ 589074 h 6858000"/>
              <a:gd name="connsiteX7" fmla="*/ 11887005 w 12192000"/>
              <a:gd name="connsiteY7" fmla="*/ 552681 h 6858000"/>
              <a:gd name="connsiteX8" fmla="*/ 11823139 w 12192000"/>
              <a:gd name="connsiteY8" fmla="*/ 494452 h 6858000"/>
              <a:gd name="connsiteX9" fmla="*/ 11911680 w 12192000"/>
              <a:gd name="connsiteY9" fmla="*/ 522111 h 6858000"/>
              <a:gd name="connsiteX10" fmla="*/ 11974094 w 12192000"/>
              <a:gd name="connsiteY10" fmla="*/ 460970 h 6858000"/>
              <a:gd name="connsiteX11" fmla="*/ 11972642 w 12192000"/>
              <a:gd name="connsiteY11" fmla="*/ 404197 h 6858000"/>
              <a:gd name="connsiteX12" fmla="*/ 11911680 w 12192000"/>
              <a:gd name="connsiteY12" fmla="*/ 373627 h 6858000"/>
              <a:gd name="connsiteX13" fmla="*/ 11785438 w 12192000"/>
              <a:gd name="connsiteY13" fmla="*/ 207688 h 6858000"/>
              <a:gd name="connsiteX14" fmla="*/ 11562864 w 12192000"/>
              <a:gd name="connsiteY14" fmla="*/ 439169 h 6858000"/>
              <a:gd name="connsiteX15" fmla="*/ 11639965 w 12192000"/>
              <a:gd name="connsiteY15" fmla="*/ 551270 h 6858000"/>
              <a:gd name="connsiteX16" fmla="*/ 11725794 w 12192000"/>
              <a:gd name="connsiteY16" fmla="*/ 546903 h 6858000"/>
              <a:gd name="connsiteX17" fmla="*/ 11786893 w 12192000"/>
              <a:gd name="connsiteY17" fmla="*/ 490124 h 6858000"/>
              <a:gd name="connsiteX18" fmla="*/ 11833444 w 12192000"/>
              <a:gd name="connsiteY18" fmla="*/ 412964 h 6858000"/>
              <a:gd name="connsiteX19" fmla="*/ 11895998 w 12192000"/>
              <a:gd name="connsiteY19" fmla="*/ 360553 h 6858000"/>
              <a:gd name="connsiteX20" fmla="*/ 11971644 w 12192000"/>
              <a:gd name="connsiteY20" fmla="*/ 379479 h 6858000"/>
              <a:gd name="connsiteX21" fmla="*/ 11907636 w 12192000"/>
              <a:gd name="connsiteY21" fmla="*/ 281937 h 6858000"/>
              <a:gd name="connsiteX22" fmla="*/ 11795621 w 12192000"/>
              <a:gd name="connsiteY22" fmla="*/ 212056 h 6858000"/>
              <a:gd name="connsiteX23" fmla="*/ 11785438 w 12192000"/>
              <a:gd name="connsiteY23" fmla="*/ 20768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11680" y="373627"/>
                </a:moveTo>
                <a:cubicBezTo>
                  <a:pt x="11888456" y="375083"/>
                  <a:pt x="11871038" y="389640"/>
                  <a:pt x="11857975" y="408564"/>
                </a:cubicBezTo>
                <a:cubicBezTo>
                  <a:pt x="11842009" y="428944"/>
                  <a:pt x="11831848" y="453692"/>
                  <a:pt x="11820236" y="476983"/>
                </a:cubicBezTo>
                <a:cubicBezTo>
                  <a:pt x="11808624" y="498819"/>
                  <a:pt x="11795561" y="519199"/>
                  <a:pt x="11778143" y="538124"/>
                </a:cubicBezTo>
                <a:cubicBezTo>
                  <a:pt x="11759274" y="558504"/>
                  <a:pt x="11736050" y="574517"/>
                  <a:pt x="11708472" y="581796"/>
                </a:cubicBezTo>
                <a:cubicBezTo>
                  <a:pt x="11721535" y="590530"/>
                  <a:pt x="11738953" y="593441"/>
                  <a:pt x="11753468" y="593441"/>
                </a:cubicBezTo>
                <a:cubicBezTo>
                  <a:pt x="11769434" y="594897"/>
                  <a:pt x="11786852" y="591986"/>
                  <a:pt x="11802818" y="589074"/>
                </a:cubicBezTo>
                <a:cubicBezTo>
                  <a:pt x="11833300" y="584707"/>
                  <a:pt x="11865232" y="574517"/>
                  <a:pt x="11887005" y="552681"/>
                </a:cubicBezTo>
                <a:cubicBezTo>
                  <a:pt x="11852169" y="552681"/>
                  <a:pt x="11824591" y="529389"/>
                  <a:pt x="11823139" y="494452"/>
                </a:cubicBezTo>
                <a:cubicBezTo>
                  <a:pt x="11844912" y="520655"/>
                  <a:pt x="11878296" y="530845"/>
                  <a:pt x="11911680" y="522111"/>
                </a:cubicBezTo>
                <a:cubicBezTo>
                  <a:pt x="11940709" y="513376"/>
                  <a:pt x="11965385" y="490085"/>
                  <a:pt x="11974094" y="460970"/>
                </a:cubicBezTo>
                <a:cubicBezTo>
                  <a:pt x="11979900" y="442046"/>
                  <a:pt x="11981351" y="423121"/>
                  <a:pt x="11972642" y="404197"/>
                </a:cubicBezTo>
                <a:cubicBezTo>
                  <a:pt x="11961030" y="382361"/>
                  <a:pt x="11936355" y="372171"/>
                  <a:pt x="11911680" y="373627"/>
                </a:cubicBezTo>
                <a:close/>
                <a:moveTo>
                  <a:pt x="11785438" y="207688"/>
                </a:moveTo>
                <a:cubicBezTo>
                  <a:pt x="11735977" y="268834"/>
                  <a:pt x="11562864" y="312510"/>
                  <a:pt x="11562864" y="439169"/>
                </a:cubicBezTo>
                <a:cubicBezTo>
                  <a:pt x="11562864" y="487212"/>
                  <a:pt x="11593413" y="533800"/>
                  <a:pt x="11639965" y="551270"/>
                </a:cubicBezTo>
                <a:cubicBezTo>
                  <a:pt x="11667605" y="561461"/>
                  <a:pt x="11698154" y="560005"/>
                  <a:pt x="11725794" y="546903"/>
                </a:cubicBezTo>
                <a:cubicBezTo>
                  <a:pt x="11751979" y="535256"/>
                  <a:pt x="11770891" y="514874"/>
                  <a:pt x="11786893" y="490124"/>
                </a:cubicBezTo>
                <a:cubicBezTo>
                  <a:pt x="11804350" y="465375"/>
                  <a:pt x="11817442" y="439169"/>
                  <a:pt x="11833444" y="412964"/>
                </a:cubicBezTo>
                <a:cubicBezTo>
                  <a:pt x="11847992" y="389670"/>
                  <a:pt x="11868358" y="366376"/>
                  <a:pt x="11895998" y="360553"/>
                </a:cubicBezTo>
                <a:cubicBezTo>
                  <a:pt x="11922183" y="353274"/>
                  <a:pt x="11952732" y="360553"/>
                  <a:pt x="11971644" y="379479"/>
                </a:cubicBezTo>
                <a:cubicBezTo>
                  <a:pt x="11960006" y="341627"/>
                  <a:pt x="11938185" y="309598"/>
                  <a:pt x="11907636" y="281937"/>
                </a:cubicBezTo>
                <a:cubicBezTo>
                  <a:pt x="11874177" y="251364"/>
                  <a:pt x="11836354" y="229526"/>
                  <a:pt x="11795621" y="212056"/>
                </a:cubicBezTo>
                <a:cubicBezTo>
                  <a:pt x="11792712" y="210600"/>
                  <a:pt x="11788348" y="209144"/>
                  <a:pt x="11785438" y="207688"/>
                </a:cubicBezTo>
                <a:close/>
                <a:moveTo>
                  <a:pt x="0" y="0"/>
                </a:moveTo>
                <a:lnTo>
                  <a:pt x="12192000" y="0"/>
                </a:lnTo>
                <a:lnTo>
                  <a:pt x="12192000" y="6858000"/>
                </a:lnTo>
                <a:lnTo>
                  <a:pt x="0" y="6858000"/>
                </a:lnTo>
                <a:close/>
              </a:path>
            </a:pathLst>
          </a:custGeom>
          <a:noFill/>
        </p:spPr>
        <p:txBody>
          <a:bodyPr wrap="square">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50000"/>
                  </a:schemeClr>
                </a:solidFill>
              </a:defRPr>
            </a:lvl1pPr>
          </a:lstStyle>
          <a:p>
            <a:r>
              <a:rPr lang="en-US"/>
              <a:t>Click icon to add picture and send picture to back</a:t>
            </a:r>
          </a:p>
        </p:txBody>
      </p:sp>
      <p:grpSp>
        <p:nvGrpSpPr>
          <p:cNvPr id="12" name="Group 37">
            <a:extLst>
              <a:ext uri="{FF2B5EF4-FFF2-40B4-BE49-F238E27FC236}">
                <a16:creationId xmlns:a16="http://schemas.microsoft.com/office/drawing/2014/main" id="{410EED03-E568-4797-9F93-83A0DEAA8E73}"/>
              </a:ext>
            </a:extLst>
          </p:cNvPr>
          <p:cNvGrpSpPr/>
          <p:nvPr userDrawn="1"/>
        </p:nvGrpSpPr>
        <p:grpSpPr>
          <a:xfrm>
            <a:off x="11562864" y="207688"/>
            <a:ext cx="418487" cy="387209"/>
            <a:chOff x="5481638" y="2859088"/>
            <a:chExt cx="1231900" cy="1139825"/>
          </a:xfrm>
          <a:solidFill>
            <a:schemeClr val="bg1"/>
          </a:solidFill>
        </p:grpSpPr>
        <p:sp>
          <p:nvSpPr>
            <p:cNvPr id="13" name="Freeform 320">
              <a:extLst>
                <a:ext uri="{FF2B5EF4-FFF2-40B4-BE49-F238E27FC236}">
                  <a16:creationId xmlns:a16="http://schemas.microsoft.com/office/drawing/2014/main" id="{B7BDD3A5-74DC-407F-917E-4CAA2D7F6478}"/>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321">
              <a:extLst>
                <a:ext uri="{FF2B5EF4-FFF2-40B4-BE49-F238E27FC236}">
                  <a16:creationId xmlns:a16="http://schemas.microsoft.com/office/drawing/2014/main" id="{AFD49D75-8E14-497D-BFBC-1AB7413E4B59}"/>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a:extLst>
              <a:ext uri="{FF2B5EF4-FFF2-40B4-BE49-F238E27FC236}">
                <a16:creationId xmlns:a16="http://schemas.microsoft.com/office/drawing/2014/main" id="{F7412FBE-22A2-10A4-80F8-94BD980CE061}"/>
              </a:ext>
            </a:extLst>
          </p:cNvPr>
          <p:cNvSpPr>
            <a:spLocks noGrp="1"/>
          </p:cNvSpPr>
          <p:nvPr>
            <p:ph type="ctrTitle"/>
          </p:nvPr>
        </p:nvSpPr>
        <p:spPr>
          <a:xfrm>
            <a:off x="1" y="2708920"/>
            <a:ext cx="7968207" cy="2949857"/>
          </a:xfrm>
          <a:solidFill>
            <a:schemeClr val="bg2"/>
          </a:solidFill>
        </p:spPr>
        <p:txBody>
          <a:bodyPr wrap="square" lIns="396000" tIns="360000" rIns="504000" bIns="1080000" anchor="ctr" anchorCtr="0">
            <a:no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B3FCD38E-1F71-EA8E-7048-F655798886D1}"/>
              </a:ext>
            </a:extLst>
          </p:cNvPr>
          <p:cNvSpPr>
            <a:spLocks noGrp="1"/>
          </p:cNvSpPr>
          <p:nvPr>
            <p:ph type="subTitle" idx="1" hasCustomPrompt="1"/>
          </p:nvPr>
        </p:nvSpPr>
        <p:spPr>
          <a:xfrm>
            <a:off x="407368" y="4725144"/>
            <a:ext cx="7273330" cy="276999"/>
          </a:xfrm>
          <a:prstGeom prst="rect">
            <a:avLst/>
          </a:prstGeom>
        </p:spPr>
        <p:txBody>
          <a:bodyPr wrap="square" lIns="18000" tIns="0" rIns="0" anchor="t" anchorCtr="0">
            <a:spAutoFit/>
          </a:bodyPr>
          <a:lstStyle>
            <a:lvl1pPr marL="0" indent="0" algn="l">
              <a:buNone/>
              <a:defRPr sz="18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text style</a:t>
            </a:r>
            <a:endParaRPr lang="en-GB"/>
          </a:p>
        </p:txBody>
      </p:sp>
      <p:grpSp>
        <p:nvGrpSpPr>
          <p:cNvPr id="4" name="Group 1">
            <a:extLst>
              <a:ext uri="{FF2B5EF4-FFF2-40B4-BE49-F238E27FC236}">
                <a16:creationId xmlns:a16="http://schemas.microsoft.com/office/drawing/2014/main" id="{AF040B7C-BA99-80E4-ADEC-EF1A9B8AD534}"/>
              </a:ext>
            </a:extLst>
          </p:cNvPr>
          <p:cNvGrpSpPr>
            <a:grpSpLocks noChangeAspect="1"/>
          </p:cNvGrpSpPr>
          <p:nvPr userDrawn="1"/>
        </p:nvGrpSpPr>
        <p:grpSpPr>
          <a:xfrm>
            <a:off x="443236" y="6021288"/>
            <a:ext cx="1872000" cy="420870"/>
            <a:chOff x="5095385" y="4090756"/>
            <a:chExt cx="3033729" cy="682053"/>
          </a:xfrm>
        </p:grpSpPr>
        <p:sp>
          <p:nvSpPr>
            <p:cNvPr id="5" name="Freeform: Shape 2">
              <a:extLst>
                <a:ext uri="{FF2B5EF4-FFF2-40B4-BE49-F238E27FC236}">
                  <a16:creationId xmlns:a16="http://schemas.microsoft.com/office/drawing/2014/main" id="{2736C127-E287-E152-B949-1A8E281FAC35}"/>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6" name="Freeform: Shape 3">
              <a:extLst>
                <a:ext uri="{FF2B5EF4-FFF2-40B4-BE49-F238E27FC236}">
                  <a16:creationId xmlns:a16="http://schemas.microsoft.com/office/drawing/2014/main" id="{5D6417A4-47EA-8498-0976-6F6D109764A2}"/>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7" name="Freeform: Shape 4">
              <a:extLst>
                <a:ext uri="{FF2B5EF4-FFF2-40B4-BE49-F238E27FC236}">
                  <a16:creationId xmlns:a16="http://schemas.microsoft.com/office/drawing/2014/main" id="{37A9BD34-5705-83C5-110E-2B90C82970C4}"/>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8" name="Freeform: Shape 14">
              <a:extLst>
                <a:ext uri="{FF2B5EF4-FFF2-40B4-BE49-F238E27FC236}">
                  <a16:creationId xmlns:a16="http://schemas.microsoft.com/office/drawing/2014/main" id="{260B643F-0DB2-200F-37FB-A4E461B941DD}"/>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9" name="Freeform: Shape 20">
              <a:extLst>
                <a:ext uri="{FF2B5EF4-FFF2-40B4-BE49-F238E27FC236}">
                  <a16:creationId xmlns:a16="http://schemas.microsoft.com/office/drawing/2014/main" id="{6EDEE20B-B43D-39AA-D956-E23CEEE0D60C}"/>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870699939"/>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5">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1163739"/>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a:p>
        </p:txBody>
      </p:sp>
      <p:grpSp>
        <p:nvGrpSpPr>
          <p:cNvPr id="8" name="Group 1">
            <a:extLst>
              <a:ext uri="{FF2B5EF4-FFF2-40B4-BE49-F238E27FC236}">
                <a16:creationId xmlns:a16="http://schemas.microsoft.com/office/drawing/2014/main" id="{0650393B-7E46-5ECE-4310-AF8EC7255742}"/>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09E51387-52A5-B06A-AEC1-9A4DA7D2DACC}"/>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10" name="Freeform: Shape 3">
              <a:extLst>
                <a:ext uri="{FF2B5EF4-FFF2-40B4-BE49-F238E27FC236}">
                  <a16:creationId xmlns:a16="http://schemas.microsoft.com/office/drawing/2014/main" id="{1A2D993C-1439-0B90-F87F-84C15E66CF4C}"/>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11" name="Freeform: Shape 4">
              <a:extLst>
                <a:ext uri="{FF2B5EF4-FFF2-40B4-BE49-F238E27FC236}">
                  <a16:creationId xmlns:a16="http://schemas.microsoft.com/office/drawing/2014/main" id="{9D4A7921-9C3C-6166-B6B7-CEDC5FF28EEB}"/>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2" name="Freeform: Shape 14">
              <a:extLst>
                <a:ext uri="{FF2B5EF4-FFF2-40B4-BE49-F238E27FC236}">
                  <a16:creationId xmlns:a16="http://schemas.microsoft.com/office/drawing/2014/main" id="{F10A1F9A-93B6-1683-DDEE-2FA6B370E583}"/>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3" name="Freeform: Shape 20">
              <a:extLst>
                <a:ext uri="{FF2B5EF4-FFF2-40B4-BE49-F238E27FC236}">
                  <a16:creationId xmlns:a16="http://schemas.microsoft.com/office/drawing/2014/main" id="{74BF5A15-51F5-5003-8669-EA9C008D0092}"/>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94688700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5a">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grpSp>
        <p:nvGrpSpPr>
          <p:cNvPr id="8" name="Group 1">
            <a:extLst>
              <a:ext uri="{FF2B5EF4-FFF2-40B4-BE49-F238E27FC236}">
                <a16:creationId xmlns:a16="http://schemas.microsoft.com/office/drawing/2014/main" id="{AA102172-14DD-5ED5-33AF-356721242379}"/>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21C01B30-4538-A317-44E5-BDF28A06DCAA}"/>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10" name="Freeform: Shape 3">
              <a:extLst>
                <a:ext uri="{FF2B5EF4-FFF2-40B4-BE49-F238E27FC236}">
                  <a16:creationId xmlns:a16="http://schemas.microsoft.com/office/drawing/2014/main" id="{A9A8C1E0-9587-0DA1-86EF-2B2312071C5E}"/>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11" name="Freeform: Shape 4">
              <a:extLst>
                <a:ext uri="{FF2B5EF4-FFF2-40B4-BE49-F238E27FC236}">
                  <a16:creationId xmlns:a16="http://schemas.microsoft.com/office/drawing/2014/main" id="{B65EA192-75EF-F13F-0CC2-C84DE74A65A7}"/>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2" name="Freeform: Shape 14">
              <a:extLst>
                <a:ext uri="{FF2B5EF4-FFF2-40B4-BE49-F238E27FC236}">
                  <a16:creationId xmlns:a16="http://schemas.microsoft.com/office/drawing/2014/main" id="{A48BD9AC-7231-CA62-C64B-046F4398B636}"/>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3" name="Freeform: Shape 20">
              <a:extLst>
                <a:ext uri="{FF2B5EF4-FFF2-40B4-BE49-F238E27FC236}">
                  <a16:creationId xmlns:a16="http://schemas.microsoft.com/office/drawing/2014/main" id="{E90D6E4E-CBEC-C140-FE24-C2FD729A0A29}"/>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419679"/>
            <a:ext cx="4609034" cy="2243691"/>
          </a:xfrm>
        </p:spPr>
        <p:txBody>
          <a:bodyPr wrap="square" lIns="0" tIns="0" rIns="0" bIns="0" anchor="t" anchorCtr="0">
            <a:sp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a:p>
        </p:txBody>
      </p:sp>
    </p:spTree>
    <p:extLst>
      <p:ext uri="{BB962C8B-B14F-4D97-AF65-F5344CB8AC3E}">
        <p14:creationId xmlns:p14="http://schemas.microsoft.com/office/powerpoint/2010/main" val="1487512864"/>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5b">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537237"/>
            <a:ext cx="4597606" cy="2243691"/>
          </a:xfrm>
        </p:spPr>
        <p:txBody>
          <a:bodyPr wrap="square" lIns="0" tIns="0" rIns="0" bIns="0" anchor="t" anchorCtr="0">
            <a:sp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a:p>
        </p:txBody>
      </p:sp>
      <p:grpSp>
        <p:nvGrpSpPr>
          <p:cNvPr id="8" name="Group 1">
            <a:extLst>
              <a:ext uri="{FF2B5EF4-FFF2-40B4-BE49-F238E27FC236}">
                <a16:creationId xmlns:a16="http://schemas.microsoft.com/office/drawing/2014/main" id="{03C5622C-AFD4-93DA-3105-DD24A1095D2B}"/>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EC1F4AF4-B2D1-B383-5414-6A7CE220351C}"/>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10" name="Freeform: Shape 3">
              <a:extLst>
                <a:ext uri="{FF2B5EF4-FFF2-40B4-BE49-F238E27FC236}">
                  <a16:creationId xmlns:a16="http://schemas.microsoft.com/office/drawing/2014/main" id="{562EA075-7E1A-57B6-FA93-F8A92DA56EC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11" name="Freeform: Shape 4">
              <a:extLst>
                <a:ext uri="{FF2B5EF4-FFF2-40B4-BE49-F238E27FC236}">
                  <a16:creationId xmlns:a16="http://schemas.microsoft.com/office/drawing/2014/main" id="{ABED82B4-66F4-60A2-8FF7-76C7FFFB8AEB}"/>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2" name="Freeform: Shape 14">
              <a:extLst>
                <a:ext uri="{FF2B5EF4-FFF2-40B4-BE49-F238E27FC236}">
                  <a16:creationId xmlns:a16="http://schemas.microsoft.com/office/drawing/2014/main" id="{C403332C-6371-29E3-2335-DFAA7BE6C2F8}"/>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3" name="Freeform: Shape 20">
              <a:extLst>
                <a:ext uri="{FF2B5EF4-FFF2-40B4-BE49-F238E27FC236}">
                  <a16:creationId xmlns:a16="http://schemas.microsoft.com/office/drawing/2014/main" id="{3D2D8432-F91A-C228-692F-66BF4106BFBA}"/>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603074230"/>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5c">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a:p>
        </p:txBody>
      </p:sp>
      <p:grpSp>
        <p:nvGrpSpPr>
          <p:cNvPr id="2" name="Group 1">
            <a:extLst>
              <a:ext uri="{FF2B5EF4-FFF2-40B4-BE49-F238E27FC236}">
                <a16:creationId xmlns:a16="http://schemas.microsoft.com/office/drawing/2014/main" id="{A6A8A661-3751-29DA-1AB9-334A7C98EA59}"/>
              </a:ext>
            </a:extLst>
          </p:cNvPr>
          <p:cNvGrpSpPr>
            <a:grpSpLocks noChangeAspect="1"/>
          </p:cNvGrpSpPr>
          <p:nvPr userDrawn="1"/>
        </p:nvGrpSpPr>
        <p:grpSpPr>
          <a:xfrm>
            <a:off x="1343473" y="6021288"/>
            <a:ext cx="1872000" cy="420870"/>
            <a:chOff x="5095385" y="4090756"/>
            <a:chExt cx="3033729" cy="682053"/>
          </a:xfrm>
        </p:grpSpPr>
        <p:sp>
          <p:nvSpPr>
            <p:cNvPr id="3" name="Freeform: Shape 2">
              <a:extLst>
                <a:ext uri="{FF2B5EF4-FFF2-40B4-BE49-F238E27FC236}">
                  <a16:creationId xmlns:a16="http://schemas.microsoft.com/office/drawing/2014/main" id="{AE0FC8CB-F05E-FFD4-8D7F-1F94AC26DA2A}"/>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4" name="Freeform: Shape 3">
              <a:extLst>
                <a:ext uri="{FF2B5EF4-FFF2-40B4-BE49-F238E27FC236}">
                  <a16:creationId xmlns:a16="http://schemas.microsoft.com/office/drawing/2014/main" id="{934D3664-9369-B221-FD17-0597A682848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5" name="Freeform: Shape 4">
              <a:extLst>
                <a:ext uri="{FF2B5EF4-FFF2-40B4-BE49-F238E27FC236}">
                  <a16:creationId xmlns:a16="http://schemas.microsoft.com/office/drawing/2014/main" id="{17A7E500-54F5-1815-C9B9-3954ED883928}"/>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4" name="Freeform: Shape 14">
              <a:extLst>
                <a:ext uri="{FF2B5EF4-FFF2-40B4-BE49-F238E27FC236}">
                  <a16:creationId xmlns:a16="http://schemas.microsoft.com/office/drawing/2014/main" id="{AE2D512F-FC3A-33B0-5954-0D1BFB4C1437}"/>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5" name="Freeform: Shape 20">
              <a:extLst>
                <a:ext uri="{FF2B5EF4-FFF2-40B4-BE49-F238E27FC236}">
                  <a16:creationId xmlns:a16="http://schemas.microsoft.com/office/drawing/2014/main" id="{BB0A86DD-9E86-EB4E-14DC-ECC7130D6092}"/>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528341916"/>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Dark and Picture">
    <p:bg>
      <p:bgPr>
        <a:solidFill>
          <a:schemeClr val="accent4"/>
        </a:solidFill>
        <a:effectLst/>
      </p:bgPr>
    </p:bg>
    <p:spTree>
      <p:nvGrpSpPr>
        <p:cNvPr id="1" name=""/>
        <p:cNvGrpSpPr/>
        <p:nvPr/>
      </p:nvGrpSpPr>
      <p:grpSpPr>
        <a:xfrm>
          <a:off x="0" y="0"/>
          <a:ext cx="0" cy="0"/>
          <a:chOff x="0" y="0"/>
          <a:chExt cx="0" cy="0"/>
        </a:xfrm>
      </p:grpSpPr>
      <p:sp>
        <p:nvSpPr>
          <p:cNvPr id="3" name="Picture Placeholder 18">
            <a:extLst>
              <a:ext uri="{FF2B5EF4-FFF2-40B4-BE49-F238E27FC236}">
                <a16:creationId xmlns:a16="http://schemas.microsoft.com/office/drawing/2014/main" id="{D3B1FE99-E8D3-C5FE-4E44-4E4EF67B45DA}"/>
              </a:ext>
            </a:extLst>
          </p:cNvPr>
          <p:cNvSpPr>
            <a:spLocks noGrp="1"/>
          </p:cNvSpPr>
          <p:nvPr>
            <p:ph type="pic" sz="quarter" idx="10" hasCustomPrompt="1"/>
          </p:nvPr>
        </p:nvSpPr>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8" y="692696"/>
            <a:ext cx="4751907" cy="720179"/>
          </a:xfrm>
        </p:spPr>
        <p:txBody>
          <a:bodyPr vert="horz" lIns="0" tIns="0" rIns="0" bIns="0" rtlCol="0" anchor="b">
            <a:noAutofit/>
          </a:bodyPr>
          <a:lstStyle>
            <a:lvl1pPr>
              <a:lnSpc>
                <a:spcPct val="80000"/>
              </a:lnSpc>
              <a:defRPr lang="en-GB" sz="3600" baseline="0">
                <a:solidFill>
                  <a:schemeClr val="bg1"/>
                </a:solidFill>
              </a:defRPr>
            </a:lvl1pPr>
          </a:lstStyle>
          <a:p>
            <a:pPr lvl="0"/>
            <a:r>
              <a:rPr lang="en-US"/>
              <a:t>Click to edit Agenda</a:t>
            </a:r>
            <a:endParaRPr lang="en-GB"/>
          </a:p>
        </p:txBody>
      </p:sp>
      <p:sp>
        <p:nvSpPr>
          <p:cNvPr id="10" name="Text Placeholder 9">
            <a:extLst>
              <a:ext uri="{FF2B5EF4-FFF2-40B4-BE49-F238E27FC236}">
                <a16:creationId xmlns:a16="http://schemas.microsoft.com/office/drawing/2014/main" id="{FC6DF15B-7249-491B-BFB7-9A33784178CD}"/>
              </a:ext>
            </a:extLst>
          </p:cNvPr>
          <p:cNvSpPr>
            <a:spLocks noGrp="1"/>
          </p:cNvSpPr>
          <p:nvPr>
            <p:ph type="body" sz="quarter" idx="12"/>
          </p:nvPr>
        </p:nvSpPr>
        <p:spPr>
          <a:xfrm>
            <a:off x="407988" y="1916832"/>
            <a:ext cx="5471988" cy="4536356"/>
          </a:xfrm>
          <a:prstGeom prst="rect">
            <a:avLst/>
          </a:prstGeom>
        </p:spPr>
        <p:txBody>
          <a:bodyPr>
            <a:noAutofit/>
          </a:bodyPr>
          <a:lstStyle>
            <a:lvl1pPr>
              <a:spcBef>
                <a:spcPts val="1200"/>
              </a:spcBef>
              <a:defRPr sz="1800">
                <a:solidFill>
                  <a:schemeClr val="bg1"/>
                </a:solidFill>
              </a:defRPr>
            </a:lvl1pPr>
            <a:lvl2pPr>
              <a:buClr>
                <a:schemeClr val="bg1"/>
              </a:buClr>
              <a:defRPr sz="1600">
                <a:solidFill>
                  <a:schemeClr val="bg1"/>
                </a:solidFill>
              </a:defRPr>
            </a:lvl2pPr>
            <a:lvl3pPr>
              <a:buClr>
                <a:schemeClr val="bg1"/>
              </a:buClr>
              <a:defRPr sz="16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37578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Agenda">
    <p:bg>
      <p:bgPr>
        <a:solidFill>
          <a:schemeClr val="accent4"/>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 name="Title Placeholder 1">
            <a:extLst>
              <a:ext uri="{FF2B5EF4-FFF2-40B4-BE49-F238E27FC236}">
                <a16:creationId xmlns:a16="http://schemas.microsoft.com/office/drawing/2014/main" id="{808BAF09-C52E-54E6-E538-78C64D8AB519}"/>
              </a:ext>
            </a:extLst>
          </p:cNvPr>
          <p:cNvSpPr>
            <a:spLocks noGrp="1"/>
          </p:cNvSpPr>
          <p:nvPr>
            <p:ph type="title"/>
          </p:nvPr>
        </p:nvSpPr>
        <p:spPr>
          <a:xfrm>
            <a:off x="1079321" y="260350"/>
            <a:ext cx="8640763" cy="792163"/>
          </a:xfrm>
        </p:spPr>
        <p:txBody>
          <a:bodyPr/>
          <a:lstStyle>
            <a:lvl1pPr>
              <a:defRPr>
                <a:solidFill>
                  <a:schemeClr val="accent2"/>
                </a:solidFill>
              </a:defRPr>
            </a:lvl1pPr>
          </a:lstStyle>
          <a:p>
            <a:r>
              <a:rPr lang="en-US"/>
              <a:t>Click to edit Master title style</a:t>
            </a:r>
          </a:p>
        </p:txBody>
      </p:sp>
      <p:pic>
        <p:nvPicPr>
          <p:cNvPr id="4" name="Picture 16">
            <a:extLst>
              <a:ext uri="{FF2B5EF4-FFF2-40B4-BE49-F238E27FC236}">
                <a16:creationId xmlns:a16="http://schemas.microsoft.com/office/drawing/2014/main" id="{21B52807-7673-5576-DEE4-0A88870C0C19}"/>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95800" y="1700808"/>
            <a:ext cx="8281358" cy="6858000"/>
          </a:xfrm>
          <a:prstGeom prst="rect">
            <a:avLst/>
          </a:prstGeom>
        </p:spPr>
      </p:pic>
    </p:spTree>
    <p:extLst>
      <p:ext uri="{BB962C8B-B14F-4D97-AF65-F5344CB8AC3E}">
        <p14:creationId xmlns:p14="http://schemas.microsoft.com/office/powerpoint/2010/main" val="20600887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49D2F3-3C15-428F-AF70-D31974E2F35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52613" y="3199768"/>
            <a:ext cx="9079459" cy="3532255"/>
          </a:xfrm>
          <a:prstGeom prst="rect">
            <a:avLst/>
          </a:prstGeom>
        </p:spPr>
      </p:pic>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1079321" y="260350"/>
            <a:ext cx="8640763" cy="792163"/>
          </a:xfrm>
        </p:spPr>
        <p:txBody>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40086606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Agenda">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5951984" y="1628775"/>
            <a:ext cx="5813598" cy="369332"/>
          </a:xfrm>
          <a:prstGeom prst="rect">
            <a:avLst/>
          </a:prstGeom>
        </p:spPr>
        <p:txBody>
          <a:bodyPr anchor="ctr">
            <a:normAutofit/>
          </a:bodyPr>
          <a:lstStyle>
            <a:lvl1pPr>
              <a:spcBef>
                <a:spcPts val="0"/>
              </a:spcBef>
              <a:defRPr sz="1600"/>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5951984" y="2221388"/>
            <a:ext cx="5813598" cy="369332"/>
          </a:xfrm>
          <a:prstGeom prst="rect">
            <a:avLst/>
          </a:prstGeom>
        </p:spPr>
        <p:txBody>
          <a:bodyPr anchor="ctr">
            <a:normAutofit/>
          </a:bodyPr>
          <a:lstStyle>
            <a:lvl1pPr>
              <a:spcBef>
                <a:spcPts val="0"/>
              </a:spcBef>
              <a:defRPr sz="1600"/>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5951984" y="2814001"/>
            <a:ext cx="5813598" cy="369332"/>
          </a:xfrm>
          <a:prstGeom prst="rect">
            <a:avLst/>
          </a:prstGeom>
        </p:spPr>
        <p:txBody>
          <a:bodyPr anchor="ctr">
            <a:normAutofit/>
          </a:bodyPr>
          <a:lstStyle>
            <a:lvl1pPr>
              <a:spcBef>
                <a:spcPts val="0"/>
              </a:spcBef>
              <a:defRPr sz="1600"/>
            </a:lvl1pPr>
          </a:lstStyle>
          <a:p>
            <a:pPr lvl="0"/>
            <a:r>
              <a:rPr lang="en-US"/>
              <a:t>Click to add text</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5951984" y="3406614"/>
            <a:ext cx="5813598" cy="369332"/>
          </a:xfrm>
          <a:prstGeom prst="rect">
            <a:avLst/>
          </a:prstGeom>
        </p:spPr>
        <p:txBody>
          <a:bodyPr anchor="ctr">
            <a:normAutofit/>
          </a:bodyPr>
          <a:lstStyle>
            <a:lvl1pPr>
              <a:spcBef>
                <a:spcPts val="0"/>
              </a:spcBef>
              <a:defRPr sz="1600"/>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5951984" y="3999227"/>
            <a:ext cx="5813598" cy="369332"/>
          </a:xfrm>
          <a:prstGeom prst="rect">
            <a:avLst/>
          </a:prstGeom>
        </p:spPr>
        <p:txBody>
          <a:bodyPr anchor="ctr">
            <a:normAutofit/>
          </a:bodyPr>
          <a:lstStyle>
            <a:lvl1pPr>
              <a:spcBef>
                <a:spcPts val="0"/>
              </a:spcBef>
              <a:defRPr sz="1600"/>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5951984" y="4591841"/>
            <a:ext cx="5813598" cy="369332"/>
          </a:xfrm>
          <a:prstGeom prst="rect">
            <a:avLst/>
          </a:prstGeom>
        </p:spPr>
        <p:txBody>
          <a:bodyPr anchor="ctr">
            <a:normAutofit/>
          </a:bodyPr>
          <a:lstStyle>
            <a:lvl1pPr>
              <a:spcBef>
                <a:spcPts val="0"/>
              </a:spcBef>
              <a:defRPr sz="1600"/>
            </a:lvl1pPr>
          </a:lstStyle>
          <a:p>
            <a:pPr lvl="0"/>
            <a:r>
              <a:rPr lang="en-US"/>
              <a:t>Click to add text</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407565" y="260350"/>
            <a:ext cx="8640763" cy="792163"/>
          </a:xfrm>
        </p:spPr>
        <p:txBody>
          <a:bodyPr/>
          <a:lstStyle>
            <a:lvl1pPr>
              <a:defRPr>
                <a:solidFill>
                  <a:schemeClr val="tx1"/>
                </a:solidFill>
              </a:defRPr>
            </a:lvl1pPr>
          </a:lstStyle>
          <a:p>
            <a:r>
              <a:rPr lang="en-US"/>
              <a:t>Click to edit Master title style</a:t>
            </a:r>
          </a:p>
        </p:txBody>
      </p:sp>
      <p:sp>
        <p:nvSpPr>
          <p:cNvPr id="5" name="Espace réservé pour une image  4">
            <a:extLst>
              <a:ext uri="{FF2B5EF4-FFF2-40B4-BE49-F238E27FC236}">
                <a16:creationId xmlns:a16="http://schemas.microsoft.com/office/drawing/2014/main" id="{5449900E-987A-B10E-123E-7DC13509743D}"/>
              </a:ext>
            </a:extLst>
          </p:cNvPr>
          <p:cNvSpPr>
            <a:spLocks noGrp="1"/>
          </p:cNvSpPr>
          <p:nvPr>
            <p:ph type="pic" sz="quarter" idx="33"/>
          </p:nvPr>
        </p:nvSpPr>
        <p:spPr>
          <a:xfrm>
            <a:off x="0" y="1268413"/>
            <a:ext cx="5519738" cy="5113337"/>
          </a:xfrm>
        </p:spPr>
        <p:txBody>
          <a:bodyPr/>
          <a:lstStyle/>
          <a:p>
            <a:r>
              <a:rPr lang="en-US"/>
              <a:t>Click icon to add picture</a:t>
            </a:r>
          </a:p>
        </p:txBody>
      </p:sp>
      <p:sp>
        <p:nvSpPr>
          <p:cNvPr id="6" name="Text Placeholder 11">
            <a:extLst>
              <a:ext uri="{FF2B5EF4-FFF2-40B4-BE49-F238E27FC236}">
                <a16:creationId xmlns:a16="http://schemas.microsoft.com/office/drawing/2014/main" id="{CE129A54-4331-295F-FFF7-AADCD886AE6F}"/>
              </a:ext>
            </a:extLst>
          </p:cNvPr>
          <p:cNvSpPr>
            <a:spLocks noGrp="1"/>
          </p:cNvSpPr>
          <p:nvPr>
            <p:ph type="body" sz="quarter" idx="34" hasCustomPrompt="1"/>
          </p:nvPr>
        </p:nvSpPr>
        <p:spPr>
          <a:xfrm>
            <a:off x="5951984" y="5184455"/>
            <a:ext cx="5813598" cy="369332"/>
          </a:xfrm>
          <a:prstGeom prst="rect">
            <a:avLst/>
          </a:prstGeom>
        </p:spPr>
        <p:txBody>
          <a:bodyPr anchor="ctr">
            <a:normAutofit/>
          </a:bodyPr>
          <a:lstStyle>
            <a:lvl1pPr>
              <a:spcBef>
                <a:spcPts val="0"/>
              </a:spcBef>
              <a:defRPr sz="1600"/>
            </a:lvl1pPr>
          </a:lstStyle>
          <a:p>
            <a:pPr lvl="0"/>
            <a:r>
              <a:rPr lang="en-US"/>
              <a:t>Click to add text</a:t>
            </a:r>
          </a:p>
        </p:txBody>
      </p:sp>
      <p:sp>
        <p:nvSpPr>
          <p:cNvPr id="8" name="Text Placeholder 11">
            <a:extLst>
              <a:ext uri="{FF2B5EF4-FFF2-40B4-BE49-F238E27FC236}">
                <a16:creationId xmlns:a16="http://schemas.microsoft.com/office/drawing/2014/main" id="{21F960EB-6EA4-9123-ED77-13467723FA28}"/>
              </a:ext>
            </a:extLst>
          </p:cNvPr>
          <p:cNvSpPr>
            <a:spLocks noGrp="1"/>
          </p:cNvSpPr>
          <p:nvPr>
            <p:ph type="body" sz="quarter" idx="35" hasCustomPrompt="1"/>
          </p:nvPr>
        </p:nvSpPr>
        <p:spPr>
          <a:xfrm>
            <a:off x="5951984" y="5777069"/>
            <a:ext cx="5813598" cy="369332"/>
          </a:xfrm>
          <a:prstGeom prst="rect">
            <a:avLst/>
          </a:prstGeom>
        </p:spPr>
        <p:txBody>
          <a:bodyPr anchor="ctr">
            <a:normAutofit/>
          </a:bodyPr>
          <a:lstStyle>
            <a:lvl1pPr>
              <a:spcBef>
                <a:spcPts val="0"/>
              </a:spcBef>
              <a:defRPr sz="1600"/>
            </a:lvl1pPr>
          </a:lstStyle>
          <a:p>
            <a:pPr lvl="0"/>
            <a:r>
              <a:rPr lang="en-US"/>
              <a:t>Click to add text</a:t>
            </a:r>
          </a:p>
        </p:txBody>
      </p:sp>
    </p:spTree>
    <p:extLst>
      <p:ext uri="{BB962C8B-B14F-4D97-AF65-F5344CB8AC3E}">
        <p14:creationId xmlns:p14="http://schemas.microsoft.com/office/powerpoint/2010/main" val="5766631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Agenda">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6CCF694C-872E-0362-0664-84FE017FBD57}"/>
              </a:ext>
            </a:extLst>
          </p:cNvPr>
          <p:cNvSpPr/>
          <p:nvPr userDrawn="1"/>
        </p:nvSpPr>
        <p:spPr>
          <a:xfrm>
            <a:off x="-24680" y="1484784"/>
            <a:ext cx="5735960" cy="5373217"/>
          </a:xfrm>
          <a:prstGeom prst="rect">
            <a:avLst/>
          </a:prstGeom>
          <a:solidFill>
            <a:srgbClr val="17334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407565" y="1863702"/>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407565" y="2456315"/>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407565" y="3048928"/>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a:t>Click to add text</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407565" y="3641541"/>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407565" y="4234154"/>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407565" y="4826768"/>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a:t>Click to add text</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407565" y="260350"/>
            <a:ext cx="5472411" cy="792163"/>
          </a:xfrm>
        </p:spPr>
        <p:txBody>
          <a:bodyPr/>
          <a:lstStyle>
            <a:lvl1pPr>
              <a:defRPr>
                <a:solidFill>
                  <a:schemeClr val="tx1"/>
                </a:solidFill>
              </a:defRPr>
            </a:lvl1pPr>
          </a:lstStyle>
          <a:p>
            <a:r>
              <a:rPr lang="en-US"/>
              <a:t>Click to edit Master title style</a:t>
            </a:r>
          </a:p>
        </p:txBody>
      </p:sp>
      <p:sp>
        <p:nvSpPr>
          <p:cNvPr id="6" name="Text Placeholder 11">
            <a:extLst>
              <a:ext uri="{FF2B5EF4-FFF2-40B4-BE49-F238E27FC236}">
                <a16:creationId xmlns:a16="http://schemas.microsoft.com/office/drawing/2014/main" id="{CE129A54-4331-295F-FFF7-AADCD886AE6F}"/>
              </a:ext>
            </a:extLst>
          </p:cNvPr>
          <p:cNvSpPr>
            <a:spLocks noGrp="1"/>
          </p:cNvSpPr>
          <p:nvPr>
            <p:ph type="body" sz="quarter" idx="34" hasCustomPrompt="1"/>
          </p:nvPr>
        </p:nvSpPr>
        <p:spPr>
          <a:xfrm>
            <a:off x="407565" y="5419382"/>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a:t>Click to add text</a:t>
            </a:r>
          </a:p>
        </p:txBody>
      </p:sp>
      <p:sp>
        <p:nvSpPr>
          <p:cNvPr id="8" name="Text Placeholder 11">
            <a:extLst>
              <a:ext uri="{FF2B5EF4-FFF2-40B4-BE49-F238E27FC236}">
                <a16:creationId xmlns:a16="http://schemas.microsoft.com/office/drawing/2014/main" id="{21F960EB-6EA4-9123-ED77-13467723FA28}"/>
              </a:ext>
            </a:extLst>
          </p:cNvPr>
          <p:cNvSpPr>
            <a:spLocks noGrp="1"/>
          </p:cNvSpPr>
          <p:nvPr>
            <p:ph type="body" sz="quarter" idx="35" hasCustomPrompt="1"/>
          </p:nvPr>
        </p:nvSpPr>
        <p:spPr>
          <a:xfrm>
            <a:off x="407565" y="6011996"/>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a:t>Click to add text</a:t>
            </a:r>
          </a:p>
        </p:txBody>
      </p:sp>
    </p:spTree>
    <p:extLst>
      <p:ext uri="{BB962C8B-B14F-4D97-AF65-F5344CB8AC3E}">
        <p14:creationId xmlns:p14="http://schemas.microsoft.com/office/powerpoint/2010/main" val="4018767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Divider Page">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F09D0F-E907-3A0B-CF17-D622F6756CC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79776" y="588210"/>
            <a:ext cx="8281358"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chemeClr val="bg1"/>
                </a:solidFill>
                <a:latin typeface="+mn-lt"/>
              </a:defRPr>
            </a:lvl1pPr>
          </a:lstStyle>
          <a:p>
            <a:pPr lvl="0">
              <a:spcBef>
                <a:spcPts val="0"/>
              </a:spcBef>
            </a:pPr>
            <a:r>
              <a:rPr lang="en-US"/>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chemeClr val="bg1"/>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a:t>Click to add text</a:t>
            </a:r>
          </a:p>
        </p:txBody>
      </p:sp>
      <p:grpSp>
        <p:nvGrpSpPr>
          <p:cNvPr id="3" name="Group 37">
            <a:extLst>
              <a:ext uri="{FF2B5EF4-FFF2-40B4-BE49-F238E27FC236}">
                <a16:creationId xmlns:a16="http://schemas.microsoft.com/office/drawing/2014/main" id="{5AD1E928-17A7-8076-E72F-603525614D7F}"/>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A4C59602-5684-DA3C-4D8A-30F7343DD0DC}"/>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 name="Freeform 321">
              <a:extLst>
                <a:ext uri="{FF2B5EF4-FFF2-40B4-BE49-F238E27FC236}">
                  <a16:creationId xmlns:a16="http://schemas.microsoft.com/office/drawing/2014/main" id="{39C738EB-51DE-C704-B75C-84CBCD5D68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7955117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_Divider Pag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E65870-6F3C-04B2-E814-901DB0CFC0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79776" y="588210"/>
            <a:ext cx="8281358"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ysClr val="windowText" lastClr="000000"/>
                </a:solidFill>
                <a:latin typeface="+mn-lt"/>
              </a:defRPr>
            </a:lvl1pPr>
          </a:lstStyle>
          <a:p>
            <a:pPr lvl="0">
              <a:spcBef>
                <a:spcPts val="0"/>
              </a:spcBef>
            </a:pPr>
            <a:r>
              <a:rPr lang="en-US"/>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ysClr val="windowText" lastClr="000000"/>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a:t>Click to add text</a:t>
            </a:r>
          </a:p>
        </p:txBody>
      </p:sp>
    </p:spTree>
    <p:extLst>
      <p:ext uri="{BB962C8B-B14F-4D97-AF65-F5344CB8AC3E}">
        <p14:creationId xmlns:p14="http://schemas.microsoft.com/office/powerpoint/2010/main" val="30336981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CE45-A6FC-9CE9-F8CD-BA044CFE94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233733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wrap="square">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DA3D6CCA-5023-D91C-5084-3ED466DC800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82540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5" name="Title 4">
            <a:extLst>
              <a:ext uri="{FF2B5EF4-FFF2-40B4-BE49-F238E27FC236}">
                <a16:creationId xmlns:a16="http://schemas.microsoft.com/office/drawing/2014/main" id="{0BA091BB-1771-4A6F-B93C-43E4798B4251}"/>
              </a:ext>
            </a:extLst>
          </p:cNvPr>
          <p:cNvSpPr>
            <a:spLocks noGrp="1"/>
          </p:cNvSpPr>
          <p:nvPr>
            <p:ph type="title"/>
          </p:nvPr>
        </p:nvSpPr>
        <p:spPr/>
        <p:txBody>
          <a:bodyPr/>
          <a:lstStyle/>
          <a:p>
            <a:r>
              <a:rPr lang="en-US"/>
              <a:t>Click to edit Master title style</a:t>
            </a:r>
            <a:endParaRPr lang="de-DE"/>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Tree>
    <p:extLst>
      <p:ext uri="{BB962C8B-B14F-4D97-AF65-F5344CB8AC3E}">
        <p14:creationId xmlns:p14="http://schemas.microsoft.com/office/powerpoint/2010/main" val="38753367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8F3953-316A-B430-FE17-F219A7EE0626}"/>
              </a:ext>
            </a:extLst>
          </p:cNvPr>
          <p:cNvSpPr>
            <a:spLocks noGrp="1"/>
          </p:cNvSpPr>
          <p:nvPr>
            <p:ph type="title"/>
          </p:nvPr>
        </p:nvSpPr>
        <p:spPr/>
        <p:txBody>
          <a:bodyPr/>
          <a:lstStyle/>
          <a:p>
            <a:r>
              <a:rPr lang="en-US"/>
              <a:t>Click to edit Master title style</a:t>
            </a:r>
          </a:p>
        </p:txBody>
      </p:sp>
      <p:sp>
        <p:nvSpPr>
          <p:cNvPr id="3" name="Text Placeholder 7">
            <a:extLst>
              <a:ext uri="{FF2B5EF4-FFF2-40B4-BE49-F238E27FC236}">
                <a16:creationId xmlns:a16="http://schemas.microsoft.com/office/drawing/2014/main" id="{49BC7447-5EDE-45B1-8FE5-B3F4F93D2FEB}"/>
              </a:ext>
            </a:extLst>
          </p:cNvPr>
          <p:cNvSpPr>
            <a:spLocks noGrp="1"/>
          </p:cNvSpPr>
          <p:nvPr>
            <p:ph type="body" sz="quarter" idx="12" hasCustomPrompt="1"/>
          </p:nvPr>
        </p:nvSpPr>
        <p:spPr>
          <a:xfrm>
            <a:off x="407989" y="1628775"/>
            <a:ext cx="5532086" cy="743987"/>
          </a:xfrm>
          <a:prstGeom prst="rect">
            <a:avLst/>
          </a:prstGeom>
        </p:spPr>
        <p:txBody>
          <a:bodyPr anchor="ctr" anchorCtr="0">
            <a:noAutofit/>
          </a:bodyPr>
          <a:lstStyle>
            <a:lvl1pPr>
              <a:lnSpc>
                <a:spcPct val="100000"/>
              </a:lnSpc>
              <a:defRPr sz="1800" b="0">
                <a:solidFill>
                  <a:srgbClr val="0070AD"/>
                </a:solidFill>
                <a:latin typeface="+mj-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4" name="Text Placeholder 7">
            <a:extLst>
              <a:ext uri="{FF2B5EF4-FFF2-40B4-BE49-F238E27FC236}">
                <a16:creationId xmlns:a16="http://schemas.microsoft.com/office/drawing/2014/main" id="{35CBB3CA-52BC-F9EF-5805-F1F9D912DB58}"/>
              </a:ext>
            </a:extLst>
          </p:cNvPr>
          <p:cNvSpPr>
            <a:spLocks noGrp="1"/>
          </p:cNvSpPr>
          <p:nvPr>
            <p:ph type="body" sz="quarter" idx="10"/>
          </p:nvPr>
        </p:nvSpPr>
        <p:spPr>
          <a:xfrm>
            <a:off x="414972" y="2506942"/>
            <a:ext cx="5525185" cy="3743963"/>
          </a:xfrm>
          <a:prstGeom prst="rect">
            <a:avLst/>
          </a:prstGeom>
        </p:spPr>
        <p:txBody>
          <a:bodyPr>
            <a:noAutofit/>
          </a:bodyPr>
          <a:lstStyle>
            <a:lvl1pPr>
              <a:lnSpc>
                <a:spcPct val="100000"/>
              </a:lnSpc>
              <a:spcBef>
                <a:spcPts val="0"/>
              </a:spcBef>
              <a:spcAft>
                <a:spcPts val="600"/>
              </a:spcAft>
              <a:defRPr sz="14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7">
            <a:extLst>
              <a:ext uri="{FF2B5EF4-FFF2-40B4-BE49-F238E27FC236}">
                <a16:creationId xmlns:a16="http://schemas.microsoft.com/office/drawing/2014/main" id="{C5D9D41C-6A18-9349-55BE-94DED28E30EA}"/>
              </a:ext>
            </a:extLst>
          </p:cNvPr>
          <p:cNvSpPr>
            <a:spLocks noGrp="1"/>
          </p:cNvSpPr>
          <p:nvPr>
            <p:ph type="body" sz="quarter" idx="13" hasCustomPrompt="1"/>
          </p:nvPr>
        </p:nvSpPr>
        <p:spPr>
          <a:xfrm>
            <a:off x="6332425" y="1628775"/>
            <a:ext cx="5451505" cy="743987"/>
          </a:xfrm>
          <a:prstGeom prst="rect">
            <a:avLst/>
          </a:prstGeom>
        </p:spPr>
        <p:txBody>
          <a:bodyPr anchor="ctr" anchorCtr="0">
            <a:noAutofit/>
          </a:bodyPr>
          <a:lstStyle>
            <a:lvl1pPr>
              <a:lnSpc>
                <a:spcPct val="100000"/>
              </a:lnSpc>
              <a:defRPr sz="1800" b="0">
                <a:solidFill>
                  <a:srgbClr val="0070AD"/>
                </a:solidFill>
                <a:latin typeface="+mj-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6" name="Text Placeholder 7">
            <a:extLst>
              <a:ext uri="{FF2B5EF4-FFF2-40B4-BE49-F238E27FC236}">
                <a16:creationId xmlns:a16="http://schemas.microsoft.com/office/drawing/2014/main" id="{7B44136C-3018-5130-3AC3-47B22ACD9DA3}"/>
              </a:ext>
            </a:extLst>
          </p:cNvPr>
          <p:cNvSpPr>
            <a:spLocks noGrp="1"/>
          </p:cNvSpPr>
          <p:nvPr>
            <p:ph type="body" sz="quarter" idx="14"/>
          </p:nvPr>
        </p:nvSpPr>
        <p:spPr>
          <a:xfrm>
            <a:off x="6332425" y="2506943"/>
            <a:ext cx="5444603" cy="3743962"/>
          </a:xfrm>
          <a:prstGeom prst="rect">
            <a:avLst/>
          </a:prstGeom>
        </p:spPr>
        <p:txBody>
          <a:bodyPr>
            <a:noAutofit/>
          </a:bodyPr>
          <a:lstStyle>
            <a:lvl1pPr>
              <a:lnSpc>
                <a:spcPct val="100000"/>
              </a:lnSpc>
              <a:spcBef>
                <a:spcPts val="0"/>
              </a:spcBef>
              <a:spcAft>
                <a:spcPts val="600"/>
              </a:spcAft>
              <a:defRPr sz="14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96825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ABF5EC-92A5-4E9A-F280-EB30FFBC07C4}"/>
              </a:ext>
            </a:extLst>
          </p:cNvPr>
          <p:cNvSpPr>
            <a:spLocks noGrp="1"/>
          </p:cNvSpPr>
          <p:nvPr>
            <p:ph type="title"/>
          </p:nvPr>
        </p:nvSpPr>
        <p:spPr/>
        <p:txBody>
          <a:bodyPr/>
          <a:lstStyle/>
          <a:p>
            <a:r>
              <a:rPr lang="en-US"/>
              <a:t>Click to edit Master title style</a:t>
            </a:r>
          </a:p>
        </p:txBody>
      </p:sp>
      <p:sp>
        <p:nvSpPr>
          <p:cNvPr id="3" name="Text Placeholder 7">
            <a:extLst>
              <a:ext uri="{FF2B5EF4-FFF2-40B4-BE49-F238E27FC236}">
                <a16:creationId xmlns:a16="http://schemas.microsoft.com/office/drawing/2014/main" id="{9CD9F072-6C90-9A95-A50F-DCA5FC167DC4}"/>
              </a:ext>
            </a:extLst>
          </p:cNvPr>
          <p:cNvSpPr>
            <a:spLocks noGrp="1"/>
          </p:cNvSpPr>
          <p:nvPr>
            <p:ph type="body" sz="quarter" idx="12" hasCustomPrompt="1"/>
          </p:nvPr>
        </p:nvSpPr>
        <p:spPr>
          <a:xfrm>
            <a:off x="414971" y="1628775"/>
            <a:ext cx="3672000"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4" name="Text Placeholder 7">
            <a:extLst>
              <a:ext uri="{FF2B5EF4-FFF2-40B4-BE49-F238E27FC236}">
                <a16:creationId xmlns:a16="http://schemas.microsoft.com/office/drawing/2014/main" id="{D1B0A4F3-549E-71F6-BE52-B382C47A49E5}"/>
              </a:ext>
            </a:extLst>
          </p:cNvPr>
          <p:cNvSpPr>
            <a:spLocks noGrp="1"/>
          </p:cNvSpPr>
          <p:nvPr>
            <p:ph type="body" sz="quarter" idx="10"/>
          </p:nvPr>
        </p:nvSpPr>
        <p:spPr>
          <a:xfrm>
            <a:off x="414971" y="2565359"/>
            <a:ext cx="3672000" cy="3527937"/>
          </a:xfrm>
          <a:prstGeom prst="rect">
            <a:avLst/>
          </a:prstGeom>
        </p:spPr>
        <p:txBody>
          <a:bodyPr>
            <a:noAutofit/>
          </a:bodyPr>
          <a:lstStyle>
            <a:lvl1pPr>
              <a:lnSpc>
                <a:spcPct val="100000"/>
              </a:lnSpc>
              <a:spcBef>
                <a:spcPts val="600"/>
              </a:spcBef>
              <a:defRPr sz="1400"/>
            </a:lvl1pPr>
            <a:lvl2pPr>
              <a:lnSpc>
                <a:spcPct val="100000"/>
              </a:lnSpc>
              <a:spcBef>
                <a:spcPts val="600"/>
              </a:spcBef>
              <a:defRPr sz="1400"/>
            </a:lvl2pPr>
            <a:lvl3pPr>
              <a:lnSpc>
                <a:spcPct val="100000"/>
              </a:lnSpc>
              <a:spcBef>
                <a:spcPts val="600"/>
              </a:spcBef>
              <a:defRPr sz="1400"/>
            </a:lvl3pPr>
            <a:lvl4pPr>
              <a:lnSpc>
                <a:spcPct val="100000"/>
              </a:lnSpc>
              <a:spcBef>
                <a:spcPts val="600"/>
              </a:spcBef>
              <a:defRPr sz="1400"/>
            </a:lvl4pPr>
            <a:lvl5pPr>
              <a:lnSpc>
                <a:spcPct val="100000"/>
              </a:lnSpc>
              <a:spcBef>
                <a:spcPts val="60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7">
            <a:extLst>
              <a:ext uri="{FF2B5EF4-FFF2-40B4-BE49-F238E27FC236}">
                <a16:creationId xmlns:a16="http://schemas.microsoft.com/office/drawing/2014/main" id="{A4B6F29C-F89C-245A-B142-516CCF154314}"/>
              </a:ext>
            </a:extLst>
          </p:cNvPr>
          <p:cNvSpPr>
            <a:spLocks noGrp="1"/>
          </p:cNvSpPr>
          <p:nvPr>
            <p:ph type="body" sz="quarter" idx="15" hasCustomPrompt="1"/>
          </p:nvPr>
        </p:nvSpPr>
        <p:spPr>
          <a:xfrm>
            <a:off x="4260000" y="1628774"/>
            <a:ext cx="3672000"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6" name="Text Placeholder 7">
            <a:extLst>
              <a:ext uri="{FF2B5EF4-FFF2-40B4-BE49-F238E27FC236}">
                <a16:creationId xmlns:a16="http://schemas.microsoft.com/office/drawing/2014/main" id="{DD618B66-9577-9BCD-E317-0B5976EC205B}"/>
              </a:ext>
            </a:extLst>
          </p:cNvPr>
          <p:cNvSpPr>
            <a:spLocks noGrp="1"/>
          </p:cNvSpPr>
          <p:nvPr>
            <p:ph type="body" sz="quarter" idx="14"/>
          </p:nvPr>
        </p:nvSpPr>
        <p:spPr>
          <a:xfrm>
            <a:off x="4260000" y="2565359"/>
            <a:ext cx="3672000" cy="3527937"/>
          </a:xfrm>
          <a:prstGeom prst="rect">
            <a:avLst/>
          </a:prstGeom>
        </p:spPr>
        <p:txBody>
          <a:bodyPr>
            <a:noAutofit/>
          </a:bodyPr>
          <a:lstStyle>
            <a:lvl1pPr>
              <a:lnSpc>
                <a:spcPct val="100000"/>
              </a:lnSpc>
              <a:spcBef>
                <a:spcPts val="600"/>
              </a:spcBef>
              <a:defRPr sz="1400"/>
            </a:lvl1pPr>
            <a:lvl2pPr>
              <a:lnSpc>
                <a:spcPct val="100000"/>
              </a:lnSpc>
              <a:spcBef>
                <a:spcPts val="600"/>
              </a:spcBef>
              <a:defRPr sz="1400"/>
            </a:lvl2pPr>
            <a:lvl3pPr>
              <a:lnSpc>
                <a:spcPct val="100000"/>
              </a:lnSpc>
              <a:spcBef>
                <a:spcPts val="600"/>
              </a:spcBef>
              <a:defRPr sz="1400"/>
            </a:lvl3pPr>
            <a:lvl4pPr>
              <a:lnSpc>
                <a:spcPct val="100000"/>
              </a:lnSpc>
              <a:spcBef>
                <a:spcPts val="600"/>
              </a:spcBef>
              <a:defRPr sz="1400"/>
            </a:lvl4pPr>
            <a:lvl5pPr>
              <a:lnSpc>
                <a:spcPct val="100000"/>
              </a:lnSpc>
              <a:spcBef>
                <a:spcPts val="60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7">
            <a:extLst>
              <a:ext uri="{FF2B5EF4-FFF2-40B4-BE49-F238E27FC236}">
                <a16:creationId xmlns:a16="http://schemas.microsoft.com/office/drawing/2014/main" id="{FD81C950-E364-B77A-5216-238E0BB40E8F}"/>
              </a:ext>
            </a:extLst>
          </p:cNvPr>
          <p:cNvSpPr>
            <a:spLocks noGrp="1"/>
          </p:cNvSpPr>
          <p:nvPr>
            <p:ph type="body" sz="quarter" idx="17" hasCustomPrompt="1"/>
          </p:nvPr>
        </p:nvSpPr>
        <p:spPr>
          <a:xfrm>
            <a:off x="8105029" y="1628774"/>
            <a:ext cx="3672000"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8" name="Text Placeholder 7">
            <a:extLst>
              <a:ext uri="{FF2B5EF4-FFF2-40B4-BE49-F238E27FC236}">
                <a16:creationId xmlns:a16="http://schemas.microsoft.com/office/drawing/2014/main" id="{560BE233-FA65-E9BC-C55B-5E4EBC8DB46B}"/>
              </a:ext>
            </a:extLst>
          </p:cNvPr>
          <p:cNvSpPr>
            <a:spLocks noGrp="1"/>
          </p:cNvSpPr>
          <p:nvPr>
            <p:ph type="body" sz="quarter" idx="16"/>
          </p:nvPr>
        </p:nvSpPr>
        <p:spPr>
          <a:xfrm>
            <a:off x="8105029" y="2565359"/>
            <a:ext cx="3672000" cy="3527937"/>
          </a:xfrm>
          <a:prstGeom prst="rect">
            <a:avLst/>
          </a:prstGeom>
        </p:spPr>
        <p:txBody>
          <a:bodyPr>
            <a:noAutofit/>
          </a:bodyPr>
          <a:lstStyle>
            <a:lvl1pPr>
              <a:lnSpc>
                <a:spcPct val="100000"/>
              </a:lnSpc>
              <a:spcBef>
                <a:spcPts val="600"/>
              </a:spcBef>
              <a:defRPr sz="1400"/>
            </a:lvl1pPr>
            <a:lvl2pPr>
              <a:lnSpc>
                <a:spcPct val="100000"/>
              </a:lnSpc>
              <a:spcBef>
                <a:spcPts val="600"/>
              </a:spcBef>
              <a:defRPr sz="1400"/>
            </a:lvl2pPr>
            <a:lvl3pPr>
              <a:lnSpc>
                <a:spcPct val="100000"/>
              </a:lnSpc>
              <a:spcBef>
                <a:spcPts val="600"/>
              </a:spcBef>
              <a:defRPr sz="1400"/>
            </a:lvl3pPr>
            <a:lvl4pPr>
              <a:lnSpc>
                <a:spcPct val="100000"/>
              </a:lnSpc>
              <a:spcBef>
                <a:spcPts val="600"/>
              </a:spcBef>
              <a:defRPr sz="1400"/>
            </a:lvl4pPr>
            <a:lvl5pPr>
              <a:lnSpc>
                <a:spcPct val="100000"/>
              </a:lnSpc>
              <a:spcBef>
                <a:spcPts val="60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98642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mpty Whit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04676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Gre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325558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96963528-AA21-5972-C236-27F2D7209CF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078300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ubtitle Content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59579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Empty Grey">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174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Short White">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8040215" y="1122907"/>
            <a:ext cx="4151785"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409221"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23C25D57-CF8D-453D-9648-5B7859B01F04}"/>
              </a:ext>
            </a:extLst>
          </p:cNvPr>
          <p:cNvSpPr>
            <a:spLocks noGrp="1"/>
          </p:cNvSpPr>
          <p:nvPr>
            <p:ph type="body" sz="quarter" idx="17"/>
          </p:nvPr>
        </p:nvSpPr>
        <p:spPr>
          <a:xfrm>
            <a:off x="414971" y="1628800"/>
            <a:ext cx="7409221" cy="4824388"/>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2050C691-8B76-E01C-4EF1-3EB567E0EB3B}"/>
              </a:ext>
            </a:extLst>
          </p:cNvPr>
          <p:cNvSpPr>
            <a:spLocks noGrp="1"/>
          </p:cNvSpPr>
          <p:nvPr>
            <p:ph type="title"/>
          </p:nvPr>
        </p:nvSpPr>
        <p:spPr/>
        <p:txBody>
          <a:bodyPr/>
          <a:lstStyle>
            <a:lvl1pPr>
              <a:lnSpc>
                <a:spcPct val="100000"/>
              </a:lnSpc>
              <a:defRPr/>
            </a:lvl1pPr>
          </a:lstStyle>
          <a:p>
            <a:r>
              <a:rPr lang="en-US"/>
              <a:t>Click to edit Master title style</a:t>
            </a:r>
          </a:p>
        </p:txBody>
      </p:sp>
    </p:spTree>
    <p:extLst>
      <p:ext uri="{BB962C8B-B14F-4D97-AF65-F5344CB8AC3E}">
        <p14:creationId xmlns:p14="http://schemas.microsoft.com/office/powerpoint/2010/main" val="90558531"/>
      </p:ext>
    </p:extLst>
  </p:cSld>
  <p:clrMapOvr>
    <a:masterClrMapping/>
  </p:clrMapOvr>
  <p:extLst>
    <p:ext uri="{DCECCB84-F9BA-43D5-87BE-67443E8EF086}">
      <p15:sldGuideLst xmlns:p15="http://schemas.microsoft.com/office/powerpoint/2012/main">
        <p15:guide id="1" pos="5065">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_Title Only Short White">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8040215" y="1122907"/>
            <a:ext cx="4151785"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2" name="Text Placeholder 7">
            <a:extLst>
              <a:ext uri="{FF2B5EF4-FFF2-40B4-BE49-F238E27FC236}">
                <a16:creationId xmlns:a16="http://schemas.microsoft.com/office/drawing/2014/main" id="{23C25D57-CF8D-453D-9648-5B7859B01F04}"/>
              </a:ext>
            </a:extLst>
          </p:cNvPr>
          <p:cNvSpPr>
            <a:spLocks noGrp="1"/>
          </p:cNvSpPr>
          <p:nvPr>
            <p:ph type="body" sz="quarter" idx="17"/>
          </p:nvPr>
        </p:nvSpPr>
        <p:spPr>
          <a:xfrm>
            <a:off x="414971" y="2852936"/>
            <a:ext cx="7409221" cy="2879526"/>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2050C691-8B76-E01C-4EF1-3EB567E0EB3B}"/>
              </a:ext>
            </a:extLst>
          </p:cNvPr>
          <p:cNvSpPr>
            <a:spLocks noGrp="1"/>
          </p:cNvSpPr>
          <p:nvPr>
            <p:ph type="title"/>
          </p:nvPr>
        </p:nvSpPr>
        <p:spPr>
          <a:xfrm>
            <a:off x="414971" y="1122908"/>
            <a:ext cx="7409221" cy="1369988"/>
          </a:xfrm>
        </p:spPr>
        <p:txBody>
          <a:bodyPr/>
          <a:lstStyle>
            <a:lvl1pPr>
              <a:lnSpc>
                <a:spcPct val="100000"/>
              </a:lnSpc>
              <a:defRPr/>
            </a:lvl1pPr>
          </a:lstStyle>
          <a:p>
            <a:r>
              <a:rPr lang="en-US"/>
              <a:t>Click to edit Master title style</a:t>
            </a:r>
          </a:p>
        </p:txBody>
      </p:sp>
    </p:spTree>
    <p:extLst>
      <p:ext uri="{BB962C8B-B14F-4D97-AF65-F5344CB8AC3E}">
        <p14:creationId xmlns:p14="http://schemas.microsoft.com/office/powerpoint/2010/main" val="488950531"/>
      </p:ext>
    </p:extLst>
  </p:cSld>
  <p:clrMapOvr>
    <a:masterClrMapping/>
  </p:clrMapOvr>
  <p:extLst>
    <p:ext uri="{DCECCB84-F9BA-43D5-87BE-67443E8EF086}">
      <p15:sldGuideLst xmlns:p15="http://schemas.microsoft.com/office/powerpoint/2012/main">
        <p15:guide id="1" pos="5065">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Title Only Short White">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6000" y="1122907"/>
            <a:ext cx="6096001"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8F1655B6-7DE6-4895-863F-EF917B2F07E5}"/>
              </a:ext>
            </a:extLst>
          </p:cNvPr>
          <p:cNvSpPr>
            <a:spLocks noGrp="1"/>
          </p:cNvSpPr>
          <p:nvPr>
            <p:ph type="body" sz="quarter" idx="17"/>
          </p:nvPr>
        </p:nvSpPr>
        <p:spPr>
          <a:xfrm>
            <a:off x="414971" y="1628775"/>
            <a:ext cx="5545137" cy="4824413"/>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80C572A4-9113-ABE4-A840-37A9AAC56C9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1161669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_Title Only Short White">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B58C20F-AA44-45A0-8BD7-3F72A12E08AD}"/>
              </a:ext>
            </a:extLst>
          </p:cNvPr>
          <p:cNvSpPr/>
          <p:nvPr userDrawn="1"/>
        </p:nvSpPr>
        <p:spPr>
          <a:xfrm>
            <a:off x="0" y="0"/>
            <a:ext cx="407366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9">
            <a:extLst>
              <a:ext uri="{FF2B5EF4-FFF2-40B4-BE49-F238E27FC236}">
                <a16:creationId xmlns:a16="http://schemas.microsoft.com/office/drawing/2014/main" id="{8003CB7C-5AB2-4487-B779-DFE57F79C583}"/>
              </a:ext>
            </a:extLst>
          </p:cNvPr>
          <p:cNvSpPr>
            <a:spLocks noGrp="1"/>
          </p:cNvSpPr>
          <p:nvPr>
            <p:ph type="body" sz="quarter" idx="16" hasCustomPrompt="1"/>
          </p:nvPr>
        </p:nvSpPr>
        <p:spPr>
          <a:xfrm>
            <a:off x="4444744" y="1125538"/>
            <a:ext cx="69840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6">
            <a:extLst>
              <a:ext uri="{FF2B5EF4-FFF2-40B4-BE49-F238E27FC236}">
                <a16:creationId xmlns:a16="http://schemas.microsoft.com/office/drawing/2014/main" id="{9219CA61-951E-46A4-A7C6-8A4C09FDC629}"/>
              </a:ext>
            </a:extLst>
          </p:cNvPr>
          <p:cNvSpPr>
            <a:spLocks noGrp="1"/>
          </p:cNvSpPr>
          <p:nvPr>
            <p:ph type="body" sz="quarter" idx="18"/>
          </p:nvPr>
        </p:nvSpPr>
        <p:spPr>
          <a:xfrm>
            <a:off x="4445407" y="1628774"/>
            <a:ext cx="6962544" cy="4824413"/>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0" y="0"/>
            <a:ext cx="4223792"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A0A52824-0DEF-7B5E-1D4F-BCBC062D66ED}"/>
              </a:ext>
            </a:extLst>
          </p:cNvPr>
          <p:cNvSpPr>
            <a:spLocks noGrp="1"/>
          </p:cNvSpPr>
          <p:nvPr>
            <p:ph type="title"/>
          </p:nvPr>
        </p:nvSpPr>
        <p:spPr>
          <a:xfrm>
            <a:off x="4439384" y="260350"/>
            <a:ext cx="6984000" cy="792163"/>
          </a:xfrm>
        </p:spPr>
        <p:txBody>
          <a:bodyPr/>
          <a:lstStyle/>
          <a:p>
            <a:r>
              <a:rPr lang="en-US"/>
              <a:t>Click to edit Master title style</a:t>
            </a:r>
          </a:p>
        </p:txBody>
      </p:sp>
    </p:spTree>
    <p:extLst>
      <p:ext uri="{BB962C8B-B14F-4D97-AF65-F5344CB8AC3E}">
        <p14:creationId xmlns:p14="http://schemas.microsoft.com/office/powerpoint/2010/main" val="4046541304"/>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4_Title Only Short White">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8930BD6-6C9D-490A-BF02-403245ED990A}"/>
              </a:ext>
            </a:extLst>
          </p:cNvPr>
          <p:cNvSpPr/>
          <p:nvPr userDrawn="1"/>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9">
            <a:extLst>
              <a:ext uri="{FF2B5EF4-FFF2-40B4-BE49-F238E27FC236}">
                <a16:creationId xmlns:a16="http://schemas.microsoft.com/office/drawing/2014/main" id="{7895A1A3-A6AA-456A-98DD-23651F1D1DBB}"/>
              </a:ext>
            </a:extLst>
          </p:cNvPr>
          <p:cNvSpPr>
            <a:spLocks noGrp="1"/>
          </p:cNvSpPr>
          <p:nvPr>
            <p:ph type="body" sz="quarter" idx="15" hasCustomPrompt="1"/>
          </p:nvPr>
        </p:nvSpPr>
        <p:spPr>
          <a:xfrm>
            <a:off x="6384032" y="1125538"/>
            <a:ext cx="5063967"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3F2C12DC-68D5-4DF5-891E-DAEB8A4AB654}"/>
              </a:ext>
            </a:extLst>
          </p:cNvPr>
          <p:cNvSpPr>
            <a:spLocks noGrp="1"/>
          </p:cNvSpPr>
          <p:nvPr>
            <p:ph type="body" sz="quarter" idx="17"/>
          </p:nvPr>
        </p:nvSpPr>
        <p:spPr>
          <a:xfrm>
            <a:off x="6384032" y="1627200"/>
            <a:ext cx="5063967" cy="4825988"/>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4A7337B1-E3AC-A7E5-7836-78F324F9FFAF}"/>
              </a:ext>
            </a:extLst>
          </p:cNvPr>
          <p:cNvSpPr>
            <a:spLocks noGrp="1"/>
          </p:cNvSpPr>
          <p:nvPr>
            <p:ph type="title"/>
          </p:nvPr>
        </p:nvSpPr>
        <p:spPr>
          <a:xfrm>
            <a:off x="6359417" y="260350"/>
            <a:ext cx="5063967" cy="792163"/>
          </a:xfrm>
        </p:spPr>
        <p:txBody>
          <a:bodyPr/>
          <a:lstStyle/>
          <a:p>
            <a:r>
              <a:rPr lang="en-US"/>
              <a:t>Click to edit Master title style</a:t>
            </a:r>
          </a:p>
        </p:txBody>
      </p:sp>
    </p:spTree>
    <p:extLst>
      <p:ext uri="{BB962C8B-B14F-4D97-AF65-F5344CB8AC3E}">
        <p14:creationId xmlns:p14="http://schemas.microsoft.com/office/powerpoint/2010/main" val="11294459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tle Subtitle Dark Blue">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grpSp>
        <p:nvGrpSpPr>
          <p:cNvPr id="2" name="Group 37">
            <a:extLst>
              <a:ext uri="{FF2B5EF4-FFF2-40B4-BE49-F238E27FC236}">
                <a16:creationId xmlns:a16="http://schemas.microsoft.com/office/drawing/2014/main" id="{249954CA-1B4C-479D-8956-C152CD1D4255}"/>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86845868-3C42-0B91-A56D-1739F1EE5238}"/>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 name="Freeform 321">
              <a:extLst>
                <a:ext uri="{FF2B5EF4-FFF2-40B4-BE49-F238E27FC236}">
                  <a16:creationId xmlns:a16="http://schemas.microsoft.com/office/drawing/2014/main" id="{F5D1D048-6CFA-0DCF-5953-84431BE6754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3" name="Title 2">
            <a:extLst>
              <a:ext uri="{FF2B5EF4-FFF2-40B4-BE49-F238E27FC236}">
                <a16:creationId xmlns:a16="http://schemas.microsoft.com/office/drawing/2014/main" id="{EE7D5AB5-F4DB-ECDA-A390-D44890647604}"/>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99534259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ubtitle Dark Blue">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5166E472-7F03-4595-8219-0CA22510C30A}"/>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grpSp>
        <p:nvGrpSpPr>
          <p:cNvPr id="2" name="Group 37">
            <a:extLst>
              <a:ext uri="{FF2B5EF4-FFF2-40B4-BE49-F238E27FC236}">
                <a16:creationId xmlns:a16="http://schemas.microsoft.com/office/drawing/2014/main" id="{249954CA-1B4C-479D-8956-C152CD1D4255}"/>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86845868-3C42-0B91-A56D-1739F1EE5238}"/>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 name="Freeform 321">
              <a:extLst>
                <a:ext uri="{FF2B5EF4-FFF2-40B4-BE49-F238E27FC236}">
                  <a16:creationId xmlns:a16="http://schemas.microsoft.com/office/drawing/2014/main" id="{F5D1D048-6CFA-0DCF-5953-84431BE6754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3" name="Title 2">
            <a:extLst>
              <a:ext uri="{FF2B5EF4-FFF2-40B4-BE49-F238E27FC236}">
                <a16:creationId xmlns:a16="http://schemas.microsoft.com/office/drawing/2014/main" id="{EE7D5AB5-F4DB-ECDA-A390-D44890647604}"/>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4333744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ubtitle Blue">
    <p:bg>
      <p:bgPr>
        <a:solidFill>
          <a:schemeClr val="accent1"/>
        </a:solidFill>
        <a:effectLst/>
      </p:bgPr>
    </p:bg>
    <p:spTree>
      <p:nvGrpSpPr>
        <p:cNvPr id="1" name=""/>
        <p:cNvGrpSpPr/>
        <p:nvPr/>
      </p:nvGrpSpPr>
      <p:grpSpPr>
        <a:xfrm>
          <a:off x="0" y="0"/>
          <a:ext cx="0" cy="0"/>
          <a:chOff x="0" y="0"/>
          <a:chExt cx="0" cy="0"/>
        </a:xfrm>
      </p:grpSpPr>
      <p:grpSp>
        <p:nvGrpSpPr>
          <p:cNvPr id="8" name="Group 37">
            <a:extLst>
              <a:ext uri="{FF2B5EF4-FFF2-40B4-BE49-F238E27FC236}">
                <a16:creationId xmlns:a16="http://schemas.microsoft.com/office/drawing/2014/main" id="{8045CCAE-BD2B-495D-9881-0F2682E7F5DC}"/>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321">
              <a:extLst>
                <a:ext uri="{FF2B5EF4-FFF2-40B4-BE49-F238E27FC236}">
                  <a16:creationId xmlns:a16="http://schemas.microsoft.com/office/drawing/2014/main" id="{DF832F2C-D3A7-4DE5-96EA-08ADD488B23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12" name="Text Placeholder 9">
            <a:extLst>
              <a:ext uri="{FF2B5EF4-FFF2-40B4-BE49-F238E27FC236}">
                <a16:creationId xmlns:a16="http://schemas.microsoft.com/office/drawing/2014/main" id="{5F942043-0ED4-4362-8DCB-F241572195DD}"/>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8BF4754F-A565-D595-AC8C-9F0E9407F8F2}"/>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51139357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Subtitle Content Grey">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grpSp>
        <p:nvGrpSpPr>
          <p:cNvPr id="3" name="Group 37">
            <a:extLst>
              <a:ext uri="{FF2B5EF4-FFF2-40B4-BE49-F238E27FC236}">
                <a16:creationId xmlns:a16="http://schemas.microsoft.com/office/drawing/2014/main" id="{B0C581DC-AC70-A4F0-51CB-1FA6B08A37BE}"/>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63F60F5E-5D27-779B-6E8E-C919398219A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 name="Freeform 321">
              <a:extLst>
                <a:ext uri="{FF2B5EF4-FFF2-40B4-BE49-F238E27FC236}">
                  <a16:creationId xmlns:a16="http://schemas.microsoft.com/office/drawing/2014/main" id="{A979E7CA-B1A9-8298-494D-03780A9E57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2795501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itle Only Short Dark">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7D3C6BC6-663C-C133-76CE-9BAB02DAEDB3}"/>
              </a:ext>
            </a:extLst>
          </p:cNvPr>
          <p:cNvSpPr>
            <a:spLocks noGrp="1"/>
          </p:cNvSpPr>
          <p:nvPr>
            <p:ph type="pic" sz="quarter" idx="18" hasCustomPrompt="1"/>
          </p:nvPr>
        </p:nvSpPr>
        <p:spPr>
          <a:xfrm>
            <a:off x="7967663" y="1122907"/>
            <a:ext cx="4224338"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bg1"/>
                </a:solidFill>
              </a:defRPr>
            </a:lvl1pPr>
          </a:lstStyle>
          <a:p>
            <a:r>
              <a:rPr lang="de-DE"/>
              <a:t>Insert Picture and send </a:t>
            </a:r>
            <a:r>
              <a:rPr lang="de-DE" err="1"/>
              <a:t>to</a:t>
            </a:r>
            <a:r>
              <a:rPr lang="de-DE"/>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337213"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F13880FA-A20C-4104-8D48-DC99C13D0B89}"/>
              </a:ext>
            </a:extLst>
          </p:cNvPr>
          <p:cNvSpPr>
            <a:spLocks noGrp="1"/>
          </p:cNvSpPr>
          <p:nvPr>
            <p:ph type="body" sz="quarter" idx="17"/>
          </p:nvPr>
        </p:nvSpPr>
        <p:spPr>
          <a:xfrm>
            <a:off x="414971" y="1628800"/>
            <a:ext cx="7337213" cy="4824388"/>
          </a:xfrm>
          <a:prstGeom prst="rect">
            <a:avLst/>
          </a:prstGeom>
        </p:spPr>
        <p:txBody>
          <a:bodyPr rIns="216000">
            <a:noAutofit/>
          </a:bodyPr>
          <a:lstStyle>
            <a:lvl1pPr>
              <a:defRPr sz="1400">
                <a:solidFill>
                  <a:schemeClr val="bg1"/>
                </a:solidFill>
              </a:defRPr>
            </a:lvl1pPr>
            <a:lvl2pPr>
              <a:buClrTx/>
              <a:defRPr sz="1400">
                <a:solidFill>
                  <a:schemeClr val="bg1"/>
                </a:solidFill>
              </a:defRPr>
            </a:lvl2pPr>
            <a:lvl3pPr>
              <a:buClrTx/>
              <a:defRPr sz="1400">
                <a:solidFill>
                  <a:schemeClr val="bg1"/>
                </a:solidFill>
              </a:defRPr>
            </a:lvl3pPr>
            <a:lvl4pPr>
              <a:buClrTx/>
              <a:defRPr sz="1200">
                <a:solidFill>
                  <a:schemeClr val="bg1"/>
                </a:solidFill>
              </a:defRPr>
            </a:lvl4pPr>
            <a:lvl5pPr>
              <a:buClrTx/>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FC5D9B30-9A2C-505E-36D0-05AF0DBAAC3C}"/>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grpSp>
        <p:nvGrpSpPr>
          <p:cNvPr id="4" name="Group 37">
            <a:extLst>
              <a:ext uri="{FF2B5EF4-FFF2-40B4-BE49-F238E27FC236}">
                <a16:creationId xmlns:a16="http://schemas.microsoft.com/office/drawing/2014/main" id="{9B4384E0-E70E-1D2F-00F4-6E8113E6115B}"/>
              </a:ext>
            </a:extLst>
          </p:cNvPr>
          <p:cNvGrpSpPr/>
          <p:nvPr userDrawn="1"/>
        </p:nvGrpSpPr>
        <p:grpSpPr>
          <a:xfrm>
            <a:off x="11501102" y="171573"/>
            <a:ext cx="419436" cy="388087"/>
            <a:chOff x="5481638" y="2859088"/>
            <a:chExt cx="1231900" cy="1139825"/>
          </a:xfrm>
          <a:solidFill>
            <a:schemeClr val="bg1"/>
          </a:solidFill>
        </p:grpSpPr>
        <p:sp>
          <p:nvSpPr>
            <p:cNvPr id="5" name="Freeform 320">
              <a:extLst>
                <a:ext uri="{FF2B5EF4-FFF2-40B4-BE49-F238E27FC236}">
                  <a16:creationId xmlns:a16="http://schemas.microsoft.com/office/drawing/2014/main" id="{DEADA429-607C-23EB-6562-F893EB6AB13A}"/>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 name="Freeform 321">
              <a:extLst>
                <a:ext uri="{FF2B5EF4-FFF2-40B4-BE49-F238E27FC236}">
                  <a16:creationId xmlns:a16="http://schemas.microsoft.com/office/drawing/2014/main" id="{FE473CBE-1F40-1799-0531-AC4BB82893E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211668755"/>
      </p:ext>
    </p:extLst>
  </p:cSld>
  <p:clrMapOvr>
    <a:masterClrMapping/>
  </p:clrMapOvr>
  <p:extLst>
    <p:ext uri="{DCECCB84-F9BA-43D5-87BE-67443E8EF086}">
      <p15:sldGuideLst xmlns:p15="http://schemas.microsoft.com/office/powerpoint/2012/main">
        <p15:guide id="1" pos="5019">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Title Only Short Dark">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D947A8D9-3FE6-9441-652F-400363E70669}"/>
              </a:ext>
            </a:extLst>
          </p:cNvPr>
          <p:cNvSpPr>
            <a:spLocks noGrp="1"/>
          </p:cNvSpPr>
          <p:nvPr>
            <p:ph type="pic" sz="quarter" idx="18" hasCustomPrompt="1"/>
          </p:nvPr>
        </p:nvSpPr>
        <p:spPr>
          <a:xfrm>
            <a:off x="6096001" y="1122907"/>
            <a:ext cx="6096000"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33B64D18-C45E-440C-9C66-6F1DDAC0172E}"/>
              </a:ext>
            </a:extLst>
          </p:cNvPr>
          <p:cNvSpPr>
            <a:spLocks noGrp="1"/>
          </p:cNvSpPr>
          <p:nvPr>
            <p:ph type="body" sz="quarter" idx="17"/>
          </p:nvPr>
        </p:nvSpPr>
        <p:spPr>
          <a:xfrm>
            <a:off x="414971" y="1627200"/>
            <a:ext cx="5545137" cy="4825988"/>
          </a:xfrm>
          <a:prstGeom prst="rect">
            <a:avLst/>
          </a:prstGeom>
        </p:spPr>
        <p:txBody>
          <a:bodyPr vert="horz" lIns="0" tIns="0" rIns="21600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D325044F-30C6-C6D9-84C0-2B925714F572}"/>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grpSp>
        <p:nvGrpSpPr>
          <p:cNvPr id="4" name="Group 37">
            <a:extLst>
              <a:ext uri="{FF2B5EF4-FFF2-40B4-BE49-F238E27FC236}">
                <a16:creationId xmlns:a16="http://schemas.microsoft.com/office/drawing/2014/main" id="{7A334606-8EE3-365F-25B8-44D290069C7A}"/>
              </a:ext>
            </a:extLst>
          </p:cNvPr>
          <p:cNvGrpSpPr/>
          <p:nvPr userDrawn="1"/>
        </p:nvGrpSpPr>
        <p:grpSpPr>
          <a:xfrm>
            <a:off x="11501102" y="171573"/>
            <a:ext cx="419436" cy="388087"/>
            <a:chOff x="5481638" y="2859088"/>
            <a:chExt cx="1231900" cy="1139825"/>
          </a:xfrm>
          <a:solidFill>
            <a:schemeClr val="bg1"/>
          </a:solidFill>
        </p:grpSpPr>
        <p:sp>
          <p:nvSpPr>
            <p:cNvPr id="5" name="Freeform 320">
              <a:extLst>
                <a:ext uri="{FF2B5EF4-FFF2-40B4-BE49-F238E27FC236}">
                  <a16:creationId xmlns:a16="http://schemas.microsoft.com/office/drawing/2014/main" id="{9327B499-75BC-B2BA-955E-89BC1B5BA087}"/>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 name="Freeform 321">
              <a:extLst>
                <a:ext uri="{FF2B5EF4-FFF2-40B4-BE49-F238E27FC236}">
                  <a16:creationId xmlns:a16="http://schemas.microsoft.com/office/drawing/2014/main" id="{830903CF-8165-AFC6-912A-B0D50B5352C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436841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_Title Only Short Dark">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1" y="0"/>
            <a:ext cx="4208053"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hasCustomPrompt="1"/>
          </p:nvPr>
        </p:nvSpPr>
        <p:spPr>
          <a:xfrm>
            <a:off x="4444744" y="1126800"/>
            <a:ext cx="6962544"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p:nvPr>
        </p:nvSpPr>
        <p:spPr>
          <a:xfrm>
            <a:off x="4445407" y="1627200"/>
            <a:ext cx="6962544"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4" name="Groupe 1">
            <a:extLst>
              <a:ext uri="{FF2B5EF4-FFF2-40B4-BE49-F238E27FC236}">
                <a16:creationId xmlns:a16="http://schemas.microsoft.com/office/drawing/2014/main" id="{DFFA4EA6-56A9-4F86-ABC0-8D91183AD408}"/>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 name="Title 1">
            <a:extLst>
              <a:ext uri="{FF2B5EF4-FFF2-40B4-BE49-F238E27FC236}">
                <a16:creationId xmlns:a16="http://schemas.microsoft.com/office/drawing/2014/main" id="{63D8BFFB-83BD-8B73-4F5E-285DBB5281A2}"/>
              </a:ext>
            </a:extLst>
          </p:cNvPr>
          <p:cNvSpPr>
            <a:spLocks noGrp="1"/>
          </p:cNvSpPr>
          <p:nvPr>
            <p:ph type="title"/>
          </p:nvPr>
        </p:nvSpPr>
        <p:spPr>
          <a:xfrm>
            <a:off x="4444744" y="260350"/>
            <a:ext cx="6978640" cy="792163"/>
          </a:xfrm>
        </p:spPr>
        <p:txBody>
          <a:bodyPr/>
          <a:lstStyle>
            <a:lvl1pPr>
              <a:defRPr>
                <a:solidFill>
                  <a:schemeClr val="bg1"/>
                </a:solidFill>
              </a:defRPr>
            </a:lvl1pPr>
          </a:lstStyle>
          <a:p>
            <a:r>
              <a:rPr lang="en-US"/>
              <a:t>Click to edit Master title style</a:t>
            </a:r>
          </a:p>
        </p:txBody>
      </p:sp>
      <p:grpSp>
        <p:nvGrpSpPr>
          <p:cNvPr id="3" name="Group 37">
            <a:extLst>
              <a:ext uri="{FF2B5EF4-FFF2-40B4-BE49-F238E27FC236}">
                <a16:creationId xmlns:a16="http://schemas.microsoft.com/office/drawing/2014/main" id="{F75C5998-60B8-E90F-ABC5-B2B44AE3671E}"/>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7AA8B914-E494-3BE7-D1C9-625A618D7BB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 name="Freeform 321">
              <a:extLst>
                <a:ext uri="{FF2B5EF4-FFF2-40B4-BE49-F238E27FC236}">
                  <a16:creationId xmlns:a16="http://schemas.microsoft.com/office/drawing/2014/main" id="{F8C9E80B-66E6-FE75-51F4-FE53C769FD6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305235748"/>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4_Title Only Short Dark">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8A4E47E-A55F-4490-AD19-D9A415AA57C5}"/>
              </a:ext>
            </a:extLst>
          </p:cNvPr>
          <p:cNvSpPr>
            <a:spLocks noGrp="1"/>
          </p:cNvSpPr>
          <p:nvPr>
            <p:ph type="pic" sz="quarter" idx="19"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B7C70459-DE10-4F5D-80E6-BAD5BA66267C}"/>
              </a:ext>
            </a:extLst>
          </p:cNvPr>
          <p:cNvSpPr>
            <a:spLocks noGrp="1"/>
          </p:cNvSpPr>
          <p:nvPr>
            <p:ph type="body" sz="quarter" idx="16" hasCustomPrompt="1"/>
          </p:nvPr>
        </p:nvSpPr>
        <p:spPr>
          <a:xfrm>
            <a:off x="6384032" y="1125538"/>
            <a:ext cx="5047879"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1" name="Title 4">
            <a:extLst>
              <a:ext uri="{FF2B5EF4-FFF2-40B4-BE49-F238E27FC236}">
                <a16:creationId xmlns:a16="http://schemas.microsoft.com/office/drawing/2014/main" id="{CC59ACB0-A839-47A7-AC17-01C5AED88934}"/>
              </a:ext>
            </a:extLst>
          </p:cNvPr>
          <p:cNvSpPr>
            <a:spLocks noGrp="1"/>
          </p:cNvSpPr>
          <p:nvPr>
            <p:ph type="title"/>
          </p:nvPr>
        </p:nvSpPr>
        <p:spPr>
          <a:xfrm>
            <a:off x="6384032" y="6907"/>
            <a:ext cx="5047879" cy="1127300"/>
          </a:xfrm>
        </p:spPr>
        <p:txBody>
          <a:bodyPr/>
          <a:lstStyle>
            <a:lvl1pPr>
              <a:defRPr>
                <a:solidFill>
                  <a:schemeClr val="bg1"/>
                </a:solidFill>
              </a:defRPr>
            </a:lvl1pPr>
          </a:lstStyle>
          <a:p>
            <a:r>
              <a:rPr lang="en-US"/>
              <a:t>Click to edit Master title style</a:t>
            </a:r>
            <a:endParaRPr lang="de-DE"/>
          </a:p>
        </p:txBody>
      </p:sp>
      <p:sp>
        <p:nvSpPr>
          <p:cNvPr id="19" name="Text Placeholder 6">
            <a:extLst>
              <a:ext uri="{FF2B5EF4-FFF2-40B4-BE49-F238E27FC236}">
                <a16:creationId xmlns:a16="http://schemas.microsoft.com/office/drawing/2014/main" id="{A8B886D2-95CB-49D8-B7AE-68DA209E76FA}"/>
              </a:ext>
            </a:extLst>
          </p:cNvPr>
          <p:cNvSpPr>
            <a:spLocks noGrp="1"/>
          </p:cNvSpPr>
          <p:nvPr>
            <p:ph type="body" sz="quarter" idx="18"/>
          </p:nvPr>
        </p:nvSpPr>
        <p:spPr>
          <a:xfrm>
            <a:off x="6384032" y="1627200"/>
            <a:ext cx="5047879"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6" name="Groupe 1">
            <a:extLst>
              <a:ext uri="{FF2B5EF4-FFF2-40B4-BE49-F238E27FC236}">
                <a16:creationId xmlns:a16="http://schemas.microsoft.com/office/drawing/2014/main" id="{E0AE299F-7351-4397-AACC-823584420C74}"/>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2EAF937C-9725-44A1-BB6F-11B4974BADA6}"/>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4">
              <a:extLst>
                <a:ext uri="{FF2B5EF4-FFF2-40B4-BE49-F238E27FC236}">
                  <a16:creationId xmlns:a16="http://schemas.microsoft.com/office/drawing/2014/main" id="{0B23023F-6948-45C1-A879-0B093E949B0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grpSp>
        <p:nvGrpSpPr>
          <p:cNvPr id="2" name="Group 37">
            <a:extLst>
              <a:ext uri="{FF2B5EF4-FFF2-40B4-BE49-F238E27FC236}">
                <a16:creationId xmlns:a16="http://schemas.microsoft.com/office/drawing/2014/main" id="{7A1A8CC8-8DC5-C9DB-BF05-A632200BAA79}"/>
              </a:ext>
            </a:extLst>
          </p:cNvPr>
          <p:cNvGrpSpPr/>
          <p:nvPr userDrawn="1"/>
        </p:nvGrpSpPr>
        <p:grpSpPr>
          <a:xfrm>
            <a:off x="11501102" y="171573"/>
            <a:ext cx="419436" cy="388087"/>
            <a:chOff x="5481638" y="2859088"/>
            <a:chExt cx="1231900" cy="1139825"/>
          </a:xfrm>
          <a:solidFill>
            <a:schemeClr val="bg1"/>
          </a:solidFill>
        </p:grpSpPr>
        <p:sp>
          <p:nvSpPr>
            <p:cNvPr id="3" name="Freeform 320">
              <a:extLst>
                <a:ext uri="{FF2B5EF4-FFF2-40B4-BE49-F238E27FC236}">
                  <a16:creationId xmlns:a16="http://schemas.microsoft.com/office/drawing/2014/main" id="{9FD445ED-7589-8F2E-2555-68F99651CF5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 name="Freeform 321">
              <a:extLst>
                <a:ext uri="{FF2B5EF4-FFF2-40B4-BE49-F238E27FC236}">
                  <a16:creationId xmlns:a16="http://schemas.microsoft.com/office/drawing/2014/main" id="{D611104C-45C2-A6EE-6C88-7B5A09068B1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26673638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Disposition personnalisée">
    <p:bg>
      <p:bgPr>
        <a:gradFill flip="none" rotWithShape="1">
          <a:gsLst>
            <a:gs pos="0">
              <a:schemeClr val="accent4"/>
            </a:gs>
            <a:gs pos="100000">
              <a:schemeClr val="accent1"/>
            </a:gs>
          </a:gsLst>
          <a:lin ang="18900000" scaled="1"/>
          <a:tileRect/>
        </a:gradFill>
        <a:effectLst/>
      </p:bgPr>
    </p:bg>
    <p:spTree>
      <p:nvGrpSpPr>
        <p:cNvPr id="1" name=""/>
        <p:cNvGrpSpPr/>
        <p:nvPr/>
      </p:nvGrpSpPr>
      <p:grpSpPr>
        <a:xfrm>
          <a:off x="0" y="0"/>
          <a:ext cx="0" cy="0"/>
          <a:chOff x="0" y="0"/>
          <a:chExt cx="0" cy="0"/>
        </a:xfrm>
      </p:grpSpPr>
      <p:grpSp>
        <p:nvGrpSpPr>
          <p:cNvPr id="3" name="Group 37">
            <a:extLst>
              <a:ext uri="{FF2B5EF4-FFF2-40B4-BE49-F238E27FC236}">
                <a16:creationId xmlns:a16="http://schemas.microsoft.com/office/drawing/2014/main" id="{1061E678-75D4-A1A0-2B62-B9EE7897ADC9}"/>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968249B3-6CEA-36AB-82F2-AC791AB4541D}"/>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 name="Freeform 321">
              <a:extLst>
                <a:ext uri="{FF2B5EF4-FFF2-40B4-BE49-F238E27FC236}">
                  <a16:creationId xmlns:a16="http://schemas.microsoft.com/office/drawing/2014/main" id="{6CA36F11-D251-B9D9-4C20-84C34AAE71C9}"/>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56617424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itle Only Grey">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44203222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Subtitle Dark Grey">
    <p:bg>
      <p:bgPr>
        <a:solidFill>
          <a:schemeClr val="accent4"/>
        </a:soli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3D771E05-0646-A062-8DD0-B00651AE6E76}"/>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65147667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Title Subtitle Content Grey">
    <p:bg>
      <p:bgPr>
        <a:solidFill>
          <a:schemeClr val="accent4"/>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07158849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_Title Only Short Dark">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7D3C6BC6-663C-C133-76CE-9BAB02DAEDB3}"/>
              </a:ext>
            </a:extLst>
          </p:cNvPr>
          <p:cNvSpPr>
            <a:spLocks noGrp="1"/>
          </p:cNvSpPr>
          <p:nvPr>
            <p:ph type="pic" sz="quarter" idx="18" hasCustomPrompt="1"/>
          </p:nvPr>
        </p:nvSpPr>
        <p:spPr>
          <a:xfrm>
            <a:off x="7967663" y="1122907"/>
            <a:ext cx="4224338"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bg1"/>
                </a:solidFill>
              </a:defRPr>
            </a:lvl1pPr>
          </a:lstStyle>
          <a:p>
            <a:r>
              <a:rPr lang="de-DE"/>
              <a:t>Insert Picture and send </a:t>
            </a:r>
            <a:r>
              <a:rPr lang="de-DE" err="1"/>
              <a:t>to</a:t>
            </a:r>
            <a:r>
              <a:rPr lang="de-DE"/>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337213"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F13880FA-A20C-4104-8D48-DC99C13D0B89}"/>
              </a:ext>
            </a:extLst>
          </p:cNvPr>
          <p:cNvSpPr>
            <a:spLocks noGrp="1"/>
          </p:cNvSpPr>
          <p:nvPr>
            <p:ph type="body" sz="quarter" idx="17"/>
          </p:nvPr>
        </p:nvSpPr>
        <p:spPr>
          <a:xfrm>
            <a:off x="414971" y="1628800"/>
            <a:ext cx="7337213" cy="4824388"/>
          </a:xfrm>
          <a:prstGeom prst="rect">
            <a:avLst/>
          </a:prstGeom>
        </p:spPr>
        <p:txBody>
          <a:bodyPr rIns="216000">
            <a:noAutofit/>
          </a:bodyPr>
          <a:lstStyle>
            <a:lvl1pPr>
              <a:defRPr sz="1400">
                <a:solidFill>
                  <a:schemeClr val="bg1"/>
                </a:solidFill>
              </a:defRPr>
            </a:lvl1pPr>
            <a:lvl2pPr>
              <a:buClrTx/>
              <a:defRPr sz="1400">
                <a:solidFill>
                  <a:schemeClr val="bg1"/>
                </a:solidFill>
              </a:defRPr>
            </a:lvl2pPr>
            <a:lvl3pPr>
              <a:buClrTx/>
              <a:defRPr sz="1400">
                <a:solidFill>
                  <a:schemeClr val="bg1"/>
                </a:solidFill>
              </a:defRPr>
            </a:lvl3pPr>
            <a:lvl4pPr>
              <a:buClrTx/>
              <a:defRPr sz="1200">
                <a:solidFill>
                  <a:schemeClr val="bg1"/>
                </a:solidFill>
              </a:defRPr>
            </a:lvl4pPr>
            <a:lvl5pPr>
              <a:buClrTx/>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FC5D9B30-9A2C-505E-36D0-05AF0DBAAC3C}"/>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555145853"/>
      </p:ext>
    </p:extLst>
  </p:cSld>
  <p:clrMapOvr>
    <a:masterClrMapping/>
  </p:clrMapOvr>
  <p:extLst>
    <p:ext uri="{DCECCB84-F9BA-43D5-87BE-67443E8EF086}">
      <p15:sldGuideLst xmlns:p15="http://schemas.microsoft.com/office/powerpoint/2012/main">
        <p15:guide id="1" pos="5019">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6_Title Only Short Dark">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D947A8D9-3FE6-9441-652F-400363E70669}"/>
              </a:ext>
            </a:extLst>
          </p:cNvPr>
          <p:cNvSpPr>
            <a:spLocks noGrp="1"/>
          </p:cNvSpPr>
          <p:nvPr>
            <p:ph type="pic" sz="quarter" idx="18" hasCustomPrompt="1"/>
          </p:nvPr>
        </p:nvSpPr>
        <p:spPr>
          <a:xfrm>
            <a:off x="6096001" y="1122907"/>
            <a:ext cx="6096000"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33B64D18-C45E-440C-9C66-6F1DDAC0172E}"/>
              </a:ext>
            </a:extLst>
          </p:cNvPr>
          <p:cNvSpPr>
            <a:spLocks noGrp="1"/>
          </p:cNvSpPr>
          <p:nvPr>
            <p:ph type="body" sz="quarter" idx="17"/>
          </p:nvPr>
        </p:nvSpPr>
        <p:spPr>
          <a:xfrm>
            <a:off x="414971" y="1627200"/>
            <a:ext cx="5545137" cy="4825988"/>
          </a:xfrm>
          <a:prstGeom prst="rect">
            <a:avLst/>
          </a:prstGeom>
        </p:spPr>
        <p:txBody>
          <a:bodyPr vert="horz" lIns="0" tIns="0" rIns="21600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D325044F-30C6-C6D9-84C0-2B925714F572}"/>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91553860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7_Title Only Short Dark">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1" y="0"/>
            <a:ext cx="4208053"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hasCustomPrompt="1"/>
          </p:nvPr>
        </p:nvSpPr>
        <p:spPr>
          <a:xfrm>
            <a:off x="4444744" y="1126800"/>
            <a:ext cx="6962544"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p:nvPr>
        </p:nvSpPr>
        <p:spPr>
          <a:xfrm>
            <a:off x="4445407" y="1627200"/>
            <a:ext cx="6962544"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4" name="Groupe 1">
            <a:extLst>
              <a:ext uri="{FF2B5EF4-FFF2-40B4-BE49-F238E27FC236}">
                <a16:creationId xmlns:a16="http://schemas.microsoft.com/office/drawing/2014/main" id="{DFFA4EA6-56A9-4F86-ABC0-8D91183AD408}"/>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 name="Title 1">
            <a:extLst>
              <a:ext uri="{FF2B5EF4-FFF2-40B4-BE49-F238E27FC236}">
                <a16:creationId xmlns:a16="http://schemas.microsoft.com/office/drawing/2014/main" id="{63D8BFFB-83BD-8B73-4F5E-285DBB5281A2}"/>
              </a:ext>
            </a:extLst>
          </p:cNvPr>
          <p:cNvSpPr>
            <a:spLocks noGrp="1"/>
          </p:cNvSpPr>
          <p:nvPr>
            <p:ph type="title"/>
          </p:nvPr>
        </p:nvSpPr>
        <p:spPr>
          <a:xfrm>
            <a:off x="4444744" y="260350"/>
            <a:ext cx="6978640" cy="792163"/>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265699042"/>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8_Title Only Short Dark">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8A4E47E-A55F-4490-AD19-D9A415AA57C5}"/>
              </a:ext>
            </a:extLst>
          </p:cNvPr>
          <p:cNvSpPr>
            <a:spLocks noGrp="1"/>
          </p:cNvSpPr>
          <p:nvPr>
            <p:ph type="pic" sz="quarter" idx="19"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B7C70459-DE10-4F5D-80E6-BAD5BA66267C}"/>
              </a:ext>
            </a:extLst>
          </p:cNvPr>
          <p:cNvSpPr>
            <a:spLocks noGrp="1"/>
          </p:cNvSpPr>
          <p:nvPr>
            <p:ph type="body" sz="quarter" idx="16" hasCustomPrompt="1"/>
          </p:nvPr>
        </p:nvSpPr>
        <p:spPr>
          <a:xfrm>
            <a:off x="6384032" y="1125538"/>
            <a:ext cx="5047879"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1" name="Title 4">
            <a:extLst>
              <a:ext uri="{FF2B5EF4-FFF2-40B4-BE49-F238E27FC236}">
                <a16:creationId xmlns:a16="http://schemas.microsoft.com/office/drawing/2014/main" id="{CC59ACB0-A839-47A7-AC17-01C5AED88934}"/>
              </a:ext>
            </a:extLst>
          </p:cNvPr>
          <p:cNvSpPr>
            <a:spLocks noGrp="1"/>
          </p:cNvSpPr>
          <p:nvPr>
            <p:ph type="title"/>
          </p:nvPr>
        </p:nvSpPr>
        <p:spPr>
          <a:xfrm>
            <a:off x="6384032" y="6907"/>
            <a:ext cx="5047879" cy="1127300"/>
          </a:xfrm>
        </p:spPr>
        <p:txBody>
          <a:bodyPr/>
          <a:lstStyle>
            <a:lvl1pPr>
              <a:defRPr>
                <a:solidFill>
                  <a:schemeClr val="bg1"/>
                </a:solidFill>
              </a:defRPr>
            </a:lvl1pPr>
          </a:lstStyle>
          <a:p>
            <a:r>
              <a:rPr lang="en-US"/>
              <a:t>Click to edit Master title style</a:t>
            </a:r>
            <a:endParaRPr lang="de-DE"/>
          </a:p>
        </p:txBody>
      </p:sp>
      <p:sp>
        <p:nvSpPr>
          <p:cNvPr id="19" name="Text Placeholder 6">
            <a:extLst>
              <a:ext uri="{FF2B5EF4-FFF2-40B4-BE49-F238E27FC236}">
                <a16:creationId xmlns:a16="http://schemas.microsoft.com/office/drawing/2014/main" id="{A8B886D2-95CB-49D8-B7AE-68DA209E76FA}"/>
              </a:ext>
            </a:extLst>
          </p:cNvPr>
          <p:cNvSpPr>
            <a:spLocks noGrp="1"/>
          </p:cNvSpPr>
          <p:nvPr>
            <p:ph type="body" sz="quarter" idx="18"/>
          </p:nvPr>
        </p:nvSpPr>
        <p:spPr>
          <a:xfrm>
            <a:off x="6384032" y="1627200"/>
            <a:ext cx="5047879"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6" name="Groupe 1">
            <a:extLst>
              <a:ext uri="{FF2B5EF4-FFF2-40B4-BE49-F238E27FC236}">
                <a16:creationId xmlns:a16="http://schemas.microsoft.com/office/drawing/2014/main" id="{E0AE299F-7351-4397-AACC-823584420C74}"/>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2EAF937C-9725-44A1-BB6F-11B4974BADA6}"/>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4">
              <a:extLst>
                <a:ext uri="{FF2B5EF4-FFF2-40B4-BE49-F238E27FC236}">
                  <a16:creationId xmlns:a16="http://schemas.microsoft.com/office/drawing/2014/main" id="{0B23023F-6948-45C1-A879-0B093E949B0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5642104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Disposition personnalisée">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08854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grpSp>
        <p:nvGrpSpPr>
          <p:cNvPr id="11" name="Group 2">
            <a:extLst>
              <a:ext uri="{FF2B5EF4-FFF2-40B4-BE49-F238E27FC236}">
                <a16:creationId xmlns:a16="http://schemas.microsoft.com/office/drawing/2014/main" id="{6CECF1A1-AFBB-C9C3-8C4C-A333753514C3}"/>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6500998E-0CA2-4FA3-BF63-EC673ABF21BF}"/>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5">
              <a:extLst>
                <a:ext uri="{FF2B5EF4-FFF2-40B4-BE49-F238E27FC236}">
                  <a16:creationId xmlns:a16="http://schemas.microsoft.com/office/drawing/2014/main" id="{F3E23DF4-7EAD-57AB-752A-EC8452CB6C51}"/>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6">
              <a:extLst>
                <a:ext uri="{FF2B5EF4-FFF2-40B4-BE49-F238E27FC236}">
                  <a16:creationId xmlns:a16="http://schemas.microsoft.com/office/drawing/2014/main" id="{879BEAB9-ED4E-001A-5054-C9630CF436F9}"/>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7">
              <a:extLst>
                <a:ext uri="{FF2B5EF4-FFF2-40B4-BE49-F238E27FC236}">
                  <a16:creationId xmlns:a16="http://schemas.microsoft.com/office/drawing/2014/main" id="{DC469B38-0BDD-091F-8A89-643F5C025E37}"/>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8">
              <a:extLst>
                <a:ext uri="{FF2B5EF4-FFF2-40B4-BE49-F238E27FC236}">
                  <a16:creationId xmlns:a16="http://schemas.microsoft.com/office/drawing/2014/main" id="{F04538F8-26C6-0B5E-9B13-7C72AEACEC0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pic>
        <p:nvPicPr>
          <p:cNvPr id="4" name="Picture 7">
            <a:hlinkClick r:id="rId2"/>
            <a:extLst>
              <a:ext uri="{FF2B5EF4-FFF2-40B4-BE49-F238E27FC236}">
                <a16:creationId xmlns:a16="http://schemas.microsoft.com/office/drawing/2014/main" id="{941A3941-C755-6656-4029-D0028A53BB32}"/>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5" name="Picture 2">
            <a:hlinkClick r:id="rId4"/>
            <a:extLst>
              <a:ext uri="{FF2B5EF4-FFF2-40B4-BE49-F238E27FC236}">
                <a16:creationId xmlns:a16="http://schemas.microsoft.com/office/drawing/2014/main" id="{3591224F-8FEC-9B5A-1F57-B601D9EC4CA0}"/>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8897666" y="5571089"/>
            <a:ext cx="333195" cy="333195"/>
          </a:xfrm>
          <a:prstGeom prst="rect">
            <a:avLst/>
          </a:prstGeom>
          <a:noFill/>
        </p:spPr>
      </p:pic>
      <p:pic>
        <p:nvPicPr>
          <p:cNvPr id="6" name="Picture 4">
            <a:hlinkClick r:id="rId6"/>
            <a:extLst>
              <a:ext uri="{FF2B5EF4-FFF2-40B4-BE49-F238E27FC236}">
                <a16:creationId xmlns:a16="http://schemas.microsoft.com/office/drawing/2014/main" id="{C96036E5-31FB-13BE-950F-9869979802DC}"/>
              </a:ext>
            </a:extLst>
          </p:cNvPr>
          <p:cNvPicPr>
            <a:picLocks noChangeAspect="1" noChangeArrowheads="1"/>
          </p:cNvPicPr>
          <p:nvPr userDrawn="1"/>
        </p:nvPicPr>
        <p:blipFill>
          <a:blip r:embed="rId7" cstate="screen">
            <a:extLst>
              <a:ext uri="{28A0092B-C50C-407E-A947-70E740481C1C}">
                <a14:useLocalDpi xmlns:a14="http://schemas.microsoft.com/office/drawing/2010/main"/>
              </a:ext>
            </a:extLst>
          </a:blip>
          <a:srcRect/>
          <a:stretch>
            <a:fillRect/>
          </a:stretch>
        </p:blipFill>
        <p:spPr bwMode="auto">
          <a:xfrm>
            <a:off x="9281043" y="5571089"/>
            <a:ext cx="333195" cy="333195"/>
          </a:xfrm>
          <a:prstGeom prst="rect">
            <a:avLst/>
          </a:prstGeom>
          <a:noFill/>
        </p:spPr>
      </p:pic>
      <p:pic>
        <p:nvPicPr>
          <p:cNvPr id="7" name="Picture 6">
            <a:hlinkClick r:id="rId8"/>
            <a:extLst>
              <a:ext uri="{FF2B5EF4-FFF2-40B4-BE49-F238E27FC236}">
                <a16:creationId xmlns:a16="http://schemas.microsoft.com/office/drawing/2014/main" id="{C895DE98-7E11-9ACD-964C-CB06CEB75807}"/>
              </a:ext>
            </a:extLst>
          </p:cNvPr>
          <p:cNvPicPr>
            <a:picLocks noChangeAspect="1" noChangeArrowheads="1"/>
          </p:cNvPicPr>
          <p:nvPr userDrawn="1"/>
        </p:nvPicPr>
        <p:blipFill>
          <a:blip r:embed="rId9" cstate="screen">
            <a:extLst>
              <a:ext uri="{28A0092B-C50C-407E-A947-70E740481C1C}">
                <a14:useLocalDpi xmlns:a14="http://schemas.microsoft.com/office/drawing/2010/main"/>
              </a:ext>
            </a:extLst>
          </a:blip>
          <a:srcRect/>
          <a:stretch>
            <a:fillRect/>
          </a:stretch>
        </p:blipFill>
        <p:spPr bwMode="auto">
          <a:xfrm>
            <a:off x="9664420" y="5571089"/>
            <a:ext cx="333195" cy="333195"/>
          </a:xfrm>
          <a:prstGeom prst="rect">
            <a:avLst/>
          </a:prstGeom>
          <a:noFill/>
        </p:spPr>
      </p:pic>
      <p:sp>
        <p:nvSpPr>
          <p:cNvPr id="8" name="Rectangle 7">
            <a:extLst>
              <a:ext uri="{FF2B5EF4-FFF2-40B4-BE49-F238E27FC236}">
                <a16:creationId xmlns:a16="http://schemas.microsoft.com/office/drawing/2014/main" id="{3CBBF08B-D059-4998-4ED3-95035CA33654}"/>
              </a:ext>
            </a:extLst>
          </p:cNvPr>
          <p:cNvSpPr/>
          <p:nvPr userDrawn="1"/>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mn-lt"/>
                <a:cs typeface="Arial"/>
              </a:rPr>
              <a:t>Copyright © 2025 Capgemini. All rights reserved.</a:t>
            </a:r>
          </a:p>
        </p:txBody>
      </p:sp>
      <p:pic>
        <p:nvPicPr>
          <p:cNvPr id="10" name="Image 9" descr="Une image contenant noir, Graphique, art&#10;&#10;Description générée automatiquement">
            <a:extLst>
              <a:ext uri="{FF2B5EF4-FFF2-40B4-BE49-F238E27FC236}">
                <a16:creationId xmlns:a16="http://schemas.microsoft.com/office/drawing/2014/main" id="{DE62D67C-765C-84EB-F850-6A1F3B6BE8F7}"/>
              </a:ext>
            </a:extLst>
          </p:cNvPr>
          <p:cNvPicPr>
            <a:picLocks noChangeAspect="1"/>
          </p:cNvPicPr>
          <p:nvPr userDrawn="1"/>
        </p:nvPicPr>
        <p:blipFill>
          <a:blip r:embed="rId10" cstate="print">
            <a:extLst>
              <a:ext uri="{28A0092B-C50C-407E-A947-70E740481C1C}">
                <a14:useLocalDpi xmlns:a14="http://schemas.microsoft.com/office/drawing/2010/main"/>
              </a:ext>
            </a:extLst>
          </a:blip>
          <a:stretch>
            <a:fillRect/>
          </a:stretch>
        </p:blipFill>
        <p:spPr>
          <a:xfrm>
            <a:off x="5447928" y="836712"/>
            <a:ext cx="7729744" cy="6403861"/>
          </a:xfrm>
          <a:prstGeom prst="rect">
            <a:avLst/>
          </a:prstGeom>
        </p:spPr>
      </p:pic>
    </p:spTree>
    <p:extLst>
      <p:ext uri="{BB962C8B-B14F-4D97-AF65-F5344CB8AC3E}">
        <p14:creationId xmlns:p14="http://schemas.microsoft.com/office/powerpoint/2010/main" val="3159930611"/>
      </p:ext>
    </p:extLst>
  </p:cSld>
  <p:clrMapOvr>
    <a:masterClrMapping/>
  </p:clrMapOvr>
  <p:extLst>
    <p:ext uri="{DCECCB84-F9BA-43D5-87BE-67443E8EF086}">
      <p15:sldGuideLst xmlns:p15="http://schemas.microsoft.com/office/powerpoint/2012/main">
        <p15:guide id="2" pos="7423">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Final Slide dark">
    <p:bg>
      <p:bgPr>
        <a:solidFill>
          <a:srgbClr val="272936"/>
        </a:solidFill>
        <a:effectLst/>
      </p:bgPr>
    </p:bg>
    <p:spTree>
      <p:nvGrpSpPr>
        <p:cNvPr id="1" name=""/>
        <p:cNvGrpSpPr/>
        <p:nvPr/>
      </p:nvGrpSpPr>
      <p:grpSpPr>
        <a:xfrm>
          <a:off x="0" y="0"/>
          <a:ext cx="0" cy="0"/>
          <a:chOff x="0" y="0"/>
          <a:chExt cx="0" cy="0"/>
        </a:xfrm>
      </p:grpSpPr>
      <p:pic>
        <p:nvPicPr>
          <p:cNvPr id="10" name="Picture 7">
            <a:hlinkClick r:id="rId2"/>
            <a:extLst>
              <a:ext uri="{FF2B5EF4-FFF2-40B4-BE49-F238E27FC236}">
                <a16:creationId xmlns:a16="http://schemas.microsoft.com/office/drawing/2014/main" id="{CC55E37E-23F7-AE09-687B-FF0A64465B2C}"/>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11" name="Picture 2">
            <a:hlinkClick r:id="rId4"/>
            <a:extLst>
              <a:ext uri="{FF2B5EF4-FFF2-40B4-BE49-F238E27FC236}">
                <a16:creationId xmlns:a16="http://schemas.microsoft.com/office/drawing/2014/main" id="{A9A234E1-21A9-0562-AA45-77469E965E95}"/>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8897666" y="5571089"/>
            <a:ext cx="333195" cy="333195"/>
          </a:xfrm>
          <a:prstGeom prst="rect">
            <a:avLst/>
          </a:prstGeom>
          <a:noFill/>
        </p:spPr>
      </p:pic>
      <p:pic>
        <p:nvPicPr>
          <p:cNvPr id="12" name="Picture 4">
            <a:hlinkClick r:id="rId6"/>
            <a:extLst>
              <a:ext uri="{FF2B5EF4-FFF2-40B4-BE49-F238E27FC236}">
                <a16:creationId xmlns:a16="http://schemas.microsoft.com/office/drawing/2014/main" id="{D3F9462A-9181-7B6F-0C53-88633CD0910A}"/>
              </a:ext>
            </a:extLst>
          </p:cNvPr>
          <p:cNvPicPr>
            <a:picLocks noChangeAspect="1" noChangeArrowheads="1"/>
          </p:cNvPicPr>
          <p:nvPr userDrawn="1"/>
        </p:nvPicPr>
        <p:blipFill>
          <a:blip r:embed="rId7" cstate="screen">
            <a:extLst>
              <a:ext uri="{28A0092B-C50C-407E-A947-70E740481C1C}">
                <a14:useLocalDpi xmlns:a14="http://schemas.microsoft.com/office/drawing/2010/main"/>
              </a:ext>
            </a:extLst>
          </a:blip>
          <a:srcRect/>
          <a:stretch>
            <a:fillRect/>
          </a:stretch>
        </p:blipFill>
        <p:spPr bwMode="auto">
          <a:xfrm>
            <a:off x="9281043" y="5571089"/>
            <a:ext cx="333195" cy="333195"/>
          </a:xfrm>
          <a:prstGeom prst="rect">
            <a:avLst/>
          </a:prstGeom>
          <a:noFill/>
        </p:spPr>
      </p:pic>
      <p:pic>
        <p:nvPicPr>
          <p:cNvPr id="17" name="Picture 6">
            <a:hlinkClick r:id="rId8"/>
            <a:extLst>
              <a:ext uri="{FF2B5EF4-FFF2-40B4-BE49-F238E27FC236}">
                <a16:creationId xmlns:a16="http://schemas.microsoft.com/office/drawing/2014/main" id="{0057A36D-710A-32C2-2461-BFFF579A0993}"/>
              </a:ext>
            </a:extLst>
          </p:cNvPr>
          <p:cNvPicPr>
            <a:picLocks noChangeAspect="1" noChangeArrowheads="1"/>
          </p:cNvPicPr>
          <p:nvPr userDrawn="1"/>
        </p:nvPicPr>
        <p:blipFill>
          <a:blip r:embed="rId9" cstate="screen">
            <a:extLst>
              <a:ext uri="{28A0092B-C50C-407E-A947-70E740481C1C}">
                <a14:useLocalDpi xmlns:a14="http://schemas.microsoft.com/office/drawing/2010/main"/>
              </a:ext>
            </a:extLst>
          </a:blip>
          <a:srcRect/>
          <a:stretch>
            <a:fillRect/>
          </a:stretch>
        </p:blipFill>
        <p:spPr bwMode="auto">
          <a:xfrm>
            <a:off x="9664420" y="5571089"/>
            <a:ext cx="333195" cy="333195"/>
          </a:xfrm>
          <a:prstGeom prst="rect">
            <a:avLst/>
          </a:prstGeom>
          <a:noFill/>
        </p:spPr>
      </p:pic>
      <p:sp>
        <p:nvSpPr>
          <p:cNvPr id="18" name="Rectangle 17">
            <a:extLst>
              <a:ext uri="{FF2B5EF4-FFF2-40B4-BE49-F238E27FC236}">
                <a16:creationId xmlns:a16="http://schemas.microsoft.com/office/drawing/2014/main" id="{5ACF1211-C28D-FCA4-B36E-E08F106C8C67}"/>
              </a:ext>
            </a:extLst>
          </p:cNvPr>
          <p:cNvSpPr/>
          <p:nvPr userDrawn="1"/>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mn-lt"/>
                <a:cs typeface="Arial"/>
              </a:rPr>
              <a:t>Copyright © 2025 Capgemini. All rights reserved.</a:t>
            </a:r>
          </a:p>
        </p:txBody>
      </p:sp>
      <p:grpSp>
        <p:nvGrpSpPr>
          <p:cNvPr id="2" name="Group 2">
            <a:extLst>
              <a:ext uri="{FF2B5EF4-FFF2-40B4-BE49-F238E27FC236}">
                <a16:creationId xmlns:a16="http://schemas.microsoft.com/office/drawing/2014/main" id="{4841F233-0C37-9FE7-D5D1-10432D331EB0}"/>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D333898A-496F-27FD-C8AB-8E47523F8256}"/>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5">
              <a:extLst>
                <a:ext uri="{FF2B5EF4-FFF2-40B4-BE49-F238E27FC236}">
                  <a16:creationId xmlns:a16="http://schemas.microsoft.com/office/drawing/2014/main" id="{6296B18C-C598-1968-0A90-003732AFB30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6">
              <a:extLst>
                <a:ext uri="{FF2B5EF4-FFF2-40B4-BE49-F238E27FC236}">
                  <a16:creationId xmlns:a16="http://schemas.microsoft.com/office/drawing/2014/main" id="{EE39F094-DF42-59D0-87D6-5B2B52D6ECB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9" name="Freeform: Shape 7">
              <a:extLst>
                <a:ext uri="{FF2B5EF4-FFF2-40B4-BE49-F238E27FC236}">
                  <a16:creationId xmlns:a16="http://schemas.microsoft.com/office/drawing/2014/main" id="{9761BD33-D8E3-9C50-E0F7-DFE6BB9D42A4}"/>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20" name="Freeform: Shape 8">
              <a:extLst>
                <a:ext uri="{FF2B5EF4-FFF2-40B4-BE49-F238E27FC236}">
                  <a16:creationId xmlns:a16="http://schemas.microsoft.com/office/drawing/2014/main" id="{F0549B39-33DF-9EEB-DE1A-EEA719E68279}"/>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pic>
        <p:nvPicPr>
          <p:cNvPr id="4" name="Picture 14">
            <a:extLst>
              <a:ext uri="{FF2B5EF4-FFF2-40B4-BE49-F238E27FC236}">
                <a16:creationId xmlns:a16="http://schemas.microsoft.com/office/drawing/2014/main" id="{72F6479D-6EC4-876D-159E-45E9EFA775CF}"/>
              </a:ext>
            </a:extLst>
          </p:cNvPr>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a:xfrm>
            <a:off x="3239381" y="3837746"/>
            <a:ext cx="8938728" cy="3477505"/>
          </a:xfrm>
          <a:prstGeom prst="rect">
            <a:avLst/>
          </a:prstGeom>
        </p:spPr>
      </p:pic>
    </p:spTree>
    <p:extLst>
      <p:ext uri="{BB962C8B-B14F-4D97-AF65-F5344CB8AC3E}">
        <p14:creationId xmlns:p14="http://schemas.microsoft.com/office/powerpoint/2010/main" val="3712535138"/>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51CE0F4-4C50-46D2-B5A9-226649F4EE13}" type="datetimeFigureOut">
              <a:rPr lang="en-GB" smtClean="0"/>
              <a:t>01/09/2025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B7A343-21F9-4303-9564-0E9E8B3257A9}" type="slidenum">
              <a:rPr lang="en-GB" smtClean="0"/>
              <a:t>‹#›</a:t>
            </a:fld>
            <a:endParaRPr lang="en-GB"/>
          </a:p>
        </p:txBody>
      </p:sp>
    </p:spTree>
    <p:extLst>
      <p:ext uri="{BB962C8B-B14F-4D97-AF65-F5344CB8AC3E}">
        <p14:creationId xmlns:p14="http://schemas.microsoft.com/office/powerpoint/2010/main" val="329486562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Section A – Narrow">
    <p:spTree>
      <p:nvGrpSpPr>
        <p:cNvPr id="1" name=""/>
        <p:cNvGrpSpPr/>
        <p:nvPr/>
      </p:nvGrpSpPr>
      <p:grpSpPr>
        <a:xfrm>
          <a:off x="0" y="0"/>
          <a:ext cx="0" cy="0"/>
          <a:chOff x="0" y="0"/>
          <a:chExt cx="0" cy="0"/>
        </a:xfrm>
      </p:grpSpPr>
      <p:pic>
        <p:nvPicPr>
          <p:cNvPr id="12" name="Picture 11" descr="A group of people posing for a photo&#10;&#10;Description automatically generated">
            <a:extLst>
              <a:ext uri="{FF2B5EF4-FFF2-40B4-BE49-F238E27FC236}">
                <a16:creationId xmlns:a16="http://schemas.microsoft.com/office/drawing/2014/main" id="{3B0C88E1-8E6D-01A1-32A8-04FE32A8123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053" r="6887" b="18464"/>
          <a:stretch/>
        </p:blipFill>
        <p:spPr>
          <a:xfrm>
            <a:off x="0" y="0"/>
            <a:ext cx="12192000" cy="6858000"/>
          </a:xfrm>
          <a:prstGeom prst="rect">
            <a:avLst/>
          </a:prstGeom>
        </p:spPr>
      </p:pic>
      <p:sp>
        <p:nvSpPr>
          <p:cNvPr id="4" name="Rectangle 3">
            <a:extLst>
              <a:ext uri="{FF2B5EF4-FFF2-40B4-BE49-F238E27FC236}">
                <a16:creationId xmlns:a16="http://schemas.microsoft.com/office/drawing/2014/main" id="{68ED7EE9-3427-099E-2843-A30076E52131}"/>
              </a:ext>
            </a:extLst>
          </p:cNvPr>
          <p:cNvSpPr/>
          <p:nvPr userDrawn="1"/>
        </p:nvSpPr>
        <p:spPr bwMode="white">
          <a:xfrm>
            <a:off x="0" y="0"/>
            <a:ext cx="4560888" cy="6858000"/>
          </a:xfrm>
          <a:prstGeom prst="rect">
            <a:avLst/>
          </a:prstGeom>
          <a:solidFill>
            <a:srgbClr val="272936">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sz="1400">
              <a:solidFill>
                <a:schemeClr val="tx1"/>
              </a:solidFill>
              <a:latin typeface="+mj-lt"/>
            </a:endParaRPr>
          </a:p>
        </p:txBody>
      </p:sp>
      <p:pic>
        <p:nvPicPr>
          <p:cNvPr id="5" name="Picture 4">
            <a:extLst>
              <a:ext uri="{FF2B5EF4-FFF2-40B4-BE49-F238E27FC236}">
                <a16:creationId xmlns:a16="http://schemas.microsoft.com/office/drawing/2014/main" id="{D4E44FD2-FE9A-0A56-6434-1F944F8F7BEF}"/>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65894" y="-3175"/>
            <a:ext cx="574675" cy="294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A picture containing shape&#10;&#10;Description automatically generated">
            <a:extLst>
              <a:ext uri="{FF2B5EF4-FFF2-40B4-BE49-F238E27FC236}">
                <a16:creationId xmlns:a16="http://schemas.microsoft.com/office/drawing/2014/main" id="{177E4E9D-36DF-28C3-2536-E92049D2A5A0}"/>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08781" y="1139825"/>
            <a:ext cx="1549400" cy="180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A picture containing venn diagram&#10;&#10;Description automatically generated">
            <a:extLst>
              <a:ext uri="{FF2B5EF4-FFF2-40B4-BE49-F238E27FC236}">
                <a16:creationId xmlns:a16="http://schemas.microsoft.com/office/drawing/2014/main" id="{C3D287D5-9E04-F33E-2EEC-93CCFE30CD2A}"/>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959769" y="1138238"/>
            <a:ext cx="2554287" cy="600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itle 1"/>
          <p:cNvSpPr>
            <a:spLocks noGrp="1"/>
          </p:cNvSpPr>
          <p:nvPr>
            <p:ph type="ctrTitle"/>
          </p:nvPr>
        </p:nvSpPr>
        <p:spPr bwMode="invGray">
          <a:xfrm>
            <a:off x="446240" y="3287890"/>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2500" b="0" cap="all" baseline="0" dirty="0">
                <a:solidFill>
                  <a:schemeClr val="bg1"/>
                </a:solidFill>
                <a:latin typeface="Ubuntu" panose="020B0504030602030204" pitchFamily="34" charset="0"/>
              </a:defRPr>
            </a:lvl1pPr>
          </a:lstStyle>
          <a:p>
            <a:pPr lvl="0"/>
            <a:r>
              <a:rPr lang="en-US"/>
              <a:t>Click to edit Master title style</a:t>
            </a:r>
          </a:p>
        </p:txBody>
      </p:sp>
      <p:sp>
        <p:nvSpPr>
          <p:cNvPr id="3" name="Text Placeholder 2"/>
          <p:cNvSpPr>
            <a:spLocks noGrp="1"/>
          </p:cNvSpPr>
          <p:nvPr>
            <p:ph type="body" sz="quarter" idx="10" hasCustomPrompt="1"/>
          </p:nvPr>
        </p:nvSpPr>
        <p:spPr>
          <a:xfrm>
            <a:off x="446088" y="1600264"/>
            <a:ext cx="3641725" cy="1336675"/>
          </a:xfrm>
          <a:prstGeom prst="rect">
            <a:avLst/>
          </a:prstGeom>
        </p:spPr>
        <p:txBody>
          <a:bodyPr/>
          <a:lstStyle>
            <a:lvl1pPr marL="0" indent="0" algn="ctr">
              <a:buNone/>
              <a:defRPr sz="9600">
                <a:solidFill>
                  <a:srgbClr val="00B9E8"/>
                </a:solidFill>
                <a:latin typeface="Ubuntu" panose="020B0504030602030204" pitchFamily="34" charset="0"/>
              </a:defRPr>
            </a:lvl1pPr>
          </a:lstStyle>
          <a:p>
            <a:pPr lvl="0"/>
            <a:r>
              <a:rPr lang="en-US"/>
              <a:t>01</a:t>
            </a:r>
          </a:p>
        </p:txBody>
      </p:sp>
      <p:grpSp>
        <p:nvGrpSpPr>
          <p:cNvPr id="2" name="Groupe 1">
            <a:extLst>
              <a:ext uri="{FF2B5EF4-FFF2-40B4-BE49-F238E27FC236}">
                <a16:creationId xmlns:a16="http://schemas.microsoft.com/office/drawing/2014/main" id="{52E50081-02B1-E7CA-6EC0-C3379D3CE7DC}"/>
              </a:ext>
            </a:extLst>
          </p:cNvPr>
          <p:cNvGrpSpPr>
            <a:grpSpLocks noChangeAspect="1"/>
          </p:cNvGrpSpPr>
          <p:nvPr userDrawn="1"/>
        </p:nvGrpSpPr>
        <p:grpSpPr>
          <a:xfrm>
            <a:off x="11562163" y="205059"/>
            <a:ext cx="419436" cy="388988"/>
            <a:chOff x="11501102" y="171573"/>
            <a:chExt cx="419436" cy="388988"/>
          </a:xfrm>
        </p:grpSpPr>
        <p:sp>
          <p:nvSpPr>
            <p:cNvPr id="8" name="Freeform 13">
              <a:extLst>
                <a:ext uri="{FF2B5EF4-FFF2-40B4-BE49-F238E27FC236}">
                  <a16:creationId xmlns:a16="http://schemas.microsoft.com/office/drawing/2014/main" id="{48DFB94B-8F57-4668-066A-E78E605B6CCD}"/>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1400"/>
            </a:p>
          </p:txBody>
        </p:sp>
        <p:sp>
          <p:nvSpPr>
            <p:cNvPr id="9" name="Freeform 14">
              <a:extLst>
                <a:ext uri="{FF2B5EF4-FFF2-40B4-BE49-F238E27FC236}">
                  <a16:creationId xmlns:a16="http://schemas.microsoft.com/office/drawing/2014/main" id="{F9D5A9DF-029B-8268-61B0-9BEB7679BB22}"/>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400"/>
            </a:p>
          </p:txBody>
        </p:sp>
      </p:grpSp>
    </p:spTree>
    <p:extLst>
      <p:ext uri="{BB962C8B-B14F-4D97-AF65-F5344CB8AC3E}">
        <p14:creationId xmlns:p14="http://schemas.microsoft.com/office/powerpoint/2010/main" val="107785996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63" presetClass="path" presetSubtype="0" decel="100000" fill="hold" nodeType="withEffect">
                                  <p:stCondLst>
                                    <p:cond delay="1250"/>
                                  </p:stCondLst>
                                  <p:childTnLst>
                                    <p:animMotion origin="layout" path="M -0.05938 0 L 8.33333E-7 0 " pathEditMode="relative" rAng="0" ptsTypes="AA">
                                      <p:cBhvr>
                                        <p:cTn id="9" dur="1100" fill="hold"/>
                                        <p:tgtEl>
                                          <p:spTgt spid="4"/>
                                        </p:tgtEl>
                                        <p:attrNameLst>
                                          <p:attrName>ppt_x</p:attrName>
                                          <p:attrName>ppt_y</p:attrName>
                                        </p:attrNameLst>
                                      </p:cBhvr>
                                      <p:rCtr x="2969" y="0"/>
                                    </p:animMotion>
                                  </p:childTnLst>
                                </p:cTn>
                              </p:par>
                              <p:par>
                                <p:cTn id="10" presetID="22" presetClass="entr" presetSubtype="4" fill="hold" nodeType="withEffect">
                                  <p:stCondLst>
                                    <p:cond delay="20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2200"/>
                                        <p:tgtEl>
                                          <p:spTgt spid="7"/>
                                        </p:tgtEl>
                                      </p:cBhvr>
                                    </p:animEffect>
                                  </p:childTnLst>
                                </p:cTn>
                              </p:par>
                              <p:par>
                                <p:cTn id="13" presetID="22" presetClass="entr" presetSubtype="2" fill="hold" nodeType="withEffect">
                                  <p:stCondLst>
                                    <p:cond delay="2100"/>
                                  </p:stCondLst>
                                  <p:childTnLst>
                                    <p:set>
                                      <p:cBhvr>
                                        <p:cTn id="14" dur="1" fill="hold">
                                          <p:stCondLst>
                                            <p:cond delay="0"/>
                                          </p:stCondLst>
                                        </p:cTn>
                                        <p:tgtEl>
                                          <p:spTgt spid="6"/>
                                        </p:tgtEl>
                                        <p:attrNameLst>
                                          <p:attrName>style.visibility</p:attrName>
                                        </p:attrNameLst>
                                      </p:cBhvr>
                                      <p:to>
                                        <p:strVal val="visible"/>
                                      </p:to>
                                    </p:set>
                                    <p:animEffect transition="in" filter="wipe(right)">
                                      <p:cBhvr>
                                        <p:cTn id="15" dur="1250"/>
                                        <p:tgtEl>
                                          <p:spTgt spid="6"/>
                                        </p:tgtEl>
                                      </p:cBhvr>
                                    </p:animEffect>
                                  </p:childTnLst>
                                </p:cTn>
                              </p:par>
                              <p:par>
                                <p:cTn id="16" presetID="22" presetClass="entr" presetSubtype="4" fill="hold" nodeType="withEffect">
                                  <p:stCondLst>
                                    <p:cond delay="3300"/>
                                  </p:stCondLst>
                                  <p:childTnLst>
                                    <p:set>
                                      <p:cBhvr>
                                        <p:cTn id="17" dur="1" fill="hold">
                                          <p:stCondLst>
                                            <p:cond delay="0"/>
                                          </p:stCondLst>
                                        </p:cTn>
                                        <p:tgtEl>
                                          <p:spTgt spid="5"/>
                                        </p:tgtEl>
                                        <p:attrNameLst>
                                          <p:attrName>style.visibility</p:attrName>
                                        </p:attrNameLst>
                                      </p:cBhvr>
                                      <p:to>
                                        <p:strVal val="visible"/>
                                      </p:to>
                                    </p:set>
                                    <p:animEffect transition="in" filter="wipe(down)">
                                      <p:cBhvr>
                                        <p:cTn id="18" dur="11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82412064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80764309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494D4A5-F03E-4980-A019-AA27194815FC}"/>
              </a:ext>
            </a:extLst>
          </p:cNvPr>
          <p:cNvPicPr>
            <a:picLocks noChangeAspect="1"/>
          </p:cNvPicPr>
          <p:nvPr userDrawn="1"/>
        </p:nvPicPr>
        <p:blipFill rotWithShape="1">
          <a:blip r:embed="rId3">
            <a:duotone>
              <a:schemeClr val="bg2">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t="184" b="184"/>
          <a:stretch/>
        </p:blipFill>
        <p:spPr>
          <a:xfrm>
            <a:off x="-1" y="0"/>
            <a:ext cx="12192001" cy="6858000"/>
          </a:xfrm>
          <a:prstGeom prst="rect">
            <a:avLst/>
          </a:prstGeom>
        </p:spPr>
      </p:pic>
      <p:graphicFrame>
        <p:nvGraphicFramePr>
          <p:cNvPr id="3" name="Object 2" hidden="1"/>
          <p:cNvGraphicFramePr>
            <a:graphicFrameLocks noChangeAspect="1"/>
          </p:cNvGraphicFramePr>
          <p:nvPr userDrawn="1">
            <p:custDataLst>
              <p:tags r:id="rId1"/>
            </p:custDataLst>
          </p:nvPr>
        </p:nvGraphicFramePr>
        <p:xfrm>
          <a:off x="2162" y="1623"/>
          <a:ext cx="2159" cy="1619"/>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3" name="Object 2" hidden="1"/>
                      <p:cNvPicPr/>
                      <p:nvPr/>
                    </p:nvPicPr>
                    <p:blipFill>
                      <a:blip r:embed="rId6"/>
                      <a:stretch>
                        <a:fillRect/>
                      </a:stretch>
                    </p:blipFill>
                    <p:spPr>
                      <a:xfrm>
                        <a:off x="2162" y="1623"/>
                        <a:ext cx="2159" cy="1619"/>
                      </a:xfrm>
                      <a:prstGeom prst="rect">
                        <a:avLst/>
                      </a:prstGeom>
                    </p:spPr>
                  </p:pic>
                </p:oleObj>
              </mc:Fallback>
            </mc:AlternateContent>
          </a:graphicData>
        </a:graphic>
      </p:graphicFrame>
      <p:sp>
        <p:nvSpPr>
          <p:cNvPr id="57" name="Document type" hidden="1"/>
          <p:cNvSpPr txBox="1">
            <a:spLocks noChangeArrowheads="1"/>
          </p:cNvSpPr>
          <p:nvPr userDrawn="1"/>
        </p:nvSpPr>
        <p:spPr bwMode="auto">
          <a:xfrm>
            <a:off x="595162" y="1858542"/>
            <a:ext cx="690895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1400" b="0" baseline="0">
                <a:solidFill>
                  <a:schemeClr val="tx1"/>
                </a:solidFill>
                <a:latin typeface="+mn-lt"/>
              </a:rPr>
              <a:t>Document type | Date</a:t>
            </a:r>
          </a:p>
        </p:txBody>
      </p:sp>
      <p:sp>
        <p:nvSpPr>
          <p:cNvPr id="45" name="Freeform: Shape 44">
            <a:extLst>
              <a:ext uri="{FF2B5EF4-FFF2-40B4-BE49-F238E27FC236}">
                <a16:creationId xmlns:a16="http://schemas.microsoft.com/office/drawing/2014/main" id="{7C010C59-D0F4-4FE8-88B7-4FF5E14B067C}"/>
              </a:ext>
            </a:extLst>
          </p:cNvPr>
          <p:cNvSpPr/>
          <p:nvPr userDrawn="1"/>
        </p:nvSpPr>
        <p:spPr>
          <a:xfrm>
            <a:off x="0" y="0"/>
            <a:ext cx="12192000" cy="6858000"/>
          </a:xfrm>
          <a:custGeom>
            <a:avLst/>
            <a:gdLst>
              <a:gd name="connsiteX0" fmla="*/ 1429139 w 12192000"/>
              <a:gd name="connsiteY0" fmla="*/ 6161467 h 6858000"/>
              <a:gd name="connsiteX1" fmla="*/ 1102568 w 12192000"/>
              <a:gd name="connsiteY1" fmla="*/ 6488038 h 6858000"/>
              <a:gd name="connsiteX2" fmla="*/ 1429139 w 12192000"/>
              <a:gd name="connsiteY2" fmla="*/ 6814609 h 6858000"/>
              <a:gd name="connsiteX3" fmla="*/ 1755710 w 12192000"/>
              <a:gd name="connsiteY3" fmla="*/ 6488038 h 6858000"/>
              <a:gd name="connsiteX4" fmla="*/ 1429139 w 12192000"/>
              <a:gd name="connsiteY4" fmla="*/ 6161467 h 6858000"/>
              <a:gd name="connsiteX5" fmla="*/ 8162314 w 12192000"/>
              <a:gd name="connsiteY5" fmla="*/ 5649061 h 6858000"/>
              <a:gd name="connsiteX6" fmla="*/ 8036905 w 12192000"/>
              <a:gd name="connsiteY6" fmla="*/ 5701007 h 6858000"/>
              <a:gd name="connsiteX7" fmla="*/ 7335995 w 12192000"/>
              <a:gd name="connsiteY7" fmla="*/ 6401917 h 6858000"/>
              <a:gd name="connsiteX8" fmla="*/ 7335995 w 12192000"/>
              <a:gd name="connsiteY8" fmla="*/ 6652735 h 6858000"/>
              <a:gd name="connsiteX9" fmla="*/ 7357954 w 12192000"/>
              <a:gd name="connsiteY9" fmla="*/ 6674694 h 6858000"/>
              <a:gd name="connsiteX10" fmla="*/ 7608772 w 12192000"/>
              <a:gd name="connsiteY10" fmla="*/ 6674694 h 6858000"/>
              <a:gd name="connsiteX11" fmla="*/ 8309682 w 12192000"/>
              <a:gd name="connsiteY11" fmla="*/ 5973784 h 6858000"/>
              <a:gd name="connsiteX12" fmla="*/ 8309682 w 12192000"/>
              <a:gd name="connsiteY12" fmla="*/ 5722966 h 6858000"/>
              <a:gd name="connsiteX13" fmla="*/ 8287723 w 12192000"/>
              <a:gd name="connsiteY13" fmla="*/ 5701007 h 6858000"/>
              <a:gd name="connsiteX14" fmla="*/ 8162314 w 12192000"/>
              <a:gd name="connsiteY14" fmla="*/ 5649061 h 6858000"/>
              <a:gd name="connsiteX15" fmla="*/ 899628 w 12192000"/>
              <a:gd name="connsiteY15" fmla="*/ 5446562 h 6858000"/>
              <a:gd name="connsiteX16" fmla="*/ 573057 w 12192000"/>
              <a:gd name="connsiteY16" fmla="*/ 5773133 h 6858000"/>
              <a:gd name="connsiteX17" fmla="*/ 899628 w 12192000"/>
              <a:gd name="connsiteY17" fmla="*/ 6099704 h 6858000"/>
              <a:gd name="connsiteX18" fmla="*/ 1226199 w 12192000"/>
              <a:gd name="connsiteY18" fmla="*/ 5773133 h 6858000"/>
              <a:gd name="connsiteX19" fmla="*/ 899628 w 12192000"/>
              <a:gd name="connsiteY19" fmla="*/ 5446562 h 6858000"/>
              <a:gd name="connsiteX20" fmla="*/ 370117 w 12192000"/>
              <a:gd name="connsiteY20" fmla="*/ 4731656 h 6858000"/>
              <a:gd name="connsiteX21" fmla="*/ 43547 w 12192000"/>
              <a:gd name="connsiteY21" fmla="*/ 5058227 h 6858000"/>
              <a:gd name="connsiteX22" fmla="*/ 370117 w 12192000"/>
              <a:gd name="connsiteY22" fmla="*/ 5384798 h 6858000"/>
              <a:gd name="connsiteX23" fmla="*/ 696689 w 12192000"/>
              <a:gd name="connsiteY23" fmla="*/ 5058227 h 6858000"/>
              <a:gd name="connsiteX24" fmla="*/ 370117 w 12192000"/>
              <a:gd name="connsiteY24" fmla="*/ 4731656 h 6858000"/>
              <a:gd name="connsiteX25" fmla="*/ 8139025 w 12192000"/>
              <a:gd name="connsiteY25" fmla="*/ 4569563 h 6858000"/>
              <a:gd name="connsiteX26" fmla="*/ 8013616 w 12192000"/>
              <a:gd name="connsiteY26" fmla="*/ 4621508 h 6858000"/>
              <a:gd name="connsiteX27" fmla="*/ 6236292 w 12192000"/>
              <a:gd name="connsiteY27" fmla="*/ 6398833 h 6858000"/>
              <a:gd name="connsiteX28" fmla="*/ 6236292 w 12192000"/>
              <a:gd name="connsiteY28" fmla="*/ 6649651 h 6858000"/>
              <a:gd name="connsiteX29" fmla="*/ 6258251 w 12192000"/>
              <a:gd name="connsiteY29" fmla="*/ 6671610 h 6858000"/>
              <a:gd name="connsiteX30" fmla="*/ 6509069 w 12192000"/>
              <a:gd name="connsiteY30" fmla="*/ 6671610 h 6858000"/>
              <a:gd name="connsiteX31" fmla="*/ 8286393 w 12192000"/>
              <a:gd name="connsiteY31" fmla="*/ 4894285 h 6858000"/>
              <a:gd name="connsiteX32" fmla="*/ 8286393 w 12192000"/>
              <a:gd name="connsiteY32" fmla="*/ 4643467 h 6858000"/>
              <a:gd name="connsiteX33" fmla="*/ 8264434 w 12192000"/>
              <a:gd name="connsiteY33" fmla="*/ 4621508 h 6858000"/>
              <a:gd name="connsiteX34" fmla="*/ 8139025 w 12192000"/>
              <a:gd name="connsiteY34" fmla="*/ 4569563 h 6858000"/>
              <a:gd name="connsiteX35" fmla="*/ 7618325 w 12192000"/>
              <a:gd name="connsiteY35" fmla="*/ 3939483 h 6858000"/>
              <a:gd name="connsiteX36" fmla="*/ 7492916 w 12192000"/>
              <a:gd name="connsiteY36" fmla="*/ 3991429 h 6858000"/>
              <a:gd name="connsiteX37" fmla="*/ 5016683 w 12192000"/>
              <a:gd name="connsiteY37" fmla="*/ 6467663 h 6858000"/>
              <a:gd name="connsiteX38" fmla="*/ 5016683 w 12192000"/>
              <a:gd name="connsiteY38" fmla="*/ 6718481 h 6858000"/>
              <a:gd name="connsiteX39" fmla="*/ 5038642 w 12192000"/>
              <a:gd name="connsiteY39" fmla="*/ 6740440 h 6858000"/>
              <a:gd name="connsiteX40" fmla="*/ 5289460 w 12192000"/>
              <a:gd name="connsiteY40" fmla="*/ 6740440 h 6858000"/>
              <a:gd name="connsiteX41" fmla="*/ 7765693 w 12192000"/>
              <a:gd name="connsiteY41" fmla="*/ 4264206 h 6858000"/>
              <a:gd name="connsiteX42" fmla="*/ 7765693 w 12192000"/>
              <a:gd name="connsiteY42" fmla="*/ 4013388 h 6858000"/>
              <a:gd name="connsiteX43" fmla="*/ 7743734 w 12192000"/>
              <a:gd name="connsiteY43" fmla="*/ 3991429 h 6858000"/>
              <a:gd name="connsiteX44" fmla="*/ 7618325 w 12192000"/>
              <a:gd name="connsiteY44" fmla="*/ 3939483 h 6858000"/>
              <a:gd name="connsiteX45" fmla="*/ 10089754 w 12192000"/>
              <a:gd name="connsiteY45" fmla="*/ 3704146 h 6858000"/>
              <a:gd name="connsiteX46" fmla="*/ 9964345 w 12192000"/>
              <a:gd name="connsiteY46" fmla="*/ 3756091 h 6858000"/>
              <a:gd name="connsiteX47" fmla="*/ 8460165 w 12192000"/>
              <a:gd name="connsiteY47" fmla="*/ 5260272 h 6858000"/>
              <a:gd name="connsiteX48" fmla="*/ 8460165 w 12192000"/>
              <a:gd name="connsiteY48" fmla="*/ 5511090 h 6858000"/>
              <a:gd name="connsiteX49" fmla="*/ 8482124 w 12192000"/>
              <a:gd name="connsiteY49" fmla="*/ 5533049 h 6858000"/>
              <a:gd name="connsiteX50" fmla="*/ 8732942 w 12192000"/>
              <a:gd name="connsiteY50" fmla="*/ 5533049 h 6858000"/>
              <a:gd name="connsiteX51" fmla="*/ 10237122 w 12192000"/>
              <a:gd name="connsiteY51" fmla="*/ 4028868 h 6858000"/>
              <a:gd name="connsiteX52" fmla="*/ 10237122 w 12192000"/>
              <a:gd name="connsiteY52" fmla="*/ 3778051 h 6858000"/>
              <a:gd name="connsiteX53" fmla="*/ 10215163 w 12192000"/>
              <a:gd name="connsiteY53" fmla="*/ 3756091 h 6858000"/>
              <a:gd name="connsiteX54" fmla="*/ 10089754 w 12192000"/>
              <a:gd name="connsiteY54" fmla="*/ 3704146 h 6858000"/>
              <a:gd name="connsiteX55" fmla="*/ 10041065 w 12192000"/>
              <a:gd name="connsiteY55" fmla="*/ 2624647 h 6858000"/>
              <a:gd name="connsiteX56" fmla="*/ 9915656 w 12192000"/>
              <a:gd name="connsiteY56" fmla="*/ 2676593 h 6858000"/>
              <a:gd name="connsiteX57" fmla="*/ 8411476 w 12192000"/>
              <a:gd name="connsiteY57" fmla="*/ 4180773 h 6858000"/>
              <a:gd name="connsiteX58" fmla="*/ 8411476 w 12192000"/>
              <a:gd name="connsiteY58" fmla="*/ 4431591 h 6858000"/>
              <a:gd name="connsiteX59" fmla="*/ 8433435 w 12192000"/>
              <a:gd name="connsiteY59" fmla="*/ 4453550 h 6858000"/>
              <a:gd name="connsiteX60" fmla="*/ 8684253 w 12192000"/>
              <a:gd name="connsiteY60" fmla="*/ 4453550 h 6858000"/>
              <a:gd name="connsiteX61" fmla="*/ 10188433 w 12192000"/>
              <a:gd name="connsiteY61" fmla="*/ 2949370 h 6858000"/>
              <a:gd name="connsiteX62" fmla="*/ 10188433 w 12192000"/>
              <a:gd name="connsiteY62" fmla="*/ 2698552 h 6858000"/>
              <a:gd name="connsiteX63" fmla="*/ 10166474 w 12192000"/>
              <a:gd name="connsiteY63" fmla="*/ 2676593 h 6858000"/>
              <a:gd name="connsiteX64" fmla="*/ 10041065 w 12192000"/>
              <a:gd name="connsiteY64" fmla="*/ 2624647 h 6858000"/>
              <a:gd name="connsiteX65" fmla="*/ 9520364 w 12192000"/>
              <a:gd name="connsiteY65" fmla="*/ 1994569 h 6858000"/>
              <a:gd name="connsiteX66" fmla="*/ 9394955 w 12192000"/>
              <a:gd name="connsiteY66" fmla="*/ 2046515 h 6858000"/>
              <a:gd name="connsiteX67" fmla="*/ 7890775 w 12192000"/>
              <a:gd name="connsiteY67" fmla="*/ 3550695 h 6858000"/>
              <a:gd name="connsiteX68" fmla="*/ 7890775 w 12192000"/>
              <a:gd name="connsiteY68" fmla="*/ 3801513 h 6858000"/>
              <a:gd name="connsiteX69" fmla="*/ 7912734 w 12192000"/>
              <a:gd name="connsiteY69" fmla="*/ 3823472 h 6858000"/>
              <a:gd name="connsiteX70" fmla="*/ 8163552 w 12192000"/>
              <a:gd name="connsiteY70" fmla="*/ 3823472 h 6858000"/>
              <a:gd name="connsiteX71" fmla="*/ 9667732 w 12192000"/>
              <a:gd name="connsiteY71" fmla="*/ 2319292 h 6858000"/>
              <a:gd name="connsiteX72" fmla="*/ 9667732 w 12192000"/>
              <a:gd name="connsiteY72" fmla="*/ 2068475 h 6858000"/>
              <a:gd name="connsiteX73" fmla="*/ 9645773 w 12192000"/>
              <a:gd name="connsiteY73" fmla="*/ 2046515 h 6858000"/>
              <a:gd name="connsiteX74" fmla="*/ 9520364 w 12192000"/>
              <a:gd name="connsiteY74" fmla="*/ 1994569 h 6858000"/>
              <a:gd name="connsiteX75" fmla="*/ 11974643 w 12192000"/>
              <a:gd name="connsiteY75" fmla="*/ 1766977 h 6858000"/>
              <a:gd name="connsiteX76" fmla="*/ 11849234 w 12192000"/>
              <a:gd name="connsiteY76" fmla="*/ 1818923 h 6858000"/>
              <a:gd name="connsiteX77" fmla="*/ 10345054 w 12192000"/>
              <a:gd name="connsiteY77" fmla="*/ 3323103 h 6858000"/>
              <a:gd name="connsiteX78" fmla="*/ 10345054 w 12192000"/>
              <a:gd name="connsiteY78" fmla="*/ 3573920 h 6858000"/>
              <a:gd name="connsiteX79" fmla="*/ 10367013 w 12192000"/>
              <a:gd name="connsiteY79" fmla="*/ 3595879 h 6858000"/>
              <a:gd name="connsiteX80" fmla="*/ 10617831 w 12192000"/>
              <a:gd name="connsiteY80" fmla="*/ 3595879 h 6858000"/>
              <a:gd name="connsiteX81" fmla="*/ 12122011 w 12192000"/>
              <a:gd name="connsiteY81" fmla="*/ 2091700 h 6858000"/>
              <a:gd name="connsiteX82" fmla="*/ 12122011 w 12192000"/>
              <a:gd name="connsiteY82" fmla="*/ 1840882 h 6858000"/>
              <a:gd name="connsiteX83" fmla="*/ 12100052 w 12192000"/>
              <a:gd name="connsiteY83" fmla="*/ 1818923 h 6858000"/>
              <a:gd name="connsiteX84" fmla="*/ 11974643 w 12192000"/>
              <a:gd name="connsiteY84" fmla="*/ 1766977 h 6858000"/>
              <a:gd name="connsiteX85" fmla="*/ 4017223 w 12192000"/>
              <a:gd name="connsiteY85" fmla="*/ 734456 h 6858000"/>
              <a:gd name="connsiteX86" fmla="*/ 3560024 w 12192000"/>
              <a:gd name="connsiteY86" fmla="*/ 1191656 h 6858000"/>
              <a:gd name="connsiteX87" fmla="*/ 4017223 w 12192000"/>
              <a:gd name="connsiteY87" fmla="*/ 1648856 h 6858000"/>
              <a:gd name="connsiteX88" fmla="*/ 4474421 w 12192000"/>
              <a:gd name="connsiteY88" fmla="*/ 1191656 h 6858000"/>
              <a:gd name="connsiteX89" fmla="*/ 5708917 w 12192000"/>
              <a:gd name="connsiteY89" fmla="*/ 734456 h 6858000"/>
              <a:gd name="connsiteX90" fmla="*/ 5251717 w 12192000"/>
              <a:gd name="connsiteY90" fmla="*/ 1191656 h 6858000"/>
              <a:gd name="connsiteX91" fmla="*/ 5708917 w 12192000"/>
              <a:gd name="connsiteY91" fmla="*/ 1648856 h 6858000"/>
              <a:gd name="connsiteX92" fmla="*/ 6166116 w 12192000"/>
              <a:gd name="connsiteY92" fmla="*/ 1191656 h 6858000"/>
              <a:gd name="connsiteX93" fmla="*/ 7400612 w 12192000"/>
              <a:gd name="connsiteY93" fmla="*/ 734455 h 6858000"/>
              <a:gd name="connsiteX94" fmla="*/ 6943412 w 12192000"/>
              <a:gd name="connsiteY94" fmla="*/ 1191656 h 6858000"/>
              <a:gd name="connsiteX95" fmla="*/ 7400612 w 12192000"/>
              <a:gd name="connsiteY95" fmla="*/ 1648856 h 6858000"/>
              <a:gd name="connsiteX96" fmla="*/ 7857812 w 12192000"/>
              <a:gd name="connsiteY96" fmla="*/ 1191656 h 6858000"/>
              <a:gd name="connsiteX97" fmla="*/ 9092308 w 12192000"/>
              <a:gd name="connsiteY97" fmla="*/ 734455 h 6858000"/>
              <a:gd name="connsiteX98" fmla="*/ 8635108 w 12192000"/>
              <a:gd name="connsiteY98" fmla="*/ 1191655 h 6858000"/>
              <a:gd name="connsiteX99" fmla="*/ 9092308 w 12192000"/>
              <a:gd name="connsiteY99" fmla="*/ 1648855 h 6858000"/>
              <a:gd name="connsiteX100" fmla="*/ 9549508 w 12192000"/>
              <a:gd name="connsiteY100" fmla="*/ 1191655 h 6858000"/>
              <a:gd name="connsiteX101" fmla="*/ 11938654 w 12192000"/>
              <a:gd name="connsiteY101" fmla="*/ 725578 h 6858000"/>
              <a:gd name="connsiteX102" fmla="*/ 11813245 w 12192000"/>
              <a:gd name="connsiteY102" fmla="*/ 777523 h 6858000"/>
              <a:gd name="connsiteX103" fmla="*/ 10309065 w 12192000"/>
              <a:gd name="connsiteY103" fmla="*/ 2281704 h 6858000"/>
              <a:gd name="connsiteX104" fmla="*/ 10309065 w 12192000"/>
              <a:gd name="connsiteY104" fmla="*/ 2532522 h 6858000"/>
              <a:gd name="connsiteX105" fmla="*/ 10331024 w 12192000"/>
              <a:gd name="connsiteY105" fmla="*/ 2554481 h 6858000"/>
              <a:gd name="connsiteX106" fmla="*/ 10581842 w 12192000"/>
              <a:gd name="connsiteY106" fmla="*/ 2554481 h 6858000"/>
              <a:gd name="connsiteX107" fmla="*/ 12086022 w 12192000"/>
              <a:gd name="connsiteY107" fmla="*/ 1050300 h 6858000"/>
              <a:gd name="connsiteX108" fmla="*/ 12086022 w 12192000"/>
              <a:gd name="connsiteY108" fmla="*/ 799483 h 6858000"/>
              <a:gd name="connsiteX109" fmla="*/ 12064063 w 12192000"/>
              <a:gd name="connsiteY109" fmla="*/ 777523 h 6858000"/>
              <a:gd name="connsiteX110" fmla="*/ 11938654 w 12192000"/>
              <a:gd name="connsiteY110" fmla="*/ 725578 h 6858000"/>
              <a:gd name="connsiteX111" fmla="*/ 11405253 w 12192000"/>
              <a:gd name="connsiteY111" fmla="*/ 57401 h 6858000"/>
              <a:gd name="connsiteX112" fmla="*/ 11279844 w 12192000"/>
              <a:gd name="connsiteY112" fmla="*/ 109347 h 6858000"/>
              <a:gd name="connsiteX113" fmla="*/ 9775664 w 12192000"/>
              <a:gd name="connsiteY113" fmla="*/ 1613528 h 6858000"/>
              <a:gd name="connsiteX114" fmla="*/ 9775664 w 12192000"/>
              <a:gd name="connsiteY114" fmla="*/ 1864346 h 6858000"/>
              <a:gd name="connsiteX115" fmla="*/ 9797623 w 12192000"/>
              <a:gd name="connsiteY115" fmla="*/ 1886305 h 6858000"/>
              <a:gd name="connsiteX116" fmla="*/ 10048441 w 12192000"/>
              <a:gd name="connsiteY116" fmla="*/ 1886305 h 6858000"/>
              <a:gd name="connsiteX117" fmla="*/ 11552621 w 12192000"/>
              <a:gd name="connsiteY117" fmla="*/ 382124 h 6858000"/>
              <a:gd name="connsiteX118" fmla="*/ 11552621 w 12192000"/>
              <a:gd name="connsiteY118" fmla="*/ 131306 h 6858000"/>
              <a:gd name="connsiteX119" fmla="*/ 11530662 w 12192000"/>
              <a:gd name="connsiteY119" fmla="*/ 109347 h 6858000"/>
              <a:gd name="connsiteX120" fmla="*/ 11405253 w 12192000"/>
              <a:gd name="connsiteY120" fmla="*/ 57401 h 6858000"/>
              <a:gd name="connsiteX121" fmla="*/ 4 w 12192000"/>
              <a:gd name="connsiteY121" fmla="*/ 2 h 6858000"/>
              <a:gd name="connsiteX122" fmla="*/ 4 w 12192000"/>
              <a:gd name="connsiteY122" fmla="*/ 3090502 h 6858000"/>
              <a:gd name="connsiteX123" fmla="*/ 3090503 w 12192000"/>
              <a:gd name="connsiteY123" fmla="*/ 2 h 6858000"/>
              <a:gd name="connsiteX124" fmla="*/ 3171376 w 12192000"/>
              <a:gd name="connsiteY124" fmla="*/ 2 h 6858000"/>
              <a:gd name="connsiteX125" fmla="*/ 2714176 w 12192000"/>
              <a:gd name="connsiteY125" fmla="*/ 457202 h 6858000"/>
              <a:gd name="connsiteX126" fmla="*/ 3171376 w 12192000"/>
              <a:gd name="connsiteY126" fmla="*/ 914402 h 6858000"/>
              <a:gd name="connsiteX127" fmla="*/ 3628576 w 12192000"/>
              <a:gd name="connsiteY127" fmla="*/ 457202 h 6858000"/>
              <a:gd name="connsiteX128" fmla="*/ 4863069 w 12192000"/>
              <a:gd name="connsiteY128" fmla="*/ 2 h 6858000"/>
              <a:gd name="connsiteX129" fmla="*/ 4405869 w 12192000"/>
              <a:gd name="connsiteY129" fmla="*/ 457202 h 6858000"/>
              <a:gd name="connsiteX130" fmla="*/ 4863069 w 12192000"/>
              <a:gd name="connsiteY130" fmla="*/ 914402 h 6858000"/>
              <a:gd name="connsiteX131" fmla="*/ 5320269 w 12192000"/>
              <a:gd name="connsiteY131" fmla="*/ 457202 h 6858000"/>
              <a:gd name="connsiteX132" fmla="*/ 6554764 w 12192000"/>
              <a:gd name="connsiteY132" fmla="*/ 2 h 6858000"/>
              <a:gd name="connsiteX133" fmla="*/ 6097564 w 12192000"/>
              <a:gd name="connsiteY133" fmla="*/ 457201 h 6858000"/>
              <a:gd name="connsiteX134" fmla="*/ 6554764 w 12192000"/>
              <a:gd name="connsiteY134" fmla="*/ 914401 h 6858000"/>
              <a:gd name="connsiteX135" fmla="*/ 7011964 w 12192000"/>
              <a:gd name="connsiteY135" fmla="*/ 457201 h 6858000"/>
              <a:gd name="connsiteX136" fmla="*/ 8246460 w 12192000"/>
              <a:gd name="connsiteY136" fmla="*/ 1 h 6858000"/>
              <a:gd name="connsiteX137" fmla="*/ 7789260 w 12192000"/>
              <a:gd name="connsiteY137" fmla="*/ 457201 h 6858000"/>
              <a:gd name="connsiteX138" fmla="*/ 8246460 w 12192000"/>
              <a:gd name="connsiteY138" fmla="*/ 914401 h 6858000"/>
              <a:gd name="connsiteX139" fmla="*/ 8703660 w 12192000"/>
              <a:gd name="connsiteY139" fmla="*/ 457201 h 6858000"/>
              <a:gd name="connsiteX140" fmla="*/ 9938152 w 12192000"/>
              <a:gd name="connsiteY140" fmla="*/ 1 h 6858000"/>
              <a:gd name="connsiteX141" fmla="*/ 9480952 w 12192000"/>
              <a:gd name="connsiteY141" fmla="*/ 457201 h 6858000"/>
              <a:gd name="connsiteX142" fmla="*/ 9938152 w 12192000"/>
              <a:gd name="connsiteY142" fmla="*/ 914401 h 6858000"/>
              <a:gd name="connsiteX143" fmla="*/ 10395352 w 12192000"/>
              <a:gd name="connsiteY143" fmla="*/ 457201 h 6858000"/>
              <a:gd name="connsiteX144" fmla="*/ 0 w 12192000"/>
              <a:gd name="connsiteY144" fmla="*/ 0 h 6858000"/>
              <a:gd name="connsiteX145" fmla="*/ 12192000 w 12192000"/>
              <a:gd name="connsiteY145" fmla="*/ 0 h 6858000"/>
              <a:gd name="connsiteX146" fmla="*/ 12192000 w 12192000"/>
              <a:gd name="connsiteY146" fmla="*/ 2431144 h 6858000"/>
              <a:gd name="connsiteX147" fmla="*/ 7765144 w 12192000"/>
              <a:gd name="connsiteY147" fmla="*/ 6858000 h 6858000"/>
              <a:gd name="connsiteX148" fmla="*/ 0 w 12192000"/>
              <a:gd name="connsiteY14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12192000" h="6858000">
                <a:moveTo>
                  <a:pt x="1429139" y="6161467"/>
                </a:moveTo>
                <a:cubicBezTo>
                  <a:pt x="1248779" y="6161467"/>
                  <a:pt x="1102568" y="6307678"/>
                  <a:pt x="1102568" y="6488038"/>
                </a:cubicBezTo>
                <a:cubicBezTo>
                  <a:pt x="1102568" y="6668398"/>
                  <a:pt x="1248779" y="6814609"/>
                  <a:pt x="1429139" y="6814609"/>
                </a:cubicBezTo>
                <a:cubicBezTo>
                  <a:pt x="1609499" y="6814609"/>
                  <a:pt x="1755710" y="6668398"/>
                  <a:pt x="1755710" y="6488038"/>
                </a:cubicBezTo>
                <a:cubicBezTo>
                  <a:pt x="1755710" y="6307678"/>
                  <a:pt x="1609499" y="6161467"/>
                  <a:pt x="1429139" y="6161467"/>
                </a:cubicBezTo>
                <a:close/>
                <a:moveTo>
                  <a:pt x="8162314" y="5649061"/>
                </a:moveTo>
                <a:cubicBezTo>
                  <a:pt x="8116925" y="5649061"/>
                  <a:pt x="8071536" y="5666376"/>
                  <a:pt x="8036905" y="5701007"/>
                </a:cubicBezTo>
                <a:lnTo>
                  <a:pt x="7335995" y="6401917"/>
                </a:lnTo>
                <a:cubicBezTo>
                  <a:pt x="7266734" y="6471179"/>
                  <a:pt x="7266734" y="6583474"/>
                  <a:pt x="7335995" y="6652735"/>
                </a:cubicBezTo>
                <a:lnTo>
                  <a:pt x="7357954" y="6674694"/>
                </a:lnTo>
                <a:cubicBezTo>
                  <a:pt x="7427215" y="6743956"/>
                  <a:pt x="7539511" y="6743956"/>
                  <a:pt x="7608772" y="6674694"/>
                </a:cubicBezTo>
                <a:lnTo>
                  <a:pt x="8309682" y="5973784"/>
                </a:lnTo>
                <a:cubicBezTo>
                  <a:pt x="8378944" y="5904522"/>
                  <a:pt x="8378944" y="5792227"/>
                  <a:pt x="8309682" y="5722966"/>
                </a:cubicBezTo>
                <a:lnTo>
                  <a:pt x="8287723" y="5701007"/>
                </a:lnTo>
                <a:cubicBezTo>
                  <a:pt x="8253093" y="5666376"/>
                  <a:pt x="8207704" y="5649061"/>
                  <a:pt x="8162314" y="5649061"/>
                </a:cubicBezTo>
                <a:close/>
                <a:moveTo>
                  <a:pt x="899628" y="5446562"/>
                </a:moveTo>
                <a:cubicBezTo>
                  <a:pt x="719268" y="5446562"/>
                  <a:pt x="573057" y="5592773"/>
                  <a:pt x="573057" y="5773133"/>
                </a:cubicBezTo>
                <a:cubicBezTo>
                  <a:pt x="573057" y="5953493"/>
                  <a:pt x="719268" y="6099704"/>
                  <a:pt x="899628" y="6099704"/>
                </a:cubicBezTo>
                <a:cubicBezTo>
                  <a:pt x="1079988" y="6099704"/>
                  <a:pt x="1226199" y="5953493"/>
                  <a:pt x="1226199" y="5773133"/>
                </a:cubicBezTo>
                <a:cubicBezTo>
                  <a:pt x="1226199" y="5592773"/>
                  <a:pt x="1079988" y="5446562"/>
                  <a:pt x="899628" y="5446562"/>
                </a:cubicBezTo>
                <a:close/>
                <a:moveTo>
                  <a:pt x="370117" y="4731656"/>
                </a:moveTo>
                <a:cubicBezTo>
                  <a:pt x="189758" y="4731656"/>
                  <a:pt x="43547" y="4877867"/>
                  <a:pt x="43547" y="5058227"/>
                </a:cubicBezTo>
                <a:cubicBezTo>
                  <a:pt x="43547" y="5238587"/>
                  <a:pt x="189758" y="5384798"/>
                  <a:pt x="370117" y="5384798"/>
                </a:cubicBezTo>
                <a:cubicBezTo>
                  <a:pt x="550478" y="5384798"/>
                  <a:pt x="696689" y="5238587"/>
                  <a:pt x="696689" y="5058227"/>
                </a:cubicBezTo>
                <a:cubicBezTo>
                  <a:pt x="696689" y="4877867"/>
                  <a:pt x="550478" y="4731656"/>
                  <a:pt x="370117" y="4731656"/>
                </a:cubicBezTo>
                <a:close/>
                <a:moveTo>
                  <a:pt x="8139025" y="4569563"/>
                </a:moveTo>
                <a:cubicBezTo>
                  <a:pt x="8093636" y="4569563"/>
                  <a:pt x="8048247" y="4586878"/>
                  <a:pt x="8013616" y="4621508"/>
                </a:cubicBezTo>
                <a:lnTo>
                  <a:pt x="6236292" y="6398833"/>
                </a:lnTo>
                <a:cubicBezTo>
                  <a:pt x="6167031" y="6468094"/>
                  <a:pt x="6167031" y="6580390"/>
                  <a:pt x="6236292" y="6649651"/>
                </a:cubicBezTo>
                <a:lnTo>
                  <a:pt x="6258251" y="6671610"/>
                </a:lnTo>
                <a:cubicBezTo>
                  <a:pt x="6327512" y="6740871"/>
                  <a:pt x="6439808" y="6740871"/>
                  <a:pt x="6509069" y="6671610"/>
                </a:cubicBezTo>
                <a:lnTo>
                  <a:pt x="8286393" y="4894285"/>
                </a:lnTo>
                <a:cubicBezTo>
                  <a:pt x="8355654" y="4825024"/>
                  <a:pt x="8355654" y="4712728"/>
                  <a:pt x="8286393" y="4643467"/>
                </a:cubicBezTo>
                <a:lnTo>
                  <a:pt x="8264434" y="4621508"/>
                </a:lnTo>
                <a:cubicBezTo>
                  <a:pt x="8229804" y="4586878"/>
                  <a:pt x="8184415" y="4569563"/>
                  <a:pt x="8139025" y="4569563"/>
                </a:cubicBezTo>
                <a:close/>
                <a:moveTo>
                  <a:pt x="7618325" y="3939483"/>
                </a:moveTo>
                <a:cubicBezTo>
                  <a:pt x="7572936" y="3939483"/>
                  <a:pt x="7527547" y="3956798"/>
                  <a:pt x="7492916" y="3991429"/>
                </a:cubicBezTo>
                <a:lnTo>
                  <a:pt x="5016683" y="6467663"/>
                </a:lnTo>
                <a:cubicBezTo>
                  <a:pt x="4947422" y="6536924"/>
                  <a:pt x="4947422" y="6649220"/>
                  <a:pt x="5016683" y="6718481"/>
                </a:cubicBezTo>
                <a:lnTo>
                  <a:pt x="5038642" y="6740440"/>
                </a:lnTo>
                <a:cubicBezTo>
                  <a:pt x="5107903" y="6809701"/>
                  <a:pt x="5220199" y="6809701"/>
                  <a:pt x="5289460" y="6740440"/>
                </a:cubicBezTo>
                <a:lnTo>
                  <a:pt x="7765693" y="4264206"/>
                </a:lnTo>
                <a:cubicBezTo>
                  <a:pt x="7834954" y="4194945"/>
                  <a:pt x="7834954" y="4082649"/>
                  <a:pt x="7765693" y="4013388"/>
                </a:cubicBezTo>
                <a:lnTo>
                  <a:pt x="7743734" y="3991429"/>
                </a:lnTo>
                <a:cubicBezTo>
                  <a:pt x="7709103" y="3956798"/>
                  <a:pt x="7663714" y="3939483"/>
                  <a:pt x="7618325" y="3939483"/>
                </a:cubicBezTo>
                <a:close/>
                <a:moveTo>
                  <a:pt x="10089754" y="3704146"/>
                </a:moveTo>
                <a:cubicBezTo>
                  <a:pt x="10044365" y="3704146"/>
                  <a:pt x="9998976" y="3721461"/>
                  <a:pt x="9964345" y="3756091"/>
                </a:cubicBezTo>
                <a:lnTo>
                  <a:pt x="8460165" y="5260272"/>
                </a:lnTo>
                <a:cubicBezTo>
                  <a:pt x="8390903" y="5329533"/>
                  <a:pt x="8390903" y="5441829"/>
                  <a:pt x="8460165" y="5511090"/>
                </a:cubicBezTo>
                <a:lnTo>
                  <a:pt x="8482124" y="5533049"/>
                </a:lnTo>
                <a:cubicBezTo>
                  <a:pt x="8551385" y="5602310"/>
                  <a:pt x="8663680" y="5602310"/>
                  <a:pt x="8732942" y="5533049"/>
                </a:cubicBezTo>
                <a:lnTo>
                  <a:pt x="10237122" y="4028868"/>
                </a:lnTo>
                <a:cubicBezTo>
                  <a:pt x="10306384" y="3959607"/>
                  <a:pt x="10306384" y="3847312"/>
                  <a:pt x="10237122" y="3778051"/>
                </a:cubicBezTo>
                <a:lnTo>
                  <a:pt x="10215163" y="3756091"/>
                </a:lnTo>
                <a:cubicBezTo>
                  <a:pt x="10180532" y="3721461"/>
                  <a:pt x="10135144" y="3704146"/>
                  <a:pt x="10089754" y="3704146"/>
                </a:cubicBezTo>
                <a:close/>
                <a:moveTo>
                  <a:pt x="10041065" y="2624647"/>
                </a:moveTo>
                <a:cubicBezTo>
                  <a:pt x="9995676" y="2624647"/>
                  <a:pt x="9950287" y="2641962"/>
                  <a:pt x="9915656" y="2676593"/>
                </a:cubicBezTo>
                <a:lnTo>
                  <a:pt x="8411476" y="4180773"/>
                </a:lnTo>
                <a:cubicBezTo>
                  <a:pt x="8342215" y="4250034"/>
                  <a:pt x="8342215" y="4362330"/>
                  <a:pt x="8411476" y="4431591"/>
                </a:cubicBezTo>
                <a:lnTo>
                  <a:pt x="8433435" y="4453550"/>
                </a:lnTo>
                <a:cubicBezTo>
                  <a:pt x="8502696" y="4522811"/>
                  <a:pt x="8614991" y="4522811"/>
                  <a:pt x="8684253" y="4453550"/>
                </a:cubicBezTo>
                <a:lnTo>
                  <a:pt x="10188433" y="2949370"/>
                </a:lnTo>
                <a:cubicBezTo>
                  <a:pt x="10257695" y="2880109"/>
                  <a:pt x="10257695" y="2767813"/>
                  <a:pt x="10188433" y="2698552"/>
                </a:cubicBezTo>
                <a:lnTo>
                  <a:pt x="10166474" y="2676593"/>
                </a:lnTo>
                <a:cubicBezTo>
                  <a:pt x="10131844" y="2641962"/>
                  <a:pt x="10086454" y="2624647"/>
                  <a:pt x="10041065" y="2624647"/>
                </a:cubicBezTo>
                <a:close/>
                <a:moveTo>
                  <a:pt x="9520364" y="1994569"/>
                </a:moveTo>
                <a:cubicBezTo>
                  <a:pt x="9474975" y="1994569"/>
                  <a:pt x="9429586" y="2011885"/>
                  <a:pt x="9394955" y="2046515"/>
                </a:cubicBezTo>
                <a:lnTo>
                  <a:pt x="7890775" y="3550695"/>
                </a:lnTo>
                <a:cubicBezTo>
                  <a:pt x="7821514" y="3619956"/>
                  <a:pt x="7821514" y="3732252"/>
                  <a:pt x="7890775" y="3801513"/>
                </a:cubicBezTo>
                <a:lnTo>
                  <a:pt x="7912734" y="3823472"/>
                </a:lnTo>
                <a:cubicBezTo>
                  <a:pt x="7981995" y="3892733"/>
                  <a:pt x="8094291" y="3892733"/>
                  <a:pt x="8163552" y="3823472"/>
                </a:cubicBezTo>
                <a:lnTo>
                  <a:pt x="9667732" y="2319292"/>
                </a:lnTo>
                <a:cubicBezTo>
                  <a:pt x="9736994" y="2250031"/>
                  <a:pt x="9736994" y="2137735"/>
                  <a:pt x="9667732" y="2068475"/>
                </a:cubicBezTo>
                <a:lnTo>
                  <a:pt x="9645773" y="2046515"/>
                </a:lnTo>
                <a:cubicBezTo>
                  <a:pt x="9611142" y="2011885"/>
                  <a:pt x="9565753" y="1994569"/>
                  <a:pt x="9520364" y="1994569"/>
                </a:cubicBezTo>
                <a:close/>
                <a:moveTo>
                  <a:pt x="11974643" y="1766977"/>
                </a:moveTo>
                <a:cubicBezTo>
                  <a:pt x="11929254" y="1766977"/>
                  <a:pt x="11883865" y="1784292"/>
                  <a:pt x="11849234" y="1818923"/>
                </a:cubicBezTo>
                <a:lnTo>
                  <a:pt x="10345054" y="3323103"/>
                </a:lnTo>
                <a:cubicBezTo>
                  <a:pt x="10275792" y="3392364"/>
                  <a:pt x="10275792" y="3504659"/>
                  <a:pt x="10345054" y="3573920"/>
                </a:cubicBezTo>
                <a:lnTo>
                  <a:pt x="10367013" y="3595879"/>
                </a:lnTo>
                <a:cubicBezTo>
                  <a:pt x="10436274" y="3665140"/>
                  <a:pt x="10548569" y="3665140"/>
                  <a:pt x="10617831" y="3595879"/>
                </a:cubicBezTo>
                <a:lnTo>
                  <a:pt x="12122011" y="2091700"/>
                </a:lnTo>
                <a:cubicBezTo>
                  <a:pt x="12191273" y="2022439"/>
                  <a:pt x="12191273" y="1910143"/>
                  <a:pt x="12122011" y="1840882"/>
                </a:cubicBezTo>
                <a:lnTo>
                  <a:pt x="12100052" y="1818923"/>
                </a:lnTo>
                <a:cubicBezTo>
                  <a:pt x="12065422" y="1784292"/>
                  <a:pt x="12020032" y="1766977"/>
                  <a:pt x="11974643" y="1766977"/>
                </a:cubicBezTo>
                <a:close/>
                <a:moveTo>
                  <a:pt x="4017223" y="734456"/>
                </a:moveTo>
                <a:lnTo>
                  <a:pt x="3560024" y="1191656"/>
                </a:lnTo>
                <a:lnTo>
                  <a:pt x="4017223" y="1648856"/>
                </a:lnTo>
                <a:lnTo>
                  <a:pt x="4474421" y="1191656"/>
                </a:lnTo>
                <a:close/>
                <a:moveTo>
                  <a:pt x="5708917" y="734456"/>
                </a:moveTo>
                <a:lnTo>
                  <a:pt x="5251717" y="1191656"/>
                </a:lnTo>
                <a:lnTo>
                  <a:pt x="5708917" y="1648856"/>
                </a:lnTo>
                <a:lnTo>
                  <a:pt x="6166116" y="1191656"/>
                </a:lnTo>
                <a:close/>
                <a:moveTo>
                  <a:pt x="7400612" y="734455"/>
                </a:moveTo>
                <a:lnTo>
                  <a:pt x="6943412" y="1191656"/>
                </a:lnTo>
                <a:lnTo>
                  <a:pt x="7400612" y="1648856"/>
                </a:lnTo>
                <a:lnTo>
                  <a:pt x="7857812" y="1191656"/>
                </a:lnTo>
                <a:close/>
                <a:moveTo>
                  <a:pt x="9092308" y="734455"/>
                </a:moveTo>
                <a:lnTo>
                  <a:pt x="8635108" y="1191655"/>
                </a:lnTo>
                <a:lnTo>
                  <a:pt x="9092308" y="1648855"/>
                </a:lnTo>
                <a:lnTo>
                  <a:pt x="9549508" y="1191655"/>
                </a:lnTo>
                <a:close/>
                <a:moveTo>
                  <a:pt x="11938654" y="725578"/>
                </a:moveTo>
                <a:cubicBezTo>
                  <a:pt x="11893265" y="725578"/>
                  <a:pt x="11847876" y="742893"/>
                  <a:pt x="11813245" y="777523"/>
                </a:cubicBezTo>
                <a:lnTo>
                  <a:pt x="10309065" y="2281704"/>
                </a:lnTo>
                <a:cubicBezTo>
                  <a:pt x="10239803" y="2350965"/>
                  <a:pt x="10239803" y="2463261"/>
                  <a:pt x="10309065" y="2532522"/>
                </a:cubicBezTo>
                <a:lnTo>
                  <a:pt x="10331024" y="2554481"/>
                </a:lnTo>
                <a:cubicBezTo>
                  <a:pt x="10400285" y="2623742"/>
                  <a:pt x="10512580" y="2623742"/>
                  <a:pt x="10581842" y="2554481"/>
                </a:cubicBezTo>
                <a:lnTo>
                  <a:pt x="12086022" y="1050300"/>
                </a:lnTo>
                <a:cubicBezTo>
                  <a:pt x="12155284" y="981039"/>
                  <a:pt x="12155284" y="868744"/>
                  <a:pt x="12086022" y="799483"/>
                </a:cubicBezTo>
                <a:lnTo>
                  <a:pt x="12064063" y="777523"/>
                </a:lnTo>
                <a:cubicBezTo>
                  <a:pt x="12029432" y="742893"/>
                  <a:pt x="11984043" y="725578"/>
                  <a:pt x="11938654" y="725578"/>
                </a:cubicBezTo>
                <a:close/>
                <a:moveTo>
                  <a:pt x="11405253" y="57401"/>
                </a:moveTo>
                <a:cubicBezTo>
                  <a:pt x="11359864" y="57401"/>
                  <a:pt x="11314475" y="74716"/>
                  <a:pt x="11279844" y="109347"/>
                </a:cubicBezTo>
                <a:lnTo>
                  <a:pt x="9775664" y="1613528"/>
                </a:lnTo>
                <a:cubicBezTo>
                  <a:pt x="9706402" y="1682789"/>
                  <a:pt x="9706402" y="1795085"/>
                  <a:pt x="9775664" y="1864346"/>
                </a:cubicBezTo>
                <a:lnTo>
                  <a:pt x="9797623" y="1886305"/>
                </a:lnTo>
                <a:cubicBezTo>
                  <a:pt x="9866884" y="1955566"/>
                  <a:pt x="9979179" y="1955566"/>
                  <a:pt x="10048441" y="1886305"/>
                </a:cubicBezTo>
                <a:lnTo>
                  <a:pt x="11552621" y="382124"/>
                </a:lnTo>
                <a:cubicBezTo>
                  <a:pt x="11621883" y="312862"/>
                  <a:pt x="11621883" y="200567"/>
                  <a:pt x="11552621" y="131306"/>
                </a:cubicBezTo>
                <a:lnTo>
                  <a:pt x="11530662" y="109347"/>
                </a:lnTo>
                <a:cubicBezTo>
                  <a:pt x="11496032" y="74716"/>
                  <a:pt x="11450643" y="57401"/>
                  <a:pt x="11405253" y="57401"/>
                </a:cubicBezTo>
                <a:close/>
                <a:moveTo>
                  <a:pt x="4" y="2"/>
                </a:moveTo>
                <a:lnTo>
                  <a:pt x="4" y="3090502"/>
                </a:lnTo>
                <a:lnTo>
                  <a:pt x="3090503" y="2"/>
                </a:lnTo>
                <a:close/>
                <a:moveTo>
                  <a:pt x="3171376" y="2"/>
                </a:moveTo>
                <a:lnTo>
                  <a:pt x="2714176" y="457202"/>
                </a:lnTo>
                <a:lnTo>
                  <a:pt x="3171376" y="914402"/>
                </a:lnTo>
                <a:lnTo>
                  <a:pt x="3628576" y="457202"/>
                </a:lnTo>
                <a:close/>
                <a:moveTo>
                  <a:pt x="4863069" y="2"/>
                </a:moveTo>
                <a:lnTo>
                  <a:pt x="4405869" y="457202"/>
                </a:lnTo>
                <a:lnTo>
                  <a:pt x="4863069" y="914402"/>
                </a:lnTo>
                <a:lnTo>
                  <a:pt x="5320269" y="457202"/>
                </a:lnTo>
                <a:close/>
                <a:moveTo>
                  <a:pt x="6554764" y="2"/>
                </a:moveTo>
                <a:lnTo>
                  <a:pt x="6097564" y="457201"/>
                </a:lnTo>
                <a:lnTo>
                  <a:pt x="6554764" y="914401"/>
                </a:lnTo>
                <a:lnTo>
                  <a:pt x="7011964" y="457201"/>
                </a:lnTo>
                <a:close/>
                <a:moveTo>
                  <a:pt x="8246460" y="1"/>
                </a:moveTo>
                <a:lnTo>
                  <a:pt x="7789260" y="457201"/>
                </a:lnTo>
                <a:lnTo>
                  <a:pt x="8246460" y="914401"/>
                </a:lnTo>
                <a:lnTo>
                  <a:pt x="8703660" y="457201"/>
                </a:lnTo>
                <a:close/>
                <a:moveTo>
                  <a:pt x="9938152" y="1"/>
                </a:moveTo>
                <a:lnTo>
                  <a:pt x="9480952" y="457201"/>
                </a:lnTo>
                <a:lnTo>
                  <a:pt x="9938152" y="914401"/>
                </a:lnTo>
                <a:lnTo>
                  <a:pt x="10395352" y="457201"/>
                </a:lnTo>
                <a:close/>
                <a:moveTo>
                  <a:pt x="0" y="0"/>
                </a:moveTo>
                <a:lnTo>
                  <a:pt x="12192000" y="0"/>
                </a:lnTo>
                <a:lnTo>
                  <a:pt x="12192000" y="2431144"/>
                </a:lnTo>
                <a:lnTo>
                  <a:pt x="7765144" y="6858000"/>
                </a:lnTo>
                <a:lnTo>
                  <a:pt x="0" y="6858000"/>
                </a:lnTo>
                <a:close/>
              </a:path>
            </a:pathLst>
          </a:custGeom>
          <a:solidFill>
            <a:schemeClr val="accent1">
              <a:alpha val="92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b="1" err="1">
              <a:solidFill>
                <a:schemeClr val="accent4"/>
              </a:solidFill>
            </a:endParaRPr>
          </a:p>
        </p:txBody>
      </p:sp>
      <p:sp>
        <p:nvSpPr>
          <p:cNvPr id="49" name="Freeform: Shape 48">
            <a:extLst>
              <a:ext uri="{FF2B5EF4-FFF2-40B4-BE49-F238E27FC236}">
                <a16:creationId xmlns:a16="http://schemas.microsoft.com/office/drawing/2014/main" id="{A674ABF8-EAD4-4410-8CCD-477D276B43F4}"/>
              </a:ext>
            </a:extLst>
          </p:cNvPr>
          <p:cNvSpPr/>
          <p:nvPr userDrawn="1"/>
        </p:nvSpPr>
        <p:spPr>
          <a:xfrm>
            <a:off x="-3410" y="2450947"/>
            <a:ext cx="6607408" cy="2237168"/>
          </a:xfrm>
          <a:custGeom>
            <a:avLst/>
            <a:gdLst>
              <a:gd name="connsiteX0" fmla="*/ 643965 w 6607408"/>
              <a:gd name="connsiteY0" fmla="*/ 0 h 2237168"/>
              <a:gd name="connsiteX1" fmla="*/ 6607408 w 6607408"/>
              <a:gd name="connsiteY1" fmla="*/ 0 h 2237168"/>
              <a:gd name="connsiteX2" fmla="*/ 6607408 w 6607408"/>
              <a:gd name="connsiteY2" fmla="*/ 2237167 h 2237168"/>
              <a:gd name="connsiteX3" fmla="*/ 643965 w 6607408"/>
              <a:gd name="connsiteY3" fmla="*/ 2237167 h 2237168"/>
              <a:gd name="connsiteX4" fmla="*/ 643965 w 6607408"/>
              <a:gd name="connsiteY4" fmla="*/ 2237168 h 2237168"/>
              <a:gd name="connsiteX5" fmla="*/ 7730 w 6607408"/>
              <a:gd name="connsiteY5" fmla="*/ 2237168 h 2237168"/>
              <a:gd name="connsiteX6" fmla="*/ 7730 w 6607408"/>
              <a:gd name="connsiteY6" fmla="*/ 655216 h 2237168"/>
              <a:gd name="connsiteX7" fmla="*/ 0 w 6607408"/>
              <a:gd name="connsiteY7" fmla="*/ 647509 h 2237168"/>
              <a:gd name="connsiteX8" fmla="*/ 7730 w 6607408"/>
              <a:gd name="connsiteY8" fmla="*/ 639757 h 2237168"/>
              <a:gd name="connsiteX9" fmla="*/ 7730 w 6607408"/>
              <a:gd name="connsiteY9" fmla="*/ 635076 h 2237168"/>
              <a:gd name="connsiteX10" fmla="*/ 12397 w 6607408"/>
              <a:gd name="connsiteY10" fmla="*/ 635076 h 2237168"/>
              <a:gd name="connsiteX11" fmla="*/ 643965 w 6607408"/>
              <a:gd name="connsiteY11" fmla="*/ 1687 h 223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07408" h="2237168">
                <a:moveTo>
                  <a:pt x="643965" y="0"/>
                </a:moveTo>
                <a:lnTo>
                  <a:pt x="6607408" y="0"/>
                </a:lnTo>
                <a:lnTo>
                  <a:pt x="6607408" y="2237167"/>
                </a:lnTo>
                <a:lnTo>
                  <a:pt x="643965" y="2237167"/>
                </a:lnTo>
                <a:lnTo>
                  <a:pt x="643965" y="2237168"/>
                </a:lnTo>
                <a:lnTo>
                  <a:pt x="7730" y="2237168"/>
                </a:lnTo>
                <a:lnTo>
                  <a:pt x="7730" y="655216"/>
                </a:lnTo>
                <a:lnTo>
                  <a:pt x="0" y="647509"/>
                </a:lnTo>
                <a:lnTo>
                  <a:pt x="7730" y="639757"/>
                </a:lnTo>
                <a:lnTo>
                  <a:pt x="7730" y="635076"/>
                </a:lnTo>
                <a:lnTo>
                  <a:pt x="12397" y="635076"/>
                </a:lnTo>
                <a:lnTo>
                  <a:pt x="643965" y="1687"/>
                </a:lnTo>
                <a:close/>
              </a:path>
            </a:pathLst>
          </a:cu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b="1" err="1">
              <a:solidFill>
                <a:schemeClr val="accent4"/>
              </a:solidFill>
            </a:endParaRPr>
          </a:p>
        </p:txBody>
      </p:sp>
      <p:sp>
        <p:nvSpPr>
          <p:cNvPr id="42" name="Title 1">
            <a:extLst>
              <a:ext uri="{FF2B5EF4-FFF2-40B4-BE49-F238E27FC236}">
                <a16:creationId xmlns:a16="http://schemas.microsoft.com/office/drawing/2014/main" id="{9E90D4A6-EABC-4668-B33A-12C8E0ACFBB3}"/>
              </a:ext>
            </a:extLst>
          </p:cNvPr>
          <p:cNvSpPr>
            <a:spLocks noGrp="1"/>
          </p:cNvSpPr>
          <p:nvPr userDrawn="1">
            <p:ph type="ctrTitle" hasCustomPrompt="1"/>
          </p:nvPr>
        </p:nvSpPr>
        <p:spPr>
          <a:xfrm>
            <a:off x="1339912" y="2601085"/>
            <a:ext cx="6859208" cy="707886"/>
          </a:xfrm>
        </p:spPr>
        <p:txBody>
          <a:bodyPr wrap="square" anchor="b">
            <a:spAutoFit/>
          </a:bodyPr>
          <a:lstStyle>
            <a:lvl1pPr>
              <a:defRPr sz="4000">
                <a:solidFill>
                  <a:schemeClr val="bg1"/>
                </a:solidFill>
              </a:defRPr>
            </a:lvl1pPr>
          </a:lstStyle>
          <a:p>
            <a:r>
              <a:rPr lang="en-US"/>
              <a:t>TITLE OF THE DOCUMENT</a:t>
            </a:r>
          </a:p>
        </p:txBody>
      </p:sp>
      <p:sp>
        <p:nvSpPr>
          <p:cNvPr id="43" name="Subtitle 2">
            <a:extLst>
              <a:ext uri="{FF2B5EF4-FFF2-40B4-BE49-F238E27FC236}">
                <a16:creationId xmlns:a16="http://schemas.microsoft.com/office/drawing/2014/main" id="{5A7FD2E5-3430-4B6D-8B88-FEEF41234A8A}"/>
              </a:ext>
            </a:extLst>
          </p:cNvPr>
          <p:cNvSpPr>
            <a:spLocks noGrp="1"/>
          </p:cNvSpPr>
          <p:nvPr userDrawn="1">
            <p:ph type="subTitle" idx="1" hasCustomPrompt="1"/>
          </p:nvPr>
        </p:nvSpPr>
        <p:spPr>
          <a:xfrm>
            <a:off x="1339912" y="4237381"/>
            <a:ext cx="6859208" cy="492443"/>
          </a:xfrm>
        </p:spPr>
        <p:txBody>
          <a:bodyPr/>
          <a:lstStyle>
            <a:lvl1pPr>
              <a:defRPr sz="3200">
                <a:solidFill>
                  <a:schemeClr val="bg1"/>
                </a:solidFill>
              </a:defRPr>
            </a:lvl1pPr>
          </a:lstStyle>
          <a:p>
            <a:r>
              <a:rPr lang="en-US"/>
              <a:t>EDIT SUBTITLE</a:t>
            </a:r>
          </a:p>
        </p:txBody>
      </p:sp>
      <p:sp>
        <p:nvSpPr>
          <p:cNvPr id="85" name="Text Placeholder 84">
            <a:extLst>
              <a:ext uri="{FF2B5EF4-FFF2-40B4-BE49-F238E27FC236}">
                <a16:creationId xmlns:a16="http://schemas.microsoft.com/office/drawing/2014/main" id="{217D11FD-233F-4482-938B-82CA452ECE9C}"/>
              </a:ext>
            </a:extLst>
          </p:cNvPr>
          <p:cNvSpPr>
            <a:spLocks noGrp="1"/>
          </p:cNvSpPr>
          <p:nvPr userDrawn="1">
            <p:ph type="body" sz="quarter" idx="10"/>
          </p:nvPr>
        </p:nvSpPr>
        <p:spPr>
          <a:xfrm>
            <a:off x="1339397" y="3407037"/>
            <a:ext cx="6841373" cy="430887"/>
          </a:xfrm>
        </p:spPr>
        <p:txBody>
          <a:bodyPr vert="horz" wrap="square" lIns="0" tIns="0" rIns="0" bIns="0" rtlCol="0">
            <a:spAutoFit/>
          </a:bodyPr>
          <a:lstStyle>
            <a:lvl1pPr>
              <a:defRPr lang="en-US" sz="2800" i="0" dirty="0" smtClean="0">
                <a:solidFill>
                  <a:schemeClr val="bg1"/>
                </a:solidFill>
              </a:defRPr>
            </a:lvl1pPr>
            <a:lvl2pPr>
              <a:defRPr lang="en-US" dirty="0" smtClean="0"/>
            </a:lvl2pPr>
            <a:lvl3pPr>
              <a:defRPr lang="en-US" dirty="0" smtClean="0"/>
            </a:lvl3pPr>
            <a:lvl4pPr>
              <a:defRPr lang="en-US" dirty="0" smtClean="0"/>
            </a:lvl4pPr>
            <a:lvl5pPr>
              <a:defRPr lang="en-IN" dirty="0"/>
            </a:lvl5pPr>
          </a:lstStyle>
          <a:p>
            <a:pPr lvl="0"/>
            <a:r>
              <a:rPr lang="en-US"/>
              <a:t>Edit Master text styles</a:t>
            </a:r>
          </a:p>
        </p:txBody>
      </p:sp>
    </p:spTree>
    <p:extLst>
      <p:ext uri="{BB962C8B-B14F-4D97-AF65-F5344CB8AC3E}">
        <p14:creationId xmlns:p14="http://schemas.microsoft.com/office/powerpoint/2010/main" val="215326783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823529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13_Title Slide">
    <p:spTree>
      <p:nvGrpSpPr>
        <p:cNvPr id="1" name=""/>
        <p:cNvGrpSpPr/>
        <p:nvPr/>
      </p:nvGrpSpPr>
      <p:grpSpPr>
        <a:xfrm>
          <a:off x="0" y="0"/>
          <a:ext cx="0" cy="0"/>
          <a:chOff x="0" y="0"/>
          <a:chExt cx="0" cy="0"/>
        </a:xfrm>
      </p:grpSpPr>
      <p:sp>
        <p:nvSpPr>
          <p:cNvPr id="7" name="Picture Placeholder 6"/>
          <p:cNvSpPr>
            <a:spLocks noGrp="1"/>
          </p:cNvSpPr>
          <p:nvPr>
            <p:ph type="pic" sz="quarter" idx="16" hasCustomPrompt="1"/>
          </p:nvPr>
        </p:nvSpPr>
        <p:spPr>
          <a:xfrm>
            <a:off x="1325281" y="-1"/>
            <a:ext cx="5195129" cy="4674887"/>
          </a:xfrm>
          <a:custGeom>
            <a:avLst/>
            <a:gdLst>
              <a:gd name="connsiteX0" fmla="*/ 1257458 w 5195129"/>
              <a:gd name="connsiteY0" fmla="*/ 0 h 4674887"/>
              <a:gd name="connsiteX1" fmla="*/ 4888355 w 5195129"/>
              <a:gd name="connsiteY1" fmla="*/ 0 h 4674887"/>
              <a:gd name="connsiteX2" fmla="*/ 4897797 w 5195129"/>
              <a:gd name="connsiteY2" fmla="*/ 10583 h 4674887"/>
              <a:gd name="connsiteX3" fmla="*/ 4991734 w 5195129"/>
              <a:gd name="connsiteY3" fmla="*/ 153016 h 4674887"/>
              <a:gd name="connsiteX4" fmla="*/ 5155578 w 5195129"/>
              <a:gd name="connsiteY4" fmla="*/ 618243 h 4674887"/>
              <a:gd name="connsiteX5" fmla="*/ 5191863 w 5195129"/>
              <a:gd name="connsiteY5" fmla="*/ 1214314 h 4674887"/>
              <a:gd name="connsiteX6" fmla="*/ 5140212 w 5195129"/>
              <a:gd name="connsiteY6" fmla="*/ 1702059 h 4674887"/>
              <a:gd name="connsiteX7" fmla="*/ 5065164 w 5195129"/>
              <a:gd name="connsiteY7" fmla="*/ 2086547 h 4674887"/>
              <a:gd name="connsiteX8" fmla="*/ 4969982 w 5195129"/>
              <a:gd name="connsiteY8" fmla="*/ 2462239 h 4674887"/>
              <a:gd name="connsiteX9" fmla="*/ 4966842 w 5195129"/>
              <a:gd name="connsiteY9" fmla="*/ 2481819 h 4674887"/>
              <a:gd name="connsiteX10" fmla="*/ 4948658 w 5195129"/>
              <a:gd name="connsiteY10" fmla="*/ 2545371 h 4674887"/>
              <a:gd name="connsiteX11" fmla="*/ 4938561 w 5195129"/>
              <a:gd name="connsiteY11" fmla="*/ 2572055 h 4674887"/>
              <a:gd name="connsiteX12" fmla="*/ 4784773 w 5195129"/>
              <a:gd name="connsiteY12" fmla="*/ 3040688 h 4674887"/>
              <a:gd name="connsiteX13" fmla="*/ 4548619 w 5195129"/>
              <a:gd name="connsiteY13" fmla="*/ 3590655 h 4674887"/>
              <a:gd name="connsiteX14" fmla="*/ 4250458 w 5195129"/>
              <a:gd name="connsiteY14" fmla="*/ 4073335 h 4674887"/>
              <a:gd name="connsiteX15" fmla="*/ 3878856 w 5195129"/>
              <a:gd name="connsiteY15" fmla="*/ 4443497 h 4674887"/>
              <a:gd name="connsiteX16" fmla="*/ 3186482 w 5195129"/>
              <a:gd name="connsiteY16" fmla="*/ 4674862 h 4674887"/>
              <a:gd name="connsiteX17" fmla="*/ 2891514 w 5195129"/>
              <a:gd name="connsiteY17" fmla="*/ 4643798 h 4674887"/>
              <a:gd name="connsiteX18" fmla="*/ 2828700 w 5195129"/>
              <a:gd name="connsiteY18" fmla="*/ 4634421 h 4674887"/>
              <a:gd name="connsiteX19" fmla="*/ 2731286 w 5195129"/>
              <a:gd name="connsiteY19" fmla="*/ 4606548 h 4674887"/>
              <a:gd name="connsiteX20" fmla="*/ 2693489 w 5195129"/>
              <a:gd name="connsiteY20" fmla="*/ 4588909 h 4674887"/>
              <a:gd name="connsiteX21" fmla="*/ 2259009 w 5195129"/>
              <a:gd name="connsiteY21" fmla="*/ 4386231 h 4674887"/>
              <a:gd name="connsiteX22" fmla="*/ 1725702 w 5195129"/>
              <a:gd name="connsiteY22" fmla="*/ 4009169 h 4674887"/>
              <a:gd name="connsiteX23" fmla="*/ 1036282 w 5195129"/>
              <a:gd name="connsiteY23" fmla="*/ 3354127 h 4674887"/>
              <a:gd name="connsiteX24" fmla="*/ 456082 w 5195129"/>
              <a:gd name="connsiteY24" fmla="*/ 2640093 h 4674887"/>
              <a:gd name="connsiteX25" fmla="*/ 152116 w 5195129"/>
              <a:gd name="connsiteY25" fmla="*/ 2096603 h 4674887"/>
              <a:gd name="connsiteX26" fmla="*/ 13326 w 5195129"/>
              <a:gd name="connsiteY26" fmla="*/ 1617813 h 4674887"/>
              <a:gd name="connsiteX27" fmla="*/ 19959 w 5195129"/>
              <a:gd name="connsiteY27" fmla="*/ 1209959 h 4674887"/>
              <a:gd name="connsiteX28" fmla="*/ 31259 w 5195129"/>
              <a:gd name="connsiteY28" fmla="*/ 1142921 h 4674887"/>
              <a:gd name="connsiteX29" fmla="*/ 53053 w 5195129"/>
              <a:gd name="connsiteY29" fmla="*/ 1066752 h 4674887"/>
              <a:gd name="connsiteX30" fmla="*/ 61817 w 5195129"/>
              <a:gd name="connsiteY30" fmla="*/ 1049035 h 4674887"/>
              <a:gd name="connsiteX31" fmla="*/ 105769 w 5195129"/>
              <a:gd name="connsiteY31" fmla="*/ 941036 h 4674887"/>
              <a:gd name="connsiteX32" fmla="*/ 367836 w 5195129"/>
              <a:gd name="connsiteY32" fmla="*/ 565570 h 4674887"/>
              <a:gd name="connsiteX33" fmla="*/ 837097 w 5195129"/>
              <a:gd name="connsiteY33" fmla="*/ 206920 h 4674887"/>
              <a:gd name="connsiteX34" fmla="*/ 1121761 w 5195129"/>
              <a:gd name="connsiteY34" fmla="*/ 57235 h 4674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195129" h="4674887">
                <a:moveTo>
                  <a:pt x="1257458" y="0"/>
                </a:moveTo>
                <a:lnTo>
                  <a:pt x="4888355" y="0"/>
                </a:lnTo>
                <a:lnTo>
                  <a:pt x="4897797" y="10583"/>
                </a:lnTo>
                <a:cubicBezTo>
                  <a:pt x="4932002" y="55083"/>
                  <a:pt x="4963329" y="102548"/>
                  <a:pt x="4991734" y="153016"/>
                </a:cubicBezTo>
                <a:cubicBezTo>
                  <a:pt x="5073471" y="298496"/>
                  <a:pt x="5124502" y="454903"/>
                  <a:pt x="5155578" y="618243"/>
                </a:cubicBezTo>
                <a:cubicBezTo>
                  <a:pt x="5192956" y="815490"/>
                  <a:pt x="5200577" y="1014331"/>
                  <a:pt x="5191863" y="1214314"/>
                </a:cubicBezTo>
                <a:cubicBezTo>
                  <a:pt x="5184425" y="1378006"/>
                  <a:pt x="5166047" y="1540340"/>
                  <a:pt x="5140212" y="1702059"/>
                </a:cubicBezTo>
                <a:cubicBezTo>
                  <a:pt x="5119763" y="1831189"/>
                  <a:pt x="5095537" y="1959748"/>
                  <a:pt x="5065164" y="2086547"/>
                </a:cubicBezTo>
                <a:cubicBezTo>
                  <a:pt x="5035290" y="2212477"/>
                  <a:pt x="5001840" y="2337131"/>
                  <a:pt x="4969982" y="2462239"/>
                </a:cubicBezTo>
                <a:cubicBezTo>
                  <a:pt x="4968404" y="2468613"/>
                  <a:pt x="4967964" y="2475314"/>
                  <a:pt x="4966842" y="2481819"/>
                </a:cubicBezTo>
                <a:lnTo>
                  <a:pt x="4948658" y="2545371"/>
                </a:lnTo>
                <a:cubicBezTo>
                  <a:pt x="4945367" y="2554287"/>
                  <a:pt x="4941394" y="2563009"/>
                  <a:pt x="4938561" y="2572055"/>
                </a:cubicBezTo>
                <a:cubicBezTo>
                  <a:pt x="4891773" y="2729547"/>
                  <a:pt x="4841279" y="2886230"/>
                  <a:pt x="4784773" y="3040688"/>
                </a:cubicBezTo>
                <a:cubicBezTo>
                  <a:pt x="4715843" y="3228242"/>
                  <a:pt x="4638756" y="3412454"/>
                  <a:pt x="4548619" y="3590655"/>
                </a:cubicBezTo>
                <a:cubicBezTo>
                  <a:pt x="4462746" y="3759964"/>
                  <a:pt x="4366041" y="3922386"/>
                  <a:pt x="4250458" y="4073335"/>
                </a:cubicBezTo>
                <a:cubicBezTo>
                  <a:pt x="4143196" y="4213270"/>
                  <a:pt x="4022542" y="4339769"/>
                  <a:pt x="3878856" y="4443497"/>
                </a:cubicBezTo>
                <a:cubicBezTo>
                  <a:pt x="3672253" y="4592420"/>
                  <a:pt x="3442748" y="4673364"/>
                  <a:pt x="3186482" y="4674862"/>
                </a:cubicBezTo>
                <a:cubicBezTo>
                  <a:pt x="3087070" y="4675486"/>
                  <a:pt x="2988750" y="4664545"/>
                  <a:pt x="2891514" y="4643798"/>
                </a:cubicBezTo>
                <a:cubicBezTo>
                  <a:pt x="2870856" y="4639405"/>
                  <a:pt x="2849760" y="4637412"/>
                  <a:pt x="2828700" y="4634421"/>
                </a:cubicBezTo>
                <a:lnTo>
                  <a:pt x="2731286" y="4606548"/>
                </a:lnTo>
                <a:cubicBezTo>
                  <a:pt x="2718686" y="4600669"/>
                  <a:pt x="2706718" y="4593450"/>
                  <a:pt x="2693489" y="4588909"/>
                </a:cubicBezTo>
                <a:cubicBezTo>
                  <a:pt x="2541742" y="4536644"/>
                  <a:pt x="2397648" y="4467102"/>
                  <a:pt x="2259009" y="4386231"/>
                </a:cubicBezTo>
                <a:cubicBezTo>
                  <a:pt x="2070375" y="4276141"/>
                  <a:pt x="1894025" y="4148078"/>
                  <a:pt x="1725702" y="4009169"/>
                </a:cubicBezTo>
                <a:cubicBezTo>
                  <a:pt x="1480355" y="3807273"/>
                  <a:pt x="1253033" y="3586266"/>
                  <a:pt x="1036282" y="3354127"/>
                </a:cubicBezTo>
                <a:cubicBezTo>
                  <a:pt x="826552" y="3129305"/>
                  <a:pt x="629305" y="2894407"/>
                  <a:pt x="456082" y="2640093"/>
                </a:cubicBezTo>
                <a:cubicBezTo>
                  <a:pt x="338927" y="2467797"/>
                  <a:pt x="234138" y="2288421"/>
                  <a:pt x="152116" y="2096603"/>
                </a:cubicBezTo>
                <a:cubicBezTo>
                  <a:pt x="86077" y="1942724"/>
                  <a:pt x="36464" y="1783939"/>
                  <a:pt x="13326" y="1617813"/>
                </a:cubicBezTo>
                <a:cubicBezTo>
                  <a:pt x="-5531" y="1481481"/>
                  <a:pt x="-5295" y="1345552"/>
                  <a:pt x="19959" y="1209959"/>
                </a:cubicBezTo>
                <a:cubicBezTo>
                  <a:pt x="24128" y="1187644"/>
                  <a:pt x="27546" y="1165366"/>
                  <a:pt x="31259" y="1142921"/>
                </a:cubicBezTo>
                <a:lnTo>
                  <a:pt x="53053" y="1066752"/>
                </a:lnTo>
                <a:cubicBezTo>
                  <a:pt x="55998" y="1060766"/>
                  <a:pt x="59555" y="1055213"/>
                  <a:pt x="61817" y="1049035"/>
                </a:cubicBezTo>
                <a:cubicBezTo>
                  <a:pt x="76541" y="1013058"/>
                  <a:pt x="89516" y="976325"/>
                  <a:pt x="105769" y="941036"/>
                </a:cubicBezTo>
                <a:cubicBezTo>
                  <a:pt x="170030" y="799921"/>
                  <a:pt x="260001" y="676524"/>
                  <a:pt x="367836" y="565570"/>
                </a:cubicBezTo>
                <a:cubicBezTo>
                  <a:pt x="506395" y="422961"/>
                  <a:pt x="666033" y="307366"/>
                  <a:pt x="837097" y="206920"/>
                </a:cubicBezTo>
                <a:cubicBezTo>
                  <a:pt x="929764" y="152419"/>
                  <a:pt x="1024798" y="102766"/>
                  <a:pt x="1121761" y="57235"/>
                </a:cubicBezTo>
                <a:close/>
              </a:path>
            </a:pathLst>
          </a:custGeom>
          <a:pattFill prst="pct10">
            <a:fgClr>
              <a:schemeClr val="tx1"/>
            </a:fgClr>
            <a:bgClr>
              <a:schemeClr val="bg1"/>
            </a:bgClr>
          </a:pattFill>
        </p:spPr>
        <p:txBody>
          <a:bodyPr wrap="square" anchor="ctr">
            <a:noAutofit/>
          </a:bodyPr>
          <a:lstStyle>
            <a:lvl1pPr algn="ctr">
              <a:defRPr sz="1600" b="0" i="0">
                <a:latin typeface="Titillium" charset="0"/>
                <a:ea typeface="Titillium" charset="0"/>
                <a:cs typeface="Titillium" charset="0"/>
              </a:defRPr>
            </a:lvl1pPr>
          </a:lstStyle>
          <a:p>
            <a:r>
              <a:rPr lang="en-US"/>
              <a:t>Insert Image</a:t>
            </a:r>
          </a:p>
        </p:txBody>
      </p:sp>
      <p:sp>
        <p:nvSpPr>
          <p:cNvPr id="3" name="Title 1">
            <a:extLst>
              <a:ext uri="{FF2B5EF4-FFF2-40B4-BE49-F238E27FC236}">
                <a16:creationId xmlns:a16="http://schemas.microsoft.com/office/drawing/2014/main" id="{CBF662B1-E5B0-48D2-B39D-43A30B4B8A46}"/>
              </a:ext>
            </a:extLst>
          </p:cNvPr>
          <p:cNvSpPr>
            <a:spLocks noGrp="1"/>
          </p:cNvSpPr>
          <p:nvPr>
            <p:ph type="title"/>
          </p:nvPr>
        </p:nvSpPr>
        <p:spPr>
          <a:xfrm>
            <a:off x="6858001" y="230314"/>
            <a:ext cx="5104002" cy="1077218"/>
          </a:xfrm>
        </p:spPr>
        <p:txBody>
          <a:bodyPr>
            <a:spAutoFit/>
          </a:bodyPr>
          <a:lstStyle>
            <a:lvl1pPr>
              <a:defRPr lang="en-GB" dirty="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edit Master title style</a:t>
            </a:r>
            <a:endParaRPr lang="en-GB"/>
          </a:p>
        </p:txBody>
      </p:sp>
      <p:sp>
        <p:nvSpPr>
          <p:cNvPr id="6" name="Text Placeholder 5">
            <a:extLst>
              <a:ext uri="{FF2B5EF4-FFF2-40B4-BE49-F238E27FC236}">
                <a16:creationId xmlns:a16="http://schemas.microsoft.com/office/drawing/2014/main" id="{B142802C-AEEA-4B92-B5B3-0756576E8F5B}"/>
              </a:ext>
            </a:extLst>
          </p:cNvPr>
          <p:cNvSpPr>
            <a:spLocks noGrp="1"/>
          </p:cNvSpPr>
          <p:nvPr>
            <p:ph type="body" sz="quarter" idx="17"/>
          </p:nvPr>
        </p:nvSpPr>
        <p:spPr>
          <a:xfrm>
            <a:off x="6858001" y="843417"/>
            <a:ext cx="5104001" cy="246221"/>
          </a:xfrm>
        </p:spPr>
        <p:txBody>
          <a:bodyPr lIns="90000"/>
          <a:lstStyle>
            <a:lvl1pPr>
              <a:defRPr>
                <a:solidFill>
                  <a:schemeClr val="tx1"/>
                </a:solidFill>
              </a:defRPr>
            </a:lvl1pPr>
          </a:lstStyle>
          <a:p>
            <a:pPr lvl="0"/>
            <a:r>
              <a:rPr lang="en-US"/>
              <a:t>Edit Master text styles</a:t>
            </a:r>
          </a:p>
        </p:txBody>
      </p:sp>
    </p:spTree>
    <p:extLst>
      <p:ext uri="{BB962C8B-B14F-4D97-AF65-F5344CB8AC3E}">
        <p14:creationId xmlns:p14="http://schemas.microsoft.com/office/powerpoint/2010/main" val="274578222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128">
          <p15:clr>
            <a:srgbClr val="FBAE40"/>
          </p15:clr>
        </p15:guide>
        <p15:guide id="4" pos="6552">
          <p15:clr>
            <a:srgbClr val="FBAE40"/>
          </p15:clr>
        </p15:guide>
        <p15:guide id="5" orient="horz" pos="480">
          <p15:clr>
            <a:srgbClr val="FBAE40"/>
          </p15:clr>
        </p15:guide>
        <p15:guide id="6" orient="horz" pos="384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8_Title Slide">
    <p:spTree>
      <p:nvGrpSpPr>
        <p:cNvPr id="1" name=""/>
        <p:cNvGrpSpPr/>
        <p:nvPr/>
      </p:nvGrpSpPr>
      <p:grpSpPr>
        <a:xfrm>
          <a:off x="0" y="0"/>
          <a:ext cx="0" cy="0"/>
          <a:chOff x="0" y="0"/>
          <a:chExt cx="0" cy="0"/>
        </a:xfrm>
      </p:grpSpPr>
      <p:sp>
        <p:nvSpPr>
          <p:cNvPr id="4" name="Picture Placeholder 3"/>
          <p:cNvSpPr>
            <a:spLocks noGrp="1"/>
          </p:cNvSpPr>
          <p:nvPr>
            <p:ph type="pic" sz="quarter" idx="16" hasCustomPrompt="1"/>
          </p:nvPr>
        </p:nvSpPr>
        <p:spPr>
          <a:xfrm>
            <a:off x="-386458" y="1260375"/>
            <a:ext cx="4397254" cy="4336451"/>
          </a:xfrm>
          <a:custGeom>
            <a:avLst/>
            <a:gdLst>
              <a:gd name="connsiteX0" fmla="*/ 1815121 w 7680637"/>
              <a:gd name="connsiteY0" fmla="*/ 575706 h 4910916"/>
              <a:gd name="connsiteX1" fmla="*/ 1958741 w 7680637"/>
              <a:gd name="connsiteY1" fmla="*/ 578860 h 4910916"/>
              <a:gd name="connsiteX2" fmla="*/ 2359375 w 7680637"/>
              <a:gd name="connsiteY2" fmla="*/ 688177 h 4910916"/>
              <a:gd name="connsiteX3" fmla="*/ 2789536 w 7680637"/>
              <a:gd name="connsiteY3" fmla="*/ 948486 h 4910916"/>
              <a:gd name="connsiteX4" fmla="*/ 3102571 w 7680637"/>
              <a:gd name="connsiteY4" fmla="*/ 1217819 h 4910916"/>
              <a:gd name="connsiteX5" fmla="*/ 3332895 w 7680637"/>
              <a:gd name="connsiteY5" fmla="*/ 1453908 h 4910916"/>
              <a:gd name="connsiteX6" fmla="*/ 3547486 w 7680637"/>
              <a:gd name="connsiteY6" fmla="*/ 1699728 h 4910916"/>
              <a:gd name="connsiteX7" fmla="*/ 3559541 w 7680637"/>
              <a:gd name="connsiteY7" fmla="*/ 1711279 h 4910916"/>
              <a:gd name="connsiteX8" fmla="*/ 3594844 w 7680637"/>
              <a:gd name="connsiteY8" fmla="*/ 1754304 h 4910916"/>
              <a:gd name="connsiteX9" fmla="*/ 3608488 w 7680637"/>
              <a:gd name="connsiteY9" fmla="*/ 1774075 h 4910916"/>
              <a:gd name="connsiteX10" fmla="*/ 3859378 w 7680637"/>
              <a:gd name="connsiteY10" fmla="*/ 2104986 h 4910916"/>
              <a:gd name="connsiteX11" fmla="*/ 4127150 w 7680637"/>
              <a:gd name="connsiteY11" fmla="*/ 2531885 h 4910916"/>
              <a:gd name="connsiteX12" fmla="*/ 4318633 w 7680637"/>
              <a:gd name="connsiteY12" fmla="*/ 2969503 h 4910916"/>
              <a:gd name="connsiteX13" fmla="*/ 4397027 w 7680637"/>
              <a:gd name="connsiteY13" fmla="*/ 3404098 h 4910916"/>
              <a:gd name="connsiteX14" fmla="*/ 4225697 w 7680637"/>
              <a:gd name="connsiteY14" fmla="*/ 3994367 h 4910916"/>
              <a:gd name="connsiteX15" fmla="*/ 4062935 w 7680637"/>
              <a:gd name="connsiteY15" fmla="*/ 4183760 h 4910916"/>
              <a:gd name="connsiteX16" fmla="*/ 4026361 w 7680637"/>
              <a:gd name="connsiteY16" fmla="*/ 4222769 h 4910916"/>
              <a:gd name="connsiteX17" fmla="*/ 3960411 w 7680637"/>
              <a:gd name="connsiteY17" fmla="*/ 4276882 h 4910916"/>
              <a:gd name="connsiteX18" fmla="*/ 3930096 w 7680637"/>
              <a:gd name="connsiteY18" fmla="*/ 4294610 h 4910916"/>
              <a:gd name="connsiteX19" fmla="*/ 3581683 w 7680637"/>
              <a:gd name="connsiteY19" fmla="*/ 4498437 h 4910916"/>
              <a:gd name="connsiteX20" fmla="*/ 3065181 w 7680637"/>
              <a:gd name="connsiteY20" fmla="*/ 4687197 h 4910916"/>
              <a:gd name="connsiteX21" fmla="*/ 2281419 w 7680637"/>
              <a:gd name="connsiteY21" fmla="*/ 4850951 h 4910916"/>
              <a:gd name="connsiteX22" fmla="*/ 1509106 w 7680637"/>
              <a:gd name="connsiteY22" fmla="*/ 4910820 h 4910916"/>
              <a:gd name="connsiteX23" fmla="*/ 987175 w 7680637"/>
              <a:gd name="connsiteY23" fmla="*/ 4861062 h 4910916"/>
              <a:gd name="connsiteX24" fmla="*/ 589146 w 7680637"/>
              <a:gd name="connsiteY24" fmla="*/ 4727900 h 4910916"/>
              <a:gd name="connsiteX25" fmla="*/ 309879 w 7680637"/>
              <a:gd name="connsiteY25" fmla="*/ 4528000 h 4910916"/>
              <a:gd name="connsiteX26" fmla="*/ 268865 w 7680637"/>
              <a:gd name="connsiteY26" fmla="*/ 4488072 h 4910916"/>
              <a:gd name="connsiteX27" fmla="*/ 226554 w 7680637"/>
              <a:gd name="connsiteY27" fmla="*/ 4436505 h 4910916"/>
              <a:gd name="connsiteX28" fmla="*/ 218482 w 7680637"/>
              <a:gd name="connsiteY28" fmla="*/ 4421951 h 4910916"/>
              <a:gd name="connsiteX29" fmla="*/ 164739 w 7680637"/>
              <a:gd name="connsiteY29" fmla="*/ 4339798 h 4910916"/>
              <a:gd name="connsiteX30" fmla="*/ 30218 w 7680637"/>
              <a:gd name="connsiteY30" fmla="*/ 3978516 h 4910916"/>
              <a:gd name="connsiteX31" fmla="*/ 6563 w 7680637"/>
              <a:gd name="connsiteY31" fmla="*/ 3481803 h 4910916"/>
              <a:gd name="connsiteX32" fmla="*/ 94549 w 7680637"/>
              <a:gd name="connsiteY32" fmla="*/ 2948010 h 4910916"/>
              <a:gd name="connsiteX33" fmla="*/ 517592 w 7680637"/>
              <a:gd name="connsiteY33" fmla="*/ 1774309 h 4910916"/>
              <a:gd name="connsiteX34" fmla="*/ 854449 w 7680637"/>
              <a:gd name="connsiteY34" fmla="*/ 1197238 h 4910916"/>
              <a:gd name="connsiteX35" fmla="*/ 1142073 w 7680637"/>
              <a:gd name="connsiteY35" fmla="*/ 876277 h 4910916"/>
              <a:gd name="connsiteX36" fmla="*/ 1156923 w 7680637"/>
              <a:gd name="connsiteY36" fmla="*/ 860124 h 4910916"/>
              <a:gd name="connsiteX37" fmla="*/ 1219944 w 7680637"/>
              <a:gd name="connsiteY37" fmla="*/ 808414 h 4910916"/>
              <a:gd name="connsiteX38" fmla="*/ 1243132 w 7680637"/>
              <a:gd name="connsiteY38" fmla="*/ 793623 h 4910916"/>
              <a:gd name="connsiteX39" fmla="*/ 1408343 w 7680637"/>
              <a:gd name="connsiteY39" fmla="*/ 687974 h 4910916"/>
              <a:gd name="connsiteX40" fmla="*/ 1815121 w 7680637"/>
              <a:gd name="connsiteY40" fmla="*/ 575706 h 4910916"/>
              <a:gd name="connsiteX41" fmla="*/ 5284387 w 7680637"/>
              <a:gd name="connsiteY41" fmla="*/ 0 h 4910916"/>
              <a:gd name="connsiteX42" fmla="*/ 7680637 w 7680637"/>
              <a:gd name="connsiteY42" fmla="*/ 0 h 4910916"/>
              <a:gd name="connsiteX43" fmla="*/ 7680637 w 7680637"/>
              <a:gd name="connsiteY43" fmla="*/ 2396248 h 4910916"/>
              <a:gd name="connsiteX44" fmla="*/ 5284387 w 7680637"/>
              <a:gd name="connsiteY44" fmla="*/ 2396248 h 4910916"/>
              <a:gd name="connsiteX0" fmla="*/ 1815121 w 7680637"/>
              <a:gd name="connsiteY0" fmla="*/ 575706 h 4910916"/>
              <a:gd name="connsiteX1" fmla="*/ 1958741 w 7680637"/>
              <a:gd name="connsiteY1" fmla="*/ 578860 h 4910916"/>
              <a:gd name="connsiteX2" fmla="*/ 2359375 w 7680637"/>
              <a:gd name="connsiteY2" fmla="*/ 688177 h 4910916"/>
              <a:gd name="connsiteX3" fmla="*/ 2789536 w 7680637"/>
              <a:gd name="connsiteY3" fmla="*/ 948486 h 4910916"/>
              <a:gd name="connsiteX4" fmla="*/ 3102571 w 7680637"/>
              <a:gd name="connsiteY4" fmla="*/ 1217819 h 4910916"/>
              <a:gd name="connsiteX5" fmla="*/ 3332895 w 7680637"/>
              <a:gd name="connsiteY5" fmla="*/ 1453908 h 4910916"/>
              <a:gd name="connsiteX6" fmla="*/ 3547486 w 7680637"/>
              <a:gd name="connsiteY6" fmla="*/ 1699728 h 4910916"/>
              <a:gd name="connsiteX7" fmla="*/ 3559541 w 7680637"/>
              <a:gd name="connsiteY7" fmla="*/ 1711279 h 4910916"/>
              <a:gd name="connsiteX8" fmla="*/ 3594844 w 7680637"/>
              <a:gd name="connsiteY8" fmla="*/ 1754304 h 4910916"/>
              <a:gd name="connsiteX9" fmla="*/ 3608488 w 7680637"/>
              <a:gd name="connsiteY9" fmla="*/ 1774075 h 4910916"/>
              <a:gd name="connsiteX10" fmla="*/ 3859378 w 7680637"/>
              <a:gd name="connsiteY10" fmla="*/ 2104986 h 4910916"/>
              <a:gd name="connsiteX11" fmla="*/ 4127150 w 7680637"/>
              <a:gd name="connsiteY11" fmla="*/ 2531885 h 4910916"/>
              <a:gd name="connsiteX12" fmla="*/ 4318633 w 7680637"/>
              <a:gd name="connsiteY12" fmla="*/ 2969503 h 4910916"/>
              <a:gd name="connsiteX13" fmla="*/ 4397027 w 7680637"/>
              <a:gd name="connsiteY13" fmla="*/ 3404098 h 4910916"/>
              <a:gd name="connsiteX14" fmla="*/ 4225697 w 7680637"/>
              <a:gd name="connsiteY14" fmla="*/ 3994367 h 4910916"/>
              <a:gd name="connsiteX15" fmla="*/ 4062935 w 7680637"/>
              <a:gd name="connsiteY15" fmla="*/ 4183760 h 4910916"/>
              <a:gd name="connsiteX16" fmla="*/ 4026361 w 7680637"/>
              <a:gd name="connsiteY16" fmla="*/ 4222769 h 4910916"/>
              <a:gd name="connsiteX17" fmla="*/ 3960411 w 7680637"/>
              <a:gd name="connsiteY17" fmla="*/ 4276882 h 4910916"/>
              <a:gd name="connsiteX18" fmla="*/ 3930096 w 7680637"/>
              <a:gd name="connsiteY18" fmla="*/ 4294610 h 4910916"/>
              <a:gd name="connsiteX19" fmla="*/ 3581683 w 7680637"/>
              <a:gd name="connsiteY19" fmla="*/ 4498437 h 4910916"/>
              <a:gd name="connsiteX20" fmla="*/ 3065181 w 7680637"/>
              <a:gd name="connsiteY20" fmla="*/ 4687197 h 4910916"/>
              <a:gd name="connsiteX21" fmla="*/ 2281419 w 7680637"/>
              <a:gd name="connsiteY21" fmla="*/ 4850951 h 4910916"/>
              <a:gd name="connsiteX22" fmla="*/ 1509106 w 7680637"/>
              <a:gd name="connsiteY22" fmla="*/ 4910820 h 4910916"/>
              <a:gd name="connsiteX23" fmla="*/ 987175 w 7680637"/>
              <a:gd name="connsiteY23" fmla="*/ 4861062 h 4910916"/>
              <a:gd name="connsiteX24" fmla="*/ 589146 w 7680637"/>
              <a:gd name="connsiteY24" fmla="*/ 4727900 h 4910916"/>
              <a:gd name="connsiteX25" fmla="*/ 309879 w 7680637"/>
              <a:gd name="connsiteY25" fmla="*/ 4528000 h 4910916"/>
              <a:gd name="connsiteX26" fmla="*/ 268865 w 7680637"/>
              <a:gd name="connsiteY26" fmla="*/ 4488072 h 4910916"/>
              <a:gd name="connsiteX27" fmla="*/ 226554 w 7680637"/>
              <a:gd name="connsiteY27" fmla="*/ 4436505 h 4910916"/>
              <a:gd name="connsiteX28" fmla="*/ 218482 w 7680637"/>
              <a:gd name="connsiteY28" fmla="*/ 4421951 h 4910916"/>
              <a:gd name="connsiteX29" fmla="*/ 164739 w 7680637"/>
              <a:gd name="connsiteY29" fmla="*/ 4339798 h 4910916"/>
              <a:gd name="connsiteX30" fmla="*/ 30218 w 7680637"/>
              <a:gd name="connsiteY30" fmla="*/ 3978516 h 4910916"/>
              <a:gd name="connsiteX31" fmla="*/ 6563 w 7680637"/>
              <a:gd name="connsiteY31" fmla="*/ 3481803 h 4910916"/>
              <a:gd name="connsiteX32" fmla="*/ 94549 w 7680637"/>
              <a:gd name="connsiteY32" fmla="*/ 2948010 h 4910916"/>
              <a:gd name="connsiteX33" fmla="*/ 517592 w 7680637"/>
              <a:gd name="connsiteY33" fmla="*/ 1774309 h 4910916"/>
              <a:gd name="connsiteX34" fmla="*/ 854449 w 7680637"/>
              <a:gd name="connsiteY34" fmla="*/ 1197238 h 4910916"/>
              <a:gd name="connsiteX35" fmla="*/ 1142073 w 7680637"/>
              <a:gd name="connsiteY35" fmla="*/ 876277 h 4910916"/>
              <a:gd name="connsiteX36" fmla="*/ 1156923 w 7680637"/>
              <a:gd name="connsiteY36" fmla="*/ 860124 h 4910916"/>
              <a:gd name="connsiteX37" fmla="*/ 1219944 w 7680637"/>
              <a:gd name="connsiteY37" fmla="*/ 808414 h 4910916"/>
              <a:gd name="connsiteX38" fmla="*/ 1243132 w 7680637"/>
              <a:gd name="connsiteY38" fmla="*/ 793623 h 4910916"/>
              <a:gd name="connsiteX39" fmla="*/ 1408343 w 7680637"/>
              <a:gd name="connsiteY39" fmla="*/ 687974 h 4910916"/>
              <a:gd name="connsiteX40" fmla="*/ 1815121 w 7680637"/>
              <a:gd name="connsiteY40" fmla="*/ 575706 h 4910916"/>
              <a:gd name="connsiteX41" fmla="*/ 5284387 w 7680637"/>
              <a:gd name="connsiteY41" fmla="*/ 2396248 h 4910916"/>
              <a:gd name="connsiteX42" fmla="*/ 7680637 w 7680637"/>
              <a:gd name="connsiteY42" fmla="*/ 0 h 4910916"/>
              <a:gd name="connsiteX43" fmla="*/ 7680637 w 7680637"/>
              <a:gd name="connsiteY43" fmla="*/ 2396248 h 4910916"/>
              <a:gd name="connsiteX44" fmla="*/ 5284387 w 7680637"/>
              <a:gd name="connsiteY44" fmla="*/ 2396248 h 4910916"/>
              <a:gd name="connsiteX0" fmla="*/ 1815121 w 7680637"/>
              <a:gd name="connsiteY0" fmla="*/ 1241 h 4336451"/>
              <a:gd name="connsiteX1" fmla="*/ 1958741 w 7680637"/>
              <a:gd name="connsiteY1" fmla="*/ 4395 h 4336451"/>
              <a:gd name="connsiteX2" fmla="*/ 2359375 w 7680637"/>
              <a:gd name="connsiteY2" fmla="*/ 113712 h 4336451"/>
              <a:gd name="connsiteX3" fmla="*/ 2789536 w 7680637"/>
              <a:gd name="connsiteY3" fmla="*/ 374021 h 4336451"/>
              <a:gd name="connsiteX4" fmla="*/ 3102571 w 7680637"/>
              <a:gd name="connsiteY4" fmla="*/ 643354 h 4336451"/>
              <a:gd name="connsiteX5" fmla="*/ 3332895 w 7680637"/>
              <a:gd name="connsiteY5" fmla="*/ 879443 h 4336451"/>
              <a:gd name="connsiteX6" fmla="*/ 3547486 w 7680637"/>
              <a:gd name="connsiteY6" fmla="*/ 1125263 h 4336451"/>
              <a:gd name="connsiteX7" fmla="*/ 3559541 w 7680637"/>
              <a:gd name="connsiteY7" fmla="*/ 1136814 h 4336451"/>
              <a:gd name="connsiteX8" fmla="*/ 3594844 w 7680637"/>
              <a:gd name="connsiteY8" fmla="*/ 1179839 h 4336451"/>
              <a:gd name="connsiteX9" fmla="*/ 3608488 w 7680637"/>
              <a:gd name="connsiteY9" fmla="*/ 1199610 h 4336451"/>
              <a:gd name="connsiteX10" fmla="*/ 3859378 w 7680637"/>
              <a:gd name="connsiteY10" fmla="*/ 1530521 h 4336451"/>
              <a:gd name="connsiteX11" fmla="*/ 4127150 w 7680637"/>
              <a:gd name="connsiteY11" fmla="*/ 1957420 h 4336451"/>
              <a:gd name="connsiteX12" fmla="*/ 4318633 w 7680637"/>
              <a:gd name="connsiteY12" fmla="*/ 2395038 h 4336451"/>
              <a:gd name="connsiteX13" fmla="*/ 4397027 w 7680637"/>
              <a:gd name="connsiteY13" fmla="*/ 2829633 h 4336451"/>
              <a:gd name="connsiteX14" fmla="*/ 4225697 w 7680637"/>
              <a:gd name="connsiteY14" fmla="*/ 3419902 h 4336451"/>
              <a:gd name="connsiteX15" fmla="*/ 4062935 w 7680637"/>
              <a:gd name="connsiteY15" fmla="*/ 3609295 h 4336451"/>
              <a:gd name="connsiteX16" fmla="*/ 4026361 w 7680637"/>
              <a:gd name="connsiteY16" fmla="*/ 3648304 h 4336451"/>
              <a:gd name="connsiteX17" fmla="*/ 3960411 w 7680637"/>
              <a:gd name="connsiteY17" fmla="*/ 3702417 h 4336451"/>
              <a:gd name="connsiteX18" fmla="*/ 3930096 w 7680637"/>
              <a:gd name="connsiteY18" fmla="*/ 3720145 h 4336451"/>
              <a:gd name="connsiteX19" fmla="*/ 3581683 w 7680637"/>
              <a:gd name="connsiteY19" fmla="*/ 3923972 h 4336451"/>
              <a:gd name="connsiteX20" fmla="*/ 3065181 w 7680637"/>
              <a:gd name="connsiteY20" fmla="*/ 4112732 h 4336451"/>
              <a:gd name="connsiteX21" fmla="*/ 2281419 w 7680637"/>
              <a:gd name="connsiteY21" fmla="*/ 4276486 h 4336451"/>
              <a:gd name="connsiteX22" fmla="*/ 1509106 w 7680637"/>
              <a:gd name="connsiteY22" fmla="*/ 4336355 h 4336451"/>
              <a:gd name="connsiteX23" fmla="*/ 987175 w 7680637"/>
              <a:gd name="connsiteY23" fmla="*/ 4286597 h 4336451"/>
              <a:gd name="connsiteX24" fmla="*/ 589146 w 7680637"/>
              <a:gd name="connsiteY24" fmla="*/ 4153435 h 4336451"/>
              <a:gd name="connsiteX25" fmla="*/ 309879 w 7680637"/>
              <a:gd name="connsiteY25" fmla="*/ 3953535 h 4336451"/>
              <a:gd name="connsiteX26" fmla="*/ 268865 w 7680637"/>
              <a:gd name="connsiteY26" fmla="*/ 3913607 h 4336451"/>
              <a:gd name="connsiteX27" fmla="*/ 226554 w 7680637"/>
              <a:gd name="connsiteY27" fmla="*/ 3862040 h 4336451"/>
              <a:gd name="connsiteX28" fmla="*/ 218482 w 7680637"/>
              <a:gd name="connsiteY28" fmla="*/ 3847486 h 4336451"/>
              <a:gd name="connsiteX29" fmla="*/ 164739 w 7680637"/>
              <a:gd name="connsiteY29" fmla="*/ 3765333 h 4336451"/>
              <a:gd name="connsiteX30" fmla="*/ 30218 w 7680637"/>
              <a:gd name="connsiteY30" fmla="*/ 3404051 h 4336451"/>
              <a:gd name="connsiteX31" fmla="*/ 6563 w 7680637"/>
              <a:gd name="connsiteY31" fmla="*/ 2907338 h 4336451"/>
              <a:gd name="connsiteX32" fmla="*/ 94549 w 7680637"/>
              <a:gd name="connsiteY32" fmla="*/ 2373545 h 4336451"/>
              <a:gd name="connsiteX33" fmla="*/ 517592 w 7680637"/>
              <a:gd name="connsiteY33" fmla="*/ 1199844 h 4336451"/>
              <a:gd name="connsiteX34" fmla="*/ 854449 w 7680637"/>
              <a:gd name="connsiteY34" fmla="*/ 622773 h 4336451"/>
              <a:gd name="connsiteX35" fmla="*/ 1142073 w 7680637"/>
              <a:gd name="connsiteY35" fmla="*/ 301812 h 4336451"/>
              <a:gd name="connsiteX36" fmla="*/ 1156923 w 7680637"/>
              <a:gd name="connsiteY36" fmla="*/ 285659 h 4336451"/>
              <a:gd name="connsiteX37" fmla="*/ 1219944 w 7680637"/>
              <a:gd name="connsiteY37" fmla="*/ 233949 h 4336451"/>
              <a:gd name="connsiteX38" fmla="*/ 1243132 w 7680637"/>
              <a:gd name="connsiteY38" fmla="*/ 219158 h 4336451"/>
              <a:gd name="connsiteX39" fmla="*/ 1408343 w 7680637"/>
              <a:gd name="connsiteY39" fmla="*/ 113509 h 4336451"/>
              <a:gd name="connsiteX40" fmla="*/ 1815121 w 7680637"/>
              <a:gd name="connsiteY40" fmla="*/ 1241 h 4336451"/>
              <a:gd name="connsiteX41" fmla="*/ 5284387 w 7680637"/>
              <a:gd name="connsiteY41" fmla="*/ 1821783 h 4336451"/>
              <a:gd name="connsiteX42" fmla="*/ 7680637 w 7680637"/>
              <a:gd name="connsiteY42" fmla="*/ 1821783 h 4336451"/>
              <a:gd name="connsiteX43" fmla="*/ 5284387 w 7680637"/>
              <a:gd name="connsiteY43" fmla="*/ 1821783 h 4336451"/>
              <a:gd name="connsiteX0" fmla="*/ 1815121 w 4397254"/>
              <a:gd name="connsiteY0" fmla="*/ 1241 h 4336451"/>
              <a:gd name="connsiteX1" fmla="*/ 1958741 w 4397254"/>
              <a:gd name="connsiteY1" fmla="*/ 4395 h 4336451"/>
              <a:gd name="connsiteX2" fmla="*/ 2359375 w 4397254"/>
              <a:gd name="connsiteY2" fmla="*/ 113712 h 4336451"/>
              <a:gd name="connsiteX3" fmla="*/ 2789536 w 4397254"/>
              <a:gd name="connsiteY3" fmla="*/ 374021 h 4336451"/>
              <a:gd name="connsiteX4" fmla="*/ 3102571 w 4397254"/>
              <a:gd name="connsiteY4" fmla="*/ 643354 h 4336451"/>
              <a:gd name="connsiteX5" fmla="*/ 3332895 w 4397254"/>
              <a:gd name="connsiteY5" fmla="*/ 879443 h 4336451"/>
              <a:gd name="connsiteX6" fmla="*/ 3547486 w 4397254"/>
              <a:gd name="connsiteY6" fmla="*/ 1125263 h 4336451"/>
              <a:gd name="connsiteX7" fmla="*/ 3559541 w 4397254"/>
              <a:gd name="connsiteY7" fmla="*/ 1136814 h 4336451"/>
              <a:gd name="connsiteX8" fmla="*/ 3594844 w 4397254"/>
              <a:gd name="connsiteY8" fmla="*/ 1179839 h 4336451"/>
              <a:gd name="connsiteX9" fmla="*/ 3608488 w 4397254"/>
              <a:gd name="connsiteY9" fmla="*/ 1199610 h 4336451"/>
              <a:gd name="connsiteX10" fmla="*/ 3859378 w 4397254"/>
              <a:gd name="connsiteY10" fmla="*/ 1530521 h 4336451"/>
              <a:gd name="connsiteX11" fmla="*/ 4127150 w 4397254"/>
              <a:gd name="connsiteY11" fmla="*/ 1957420 h 4336451"/>
              <a:gd name="connsiteX12" fmla="*/ 4318633 w 4397254"/>
              <a:gd name="connsiteY12" fmla="*/ 2395038 h 4336451"/>
              <a:gd name="connsiteX13" fmla="*/ 4397027 w 4397254"/>
              <a:gd name="connsiteY13" fmla="*/ 2829633 h 4336451"/>
              <a:gd name="connsiteX14" fmla="*/ 4225697 w 4397254"/>
              <a:gd name="connsiteY14" fmla="*/ 3419902 h 4336451"/>
              <a:gd name="connsiteX15" fmla="*/ 4062935 w 4397254"/>
              <a:gd name="connsiteY15" fmla="*/ 3609295 h 4336451"/>
              <a:gd name="connsiteX16" fmla="*/ 4026361 w 4397254"/>
              <a:gd name="connsiteY16" fmla="*/ 3648304 h 4336451"/>
              <a:gd name="connsiteX17" fmla="*/ 3960411 w 4397254"/>
              <a:gd name="connsiteY17" fmla="*/ 3702417 h 4336451"/>
              <a:gd name="connsiteX18" fmla="*/ 3930096 w 4397254"/>
              <a:gd name="connsiteY18" fmla="*/ 3720145 h 4336451"/>
              <a:gd name="connsiteX19" fmla="*/ 3581683 w 4397254"/>
              <a:gd name="connsiteY19" fmla="*/ 3923972 h 4336451"/>
              <a:gd name="connsiteX20" fmla="*/ 3065181 w 4397254"/>
              <a:gd name="connsiteY20" fmla="*/ 4112732 h 4336451"/>
              <a:gd name="connsiteX21" fmla="*/ 2281419 w 4397254"/>
              <a:gd name="connsiteY21" fmla="*/ 4276486 h 4336451"/>
              <a:gd name="connsiteX22" fmla="*/ 1509106 w 4397254"/>
              <a:gd name="connsiteY22" fmla="*/ 4336355 h 4336451"/>
              <a:gd name="connsiteX23" fmla="*/ 987175 w 4397254"/>
              <a:gd name="connsiteY23" fmla="*/ 4286597 h 4336451"/>
              <a:gd name="connsiteX24" fmla="*/ 589146 w 4397254"/>
              <a:gd name="connsiteY24" fmla="*/ 4153435 h 4336451"/>
              <a:gd name="connsiteX25" fmla="*/ 309879 w 4397254"/>
              <a:gd name="connsiteY25" fmla="*/ 3953535 h 4336451"/>
              <a:gd name="connsiteX26" fmla="*/ 268865 w 4397254"/>
              <a:gd name="connsiteY26" fmla="*/ 3913607 h 4336451"/>
              <a:gd name="connsiteX27" fmla="*/ 226554 w 4397254"/>
              <a:gd name="connsiteY27" fmla="*/ 3862040 h 4336451"/>
              <a:gd name="connsiteX28" fmla="*/ 218482 w 4397254"/>
              <a:gd name="connsiteY28" fmla="*/ 3847486 h 4336451"/>
              <a:gd name="connsiteX29" fmla="*/ 164739 w 4397254"/>
              <a:gd name="connsiteY29" fmla="*/ 3765333 h 4336451"/>
              <a:gd name="connsiteX30" fmla="*/ 30218 w 4397254"/>
              <a:gd name="connsiteY30" fmla="*/ 3404051 h 4336451"/>
              <a:gd name="connsiteX31" fmla="*/ 6563 w 4397254"/>
              <a:gd name="connsiteY31" fmla="*/ 2907338 h 4336451"/>
              <a:gd name="connsiteX32" fmla="*/ 94549 w 4397254"/>
              <a:gd name="connsiteY32" fmla="*/ 2373545 h 4336451"/>
              <a:gd name="connsiteX33" fmla="*/ 517592 w 4397254"/>
              <a:gd name="connsiteY33" fmla="*/ 1199844 h 4336451"/>
              <a:gd name="connsiteX34" fmla="*/ 854449 w 4397254"/>
              <a:gd name="connsiteY34" fmla="*/ 622773 h 4336451"/>
              <a:gd name="connsiteX35" fmla="*/ 1142073 w 4397254"/>
              <a:gd name="connsiteY35" fmla="*/ 301812 h 4336451"/>
              <a:gd name="connsiteX36" fmla="*/ 1156923 w 4397254"/>
              <a:gd name="connsiteY36" fmla="*/ 285659 h 4336451"/>
              <a:gd name="connsiteX37" fmla="*/ 1219944 w 4397254"/>
              <a:gd name="connsiteY37" fmla="*/ 233949 h 4336451"/>
              <a:gd name="connsiteX38" fmla="*/ 1243132 w 4397254"/>
              <a:gd name="connsiteY38" fmla="*/ 219158 h 4336451"/>
              <a:gd name="connsiteX39" fmla="*/ 1408343 w 4397254"/>
              <a:gd name="connsiteY39" fmla="*/ 113509 h 4336451"/>
              <a:gd name="connsiteX40" fmla="*/ 1815121 w 4397254"/>
              <a:gd name="connsiteY40" fmla="*/ 1241 h 4336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397254" h="4336451">
                <a:moveTo>
                  <a:pt x="1815121" y="1241"/>
                </a:moveTo>
                <a:cubicBezTo>
                  <a:pt x="1862318" y="-1137"/>
                  <a:pt x="1910189" y="-102"/>
                  <a:pt x="1958741" y="4395"/>
                </a:cubicBezTo>
                <a:cubicBezTo>
                  <a:pt x="2098628" y="17457"/>
                  <a:pt x="2231379" y="57015"/>
                  <a:pt x="2359375" y="113712"/>
                </a:cubicBezTo>
                <a:cubicBezTo>
                  <a:pt x="2513869" y="182282"/>
                  <a:pt x="2655218" y="272222"/>
                  <a:pt x="2789536" y="374021"/>
                </a:cubicBezTo>
                <a:cubicBezTo>
                  <a:pt x="2899333" y="457559"/>
                  <a:pt x="3002950" y="548021"/>
                  <a:pt x="3102571" y="643354"/>
                </a:cubicBezTo>
                <a:cubicBezTo>
                  <a:pt x="3182202" y="719351"/>
                  <a:pt x="3259630" y="797689"/>
                  <a:pt x="3332895" y="879443"/>
                </a:cubicBezTo>
                <a:cubicBezTo>
                  <a:pt x="3405797" y="960434"/>
                  <a:pt x="3476103" y="1043291"/>
                  <a:pt x="3547486" y="1125263"/>
                </a:cubicBezTo>
                <a:cubicBezTo>
                  <a:pt x="3551145" y="1129408"/>
                  <a:pt x="3555574" y="1132922"/>
                  <a:pt x="3559541" y="1136814"/>
                </a:cubicBezTo>
                <a:lnTo>
                  <a:pt x="3594844" y="1179839"/>
                </a:lnTo>
                <a:cubicBezTo>
                  <a:pt x="3599444" y="1186387"/>
                  <a:pt x="3603581" y="1193315"/>
                  <a:pt x="3608488" y="1199610"/>
                </a:cubicBezTo>
                <a:cubicBezTo>
                  <a:pt x="3695148" y="1307428"/>
                  <a:pt x="3779473" y="1417425"/>
                  <a:pt x="3859378" y="1530521"/>
                </a:cubicBezTo>
                <a:cubicBezTo>
                  <a:pt x="3956253" y="1668069"/>
                  <a:pt x="4046908" y="1809665"/>
                  <a:pt x="4127150" y="1957420"/>
                </a:cubicBezTo>
                <a:cubicBezTo>
                  <a:pt x="4203278" y="2097963"/>
                  <a:pt x="4269448" y="2242711"/>
                  <a:pt x="4318633" y="2395038"/>
                </a:cubicBezTo>
                <a:cubicBezTo>
                  <a:pt x="4364176" y="2536327"/>
                  <a:pt x="4394000" y="2680458"/>
                  <a:pt x="4397027" y="2829633"/>
                </a:cubicBezTo>
                <a:cubicBezTo>
                  <a:pt x="4401223" y="3044022"/>
                  <a:pt x="4347375" y="3241718"/>
                  <a:pt x="4225697" y="3419902"/>
                </a:cubicBezTo>
                <a:cubicBezTo>
                  <a:pt x="4178523" y="3489045"/>
                  <a:pt x="4123864" y="3551893"/>
                  <a:pt x="4062935" y="3609295"/>
                </a:cubicBezTo>
                <a:cubicBezTo>
                  <a:pt x="4050000" y="3621498"/>
                  <a:pt x="4038518" y="3635153"/>
                  <a:pt x="4026361" y="3648304"/>
                </a:cubicBezTo>
                <a:lnTo>
                  <a:pt x="3960411" y="3702417"/>
                </a:lnTo>
                <a:cubicBezTo>
                  <a:pt x="3950306" y="3708327"/>
                  <a:pt x="3939576" y="3713159"/>
                  <a:pt x="3930096" y="3720145"/>
                </a:cubicBezTo>
                <a:cubicBezTo>
                  <a:pt x="3821235" y="3800204"/>
                  <a:pt x="3704076" y="3866689"/>
                  <a:pt x="3581683" y="3923972"/>
                </a:cubicBezTo>
                <a:cubicBezTo>
                  <a:pt x="3415114" y="4001885"/>
                  <a:pt x="3241981" y="4062685"/>
                  <a:pt x="3065181" y="4112732"/>
                </a:cubicBezTo>
                <a:cubicBezTo>
                  <a:pt x="2807878" y="4185956"/>
                  <a:pt x="2545972" y="4237546"/>
                  <a:pt x="2281419" y="4276486"/>
                </a:cubicBezTo>
                <a:cubicBezTo>
                  <a:pt x="2025295" y="4314067"/>
                  <a:pt x="1768171" y="4338178"/>
                  <a:pt x="1509106" y="4336355"/>
                </a:cubicBezTo>
                <a:cubicBezTo>
                  <a:pt x="1333688" y="4334979"/>
                  <a:pt x="1159288" y="4321650"/>
                  <a:pt x="987175" y="4286597"/>
                </a:cubicBezTo>
                <a:cubicBezTo>
                  <a:pt x="848988" y="4258642"/>
                  <a:pt x="715269" y="4216963"/>
                  <a:pt x="589146" y="4153435"/>
                </a:cubicBezTo>
                <a:cubicBezTo>
                  <a:pt x="485705" y="4101209"/>
                  <a:pt x="391685" y="4035954"/>
                  <a:pt x="309879" y="3953535"/>
                </a:cubicBezTo>
                <a:cubicBezTo>
                  <a:pt x="296422" y="3939962"/>
                  <a:pt x="282631" y="3926927"/>
                  <a:pt x="268865" y="3913607"/>
                </a:cubicBezTo>
                <a:lnTo>
                  <a:pt x="226554" y="3862040"/>
                </a:lnTo>
                <a:cubicBezTo>
                  <a:pt x="223819" y="3857134"/>
                  <a:pt x="221677" y="3852011"/>
                  <a:pt x="218482" y="3847486"/>
                </a:cubicBezTo>
                <a:cubicBezTo>
                  <a:pt x="200618" y="3820062"/>
                  <a:pt x="181393" y="3793486"/>
                  <a:pt x="164739" y="3765333"/>
                </a:cubicBezTo>
                <a:cubicBezTo>
                  <a:pt x="97787" y="3653256"/>
                  <a:pt x="55417" y="3531860"/>
                  <a:pt x="30218" y="3404051"/>
                </a:cubicBezTo>
                <a:cubicBezTo>
                  <a:pt x="-2189" y="3239807"/>
                  <a:pt x="-5794" y="3073902"/>
                  <a:pt x="6563" y="2907338"/>
                </a:cubicBezTo>
                <a:cubicBezTo>
                  <a:pt x="19827" y="2726795"/>
                  <a:pt x="51054" y="2548982"/>
                  <a:pt x="94549" y="2373545"/>
                </a:cubicBezTo>
                <a:cubicBezTo>
                  <a:pt x="194967" y="1967715"/>
                  <a:pt x="339184" y="1577558"/>
                  <a:pt x="517592" y="1199844"/>
                </a:cubicBezTo>
                <a:cubicBezTo>
                  <a:pt x="613094" y="997614"/>
                  <a:pt x="722388" y="803389"/>
                  <a:pt x="854449" y="622773"/>
                </a:cubicBezTo>
                <a:cubicBezTo>
                  <a:pt x="939492" y="506147"/>
                  <a:pt x="1031609" y="395627"/>
                  <a:pt x="1142073" y="301812"/>
                </a:cubicBezTo>
                <a:cubicBezTo>
                  <a:pt x="1147644" y="296975"/>
                  <a:pt x="1152023" y="291001"/>
                  <a:pt x="1156923" y="285659"/>
                </a:cubicBezTo>
                <a:lnTo>
                  <a:pt x="1219944" y="233949"/>
                </a:lnTo>
                <a:cubicBezTo>
                  <a:pt x="1227812" y="229081"/>
                  <a:pt x="1236043" y="224975"/>
                  <a:pt x="1243132" y="219158"/>
                </a:cubicBezTo>
                <a:cubicBezTo>
                  <a:pt x="1294110" y="177594"/>
                  <a:pt x="1350030" y="143622"/>
                  <a:pt x="1408343" y="113509"/>
                </a:cubicBezTo>
                <a:cubicBezTo>
                  <a:pt x="1538001" y="46229"/>
                  <a:pt x="1673529" y="8376"/>
                  <a:pt x="1815121" y="1241"/>
                </a:cubicBezTo>
                <a:close/>
              </a:path>
            </a:pathLst>
          </a:custGeom>
          <a:pattFill prst="pct10">
            <a:fgClr>
              <a:schemeClr val="tx1"/>
            </a:fgClr>
            <a:bgClr>
              <a:schemeClr val="bg1"/>
            </a:bgClr>
          </a:pattFill>
        </p:spPr>
        <p:txBody>
          <a:bodyPr wrap="square" anchor="ctr">
            <a:noAutofit/>
          </a:bodyPr>
          <a:lstStyle>
            <a:lvl1pPr algn="ctr">
              <a:defRPr sz="1600" b="0" i="0">
                <a:latin typeface="Titillium" charset="0"/>
                <a:ea typeface="Titillium" charset="0"/>
                <a:cs typeface="Titillium" charset="0"/>
              </a:defRPr>
            </a:lvl1pPr>
          </a:lstStyle>
          <a:p>
            <a:r>
              <a:rPr lang="en-US"/>
              <a:t>Insert Image</a:t>
            </a:r>
          </a:p>
        </p:txBody>
      </p:sp>
      <p:sp>
        <p:nvSpPr>
          <p:cNvPr id="3" name="Title 1">
            <a:extLst>
              <a:ext uri="{FF2B5EF4-FFF2-40B4-BE49-F238E27FC236}">
                <a16:creationId xmlns:a16="http://schemas.microsoft.com/office/drawing/2014/main" id="{96C377F9-FA26-4D7D-8C15-5737D0343826}"/>
              </a:ext>
            </a:extLst>
          </p:cNvPr>
          <p:cNvSpPr>
            <a:spLocks noGrp="1"/>
          </p:cNvSpPr>
          <p:nvPr>
            <p:ph type="title"/>
          </p:nvPr>
        </p:nvSpPr>
        <p:spPr>
          <a:xfrm>
            <a:off x="4296227" y="230314"/>
            <a:ext cx="7665776" cy="584775"/>
          </a:xfrm>
        </p:spPr>
        <p:txBody>
          <a:bodyPr>
            <a:spAutoFit/>
          </a:bodyPr>
          <a:lstStyle>
            <a:lvl1pPr>
              <a:defRPr lang="en-GB" dirty="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edit Master title style</a:t>
            </a:r>
            <a:endParaRPr lang="en-GB"/>
          </a:p>
        </p:txBody>
      </p:sp>
      <p:sp>
        <p:nvSpPr>
          <p:cNvPr id="6" name="Text Placeholder 5">
            <a:extLst>
              <a:ext uri="{FF2B5EF4-FFF2-40B4-BE49-F238E27FC236}">
                <a16:creationId xmlns:a16="http://schemas.microsoft.com/office/drawing/2014/main" id="{8DEAE418-52E2-4DE7-A31D-BA3FF67BE6A9}"/>
              </a:ext>
            </a:extLst>
          </p:cNvPr>
          <p:cNvSpPr>
            <a:spLocks noGrp="1"/>
          </p:cNvSpPr>
          <p:nvPr>
            <p:ph type="body" sz="quarter" idx="17"/>
          </p:nvPr>
        </p:nvSpPr>
        <p:spPr>
          <a:xfrm>
            <a:off x="4296227" y="843417"/>
            <a:ext cx="7665776" cy="246221"/>
          </a:xfrm>
        </p:spPr>
        <p:txBody>
          <a:bodyPr lIns="90000"/>
          <a:lstStyle>
            <a:lvl1pPr>
              <a:defRPr>
                <a:solidFill>
                  <a:schemeClr val="tx1"/>
                </a:solidFill>
              </a:defRPr>
            </a:lvl1pPr>
          </a:lstStyle>
          <a:p>
            <a:pPr lvl="0"/>
            <a:r>
              <a:rPr lang="en-US"/>
              <a:t>Edit Master text styles</a:t>
            </a:r>
          </a:p>
        </p:txBody>
      </p:sp>
    </p:spTree>
    <p:extLst>
      <p:ext uri="{BB962C8B-B14F-4D97-AF65-F5344CB8AC3E}">
        <p14:creationId xmlns:p14="http://schemas.microsoft.com/office/powerpoint/2010/main" val="32610825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128">
          <p15:clr>
            <a:srgbClr val="FBAE40"/>
          </p15:clr>
        </p15:guide>
        <p15:guide id="4" pos="6552">
          <p15:clr>
            <a:srgbClr val="FBAE40"/>
          </p15:clr>
        </p15:guide>
        <p15:guide id="5" orient="horz" pos="480">
          <p15:clr>
            <a:srgbClr val="FBAE40"/>
          </p15:clr>
        </p15:guide>
        <p15:guide id="6" orient="horz" pos="384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7_Title Slide">
    <p:spTree>
      <p:nvGrpSpPr>
        <p:cNvPr id="1" name=""/>
        <p:cNvGrpSpPr/>
        <p:nvPr/>
      </p:nvGrpSpPr>
      <p:grpSpPr>
        <a:xfrm>
          <a:off x="0" y="0"/>
          <a:ext cx="0" cy="0"/>
          <a:chOff x="0" y="0"/>
          <a:chExt cx="0" cy="0"/>
        </a:xfrm>
      </p:grpSpPr>
      <p:sp>
        <p:nvSpPr>
          <p:cNvPr id="7" name="Picture Placeholder 3">
            <a:extLst>
              <a:ext uri="{FF2B5EF4-FFF2-40B4-BE49-F238E27FC236}">
                <a16:creationId xmlns:a16="http://schemas.microsoft.com/office/drawing/2014/main" id="{2755FD07-32D4-4A25-A7A2-13926211B760}"/>
              </a:ext>
            </a:extLst>
          </p:cNvPr>
          <p:cNvSpPr>
            <a:spLocks noGrp="1"/>
          </p:cNvSpPr>
          <p:nvPr>
            <p:ph type="pic" sz="quarter" idx="16" hasCustomPrompt="1"/>
          </p:nvPr>
        </p:nvSpPr>
        <p:spPr>
          <a:xfrm>
            <a:off x="0" y="1"/>
            <a:ext cx="12192000" cy="3187700"/>
          </a:xfrm>
          <a:prstGeom prst="rect">
            <a:avLst/>
          </a:prstGeom>
          <a:solidFill>
            <a:schemeClr val="bg1">
              <a:lumMod val="85000"/>
            </a:schemeClr>
          </a:solidFill>
        </p:spPr>
        <p:txBody>
          <a:bodyPr wrap="square" anchor="ctr">
            <a:noAutofit/>
          </a:bodyPr>
          <a:lstStyle>
            <a:lvl1pPr algn="ctr">
              <a:defRPr sz="1600" b="0" i="0">
                <a:latin typeface="Titillium" charset="0"/>
                <a:ea typeface="Titillium" charset="0"/>
                <a:cs typeface="Titillium" charset="0"/>
              </a:defRPr>
            </a:lvl1pPr>
          </a:lstStyle>
          <a:p>
            <a:r>
              <a:rPr lang="en-US"/>
              <a:t>Insert Image</a:t>
            </a:r>
          </a:p>
        </p:txBody>
      </p:sp>
      <p:sp>
        <p:nvSpPr>
          <p:cNvPr id="6" name="Title 1">
            <a:extLst>
              <a:ext uri="{FF2B5EF4-FFF2-40B4-BE49-F238E27FC236}">
                <a16:creationId xmlns:a16="http://schemas.microsoft.com/office/drawing/2014/main" id="{51F7B841-B016-4EA6-B35A-56DF9234E7A6}"/>
              </a:ext>
            </a:extLst>
          </p:cNvPr>
          <p:cNvSpPr>
            <a:spLocks noGrp="1"/>
          </p:cNvSpPr>
          <p:nvPr>
            <p:ph type="title"/>
          </p:nvPr>
        </p:nvSpPr>
        <p:spPr>
          <a:xfrm>
            <a:off x="723900" y="230314"/>
            <a:ext cx="10820400" cy="584775"/>
          </a:xfrm>
        </p:spPr>
        <p:txBody>
          <a:bodyPr>
            <a:spAutoFit/>
          </a:bodyPr>
          <a:lstStyle>
            <a:lvl1pPr>
              <a:defRPr lang="en-GB" dirty="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edit Master title style</a:t>
            </a:r>
            <a:endParaRPr lang="en-GB"/>
          </a:p>
        </p:txBody>
      </p:sp>
      <p:sp>
        <p:nvSpPr>
          <p:cNvPr id="8" name="Text Placeholder 5">
            <a:extLst>
              <a:ext uri="{FF2B5EF4-FFF2-40B4-BE49-F238E27FC236}">
                <a16:creationId xmlns:a16="http://schemas.microsoft.com/office/drawing/2014/main" id="{4E848E19-DAF4-49BB-B133-74C5F04FFF33}"/>
              </a:ext>
            </a:extLst>
          </p:cNvPr>
          <p:cNvSpPr>
            <a:spLocks noGrp="1"/>
          </p:cNvSpPr>
          <p:nvPr>
            <p:ph type="body" sz="quarter" idx="17"/>
          </p:nvPr>
        </p:nvSpPr>
        <p:spPr>
          <a:xfrm>
            <a:off x="723901" y="843417"/>
            <a:ext cx="10820400" cy="246221"/>
          </a:xfrm>
        </p:spPr>
        <p:txBody>
          <a:bodyPr lIns="90000"/>
          <a:lstStyle>
            <a:lvl1pPr>
              <a:defRPr>
                <a:solidFill>
                  <a:schemeClr val="tx1"/>
                </a:solidFill>
              </a:defRPr>
            </a:lvl1pPr>
          </a:lstStyle>
          <a:p>
            <a:pPr lvl="0"/>
            <a:r>
              <a:rPr lang="en-US"/>
              <a:t>Edit Master text styles</a:t>
            </a:r>
          </a:p>
        </p:txBody>
      </p:sp>
    </p:spTree>
    <p:extLst>
      <p:ext uri="{BB962C8B-B14F-4D97-AF65-F5344CB8AC3E}">
        <p14:creationId xmlns:p14="http://schemas.microsoft.com/office/powerpoint/2010/main" val="35616499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128">
          <p15:clr>
            <a:srgbClr val="FBAE40"/>
          </p15:clr>
        </p15:guide>
        <p15:guide id="4" pos="6552">
          <p15:clr>
            <a:srgbClr val="FBAE40"/>
          </p15:clr>
        </p15:guide>
        <p15:guide id="5" orient="horz" pos="480">
          <p15:clr>
            <a:srgbClr val="FBAE40"/>
          </p15:clr>
        </p15:guide>
        <p15:guide id="6" orient="horz" pos="384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347" imgH="346" progId="TCLayout.ActiveDocument.1">
                  <p:embed/>
                </p:oleObj>
              </mc:Choice>
              <mc:Fallback>
                <p:oleObj name="think-cell Slide" r:id="rId3" imgW="347" imgH="346" progId="TCLayout.ActiveDocument.1">
                  <p:embed/>
                  <p:pic>
                    <p:nvPicPr>
                      <p:cNvPr id="3" name="Object 2" hidden="1"/>
                      <p:cNvPicPr/>
                      <p:nvPr/>
                    </p:nvPicPr>
                    <p:blipFill>
                      <a:blip r:embed="rId4"/>
                      <a:stretch>
                        <a:fillRect/>
                      </a:stretch>
                    </p:blipFill>
                    <p:spPr>
                      <a:xfrm>
                        <a:off x="1588" y="1589"/>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lvl1pPr>
              <a:defRPr lang="en-US" sz="3200" b="1" kern="0" baseline="0" noProof="0" dirty="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Click to edit Master title style</a:t>
            </a:r>
            <a:endParaRPr lang="en-GB"/>
          </a:p>
        </p:txBody>
      </p:sp>
      <p:sp>
        <p:nvSpPr>
          <p:cNvPr id="7" name="Text Placeholder 5">
            <a:extLst>
              <a:ext uri="{FF2B5EF4-FFF2-40B4-BE49-F238E27FC236}">
                <a16:creationId xmlns:a16="http://schemas.microsoft.com/office/drawing/2014/main" id="{502DCD3E-688B-4163-B796-566F5536398E}"/>
              </a:ext>
            </a:extLst>
          </p:cNvPr>
          <p:cNvSpPr>
            <a:spLocks noGrp="1"/>
          </p:cNvSpPr>
          <p:nvPr>
            <p:ph type="body" sz="quarter" idx="17"/>
          </p:nvPr>
        </p:nvSpPr>
        <p:spPr>
          <a:xfrm>
            <a:off x="723901" y="843417"/>
            <a:ext cx="10820400" cy="246221"/>
          </a:xfrm>
        </p:spPr>
        <p:txBody>
          <a:bodyPr lIns="90000"/>
          <a:lstStyle>
            <a:lvl1pPr>
              <a:defRPr>
                <a:solidFill>
                  <a:schemeClr val="tx1"/>
                </a:solidFill>
              </a:defRPr>
            </a:lvl1pPr>
          </a:lstStyle>
          <a:p>
            <a:pPr lvl="0"/>
            <a:r>
              <a:rPr lang="en-US"/>
              <a:t>Edit Master text styles</a:t>
            </a:r>
          </a:p>
        </p:txBody>
      </p:sp>
    </p:spTree>
    <p:extLst>
      <p:ext uri="{BB962C8B-B14F-4D97-AF65-F5344CB8AC3E}">
        <p14:creationId xmlns:p14="http://schemas.microsoft.com/office/powerpoint/2010/main" val="196698666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AB6AC99-4036-4871-B44A-163F75919769}"/>
              </a:ext>
            </a:extLst>
          </p:cNvPr>
          <p:cNvSpPr>
            <a:spLocks noGrp="1"/>
          </p:cNvSpPr>
          <p:nvPr>
            <p:ph type="title"/>
          </p:nvPr>
        </p:nvSpPr>
        <p:spPr>
          <a:xfrm>
            <a:off x="723900" y="230315"/>
            <a:ext cx="5219700" cy="1077218"/>
          </a:xfrm>
        </p:spPr>
        <p:txBody>
          <a:bodyPr>
            <a:spAutoFit/>
          </a:bodyPr>
          <a:lstStyle>
            <a:lvl1pPr>
              <a:defRPr lang="en-GB" dirty="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edit Master title style</a:t>
            </a:r>
            <a:endParaRPr lang="en-GB"/>
          </a:p>
        </p:txBody>
      </p:sp>
      <p:sp>
        <p:nvSpPr>
          <p:cNvPr id="9" name="Text Placeholder 5">
            <a:extLst>
              <a:ext uri="{FF2B5EF4-FFF2-40B4-BE49-F238E27FC236}">
                <a16:creationId xmlns:a16="http://schemas.microsoft.com/office/drawing/2014/main" id="{8806BEB1-554E-441B-8143-1262D1DD2187}"/>
              </a:ext>
            </a:extLst>
          </p:cNvPr>
          <p:cNvSpPr>
            <a:spLocks noGrp="1"/>
          </p:cNvSpPr>
          <p:nvPr>
            <p:ph type="body" sz="quarter" idx="17"/>
          </p:nvPr>
        </p:nvSpPr>
        <p:spPr>
          <a:xfrm>
            <a:off x="723901" y="843417"/>
            <a:ext cx="5219699" cy="246221"/>
          </a:xfrm>
        </p:spPr>
        <p:txBody>
          <a:bodyPr lIns="90000"/>
          <a:lstStyle>
            <a:lvl1pPr>
              <a:defRPr>
                <a:solidFill>
                  <a:schemeClr val="tx1"/>
                </a:solidFill>
              </a:defRPr>
            </a:lvl1pPr>
          </a:lstStyle>
          <a:p>
            <a:pPr lvl="0"/>
            <a:r>
              <a:rPr lang="en-US"/>
              <a:t>Edit Master text styles</a:t>
            </a:r>
          </a:p>
        </p:txBody>
      </p:sp>
      <p:sp>
        <p:nvSpPr>
          <p:cNvPr id="5" name="Picture Placeholder 5">
            <a:extLst>
              <a:ext uri="{FF2B5EF4-FFF2-40B4-BE49-F238E27FC236}">
                <a16:creationId xmlns:a16="http://schemas.microsoft.com/office/drawing/2014/main" id="{0A28A75D-08F0-4C74-9485-2A3A830F979B}"/>
              </a:ext>
            </a:extLst>
          </p:cNvPr>
          <p:cNvSpPr>
            <a:spLocks noGrp="1"/>
          </p:cNvSpPr>
          <p:nvPr>
            <p:ph type="pic" sz="quarter" idx="13" hasCustomPrompt="1"/>
          </p:nvPr>
        </p:nvSpPr>
        <p:spPr bwMode="auto">
          <a:xfrm>
            <a:off x="4639333" y="-21085"/>
            <a:ext cx="7552668" cy="6879085"/>
          </a:xfrm>
          <a:custGeom>
            <a:avLst/>
            <a:gdLst>
              <a:gd name="connsiteX0" fmla="*/ 2971144 w 8527206"/>
              <a:gd name="connsiteY0" fmla="*/ 0 h 6858000"/>
              <a:gd name="connsiteX1" fmla="*/ 7752484 w 8527206"/>
              <a:gd name="connsiteY1" fmla="*/ 0 h 6858000"/>
              <a:gd name="connsiteX2" fmla="*/ 7863964 w 8527206"/>
              <a:gd name="connsiteY2" fmla="*/ 173070 h 6858000"/>
              <a:gd name="connsiteX3" fmla="*/ 8367759 w 8527206"/>
              <a:gd name="connsiteY3" fmla="*/ 1196300 h 6858000"/>
              <a:gd name="connsiteX4" fmla="*/ 8527206 w 8527206"/>
              <a:gd name="connsiteY4" fmla="*/ 1631659 h 6858000"/>
              <a:gd name="connsiteX5" fmla="*/ 8527206 w 8527206"/>
              <a:gd name="connsiteY5" fmla="*/ 6858000 h 6858000"/>
              <a:gd name="connsiteX6" fmla="*/ 1968306 w 8527206"/>
              <a:gd name="connsiteY6" fmla="*/ 6858000 h 6858000"/>
              <a:gd name="connsiteX7" fmla="*/ 1963205 w 8527206"/>
              <a:gd name="connsiteY7" fmla="*/ 6855630 h 6858000"/>
              <a:gd name="connsiteX8" fmla="*/ 1098144 w 8527206"/>
              <a:gd name="connsiteY8" fmla="*/ 6340068 h 6858000"/>
              <a:gd name="connsiteX9" fmla="*/ 430707 w 8527206"/>
              <a:gd name="connsiteY9" fmla="*/ 5690993 h 6858000"/>
              <a:gd name="connsiteX10" fmla="*/ 561 w 8527206"/>
              <a:gd name="connsiteY10" fmla="*/ 4468699 h 6858000"/>
              <a:gd name="connsiteX11" fmla="*/ 47377 w 8527206"/>
              <a:gd name="connsiteY11" fmla="*/ 3944319 h 6858000"/>
              <a:gd name="connsiteX12" fmla="*/ 62248 w 8527206"/>
              <a:gd name="connsiteY12" fmla="*/ 3832572 h 6858000"/>
              <a:gd name="connsiteX13" fmla="*/ 108969 w 8527206"/>
              <a:gd name="connsiteY13" fmla="*/ 3658898 h 6858000"/>
              <a:gd name="connsiteX14" fmla="*/ 139210 w 8527206"/>
              <a:gd name="connsiteY14" fmla="*/ 3591318 h 6858000"/>
              <a:gd name="connsiteX15" fmla="*/ 486668 w 8527206"/>
              <a:gd name="connsiteY15" fmla="*/ 2814496 h 6858000"/>
              <a:gd name="connsiteX16" fmla="*/ 1140836 w 8527206"/>
              <a:gd name="connsiteY16" fmla="*/ 1857357 h 6858000"/>
              <a:gd name="connsiteX17" fmla="*/ 2283959 w 8527206"/>
              <a:gd name="connsiteY17" fmla="*/ 615316 h 6858000"/>
              <a:gd name="connsiteX18" fmla="*/ 2889393 w 8527206"/>
              <a:gd name="connsiteY18" fmla="*/ 66398 h 6858000"/>
              <a:gd name="connsiteX0" fmla="*/ 2971144 w 8548017"/>
              <a:gd name="connsiteY0" fmla="*/ 0 h 6858000"/>
              <a:gd name="connsiteX1" fmla="*/ 7752484 w 8548017"/>
              <a:gd name="connsiteY1" fmla="*/ 0 h 6858000"/>
              <a:gd name="connsiteX2" fmla="*/ 7863964 w 8548017"/>
              <a:gd name="connsiteY2" fmla="*/ 173070 h 6858000"/>
              <a:gd name="connsiteX3" fmla="*/ 8548017 w 8548017"/>
              <a:gd name="connsiteY3" fmla="*/ 1036643 h 6858000"/>
              <a:gd name="connsiteX4" fmla="*/ 8527206 w 8548017"/>
              <a:gd name="connsiteY4" fmla="*/ 1631659 h 6858000"/>
              <a:gd name="connsiteX5" fmla="*/ 8527206 w 8548017"/>
              <a:gd name="connsiteY5" fmla="*/ 6858000 h 6858000"/>
              <a:gd name="connsiteX6" fmla="*/ 1968306 w 8548017"/>
              <a:gd name="connsiteY6" fmla="*/ 6858000 h 6858000"/>
              <a:gd name="connsiteX7" fmla="*/ 1963205 w 8548017"/>
              <a:gd name="connsiteY7" fmla="*/ 6855630 h 6858000"/>
              <a:gd name="connsiteX8" fmla="*/ 1098144 w 8548017"/>
              <a:gd name="connsiteY8" fmla="*/ 6340068 h 6858000"/>
              <a:gd name="connsiteX9" fmla="*/ 430707 w 8548017"/>
              <a:gd name="connsiteY9" fmla="*/ 5690993 h 6858000"/>
              <a:gd name="connsiteX10" fmla="*/ 561 w 8548017"/>
              <a:gd name="connsiteY10" fmla="*/ 4468699 h 6858000"/>
              <a:gd name="connsiteX11" fmla="*/ 47377 w 8548017"/>
              <a:gd name="connsiteY11" fmla="*/ 3944319 h 6858000"/>
              <a:gd name="connsiteX12" fmla="*/ 62248 w 8548017"/>
              <a:gd name="connsiteY12" fmla="*/ 3832572 h 6858000"/>
              <a:gd name="connsiteX13" fmla="*/ 108969 w 8548017"/>
              <a:gd name="connsiteY13" fmla="*/ 3658898 h 6858000"/>
              <a:gd name="connsiteX14" fmla="*/ 139210 w 8548017"/>
              <a:gd name="connsiteY14" fmla="*/ 3591318 h 6858000"/>
              <a:gd name="connsiteX15" fmla="*/ 486668 w 8548017"/>
              <a:gd name="connsiteY15" fmla="*/ 2814496 h 6858000"/>
              <a:gd name="connsiteX16" fmla="*/ 1140836 w 8548017"/>
              <a:gd name="connsiteY16" fmla="*/ 1857357 h 6858000"/>
              <a:gd name="connsiteX17" fmla="*/ 2283959 w 8548017"/>
              <a:gd name="connsiteY17" fmla="*/ 615316 h 6858000"/>
              <a:gd name="connsiteX18" fmla="*/ 2889393 w 8548017"/>
              <a:gd name="connsiteY18" fmla="*/ 66398 h 6858000"/>
              <a:gd name="connsiteX19" fmla="*/ 2971144 w 8548017"/>
              <a:gd name="connsiteY19" fmla="*/ 0 h 6858000"/>
              <a:gd name="connsiteX0" fmla="*/ 2971144 w 8548017"/>
              <a:gd name="connsiteY0" fmla="*/ 73672 h 6931672"/>
              <a:gd name="connsiteX1" fmla="*/ 7752484 w 8548017"/>
              <a:gd name="connsiteY1" fmla="*/ 73672 h 6931672"/>
              <a:gd name="connsiteX2" fmla="*/ 8453900 w 8548017"/>
              <a:gd name="connsiteY2" fmla="*/ 0 h 6931672"/>
              <a:gd name="connsiteX3" fmla="*/ 8548017 w 8548017"/>
              <a:gd name="connsiteY3" fmla="*/ 1110315 h 6931672"/>
              <a:gd name="connsiteX4" fmla="*/ 8527206 w 8548017"/>
              <a:gd name="connsiteY4" fmla="*/ 1705331 h 6931672"/>
              <a:gd name="connsiteX5" fmla="*/ 8527206 w 8548017"/>
              <a:gd name="connsiteY5" fmla="*/ 6931672 h 6931672"/>
              <a:gd name="connsiteX6" fmla="*/ 1968306 w 8548017"/>
              <a:gd name="connsiteY6" fmla="*/ 6931672 h 6931672"/>
              <a:gd name="connsiteX7" fmla="*/ 1963205 w 8548017"/>
              <a:gd name="connsiteY7" fmla="*/ 6929302 h 6931672"/>
              <a:gd name="connsiteX8" fmla="*/ 1098144 w 8548017"/>
              <a:gd name="connsiteY8" fmla="*/ 6413740 h 6931672"/>
              <a:gd name="connsiteX9" fmla="*/ 430707 w 8548017"/>
              <a:gd name="connsiteY9" fmla="*/ 5764665 h 6931672"/>
              <a:gd name="connsiteX10" fmla="*/ 561 w 8548017"/>
              <a:gd name="connsiteY10" fmla="*/ 4542371 h 6931672"/>
              <a:gd name="connsiteX11" fmla="*/ 47377 w 8548017"/>
              <a:gd name="connsiteY11" fmla="*/ 4017991 h 6931672"/>
              <a:gd name="connsiteX12" fmla="*/ 62248 w 8548017"/>
              <a:gd name="connsiteY12" fmla="*/ 3906244 h 6931672"/>
              <a:gd name="connsiteX13" fmla="*/ 108969 w 8548017"/>
              <a:gd name="connsiteY13" fmla="*/ 3732570 h 6931672"/>
              <a:gd name="connsiteX14" fmla="*/ 139210 w 8548017"/>
              <a:gd name="connsiteY14" fmla="*/ 3664990 h 6931672"/>
              <a:gd name="connsiteX15" fmla="*/ 486668 w 8548017"/>
              <a:gd name="connsiteY15" fmla="*/ 2888168 h 6931672"/>
              <a:gd name="connsiteX16" fmla="*/ 1140836 w 8548017"/>
              <a:gd name="connsiteY16" fmla="*/ 1931029 h 6931672"/>
              <a:gd name="connsiteX17" fmla="*/ 2283959 w 8548017"/>
              <a:gd name="connsiteY17" fmla="*/ 688988 h 6931672"/>
              <a:gd name="connsiteX18" fmla="*/ 2889393 w 8548017"/>
              <a:gd name="connsiteY18" fmla="*/ 140070 h 6931672"/>
              <a:gd name="connsiteX19" fmla="*/ 2971144 w 8548017"/>
              <a:gd name="connsiteY19" fmla="*/ 73672 h 6931672"/>
              <a:gd name="connsiteX0" fmla="*/ 2971144 w 8548017"/>
              <a:gd name="connsiteY0" fmla="*/ 73672 h 6931672"/>
              <a:gd name="connsiteX1" fmla="*/ 7752484 w 8548017"/>
              <a:gd name="connsiteY1" fmla="*/ 73672 h 6931672"/>
              <a:gd name="connsiteX2" fmla="*/ 8453900 w 8548017"/>
              <a:gd name="connsiteY2" fmla="*/ 0 h 6931672"/>
              <a:gd name="connsiteX3" fmla="*/ 8548017 w 8548017"/>
              <a:gd name="connsiteY3" fmla="*/ 1110315 h 6931672"/>
              <a:gd name="connsiteX4" fmla="*/ 8527206 w 8548017"/>
              <a:gd name="connsiteY4" fmla="*/ 1705331 h 6931672"/>
              <a:gd name="connsiteX5" fmla="*/ 8527206 w 8548017"/>
              <a:gd name="connsiteY5" fmla="*/ 6931672 h 6931672"/>
              <a:gd name="connsiteX6" fmla="*/ 1968306 w 8548017"/>
              <a:gd name="connsiteY6" fmla="*/ 6931672 h 6931672"/>
              <a:gd name="connsiteX7" fmla="*/ 1963205 w 8548017"/>
              <a:gd name="connsiteY7" fmla="*/ 6929302 h 6931672"/>
              <a:gd name="connsiteX8" fmla="*/ 1098144 w 8548017"/>
              <a:gd name="connsiteY8" fmla="*/ 6413740 h 6931672"/>
              <a:gd name="connsiteX9" fmla="*/ 430707 w 8548017"/>
              <a:gd name="connsiteY9" fmla="*/ 5764665 h 6931672"/>
              <a:gd name="connsiteX10" fmla="*/ 561 w 8548017"/>
              <a:gd name="connsiteY10" fmla="*/ 4542371 h 6931672"/>
              <a:gd name="connsiteX11" fmla="*/ 47377 w 8548017"/>
              <a:gd name="connsiteY11" fmla="*/ 4017991 h 6931672"/>
              <a:gd name="connsiteX12" fmla="*/ 62248 w 8548017"/>
              <a:gd name="connsiteY12" fmla="*/ 3906244 h 6931672"/>
              <a:gd name="connsiteX13" fmla="*/ 108969 w 8548017"/>
              <a:gd name="connsiteY13" fmla="*/ 3732570 h 6931672"/>
              <a:gd name="connsiteX14" fmla="*/ 139210 w 8548017"/>
              <a:gd name="connsiteY14" fmla="*/ 3664990 h 6931672"/>
              <a:gd name="connsiteX15" fmla="*/ 486668 w 8548017"/>
              <a:gd name="connsiteY15" fmla="*/ 2888168 h 6931672"/>
              <a:gd name="connsiteX16" fmla="*/ 1140836 w 8548017"/>
              <a:gd name="connsiteY16" fmla="*/ 1931029 h 6931672"/>
              <a:gd name="connsiteX17" fmla="*/ 2283959 w 8548017"/>
              <a:gd name="connsiteY17" fmla="*/ 688988 h 6931672"/>
              <a:gd name="connsiteX18" fmla="*/ 2889393 w 8548017"/>
              <a:gd name="connsiteY18" fmla="*/ 140070 h 6931672"/>
              <a:gd name="connsiteX19" fmla="*/ 2971144 w 8548017"/>
              <a:gd name="connsiteY19" fmla="*/ 73672 h 6931672"/>
              <a:gd name="connsiteX0" fmla="*/ 2971144 w 8601798"/>
              <a:gd name="connsiteY0" fmla="*/ 1101 h 6859101"/>
              <a:gd name="connsiteX1" fmla="*/ 7752484 w 8601798"/>
              <a:gd name="connsiteY1" fmla="*/ 1101 h 6859101"/>
              <a:gd name="connsiteX2" fmla="*/ 8535835 w 8601798"/>
              <a:gd name="connsiteY2" fmla="*/ 0 h 6859101"/>
              <a:gd name="connsiteX3" fmla="*/ 8548017 w 8601798"/>
              <a:gd name="connsiteY3" fmla="*/ 1037744 h 6859101"/>
              <a:gd name="connsiteX4" fmla="*/ 8527206 w 8601798"/>
              <a:gd name="connsiteY4" fmla="*/ 1632760 h 6859101"/>
              <a:gd name="connsiteX5" fmla="*/ 8527206 w 8601798"/>
              <a:gd name="connsiteY5" fmla="*/ 6859101 h 6859101"/>
              <a:gd name="connsiteX6" fmla="*/ 1968306 w 8601798"/>
              <a:gd name="connsiteY6" fmla="*/ 6859101 h 6859101"/>
              <a:gd name="connsiteX7" fmla="*/ 1963205 w 8601798"/>
              <a:gd name="connsiteY7" fmla="*/ 6856731 h 6859101"/>
              <a:gd name="connsiteX8" fmla="*/ 1098144 w 8601798"/>
              <a:gd name="connsiteY8" fmla="*/ 6341169 h 6859101"/>
              <a:gd name="connsiteX9" fmla="*/ 430707 w 8601798"/>
              <a:gd name="connsiteY9" fmla="*/ 5692094 h 6859101"/>
              <a:gd name="connsiteX10" fmla="*/ 561 w 8601798"/>
              <a:gd name="connsiteY10" fmla="*/ 4469800 h 6859101"/>
              <a:gd name="connsiteX11" fmla="*/ 47377 w 8601798"/>
              <a:gd name="connsiteY11" fmla="*/ 3945420 h 6859101"/>
              <a:gd name="connsiteX12" fmla="*/ 62248 w 8601798"/>
              <a:gd name="connsiteY12" fmla="*/ 3833673 h 6859101"/>
              <a:gd name="connsiteX13" fmla="*/ 108969 w 8601798"/>
              <a:gd name="connsiteY13" fmla="*/ 3659999 h 6859101"/>
              <a:gd name="connsiteX14" fmla="*/ 139210 w 8601798"/>
              <a:gd name="connsiteY14" fmla="*/ 3592419 h 6859101"/>
              <a:gd name="connsiteX15" fmla="*/ 486668 w 8601798"/>
              <a:gd name="connsiteY15" fmla="*/ 2815597 h 6859101"/>
              <a:gd name="connsiteX16" fmla="*/ 1140836 w 8601798"/>
              <a:gd name="connsiteY16" fmla="*/ 1858458 h 6859101"/>
              <a:gd name="connsiteX17" fmla="*/ 2283959 w 8601798"/>
              <a:gd name="connsiteY17" fmla="*/ 616417 h 6859101"/>
              <a:gd name="connsiteX18" fmla="*/ 2889393 w 8601798"/>
              <a:gd name="connsiteY18" fmla="*/ 67499 h 6859101"/>
              <a:gd name="connsiteX19" fmla="*/ 2971144 w 8601798"/>
              <a:gd name="connsiteY19" fmla="*/ 1101 h 6859101"/>
              <a:gd name="connsiteX0" fmla="*/ 2971144 w 8875759"/>
              <a:gd name="connsiteY0" fmla="*/ 1101 h 6859101"/>
              <a:gd name="connsiteX1" fmla="*/ 7752484 w 8875759"/>
              <a:gd name="connsiteY1" fmla="*/ 1101 h 6859101"/>
              <a:gd name="connsiteX2" fmla="*/ 8535835 w 8875759"/>
              <a:gd name="connsiteY2" fmla="*/ 0 h 6859101"/>
              <a:gd name="connsiteX3" fmla="*/ 8875759 w 8875759"/>
              <a:gd name="connsiteY3" fmla="*/ 1139344 h 6859101"/>
              <a:gd name="connsiteX4" fmla="*/ 8527206 w 8875759"/>
              <a:gd name="connsiteY4" fmla="*/ 1632760 h 6859101"/>
              <a:gd name="connsiteX5" fmla="*/ 8527206 w 8875759"/>
              <a:gd name="connsiteY5" fmla="*/ 6859101 h 6859101"/>
              <a:gd name="connsiteX6" fmla="*/ 1968306 w 8875759"/>
              <a:gd name="connsiteY6" fmla="*/ 6859101 h 6859101"/>
              <a:gd name="connsiteX7" fmla="*/ 1963205 w 8875759"/>
              <a:gd name="connsiteY7" fmla="*/ 6856731 h 6859101"/>
              <a:gd name="connsiteX8" fmla="*/ 1098144 w 8875759"/>
              <a:gd name="connsiteY8" fmla="*/ 6341169 h 6859101"/>
              <a:gd name="connsiteX9" fmla="*/ 430707 w 8875759"/>
              <a:gd name="connsiteY9" fmla="*/ 5692094 h 6859101"/>
              <a:gd name="connsiteX10" fmla="*/ 561 w 8875759"/>
              <a:gd name="connsiteY10" fmla="*/ 4469800 h 6859101"/>
              <a:gd name="connsiteX11" fmla="*/ 47377 w 8875759"/>
              <a:gd name="connsiteY11" fmla="*/ 3945420 h 6859101"/>
              <a:gd name="connsiteX12" fmla="*/ 62248 w 8875759"/>
              <a:gd name="connsiteY12" fmla="*/ 3833673 h 6859101"/>
              <a:gd name="connsiteX13" fmla="*/ 108969 w 8875759"/>
              <a:gd name="connsiteY13" fmla="*/ 3659999 h 6859101"/>
              <a:gd name="connsiteX14" fmla="*/ 139210 w 8875759"/>
              <a:gd name="connsiteY14" fmla="*/ 3592419 h 6859101"/>
              <a:gd name="connsiteX15" fmla="*/ 486668 w 8875759"/>
              <a:gd name="connsiteY15" fmla="*/ 2815597 h 6859101"/>
              <a:gd name="connsiteX16" fmla="*/ 1140836 w 8875759"/>
              <a:gd name="connsiteY16" fmla="*/ 1858458 h 6859101"/>
              <a:gd name="connsiteX17" fmla="*/ 2283959 w 8875759"/>
              <a:gd name="connsiteY17" fmla="*/ 616417 h 6859101"/>
              <a:gd name="connsiteX18" fmla="*/ 2889393 w 8875759"/>
              <a:gd name="connsiteY18" fmla="*/ 67499 h 6859101"/>
              <a:gd name="connsiteX19" fmla="*/ 2971144 w 8875759"/>
              <a:gd name="connsiteY19" fmla="*/ 1101 h 6859101"/>
              <a:gd name="connsiteX0" fmla="*/ 2971144 w 8875759"/>
              <a:gd name="connsiteY0" fmla="*/ 0 h 6858000"/>
              <a:gd name="connsiteX1" fmla="*/ 7752484 w 8875759"/>
              <a:gd name="connsiteY1" fmla="*/ 0 h 6858000"/>
              <a:gd name="connsiteX2" fmla="*/ 8781642 w 8875759"/>
              <a:gd name="connsiteY2" fmla="*/ 85984 h 6858000"/>
              <a:gd name="connsiteX3" fmla="*/ 8875759 w 8875759"/>
              <a:gd name="connsiteY3" fmla="*/ 1138243 h 6858000"/>
              <a:gd name="connsiteX4" fmla="*/ 8527206 w 8875759"/>
              <a:gd name="connsiteY4" fmla="*/ 1631659 h 6858000"/>
              <a:gd name="connsiteX5" fmla="*/ 8527206 w 8875759"/>
              <a:gd name="connsiteY5" fmla="*/ 6858000 h 6858000"/>
              <a:gd name="connsiteX6" fmla="*/ 1968306 w 8875759"/>
              <a:gd name="connsiteY6" fmla="*/ 6858000 h 6858000"/>
              <a:gd name="connsiteX7" fmla="*/ 1963205 w 8875759"/>
              <a:gd name="connsiteY7" fmla="*/ 6855630 h 6858000"/>
              <a:gd name="connsiteX8" fmla="*/ 1098144 w 8875759"/>
              <a:gd name="connsiteY8" fmla="*/ 6340068 h 6858000"/>
              <a:gd name="connsiteX9" fmla="*/ 430707 w 8875759"/>
              <a:gd name="connsiteY9" fmla="*/ 5690993 h 6858000"/>
              <a:gd name="connsiteX10" fmla="*/ 561 w 8875759"/>
              <a:gd name="connsiteY10" fmla="*/ 4468699 h 6858000"/>
              <a:gd name="connsiteX11" fmla="*/ 47377 w 8875759"/>
              <a:gd name="connsiteY11" fmla="*/ 3944319 h 6858000"/>
              <a:gd name="connsiteX12" fmla="*/ 62248 w 8875759"/>
              <a:gd name="connsiteY12" fmla="*/ 3832572 h 6858000"/>
              <a:gd name="connsiteX13" fmla="*/ 108969 w 8875759"/>
              <a:gd name="connsiteY13" fmla="*/ 3658898 h 6858000"/>
              <a:gd name="connsiteX14" fmla="*/ 139210 w 8875759"/>
              <a:gd name="connsiteY14" fmla="*/ 3591318 h 6858000"/>
              <a:gd name="connsiteX15" fmla="*/ 486668 w 8875759"/>
              <a:gd name="connsiteY15" fmla="*/ 2814496 h 6858000"/>
              <a:gd name="connsiteX16" fmla="*/ 1140836 w 8875759"/>
              <a:gd name="connsiteY16" fmla="*/ 1857357 h 6858000"/>
              <a:gd name="connsiteX17" fmla="*/ 2283959 w 8875759"/>
              <a:gd name="connsiteY17" fmla="*/ 615316 h 6858000"/>
              <a:gd name="connsiteX18" fmla="*/ 2889393 w 8875759"/>
              <a:gd name="connsiteY18" fmla="*/ 66398 h 6858000"/>
              <a:gd name="connsiteX19" fmla="*/ 2971144 w 8875759"/>
              <a:gd name="connsiteY19" fmla="*/ 0 h 6858000"/>
              <a:gd name="connsiteX0" fmla="*/ 2971144 w 8943533"/>
              <a:gd name="connsiteY0" fmla="*/ 1101 h 6859101"/>
              <a:gd name="connsiteX1" fmla="*/ 7752484 w 8943533"/>
              <a:gd name="connsiteY1" fmla="*/ 1101 h 6859101"/>
              <a:gd name="connsiteX2" fmla="*/ 8879965 w 8943533"/>
              <a:gd name="connsiteY2" fmla="*/ 0 h 6859101"/>
              <a:gd name="connsiteX3" fmla="*/ 8875759 w 8943533"/>
              <a:gd name="connsiteY3" fmla="*/ 1139344 h 6859101"/>
              <a:gd name="connsiteX4" fmla="*/ 8527206 w 8943533"/>
              <a:gd name="connsiteY4" fmla="*/ 1632760 h 6859101"/>
              <a:gd name="connsiteX5" fmla="*/ 8527206 w 8943533"/>
              <a:gd name="connsiteY5" fmla="*/ 6859101 h 6859101"/>
              <a:gd name="connsiteX6" fmla="*/ 1968306 w 8943533"/>
              <a:gd name="connsiteY6" fmla="*/ 6859101 h 6859101"/>
              <a:gd name="connsiteX7" fmla="*/ 1963205 w 8943533"/>
              <a:gd name="connsiteY7" fmla="*/ 6856731 h 6859101"/>
              <a:gd name="connsiteX8" fmla="*/ 1098144 w 8943533"/>
              <a:gd name="connsiteY8" fmla="*/ 6341169 h 6859101"/>
              <a:gd name="connsiteX9" fmla="*/ 430707 w 8943533"/>
              <a:gd name="connsiteY9" fmla="*/ 5692094 h 6859101"/>
              <a:gd name="connsiteX10" fmla="*/ 561 w 8943533"/>
              <a:gd name="connsiteY10" fmla="*/ 4469800 h 6859101"/>
              <a:gd name="connsiteX11" fmla="*/ 47377 w 8943533"/>
              <a:gd name="connsiteY11" fmla="*/ 3945420 h 6859101"/>
              <a:gd name="connsiteX12" fmla="*/ 62248 w 8943533"/>
              <a:gd name="connsiteY12" fmla="*/ 3833673 h 6859101"/>
              <a:gd name="connsiteX13" fmla="*/ 108969 w 8943533"/>
              <a:gd name="connsiteY13" fmla="*/ 3659999 h 6859101"/>
              <a:gd name="connsiteX14" fmla="*/ 139210 w 8943533"/>
              <a:gd name="connsiteY14" fmla="*/ 3592419 h 6859101"/>
              <a:gd name="connsiteX15" fmla="*/ 486668 w 8943533"/>
              <a:gd name="connsiteY15" fmla="*/ 2815597 h 6859101"/>
              <a:gd name="connsiteX16" fmla="*/ 1140836 w 8943533"/>
              <a:gd name="connsiteY16" fmla="*/ 1858458 h 6859101"/>
              <a:gd name="connsiteX17" fmla="*/ 2283959 w 8943533"/>
              <a:gd name="connsiteY17" fmla="*/ 616417 h 6859101"/>
              <a:gd name="connsiteX18" fmla="*/ 2889393 w 8943533"/>
              <a:gd name="connsiteY18" fmla="*/ 67499 h 6859101"/>
              <a:gd name="connsiteX19" fmla="*/ 2971144 w 8943533"/>
              <a:gd name="connsiteY19" fmla="*/ 1101 h 6859101"/>
              <a:gd name="connsiteX0" fmla="*/ 2971144 w 8914877"/>
              <a:gd name="connsiteY0" fmla="*/ 1101 h 6859101"/>
              <a:gd name="connsiteX1" fmla="*/ 7752484 w 8914877"/>
              <a:gd name="connsiteY1" fmla="*/ 1101 h 6859101"/>
              <a:gd name="connsiteX2" fmla="*/ 8879965 w 8914877"/>
              <a:gd name="connsiteY2" fmla="*/ 0 h 6859101"/>
              <a:gd name="connsiteX3" fmla="*/ 8498857 w 8914877"/>
              <a:gd name="connsiteY3" fmla="*/ 616830 h 6859101"/>
              <a:gd name="connsiteX4" fmla="*/ 8527206 w 8914877"/>
              <a:gd name="connsiteY4" fmla="*/ 1632760 h 6859101"/>
              <a:gd name="connsiteX5" fmla="*/ 8527206 w 8914877"/>
              <a:gd name="connsiteY5" fmla="*/ 6859101 h 6859101"/>
              <a:gd name="connsiteX6" fmla="*/ 1968306 w 8914877"/>
              <a:gd name="connsiteY6" fmla="*/ 6859101 h 6859101"/>
              <a:gd name="connsiteX7" fmla="*/ 1963205 w 8914877"/>
              <a:gd name="connsiteY7" fmla="*/ 6856731 h 6859101"/>
              <a:gd name="connsiteX8" fmla="*/ 1098144 w 8914877"/>
              <a:gd name="connsiteY8" fmla="*/ 6341169 h 6859101"/>
              <a:gd name="connsiteX9" fmla="*/ 430707 w 8914877"/>
              <a:gd name="connsiteY9" fmla="*/ 5692094 h 6859101"/>
              <a:gd name="connsiteX10" fmla="*/ 561 w 8914877"/>
              <a:gd name="connsiteY10" fmla="*/ 4469800 h 6859101"/>
              <a:gd name="connsiteX11" fmla="*/ 47377 w 8914877"/>
              <a:gd name="connsiteY11" fmla="*/ 3945420 h 6859101"/>
              <a:gd name="connsiteX12" fmla="*/ 62248 w 8914877"/>
              <a:gd name="connsiteY12" fmla="*/ 3833673 h 6859101"/>
              <a:gd name="connsiteX13" fmla="*/ 108969 w 8914877"/>
              <a:gd name="connsiteY13" fmla="*/ 3659999 h 6859101"/>
              <a:gd name="connsiteX14" fmla="*/ 139210 w 8914877"/>
              <a:gd name="connsiteY14" fmla="*/ 3592419 h 6859101"/>
              <a:gd name="connsiteX15" fmla="*/ 486668 w 8914877"/>
              <a:gd name="connsiteY15" fmla="*/ 2815597 h 6859101"/>
              <a:gd name="connsiteX16" fmla="*/ 1140836 w 8914877"/>
              <a:gd name="connsiteY16" fmla="*/ 1858458 h 6859101"/>
              <a:gd name="connsiteX17" fmla="*/ 2283959 w 8914877"/>
              <a:gd name="connsiteY17" fmla="*/ 616417 h 6859101"/>
              <a:gd name="connsiteX18" fmla="*/ 2889393 w 8914877"/>
              <a:gd name="connsiteY18" fmla="*/ 67499 h 6859101"/>
              <a:gd name="connsiteX19" fmla="*/ 2971144 w 8914877"/>
              <a:gd name="connsiteY19" fmla="*/ 1101 h 6859101"/>
              <a:gd name="connsiteX0" fmla="*/ 2971144 w 8527206"/>
              <a:gd name="connsiteY0" fmla="*/ 0 h 6858000"/>
              <a:gd name="connsiteX1" fmla="*/ 7752484 w 8527206"/>
              <a:gd name="connsiteY1" fmla="*/ 0 h 6858000"/>
              <a:gd name="connsiteX2" fmla="*/ 8498857 w 8527206"/>
              <a:gd name="connsiteY2" fmla="*/ 615729 h 6858000"/>
              <a:gd name="connsiteX3" fmla="*/ 8527206 w 8527206"/>
              <a:gd name="connsiteY3" fmla="*/ 1631659 h 6858000"/>
              <a:gd name="connsiteX4" fmla="*/ 8527206 w 8527206"/>
              <a:gd name="connsiteY4" fmla="*/ 6858000 h 6858000"/>
              <a:gd name="connsiteX5" fmla="*/ 1968306 w 8527206"/>
              <a:gd name="connsiteY5" fmla="*/ 6858000 h 6858000"/>
              <a:gd name="connsiteX6" fmla="*/ 1963205 w 8527206"/>
              <a:gd name="connsiteY6" fmla="*/ 6855630 h 6858000"/>
              <a:gd name="connsiteX7" fmla="*/ 1098144 w 8527206"/>
              <a:gd name="connsiteY7" fmla="*/ 6340068 h 6858000"/>
              <a:gd name="connsiteX8" fmla="*/ 430707 w 8527206"/>
              <a:gd name="connsiteY8" fmla="*/ 5690993 h 6858000"/>
              <a:gd name="connsiteX9" fmla="*/ 561 w 8527206"/>
              <a:gd name="connsiteY9" fmla="*/ 4468699 h 6858000"/>
              <a:gd name="connsiteX10" fmla="*/ 47377 w 8527206"/>
              <a:gd name="connsiteY10" fmla="*/ 3944319 h 6858000"/>
              <a:gd name="connsiteX11" fmla="*/ 62248 w 8527206"/>
              <a:gd name="connsiteY11" fmla="*/ 3832572 h 6858000"/>
              <a:gd name="connsiteX12" fmla="*/ 108969 w 8527206"/>
              <a:gd name="connsiteY12" fmla="*/ 3658898 h 6858000"/>
              <a:gd name="connsiteX13" fmla="*/ 139210 w 8527206"/>
              <a:gd name="connsiteY13" fmla="*/ 3591318 h 6858000"/>
              <a:gd name="connsiteX14" fmla="*/ 486668 w 8527206"/>
              <a:gd name="connsiteY14" fmla="*/ 2814496 h 6858000"/>
              <a:gd name="connsiteX15" fmla="*/ 1140836 w 8527206"/>
              <a:gd name="connsiteY15" fmla="*/ 1857357 h 6858000"/>
              <a:gd name="connsiteX16" fmla="*/ 2283959 w 8527206"/>
              <a:gd name="connsiteY16" fmla="*/ 615316 h 6858000"/>
              <a:gd name="connsiteX17" fmla="*/ 2889393 w 8527206"/>
              <a:gd name="connsiteY17" fmla="*/ 66398 h 6858000"/>
              <a:gd name="connsiteX18" fmla="*/ 2971144 w 8527206"/>
              <a:gd name="connsiteY18" fmla="*/ 0 h 6858000"/>
              <a:gd name="connsiteX0" fmla="*/ 2971144 w 8531631"/>
              <a:gd name="connsiteY0" fmla="*/ 8385 h 6866385"/>
              <a:gd name="connsiteX1" fmla="*/ 7752484 w 8531631"/>
              <a:gd name="connsiteY1" fmla="*/ 8385 h 6866385"/>
              <a:gd name="connsiteX2" fmla="*/ 8531631 w 8531631"/>
              <a:gd name="connsiteY2" fmla="*/ 0 h 6866385"/>
              <a:gd name="connsiteX3" fmla="*/ 8527206 w 8531631"/>
              <a:gd name="connsiteY3" fmla="*/ 1640044 h 6866385"/>
              <a:gd name="connsiteX4" fmla="*/ 8527206 w 8531631"/>
              <a:gd name="connsiteY4" fmla="*/ 6866385 h 6866385"/>
              <a:gd name="connsiteX5" fmla="*/ 1968306 w 8531631"/>
              <a:gd name="connsiteY5" fmla="*/ 6866385 h 6866385"/>
              <a:gd name="connsiteX6" fmla="*/ 1963205 w 8531631"/>
              <a:gd name="connsiteY6" fmla="*/ 6864015 h 6866385"/>
              <a:gd name="connsiteX7" fmla="*/ 1098144 w 8531631"/>
              <a:gd name="connsiteY7" fmla="*/ 6348453 h 6866385"/>
              <a:gd name="connsiteX8" fmla="*/ 430707 w 8531631"/>
              <a:gd name="connsiteY8" fmla="*/ 5699378 h 6866385"/>
              <a:gd name="connsiteX9" fmla="*/ 561 w 8531631"/>
              <a:gd name="connsiteY9" fmla="*/ 4477084 h 6866385"/>
              <a:gd name="connsiteX10" fmla="*/ 47377 w 8531631"/>
              <a:gd name="connsiteY10" fmla="*/ 3952704 h 6866385"/>
              <a:gd name="connsiteX11" fmla="*/ 62248 w 8531631"/>
              <a:gd name="connsiteY11" fmla="*/ 3840957 h 6866385"/>
              <a:gd name="connsiteX12" fmla="*/ 108969 w 8531631"/>
              <a:gd name="connsiteY12" fmla="*/ 3667283 h 6866385"/>
              <a:gd name="connsiteX13" fmla="*/ 139210 w 8531631"/>
              <a:gd name="connsiteY13" fmla="*/ 3599703 h 6866385"/>
              <a:gd name="connsiteX14" fmla="*/ 486668 w 8531631"/>
              <a:gd name="connsiteY14" fmla="*/ 2822881 h 6866385"/>
              <a:gd name="connsiteX15" fmla="*/ 1140836 w 8531631"/>
              <a:gd name="connsiteY15" fmla="*/ 1865742 h 6866385"/>
              <a:gd name="connsiteX16" fmla="*/ 2283959 w 8531631"/>
              <a:gd name="connsiteY16" fmla="*/ 623701 h 6866385"/>
              <a:gd name="connsiteX17" fmla="*/ 2889393 w 8531631"/>
              <a:gd name="connsiteY17" fmla="*/ 74783 h 6866385"/>
              <a:gd name="connsiteX18" fmla="*/ 2971144 w 8531631"/>
              <a:gd name="connsiteY18" fmla="*/ 8385 h 6866385"/>
              <a:gd name="connsiteX0" fmla="*/ 2971144 w 8527206"/>
              <a:gd name="connsiteY0" fmla="*/ 21085 h 6879085"/>
              <a:gd name="connsiteX1" fmla="*/ 7752484 w 8527206"/>
              <a:gd name="connsiteY1" fmla="*/ 21085 h 6879085"/>
              <a:gd name="connsiteX2" fmla="*/ 8517292 w 8527206"/>
              <a:gd name="connsiteY2" fmla="*/ 0 h 6879085"/>
              <a:gd name="connsiteX3" fmla="*/ 8527206 w 8527206"/>
              <a:gd name="connsiteY3" fmla="*/ 1652744 h 6879085"/>
              <a:gd name="connsiteX4" fmla="*/ 8527206 w 8527206"/>
              <a:gd name="connsiteY4" fmla="*/ 6879085 h 6879085"/>
              <a:gd name="connsiteX5" fmla="*/ 1968306 w 8527206"/>
              <a:gd name="connsiteY5" fmla="*/ 6879085 h 6879085"/>
              <a:gd name="connsiteX6" fmla="*/ 1963205 w 8527206"/>
              <a:gd name="connsiteY6" fmla="*/ 6876715 h 6879085"/>
              <a:gd name="connsiteX7" fmla="*/ 1098144 w 8527206"/>
              <a:gd name="connsiteY7" fmla="*/ 6361153 h 6879085"/>
              <a:gd name="connsiteX8" fmla="*/ 430707 w 8527206"/>
              <a:gd name="connsiteY8" fmla="*/ 5712078 h 6879085"/>
              <a:gd name="connsiteX9" fmla="*/ 561 w 8527206"/>
              <a:gd name="connsiteY9" fmla="*/ 4489784 h 6879085"/>
              <a:gd name="connsiteX10" fmla="*/ 47377 w 8527206"/>
              <a:gd name="connsiteY10" fmla="*/ 3965404 h 6879085"/>
              <a:gd name="connsiteX11" fmla="*/ 62248 w 8527206"/>
              <a:gd name="connsiteY11" fmla="*/ 3853657 h 6879085"/>
              <a:gd name="connsiteX12" fmla="*/ 108969 w 8527206"/>
              <a:gd name="connsiteY12" fmla="*/ 3679983 h 6879085"/>
              <a:gd name="connsiteX13" fmla="*/ 139210 w 8527206"/>
              <a:gd name="connsiteY13" fmla="*/ 3612403 h 6879085"/>
              <a:gd name="connsiteX14" fmla="*/ 486668 w 8527206"/>
              <a:gd name="connsiteY14" fmla="*/ 2835581 h 6879085"/>
              <a:gd name="connsiteX15" fmla="*/ 1140836 w 8527206"/>
              <a:gd name="connsiteY15" fmla="*/ 1878442 h 6879085"/>
              <a:gd name="connsiteX16" fmla="*/ 2283959 w 8527206"/>
              <a:gd name="connsiteY16" fmla="*/ 636401 h 6879085"/>
              <a:gd name="connsiteX17" fmla="*/ 2889393 w 8527206"/>
              <a:gd name="connsiteY17" fmla="*/ 87483 h 6879085"/>
              <a:gd name="connsiteX18" fmla="*/ 2971144 w 8527206"/>
              <a:gd name="connsiteY18" fmla="*/ 21085 h 687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527206" h="6879085">
                <a:moveTo>
                  <a:pt x="2971144" y="21085"/>
                </a:moveTo>
                <a:lnTo>
                  <a:pt x="7752484" y="21085"/>
                </a:lnTo>
                <a:lnTo>
                  <a:pt x="8517292" y="0"/>
                </a:lnTo>
                <a:cubicBezTo>
                  <a:pt x="8520597" y="550915"/>
                  <a:pt x="8523901" y="1101829"/>
                  <a:pt x="8527206" y="1652744"/>
                </a:cubicBezTo>
                <a:lnTo>
                  <a:pt x="8527206" y="6879085"/>
                </a:lnTo>
                <a:lnTo>
                  <a:pt x="1968306" y="6879085"/>
                </a:lnTo>
                <a:lnTo>
                  <a:pt x="1963205" y="6876715"/>
                </a:lnTo>
                <a:cubicBezTo>
                  <a:pt x="1660296" y="6729085"/>
                  <a:pt x="1369305" y="6562034"/>
                  <a:pt x="1098144" y="6361153"/>
                </a:cubicBezTo>
                <a:cubicBezTo>
                  <a:pt x="846763" y="6174731"/>
                  <a:pt x="618854" y="5964164"/>
                  <a:pt x="430707" y="5712078"/>
                </a:cubicBezTo>
                <a:cubicBezTo>
                  <a:pt x="160576" y="5349599"/>
                  <a:pt x="10446" y="4944560"/>
                  <a:pt x="561" y="4489784"/>
                </a:cubicBezTo>
                <a:cubicBezTo>
                  <a:pt x="-3349" y="4313367"/>
                  <a:pt x="13298" y="4138562"/>
                  <a:pt x="47377" y="3965404"/>
                </a:cubicBezTo>
                <a:cubicBezTo>
                  <a:pt x="54591" y="3928616"/>
                  <a:pt x="57532" y="3891117"/>
                  <a:pt x="62248" y="3853657"/>
                </a:cubicBezTo>
                <a:lnTo>
                  <a:pt x="108969" y="3679983"/>
                </a:lnTo>
                <a:cubicBezTo>
                  <a:pt x="119050" y="3657455"/>
                  <a:pt x="131522" y="3636010"/>
                  <a:pt x="139210" y="3612403"/>
                </a:cubicBezTo>
                <a:cubicBezTo>
                  <a:pt x="227692" y="3341611"/>
                  <a:pt x="347049" y="3083914"/>
                  <a:pt x="486668" y="2835581"/>
                </a:cubicBezTo>
                <a:cubicBezTo>
                  <a:pt x="676736" y="2497691"/>
                  <a:pt x="899048" y="2181095"/>
                  <a:pt x="1140836" y="1878442"/>
                </a:cubicBezTo>
                <a:cubicBezTo>
                  <a:pt x="1492243" y="1437311"/>
                  <a:pt x="1878074" y="1027633"/>
                  <a:pt x="2283959" y="636401"/>
                </a:cubicBezTo>
                <a:cubicBezTo>
                  <a:pt x="2480507" y="447118"/>
                  <a:pt x="2681614" y="263303"/>
                  <a:pt x="2889393" y="87483"/>
                </a:cubicBezTo>
                <a:lnTo>
                  <a:pt x="2971144" y="21085"/>
                </a:lnTo>
                <a:close/>
              </a:path>
            </a:pathLst>
          </a:custGeom>
          <a:solidFill>
            <a:schemeClr val="accent6">
              <a:lumMod val="20000"/>
              <a:lumOff val="80000"/>
            </a:schemeClr>
          </a:solidFill>
        </p:spPr>
        <p:txBody>
          <a:bodyPr wrap="square" anchor="ctr">
            <a:noAutofit/>
          </a:bodyPr>
          <a:lstStyle>
            <a:lvl1pPr algn="ctr">
              <a:defRPr sz="1600" b="0" i="0">
                <a:latin typeface="Titillium" charset="0"/>
                <a:ea typeface="Titillium" charset="0"/>
                <a:cs typeface="Titillium" charset="0"/>
              </a:defRPr>
            </a:lvl1pPr>
          </a:lstStyle>
          <a:p>
            <a:r>
              <a:rPr lang="en-US"/>
              <a:t>Insert Image</a:t>
            </a:r>
          </a:p>
        </p:txBody>
      </p:sp>
    </p:spTree>
    <p:extLst>
      <p:ext uri="{BB962C8B-B14F-4D97-AF65-F5344CB8AC3E}">
        <p14:creationId xmlns:p14="http://schemas.microsoft.com/office/powerpoint/2010/main" val="34209673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128">
          <p15:clr>
            <a:srgbClr val="FBAE40"/>
          </p15:clr>
        </p15:guide>
        <p15:guide id="4" pos="6552">
          <p15:clr>
            <a:srgbClr val="FBAE40"/>
          </p15:clr>
        </p15:guide>
        <p15:guide id="5" orient="horz" pos="480">
          <p15:clr>
            <a:srgbClr val="FBAE40"/>
          </p15:clr>
        </p15:guide>
        <p15:guide id="6" orient="horz"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5_Title Slide">
    <p:spTree>
      <p:nvGrpSpPr>
        <p:cNvPr id="1" name=""/>
        <p:cNvGrpSpPr/>
        <p:nvPr/>
      </p:nvGrpSpPr>
      <p:grpSpPr>
        <a:xfrm>
          <a:off x="0" y="0"/>
          <a:ext cx="0" cy="0"/>
          <a:chOff x="0" y="0"/>
          <a:chExt cx="0" cy="0"/>
        </a:xfrm>
      </p:grpSpPr>
      <p:sp>
        <p:nvSpPr>
          <p:cNvPr id="4" name="Picture Placeholder 3"/>
          <p:cNvSpPr>
            <a:spLocks noGrp="1"/>
          </p:cNvSpPr>
          <p:nvPr>
            <p:ph type="pic" sz="quarter" idx="16" hasCustomPrompt="1"/>
          </p:nvPr>
        </p:nvSpPr>
        <p:spPr>
          <a:xfrm>
            <a:off x="0" y="0"/>
            <a:ext cx="4992914" cy="6857999"/>
          </a:xfrm>
          <a:prstGeom prst="rect">
            <a:avLst/>
          </a:prstGeom>
          <a:pattFill prst="pct10">
            <a:fgClr>
              <a:schemeClr val="tx1"/>
            </a:fgClr>
            <a:bgClr>
              <a:schemeClr val="bg1"/>
            </a:bgClr>
          </a:pattFill>
        </p:spPr>
        <p:txBody>
          <a:bodyPr wrap="square" anchor="ctr">
            <a:noAutofit/>
          </a:bodyPr>
          <a:lstStyle>
            <a:lvl1pPr algn="ctr">
              <a:defRPr sz="1600" b="0" i="0">
                <a:latin typeface="Titillium" charset="0"/>
                <a:ea typeface="Titillium" charset="0"/>
                <a:cs typeface="Titillium" charset="0"/>
              </a:defRPr>
            </a:lvl1pPr>
          </a:lstStyle>
          <a:p>
            <a:r>
              <a:rPr lang="en-US"/>
              <a:t>Insert Image</a:t>
            </a:r>
          </a:p>
        </p:txBody>
      </p:sp>
      <p:sp>
        <p:nvSpPr>
          <p:cNvPr id="3" name="Title 1">
            <a:extLst>
              <a:ext uri="{FF2B5EF4-FFF2-40B4-BE49-F238E27FC236}">
                <a16:creationId xmlns:a16="http://schemas.microsoft.com/office/drawing/2014/main" id="{D761995D-0DF1-4E05-86F9-8FDA25736C54}"/>
              </a:ext>
            </a:extLst>
          </p:cNvPr>
          <p:cNvSpPr>
            <a:spLocks noGrp="1"/>
          </p:cNvSpPr>
          <p:nvPr>
            <p:ph type="title"/>
          </p:nvPr>
        </p:nvSpPr>
        <p:spPr>
          <a:xfrm>
            <a:off x="5237427" y="230315"/>
            <a:ext cx="6620744" cy="584775"/>
          </a:xfrm>
        </p:spPr>
        <p:txBody>
          <a:bodyPr>
            <a:spAutoFit/>
          </a:bodyPr>
          <a:lstStyle>
            <a:lvl1pPr>
              <a:defRPr lang="en-GB" dirty="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edit Master title style</a:t>
            </a:r>
            <a:endParaRPr lang="en-GB"/>
          </a:p>
        </p:txBody>
      </p:sp>
      <p:sp>
        <p:nvSpPr>
          <p:cNvPr id="6" name="Text Placeholder 5">
            <a:extLst>
              <a:ext uri="{FF2B5EF4-FFF2-40B4-BE49-F238E27FC236}">
                <a16:creationId xmlns:a16="http://schemas.microsoft.com/office/drawing/2014/main" id="{634D9C7A-5BAD-4769-A6FA-F5D17B27ACD4}"/>
              </a:ext>
            </a:extLst>
          </p:cNvPr>
          <p:cNvSpPr>
            <a:spLocks noGrp="1"/>
          </p:cNvSpPr>
          <p:nvPr>
            <p:ph type="body" sz="quarter" idx="17"/>
          </p:nvPr>
        </p:nvSpPr>
        <p:spPr>
          <a:xfrm>
            <a:off x="5237427" y="843417"/>
            <a:ext cx="6620744" cy="246221"/>
          </a:xfrm>
        </p:spPr>
        <p:txBody>
          <a:bodyPr lIns="90000"/>
          <a:lstStyle>
            <a:lvl1pPr>
              <a:defRPr>
                <a:solidFill>
                  <a:schemeClr val="tx1"/>
                </a:solidFill>
              </a:defRPr>
            </a:lvl1pPr>
          </a:lstStyle>
          <a:p>
            <a:pPr lvl="0"/>
            <a:r>
              <a:rPr lang="en-US"/>
              <a:t>Edit Master text styles</a:t>
            </a:r>
          </a:p>
        </p:txBody>
      </p:sp>
    </p:spTree>
    <p:extLst>
      <p:ext uri="{BB962C8B-B14F-4D97-AF65-F5344CB8AC3E}">
        <p14:creationId xmlns:p14="http://schemas.microsoft.com/office/powerpoint/2010/main" val="999115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128">
          <p15:clr>
            <a:srgbClr val="FBAE40"/>
          </p15:clr>
        </p15:guide>
        <p15:guide id="4" pos="6552">
          <p15:clr>
            <a:srgbClr val="FBAE40"/>
          </p15:clr>
        </p15:guide>
        <p15:guide id="5" orient="horz" pos="480">
          <p15:clr>
            <a:srgbClr val="FBAE40"/>
          </p15:clr>
        </p15:guide>
        <p15:guide id="6" orient="horz" pos="384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6_Title Slide">
    <p:spTree>
      <p:nvGrpSpPr>
        <p:cNvPr id="1" name=""/>
        <p:cNvGrpSpPr/>
        <p:nvPr/>
      </p:nvGrpSpPr>
      <p:grpSpPr>
        <a:xfrm>
          <a:off x="0" y="0"/>
          <a:ext cx="0" cy="0"/>
          <a:chOff x="0" y="0"/>
          <a:chExt cx="0" cy="0"/>
        </a:xfrm>
      </p:grpSpPr>
      <p:sp>
        <p:nvSpPr>
          <p:cNvPr id="4" name="Picture Placeholder 3"/>
          <p:cNvSpPr>
            <a:spLocks noGrp="1"/>
          </p:cNvSpPr>
          <p:nvPr>
            <p:ph type="pic" sz="quarter" idx="16" hasCustomPrompt="1"/>
          </p:nvPr>
        </p:nvSpPr>
        <p:spPr>
          <a:xfrm>
            <a:off x="7199086" y="0"/>
            <a:ext cx="4992914" cy="6857999"/>
          </a:xfrm>
          <a:prstGeom prst="rect">
            <a:avLst/>
          </a:prstGeom>
          <a:pattFill prst="pct10">
            <a:fgClr>
              <a:schemeClr val="tx1"/>
            </a:fgClr>
            <a:bgClr>
              <a:schemeClr val="bg1"/>
            </a:bgClr>
          </a:pattFill>
        </p:spPr>
        <p:txBody>
          <a:bodyPr wrap="square" anchor="ctr">
            <a:noAutofit/>
          </a:bodyPr>
          <a:lstStyle>
            <a:lvl1pPr algn="ctr">
              <a:defRPr sz="1600" b="0" i="0">
                <a:latin typeface="Titillium" charset="0"/>
                <a:ea typeface="Titillium" charset="0"/>
                <a:cs typeface="Titillium" charset="0"/>
              </a:defRPr>
            </a:lvl1pPr>
          </a:lstStyle>
          <a:p>
            <a:r>
              <a:rPr lang="en-US"/>
              <a:t>Insert Image</a:t>
            </a:r>
          </a:p>
        </p:txBody>
      </p:sp>
      <p:sp>
        <p:nvSpPr>
          <p:cNvPr id="7" name="Title 1">
            <a:extLst>
              <a:ext uri="{FF2B5EF4-FFF2-40B4-BE49-F238E27FC236}">
                <a16:creationId xmlns:a16="http://schemas.microsoft.com/office/drawing/2014/main" id="{82560FEA-821F-4038-85D3-E058A399FEAA}"/>
              </a:ext>
            </a:extLst>
          </p:cNvPr>
          <p:cNvSpPr>
            <a:spLocks noGrp="1"/>
          </p:cNvSpPr>
          <p:nvPr>
            <p:ph type="title"/>
          </p:nvPr>
        </p:nvSpPr>
        <p:spPr>
          <a:xfrm>
            <a:off x="723900" y="230315"/>
            <a:ext cx="6324600" cy="584775"/>
          </a:xfrm>
        </p:spPr>
        <p:txBody>
          <a:bodyPr>
            <a:spAutoFit/>
          </a:bodyPr>
          <a:lstStyle>
            <a:lvl1pPr>
              <a:defRPr lang="en-GB" dirty="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edit Master title style</a:t>
            </a:r>
            <a:endParaRPr lang="en-GB"/>
          </a:p>
        </p:txBody>
      </p:sp>
      <p:sp>
        <p:nvSpPr>
          <p:cNvPr id="9" name="Text Placeholder 5">
            <a:extLst>
              <a:ext uri="{FF2B5EF4-FFF2-40B4-BE49-F238E27FC236}">
                <a16:creationId xmlns:a16="http://schemas.microsoft.com/office/drawing/2014/main" id="{695859B5-3F97-4723-B598-3A1EF775910E}"/>
              </a:ext>
            </a:extLst>
          </p:cNvPr>
          <p:cNvSpPr>
            <a:spLocks noGrp="1"/>
          </p:cNvSpPr>
          <p:nvPr>
            <p:ph type="body" sz="quarter" idx="17"/>
          </p:nvPr>
        </p:nvSpPr>
        <p:spPr>
          <a:xfrm>
            <a:off x="723901" y="843417"/>
            <a:ext cx="6324599" cy="246221"/>
          </a:xfrm>
        </p:spPr>
        <p:txBody>
          <a:bodyPr lIns="90000"/>
          <a:lstStyle>
            <a:lvl1pPr>
              <a:defRPr>
                <a:solidFill>
                  <a:schemeClr val="tx1"/>
                </a:solidFill>
              </a:defRPr>
            </a:lvl1pPr>
          </a:lstStyle>
          <a:p>
            <a:pPr lvl="0"/>
            <a:r>
              <a:rPr lang="en-US"/>
              <a:t>Edit Master text styles</a:t>
            </a:r>
          </a:p>
        </p:txBody>
      </p:sp>
    </p:spTree>
    <p:extLst>
      <p:ext uri="{BB962C8B-B14F-4D97-AF65-F5344CB8AC3E}">
        <p14:creationId xmlns:p14="http://schemas.microsoft.com/office/powerpoint/2010/main" val="7320212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128">
          <p15:clr>
            <a:srgbClr val="FBAE40"/>
          </p15:clr>
        </p15:guide>
        <p15:guide id="4" pos="6552">
          <p15:clr>
            <a:srgbClr val="FBAE40"/>
          </p15:clr>
        </p15:guide>
        <p15:guide id="5" orient="horz" pos="480">
          <p15:clr>
            <a:srgbClr val="FBAE40"/>
          </p15:clr>
        </p15:guide>
        <p15:guide id="6" orient="horz" pos="384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slidemodel2">
    <p:bg>
      <p:bgPr>
        <a:gradFill flip="none" rotWithShape="1">
          <a:gsLst>
            <a:gs pos="55000">
              <a:srgbClr val="1181AE"/>
            </a:gs>
            <a:gs pos="0">
              <a:srgbClr val="1181AE"/>
            </a:gs>
            <a:gs pos="100000">
              <a:srgbClr val="095474"/>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18672" y="2870634"/>
            <a:ext cx="5932223" cy="711081"/>
          </a:xfrm>
        </p:spPr>
        <p:txBody>
          <a:bodyPr>
            <a:normAutofit/>
          </a:bodyPr>
          <a:lstStyle>
            <a:lvl1pPr algn="ctr">
              <a:defRPr sz="3600" b="0">
                <a:solidFill>
                  <a:schemeClr val="bg1"/>
                </a:solidFill>
                <a:effectLst>
                  <a:outerShdw blurRad="38100" dist="38100" dir="2700000" algn="tl">
                    <a:srgbClr val="000000">
                      <a:alpha val="43137"/>
                    </a:srgbClr>
                  </a:outerShdw>
                </a:effectLst>
                <a:latin typeface="+mj-lt"/>
                <a:ea typeface="Open Sans" pitchFamily="34" charset="0"/>
                <a:cs typeface="Open Sans" pitchFamily="34" charset="0"/>
              </a:defRPr>
            </a:lvl1pPr>
          </a:lstStyle>
          <a:p>
            <a:r>
              <a:rPr lang="en-US"/>
              <a:t>SlideModel.com</a:t>
            </a:r>
          </a:p>
        </p:txBody>
      </p:sp>
    </p:spTree>
    <p:extLst>
      <p:ext uri="{BB962C8B-B14F-4D97-AF65-F5344CB8AC3E}">
        <p14:creationId xmlns:p14="http://schemas.microsoft.com/office/powerpoint/2010/main" val="120165333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Title Slide 1">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userDrawn="1"/>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7" name="Group 6">
            <a:extLst>
              <a:ext uri="{FF2B5EF4-FFF2-40B4-BE49-F238E27FC236}">
                <a16:creationId xmlns:a16="http://schemas.microsoft.com/office/drawing/2014/main" id="{BFA09D86-DB9E-4FE2-BFBA-466E1EA8439B}"/>
              </a:ext>
            </a:extLst>
          </p:cNvPr>
          <p:cNvGrpSpPr>
            <a:grpSpLocks noChangeAspect="1"/>
          </p:cNvGrpSpPr>
          <p:nvPr userDrawn="1"/>
        </p:nvGrpSpPr>
        <p:grpSpPr>
          <a:xfrm>
            <a:off x="9422540" y="611982"/>
            <a:ext cx="2267015" cy="509586"/>
            <a:chOff x="9550400" y="612775"/>
            <a:chExt cx="2231297" cy="501650"/>
          </a:xfrm>
        </p:grpSpPr>
        <p:sp>
          <p:nvSpPr>
            <p:cNvPr id="8" name="Freeform: Shape 7">
              <a:extLst>
                <a:ext uri="{FF2B5EF4-FFF2-40B4-BE49-F238E27FC236}">
                  <a16:creationId xmlns:a16="http://schemas.microsoft.com/office/drawing/2014/main" id="{1C67CADD-5129-49B0-B42F-A2BC496C3BCE}"/>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7D68C21D-F9BF-4896-A411-709539F49CAB}"/>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42B95A5D-A70C-4FB9-A603-AB615598B22E}"/>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B953BA2B-D253-4C8D-8A10-508707484AA1}"/>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C0D176FC-B7CF-4E0C-95C6-7F48757E5373}"/>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3418970608"/>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 uri="{C183D7F6-B498-43B3-948B-1728B52AA6E4}">
                <adec:decorative xmlns:adec="http://schemas.microsoft.com/office/drawing/2017/decorative" val="1"/>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edit alt text &amp; send to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6" name="Group 5">
            <a:extLst>
              <a:ext uri="{FF2B5EF4-FFF2-40B4-BE49-F238E27FC236}">
                <a16:creationId xmlns:a16="http://schemas.microsoft.com/office/drawing/2014/main" id="{D6E1FFD5-C787-45A8-B519-A45A733253B8}"/>
              </a:ext>
            </a:extLst>
          </p:cNvPr>
          <p:cNvGrpSpPr>
            <a:grpSpLocks noChangeAspect="1"/>
          </p:cNvGrpSpPr>
          <p:nvPr userDrawn="1"/>
        </p:nvGrpSpPr>
        <p:grpSpPr>
          <a:xfrm>
            <a:off x="476900" y="611982"/>
            <a:ext cx="2267015" cy="509586"/>
            <a:chOff x="9550400" y="612775"/>
            <a:chExt cx="2231297" cy="501650"/>
          </a:xfrm>
        </p:grpSpPr>
        <p:sp>
          <p:nvSpPr>
            <p:cNvPr id="8" name="Freeform: Shape 7">
              <a:extLst>
                <a:ext uri="{FF2B5EF4-FFF2-40B4-BE49-F238E27FC236}">
                  <a16:creationId xmlns:a16="http://schemas.microsoft.com/office/drawing/2014/main" id="{1C0E9726-868E-4047-9BAB-13130637A97A}"/>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509DFC82-3A2B-4C76-8A2D-A956618A6467}"/>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C114C793-E586-453F-9505-2F25158C7049}"/>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9DDFFF31-0D96-455D-8D4B-AC24EBC9624B}"/>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12">
              <a:extLst>
                <a:ext uri="{FF2B5EF4-FFF2-40B4-BE49-F238E27FC236}">
                  <a16:creationId xmlns:a16="http://schemas.microsoft.com/office/drawing/2014/main" id="{6C4F739B-0593-4B72-8505-0710AA706789}"/>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2863437715"/>
      </p:ext>
    </p:extLst>
  </p:cSld>
  <p:clrMapOvr>
    <a:masterClrMapping/>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 uri="{C183D7F6-B498-43B3-948B-1728B52AA6E4}">
                <adec:decorative xmlns:adec="http://schemas.microsoft.com/office/drawing/2017/decorative" val="1"/>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edit alt text &amp; send to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3678123"/>
            <a:ext cx="11386134" cy="830997"/>
          </a:xfrm>
        </p:spPr>
        <p:txBody>
          <a:bodyPr wrap="square" lIns="36000" rIns="36000" bIns="0" anchor="b" anchorCtr="0">
            <a:spAutoFit/>
          </a:bodyPr>
          <a:lstStyle>
            <a:lvl1pPr algn="l">
              <a:lnSpc>
                <a:spcPct val="90000"/>
              </a:lnSpc>
              <a:defRPr sz="6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7" name="Group 6">
            <a:extLst>
              <a:ext uri="{FF2B5EF4-FFF2-40B4-BE49-F238E27FC236}">
                <a16:creationId xmlns:a16="http://schemas.microsoft.com/office/drawing/2014/main" id="{8BE84EF3-D086-4872-B447-29CA255B0223}"/>
              </a:ext>
            </a:extLst>
          </p:cNvPr>
          <p:cNvGrpSpPr>
            <a:grpSpLocks noChangeAspect="1"/>
          </p:cNvGrpSpPr>
          <p:nvPr userDrawn="1"/>
        </p:nvGrpSpPr>
        <p:grpSpPr>
          <a:xfrm>
            <a:off x="9422540" y="611982"/>
            <a:ext cx="2267015" cy="509586"/>
            <a:chOff x="9550400" y="612775"/>
            <a:chExt cx="2231297" cy="501650"/>
          </a:xfrm>
        </p:grpSpPr>
        <p:sp>
          <p:nvSpPr>
            <p:cNvPr id="8" name="Freeform: Shape 7">
              <a:extLst>
                <a:ext uri="{FF2B5EF4-FFF2-40B4-BE49-F238E27FC236}">
                  <a16:creationId xmlns:a16="http://schemas.microsoft.com/office/drawing/2014/main" id="{0246E8D9-37F5-42CB-BC0C-F3B7051C922C}"/>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F6EA2E0C-1F08-4C5C-BD23-AEAC2902BE3F}"/>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8BD59524-FC2F-4010-84DA-993F7FDF8E39}"/>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1C87D9DE-F14A-4987-BCDE-FFB5E928DDE8}"/>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FE592DFD-D940-4FE8-AF9E-A589F49579FF}"/>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3353823959"/>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2EBDB0D-AC97-40F0-9DD9-F997B00816C8}"/>
              </a:ext>
              <a:ext uri="{C183D7F6-B498-43B3-948B-1728B52AA6E4}">
                <adec:decorative xmlns:adec="http://schemas.microsoft.com/office/drawing/2017/decorative" val="1"/>
              </a:ext>
            </a:extLst>
          </p:cNvPr>
          <p:cNvSpPr/>
          <p:nvPr userDrawn="1"/>
        </p:nvSpPr>
        <p:spPr>
          <a:xfrm>
            <a:off x="-1" y="0"/>
            <a:ext cx="4749299"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 name="Title 1">
            <a:extLst>
              <a:ext uri="{FF2B5EF4-FFF2-40B4-BE49-F238E27FC236}">
                <a16:creationId xmlns:a16="http://schemas.microsoft.com/office/drawing/2014/main" id="{4774F36F-3194-40C1-BFCB-D2FC8CB290B2}"/>
              </a:ext>
            </a:extLst>
          </p:cNvPr>
          <p:cNvSpPr>
            <a:spLocks noGrp="1"/>
          </p:cNvSpPr>
          <p:nvPr>
            <p:ph type="title"/>
          </p:nvPr>
        </p:nvSpPr>
        <p:spPr>
          <a:xfrm>
            <a:off x="404813" y="388188"/>
            <a:ext cx="4323035" cy="2392740"/>
          </a:xfrm>
        </p:spPr>
        <p:txBody>
          <a:bodyPr/>
          <a:lstStyle>
            <a:lvl1pPr>
              <a:defRPr sz="4000">
                <a:solidFill>
                  <a:schemeClr val="bg1"/>
                </a:solidFill>
              </a:defRPr>
            </a:lvl1pPr>
          </a:lstStyle>
          <a:p>
            <a:r>
              <a:rPr lang="en-US"/>
              <a:t>Click to edit Master title style</a:t>
            </a:r>
          </a:p>
        </p:txBody>
      </p:sp>
      <p:sp>
        <p:nvSpPr>
          <p:cNvPr id="5" name="Oval 20">
            <a:extLst>
              <a:ext uri="{FF2B5EF4-FFF2-40B4-BE49-F238E27FC236}">
                <a16:creationId xmlns:a16="http://schemas.microsoft.com/office/drawing/2014/main" id="{0B27F5C5-C656-4F2F-9EEE-B93F6E79E727}"/>
              </a:ext>
              <a:ext uri="{C183D7F6-B498-43B3-948B-1728B52AA6E4}">
                <adec:decorative xmlns:adec="http://schemas.microsoft.com/office/drawing/2017/decorative" val="1"/>
              </a:ext>
            </a:extLst>
          </p:cNvPr>
          <p:cNvSpPr/>
          <p:nvPr userDrawn="1"/>
        </p:nvSpPr>
        <p:spPr>
          <a:xfrm>
            <a:off x="5327637" y="71149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811B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 Placeholder 4">
            <a:extLst>
              <a:ext uri="{FF2B5EF4-FFF2-40B4-BE49-F238E27FC236}">
                <a16:creationId xmlns:a16="http://schemas.microsoft.com/office/drawing/2014/main" id="{6C41C771-7ED2-45AF-884F-E0E275C6B347}"/>
              </a:ext>
            </a:extLst>
          </p:cNvPr>
          <p:cNvSpPr>
            <a:spLocks noGrp="1"/>
          </p:cNvSpPr>
          <p:nvPr>
            <p:ph type="body" sz="quarter" idx="35" hasCustomPrompt="1"/>
          </p:nvPr>
        </p:nvSpPr>
        <p:spPr>
          <a:xfrm>
            <a:off x="5498013" y="1040484"/>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6" name="Text Placeholder 4">
            <a:extLst>
              <a:ext uri="{FF2B5EF4-FFF2-40B4-BE49-F238E27FC236}">
                <a16:creationId xmlns:a16="http://schemas.microsoft.com/office/drawing/2014/main" id="{6A82ADF8-12C7-4D27-8457-7F3D1C93EB46}"/>
              </a:ext>
            </a:extLst>
          </p:cNvPr>
          <p:cNvSpPr>
            <a:spLocks noGrp="1"/>
          </p:cNvSpPr>
          <p:nvPr>
            <p:ph type="body" sz="quarter" idx="29" hasCustomPrompt="1"/>
          </p:nvPr>
        </p:nvSpPr>
        <p:spPr>
          <a:xfrm>
            <a:off x="6787432" y="518014"/>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7" name="Text Placeholder 7">
            <a:extLst>
              <a:ext uri="{FF2B5EF4-FFF2-40B4-BE49-F238E27FC236}">
                <a16:creationId xmlns:a16="http://schemas.microsoft.com/office/drawing/2014/main" id="{E18CF815-87D3-425A-8169-07DAC5996151}"/>
              </a:ext>
            </a:extLst>
          </p:cNvPr>
          <p:cNvSpPr>
            <a:spLocks noGrp="1"/>
          </p:cNvSpPr>
          <p:nvPr>
            <p:ph type="body" sz="quarter" idx="30" hasCustomPrompt="1"/>
          </p:nvPr>
        </p:nvSpPr>
        <p:spPr>
          <a:xfrm>
            <a:off x="6787433"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4" name="Oval 20">
            <a:extLst>
              <a:ext uri="{FF2B5EF4-FFF2-40B4-BE49-F238E27FC236}">
                <a16:creationId xmlns:a16="http://schemas.microsoft.com/office/drawing/2014/main" id="{71209714-A86B-492A-AC18-2DBD1D17EB98}"/>
              </a:ext>
              <a:ext uri="{C183D7F6-B498-43B3-948B-1728B52AA6E4}">
                <adec:decorative xmlns:adec="http://schemas.microsoft.com/office/drawing/2017/decorative" val="1"/>
              </a:ext>
            </a:extLst>
          </p:cNvPr>
          <p:cNvSpPr/>
          <p:nvPr userDrawn="1"/>
        </p:nvSpPr>
        <p:spPr>
          <a:xfrm>
            <a:off x="5327637" y="2656077"/>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590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Text Placeholder 4">
            <a:extLst>
              <a:ext uri="{FF2B5EF4-FFF2-40B4-BE49-F238E27FC236}">
                <a16:creationId xmlns:a16="http://schemas.microsoft.com/office/drawing/2014/main" id="{1CDF667B-1AA2-4981-B115-B40754E318E4}"/>
              </a:ext>
            </a:extLst>
          </p:cNvPr>
          <p:cNvSpPr>
            <a:spLocks noGrp="1"/>
          </p:cNvSpPr>
          <p:nvPr>
            <p:ph type="body" sz="quarter" idx="36" hasCustomPrompt="1"/>
          </p:nvPr>
        </p:nvSpPr>
        <p:spPr>
          <a:xfrm>
            <a:off x="5498013" y="299622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10" name="Text Placeholder 4">
            <a:extLst>
              <a:ext uri="{FF2B5EF4-FFF2-40B4-BE49-F238E27FC236}">
                <a16:creationId xmlns:a16="http://schemas.microsoft.com/office/drawing/2014/main" id="{949B542E-285C-4837-B671-696E4DC001E9}"/>
              </a:ext>
            </a:extLst>
          </p:cNvPr>
          <p:cNvSpPr>
            <a:spLocks noGrp="1"/>
          </p:cNvSpPr>
          <p:nvPr>
            <p:ph type="body" sz="quarter" idx="33" hasCustomPrompt="1"/>
          </p:nvPr>
        </p:nvSpPr>
        <p:spPr>
          <a:xfrm>
            <a:off x="6787432" y="2563381"/>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1" name="Text Placeholder 7">
            <a:extLst>
              <a:ext uri="{FF2B5EF4-FFF2-40B4-BE49-F238E27FC236}">
                <a16:creationId xmlns:a16="http://schemas.microsoft.com/office/drawing/2014/main" id="{09A45E63-A970-497F-9E53-8D389A8457FB}"/>
              </a:ext>
            </a:extLst>
          </p:cNvPr>
          <p:cNvSpPr>
            <a:spLocks noGrp="1"/>
          </p:cNvSpPr>
          <p:nvPr>
            <p:ph type="body" sz="quarter" idx="34" hasCustomPrompt="1"/>
          </p:nvPr>
        </p:nvSpPr>
        <p:spPr>
          <a:xfrm>
            <a:off x="6787433"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3" name="Oval 20">
            <a:extLst>
              <a:ext uri="{FF2B5EF4-FFF2-40B4-BE49-F238E27FC236}">
                <a16:creationId xmlns:a16="http://schemas.microsoft.com/office/drawing/2014/main" id="{F88C0E2C-E612-44EC-9013-AD68C65B671C}"/>
              </a:ext>
              <a:ext uri="{C183D7F6-B498-43B3-948B-1728B52AA6E4}">
                <adec:decorative xmlns:adec="http://schemas.microsoft.com/office/drawing/2017/decorative" val="1"/>
              </a:ext>
            </a:extLst>
          </p:cNvPr>
          <p:cNvSpPr/>
          <p:nvPr userDrawn="1"/>
        </p:nvSpPr>
        <p:spPr>
          <a:xfrm>
            <a:off x="5327637" y="47803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6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 Placeholder 4">
            <a:extLst>
              <a:ext uri="{FF2B5EF4-FFF2-40B4-BE49-F238E27FC236}">
                <a16:creationId xmlns:a16="http://schemas.microsoft.com/office/drawing/2014/main" id="{A411BF5D-81E9-4AC1-AE6D-53DC26B2ECA6}"/>
              </a:ext>
            </a:extLst>
          </p:cNvPr>
          <p:cNvSpPr>
            <a:spLocks noGrp="1"/>
          </p:cNvSpPr>
          <p:nvPr>
            <p:ph type="body" sz="quarter" idx="37" hasCustomPrompt="1"/>
          </p:nvPr>
        </p:nvSpPr>
        <p:spPr>
          <a:xfrm>
            <a:off x="5498013" y="510784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8" name="Text Placeholder 4">
            <a:extLst>
              <a:ext uri="{FF2B5EF4-FFF2-40B4-BE49-F238E27FC236}">
                <a16:creationId xmlns:a16="http://schemas.microsoft.com/office/drawing/2014/main" id="{42676D57-7318-4038-8625-151D4DD857E7}"/>
              </a:ext>
            </a:extLst>
          </p:cNvPr>
          <p:cNvSpPr>
            <a:spLocks noGrp="1"/>
          </p:cNvSpPr>
          <p:nvPr>
            <p:ph type="body" sz="quarter" idx="31" hasCustomPrompt="1"/>
          </p:nvPr>
        </p:nvSpPr>
        <p:spPr>
          <a:xfrm>
            <a:off x="6787432" y="4647262"/>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9" name="Text Placeholder 7">
            <a:extLst>
              <a:ext uri="{FF2B5EF4-FFF2-40B4-BE49-F238E27FC236}">
                <a16:creationId xmlns:a16="http://schemas.microsoft.com/office/drawing/2014/main" id="{9AB98D4C-7485-4468-A517-B5B92B48F38A}"/>
              </a:ext>
            </a:extLst>
          </p:cNvPr>
          <p:cNvSpPr>
            <a:spLocks noGrp="1"/>
          </p:cNvSpPr>
          <p:nvPr>
            <p:ph type="body" sz="quarter" idx="32" hasCustomPrompt="1"/>
          </p:nvPr>
        </p:nvSpPr>
        <p:spPr>
          <a:xfrm>
            <a:off x="6787433"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7636141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11" name="Title 1"/>
          <p:cNvSpPr>
            <a:spLocks noGrp="1"/>
          </p:cNvSpPr>
          <p:nvPr>
            <p:ph type="title"/>
          </p:nvPr>
        </p:nvSpPr>
        <p:spPr>
          <a:xfrm>
            <a:off x="227349" y="0"/>
            <a:ext cx="11125236" cy="1104900"/>
          </a:xfrm>
          <a:prstGeom prst="rect">
            <a:avLst/>
          </a:prstGeom>
        </p:spPr>
        <p:txBody>
          <a:bodyPr/>
          <a:lstStyle/>
          <a:p>
            <a:r>
              <a:rPr lang="en-US"/>
              <a:t>Click to edit Master title style</a:t>
            </a:r>
            <a:endParaRPr lang="en-GB"/>
          </a:p>
        </p:txBody>
      </p:sp>
      <p:sp>
        <p:nvSpPr>
          <p:cNvPr id="20" name="Picture Placeholder 47">
            <a:extLst>
              <a:ext uri="{FF2B5EF4-FFF2-40B4-BE49-F238E27FC236}">
                <a16:creationId xmlns:a16="http://schemas.microsoft.com/office/drawing/2014/main" id="{51CA337D-4B25-44C1-847A-AC0D74277B60}"/>
              </a:ext>
              <a:ext uri="{C183D7F6-B498-43B3-948B-1728B52AA6E4}">
                <adec:decorative xmlns:adec="http://schemas.microsoft.com/office/drawing/2017/decorative" val="1"/>
              </a:ext>
            </a:extLst>
          </p:cNvPr>
          <p:cNvSpPr>
            <a:spLocks noGrp="1"/>
          </p:cNvSpPr>
          <p:nvPr>
            <p:ph type="pic" sz="quarter" idx="19"/>
          </p:nvPr>
        </p:nvSpPr>
        <p:spPr>
          <a:xfrm>
            <a:off x="0" y="1192909"/>
            <a:ext cx="5591944" cy="5260428"/>
          </a:xfrm>
          <a:prstGeom prst="rect">
            <a:avLst/>
          </a:prstGeom>
        </p:spPr>
        <p:txBody>
          <a:bodyPr anchor="ctr"/>
          <a:lstStyle>
            <a:lvl1pPr algn="ctr">
              <a:defRPr/>
            </a:lvl1pPr>
          </a:lstStyle>
          <a:p>
            <a:r>
              <a:rPr lang="en-US"/>
              <a:t>Click icon to add picture</a:t>
            </a:r>
            <a:endParaRPr lang="pt-PT"/>
          </a:p>
        </p:txBody>
      </p:sp>
      <p:sp>
        <p:nvSpPr>
          <p:cNvPr id="12"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600059" y="11929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6600059" y="1865049"/>
            <a:ext cx="5007742"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6600059" y="25371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6600059" y="320932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6600059" y="388146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6600059" y="45536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6600059" y="522574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6600059" y="58978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Tree>
    <p:extLst>
      <p:ext uri="{BB962C8B-B14F-4D97-AF65-F5344CB8AC3E}">
        <p14:creationId xmlns:p14="http://schemas.microsoft.com/office/powerpoint/2010/main" val="29745789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05038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itle, subtitle and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nchor="ct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7256508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194753745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4502139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Content 3 columns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8487119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ent 3 columns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336B7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336B7D"/>
              </a:buClr>
              <a:defRPr sz="1400"/>
            </a:lvl2pPr>
            <a:lvl3pPr>
              <a:lnSpc>
                <a:spcPct val="100000"/>
              </a:lnSpc>
              <a:spcBef>
                <a:spcPts val="0"/>
              </a:spcBef>
              <a:buClr>
                <a:srgbClr val="336B7D"/>
              </a:buClr>
              <a:defRPr sz="1400"/>
            </a:lvl3pPr>
            <a:lvl4pPr>
              <a:lnSpc>
                <a:spcPct val="100000"/>
              </a:lnSpc>
              <a:spcBef>
                <a:spcPts val="0"/>
              </a:spcBef>
              <a:buClr>
                <a:srgbClr val="336B7D"/>
              </a:buClr>
              <a:defRPr sz="1400"/>
            </a:lvl4pPr>
            <a:lvl5pPr>
              <a:lnSpc>
                <a:spcPct val="100000"/>
              </a:lnSpc>
              <a:spcBef>
                <a:spcPts val="0"/>
              </a:spcBef>
              <a:buClr>
                <a:srgbClr val="336B7D"/>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0403031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73383186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itle and Content dark grey">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1522434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Title and content light Grey">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5071586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Section Break dark">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851630701"/>
      </p:ext>
    </p:extLst>
  </p:cSld>
  <p:clrMapOvr>
    <a:masterClrMapping/>
  </p:clrMapOvr>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cSld name="Large title &amp; large RH image 1">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3" y="692696"/>
            <a:ext cx="4562476" cy="2421466"/>
          </a:xfrm>
        </p:spPr>
        <p:txBody>
          <a:bodyPr vert="horz" lIns="72000" tIns="0" rIns="0" bIns="0" rtlCol="0" anchor="b">
            <a:noAutofit/>
          </a:bodyPr>
          <a:lstStyle>
            <a:lvl1pPr>
              <a:lnSpc>
                <a:spcPct val="80000"/>
              </a:lnSpc>
              <a:defRPr lang="en-GB" sz="5400">
                <a:solidFill>
                  <a:schemeClr val="bg1"/>
                </a:solidFill>
              </a:defRPr>
            </a:lvl1pPr>
          </a:lstStyle>
          <a:p>
            <a:pPr lvl="0"/>
            <a:r>
              <a:rPr lang="en-US"/>
              <a:t>Click to edit Master title style</a:t>
            </a:r>
            <a:endParaRPr lang="en-GB"/>
          </a:p>
        </p:txBody>
      </p:sp>
      <p:sp>
        <p:nvSpPr>
          <p:cNvPr id="10" name="Espace réservé du texte 9">
            <a:extLst>
              <a:ext uri="{FF2B5EF4-FFF2-40B4-BE49-F238E27FC236}">
                <a16:creationId xmlns:a16="http://schemas.microsoft.com/office/drawing/2014/main" id="{FC6DF15B-7249-491B-BFB7-9A33784178CD}"/>
              </a:ext>
            </a:extLst>
          </p:cNvPr>
          <p:cNvSpPr>
            <a:spLocks noGrp="1"/>
          </p:cNvSpPr>
          <p:nvPr>
            <p:ph type="body" sz="quarter" idx="12"/>
          </p:nvPr>
        </p:nvSpPr>
        <p:spPr>
          <a:xfrm>
            <a:off x="404813" y="3573040"/>
            <a:ext cx="4395787" cy="2808288"/>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2">
            <a:extLst>
              <a:ext uri="{FF2B5EF4-FFF2-40B4-BE49-F238E27FC236}">
                <a16:creationId xmlns:a16="http://schemas.microsoft.com/office/drawing/2014/main" id="{5586E72C-F96D-4BE1-996B-39A71EA977D3}"/>
              </a:ext>
              <a:ext uri="{C183D7F6-B498-43B3-948B-1728B52AA6E4}">
                <adec:decorative xmlns:adec="http://schemas.microsoft.com/office/drawing/2017/decorative" val="1"/>
              </a:ext>
            </a:extLst>
          </p:cNvPr>
          <p:cNvSpPr>
            <a:spLocks noGrp="1"/>
          </p:cNvSpPr>
          <p:nvPr>
            <p:ph type="pic" sz="quarter" idx="10" hasCustomPrompt="1"/>
          </p:nvPr>
        </p:nvSpPr>
        <p:spPr>
          <a:xfrm>
            <a:off x="5128004" y="0"/>
            <a:ext cx="7063996" cy="6858000"/>
          </a:xfrm>
          <a:custGeom>
            <a:avLst/>
            <a:gdLst>
              <a:gd name="connsiteX0" fmla="*/ 6658543 w 7063996"/>
              <a:gd name="connsiteY0" fmla="*/ 205058 h 6858000"/>
              <a:gd name="connsiteX1" fmla="*/ 6434159 w 7063996"/>
              <a:gd name="connsiteY1" fmla="*/ 436971 h 6858000"/>
              <a:gd name="connsiteX2" fmla="*/ 6511887 w 7063996"/>
              <a:gd name="connsiteY2" fmla="*/ 551459 h 6858000"/>
              <a:gd name="connsiteX3" fmla="*/ 6591081 w 7063996"/>
              <a:gd name="connsiteY3" fmla="*/ 552927 h 6858000"/>
              <a:gd name="connsiteX4" fmla="*/ 6623162 w 7063996"/>
              <a:gd name="connsiteY4" fmla="*/ 536965 h 6858000"/>
              <a:gd name="connsiteX5" fmla="*/ 6649544 w 7063996"/>
              <a:gd name="connsiteY5" fmla="*/ 513474 h 6858000"/>
              <a:gd name="connsiteX6" fmla="*/ 6642500 w 7063996"/>
              <a:gd name="connsiteY6" fmla="*/ 536398 h 6858000"/>
              <a:gd name="connsiteX7" fmla="*/ 6577699 w 7063996"/>
              <a:gd name="connsiteY7" fmla="*/ 579359 h 6858000"/>
              <a:gd name="connsiteX8" fmla="*/ 6631998 w 7063996"/>
              <a:gd name="connsiteY8" fmla="*/ 594046 h 6858000"/>
              <a:gd name="connsiteX9" fmla="*/ 6761140 w 7063996"/>
              <a:gd name="connsiteY9" fmla="*/ 551453 h 6858000"/>
              <a:gd name="connsiteX10" fmla="*/ 6696569 w 7063996"/>
              <a:gd name="connsiteY10" fmla="*/ 494172 h 6858000"/>
              <a:gd name="connsiteX11" fmla="*/ 6761140 w 7063996"/>
              <a:gd name="connsiteY11" fmla="*/ 525016 h 6858000"/>
              <a:gd name="connsiteX12" fmla="*/ 6846372 w 7063996"/>
              <a:gd name="connsiteY12" fmla="*/ 467391 h 6858000"/>
              <a:gd name="connsiteX13" fmla="*/ 6853587 w 7063996"/>
              <a:gd name="connsiteY13" fmla="*/ 431058 h 6858000"/>
              <a:gd name="connsiteX14" fmla="*/ 6853595 w 7063996"/>
              <a:gd name="connsiteY14" fmla="*/ 431100 h 6858000"/>
              <a:gd name="connsiteX15" fmla="*/ 6853595 w 7063996"/>
              <a:gd name="connsiteY15" fmla="*/ 431017 h 6858000"/>
              <a:gd name="connsiteX16" fmla="*/ 6853595 w 7063996"/>
              <a:gd name="connsiteY16" fmla="*/ 428164 h 6858000"/>
              <a:gd name="connsiteX17" fmla="*/ 6781734 w 7063996"/>
              <a:gd name="connsiteY17" fmla="*/ 279916 h 6858000"/>
              <a:gd name="connsiteX18" fmla="*/ 6668809 w 7063996"/>
              <a:gd name="connsiteY18" fmla="*/ 209461 h 6858000"/>
              <a:gd name="connsiteX19" fmla="*/ 6658543 w 7063996"/>
              <a:gd name="connsiteY19" fmla="*/ 205058 h 6858000"/>
              <a:gd name="connsiteX20" fmla="*/ 0 w 7063996"/>
              <a:gd name="connsiteY20" fmla="*/ 0 h 6858000"/>
              <a:gd name="connsiteX21" fmla="*/ 7063996 w 7063996"/>
              <a:gd name="connsiteY21" fmla="*/ 0 h 6858000"/>
              <a:gd name="connsiteX22" fmla="*/ 7063996 w 7063996"/>
              <a:gd name="connsiteY22" fmla="*/ 6858000 h 6858000"/>
              <a:gd name="connsiteX23" fmla="*/ 0 w 706399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63996" h="6858000">
                <a:moveTo>
                  <a:pt x="6658543" y="205058"/>
                </a:moveTo>
                <a:cubicBezTo>
                  <a:pt x="6608680" y="265238"/>
                  <a:pt x="6434159" y="310740"/>
                  <a:pt x="6434159" y="436971"/>
                </a:cubicBezTo>
                <a:cubicBezTo>
                  <a:pt x="6434159" y="486876"/>
                  <a:pt x="6464957" y="533846"/>
                  <a:pt x="6511887" y="551459"/>
                </a:cubicBezTo>
                <a:cubicBezTo>
                  <a:pt x="6538285" y="561734"/>
                  <a:pt x="6564683" y="561734"/>
                  <a:pt x="6591081" y="552927"/>
                </a:cubicBezTo>
                <a:cubicBezTo>
                  <a:pt x="6602814" y="549258"/>
                  <a:pt x="6613446" y="543753"/>
                  <a:pt x="6623162" y="536965"/>
                </a:cubicBezTo>
                <a:lnTo>
                  <a:pt x="6649544" y="513474"/>
                </a:lnTo>
                <a:lnTo>
                  <a:pt x="6642500" y="536398"/>
                </a:lnTo>
                <a:cubicBezTo>
                  <a:pt x="6630805" y="558154"/>
                  <a:pt x="6606316" y="574953"/>
                  <a:pt x="6577699" y="579359"/>
                </a:cubicBezTo>
                <a:cubicBezTo>
                  <a:pt x="6586504" y="588171"/>
                  <a:pt x="6607050" y="594046"/>
                  <a:pt x="6631998" y="594046"/>
                </a:cubicBezTo>
                <a:cubicBezTo>
                  <a:pt x="6677491" y="594046"/>
                  <a:pt x="6733257" y="580827"/>
                  <a:pt x="6761140" y="551453"/>
                </a:cubicBezTo>
                <a:cubicBezTo>
                  <a:pt x="6722985" y="552921"/>
                  <a:pt x="6698037" y="527953"/>
                  <a:pt x="6696569" y="494172"/>
                </a:cubicBezTo>
                <a:cubicBezTo>
                  <a:pt x="6714179" y="516203"/>
                  <a:pt x="6736192" y="525016"/>
                  <a:pt x="6761140" y="525016"/>
                </a:cubicBezTo>
                <a:cubicBezTo>
                  <a:pt x="6799663" y="525016"/>
                  <a:pt x="6832407" y="501057"/>
                  <a:pt x="6846372" y="467391"/>
                </a:cubicBezTo>
                <a:lnTo>
                  <a:pt x="6853587" y="431058"/>
                </a:lnTo>
                <a:lnTo>
                  <a:pt x="6853595" y="431100"/>
                </a:lnTo>
                <a:lnTo>
                  <a:pt x="6853595" y="431017"/>
                </a:lnTo>
                <a:lnTo>
                  <a:pt x="6853595" y="428164"/>
                </a:lnTo>
                <a:cubicBezTo>
                  <a:pt x="6853595" y="369452"/>
                  <a:pt x="6824264" y="319547"/>
                  <a:pt x="6781734" y="279916"/>
                </a:cubicBezTo>
                <a:cubicBezTo>
                  <a:pt x="6749469" y="249092"/>
                  <a:pt x="6709872" y="227075"/>
                  <a:pt x="6668809" y="209461"/>
                </a:cubicBezTo>
                <a:cubicBezTo>
                  <a:pt x="6665875" y="207994"/>
                  <a:pt x="6662942" y="206526"/>
                  <a:pt x="6658543" y="205058"/>
                </a:cubicBezTo>
                <a:close/>
                <a:moveTo>
                  <a:pt x="0" y="0"/>
                </a:moveTo>
                <a:lnTo>
                  <a:pt x="7063996" y="0"/>
                </a:lnTo>
                <a:lnTo>
                  <a:pt x="706399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 with alt text</a:t>
            </a:r>
            <a:endParaRPr lang="en-GB"/>
          </a:p>
        </p:txBody>
      </p:sp>
    </p:spTree>
    <p:extLst>
      <p:ext uri="{BB962C8B-B14F-4D97-AF65-F5344CB8AC3E}">
        <p14:creationId xmlns:p14="http://schemas.microsoft.com/office/powerpoint/2010/main" val="212083048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216302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1"/>
                </a:solidFill>
              </a:defRPr>
            </a:lvl1pPr>
          </a:lstStyle>
          <a:p>
            <a:r>
              <a:rPr lang="de-DE"/>
              <a:t>Insert picture, edit alt text &amp; send to back</a:t>
            </a:r>
          </a:p>
        </p:txBody>
      </p:sp>
    </p:spTree>
    <p:extLst>
      <p:ext uri="{BB962C8B-B14F-4D97-AF65-F5344CB8AC3E}">
        <p14:creationId xmlns:p14="http://schemas.microsoft.com/office/powerpoint/2010/main" val="199689347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add alt text &amp; send to back</a:t>
            </a:r>
          </a:p>
        </p:txBody>
      </p:sp>
    </p:spTree>
    <p:extLst>
      <p:ext uri="{BB962C8B-B14F-4D97-AF65-F5344CB8AC3E}">
        <p14:creationId xmlns:p14="http://schemas.microsoft.com/office/powerpoint/2010/main" val="11680323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28" name="Image 27">
            <a:extLst>
              <a:ext uri="{FF2B5EF4-FFF2-40B4-BE49-F238E27FC236}">
                <a16:creationId xmlns:a16="http://schemas.microsoft.com/office/drawing/2014/main" id="{CFD4BD67-7A96-4F02-AD8B-7157189FD651}"/>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350" t="23693" r="10370" b="21576"/>
          <a:stretch/>
        </p:blipFill>
        <p:spPr>
          <a:xfrm rot="1808368" flipV="1">
            <a:off x="4403152" y="337083"/>
            <a:ext cx="8831279" cy="4103533"/>
          </a:xfrm>
          <a:prstGeom prst="rect">
            <a:avLst/>
          </a:prstGeom>
        </p:spPr>
      </p:pic>
      <p:pic>
        <p:nvPicPr>
          <p:cNvPr id="21" name="Picture 7" descr="facebook">
            <a:hlinkClick r:id="rId3"/>
          </p:cNvPr>
          <p:cNvPicPr>
            <a:picLocks noChangeAspect="1" noChangeArrowheads="1"/>
          </p:cNvPicPr>
          <p:nvPr/>
        </p:nvPicPr>
        <p:blipFill>
          <a:blip r:embed="rId4" cstate="print"/>
          <a:srcRect/>
          <a:stretch>
            <a:fillRect/>
          </a:stretch>
        </p:blipFill>
        <p:spPr bwMode="auto">
          <a:xfrm>
            <a:off x="426720" y="4968013"/>
            <a:ext cx="333195" cy="333195"/>
          </a:xfrm>
          <a:prstGeom prst="rect">
            <a:avLst/>
          </a:prstGeom>
          <a:noFill/>
        </p:spPr>
      </p:pic>
      <p:pic>
        <p:nvPicPr>
          <p:cNvPr id="17" name="Picture 2" descr="LinkedIn">
            <a:hlinkClick r:id="rId5"/>
          </p:cNvPr>
          <p:cNvPicPr>
            <a:picLocks noChangeAspect="1" noChangeArrowheads="1"/>
          </p:cNvPicPr>
          <p:nvPr/>
        </p:nvPicPr>
        <p:blipFill>
          <a:blip r:embed="rId6" cstate="print"/>
          <a:srcRect/>
          <a:stretch>
            <a:fillRect/>
          </a:stretch>
        </p:blipFill>
        <p:spPr bwMode="auto">
          <a:xfrm>
            <a:off x="810097" y="4968013"/>
            <a:ext cx="333195" cy="333195"/>
          </a:xfrm>
          <a:prstGeom prst="rect">
            <a:avLst/>
          </a:prstGeom>
          <a:noFill/>
        </p:spPr>
      </p:pic>
      <p:pic>
        <p:nvPicPr>
          <p:cNvPr id="18" name="Picture 4" descr="SlideShare">
            <a:hlinkClick r:id="rId7"/>
          </p:cNvPr>
          <p:cNvPicPr>
            <a:picLocks noChangeAspect="1" noChangeArrowheads="1"/>
          </p:cNvPicPr>
          <p:nvPr/>
        </p:nvPicPr>
        <p:blipFill>
          <a:blip r:embed="rId8" cstate="print"/>
          <a:srcRect/>
          <a:stretch>
            <a:fillRect/>
          </a:stretch>
        </p:blipFill>
        <p:spPr bwMode="auto">
          <a:xfrm>
            <a:off x="1193474" y="4968013"/>
            <a:ext cx="333195" cy="333195"/>
          </a:xfrm>
          <a:prstGeom prst="rect">
            <a:avLst/>
          </a:prstGeom>
          <a:noFill/>
        </p:spPr>
      </p:pic>
      <p:pic>
        <p:nvPicPr>
          <p:cNvPr id="19" name="Picture 5" descr="Twitter">
            <a:hlinkClick r:id="rId9"/>
          </p:cNvPr>
          <p:cNvPicPr>
            <a:picLocks noChangeAspect="1" noChangeArrowheads="1"/>
          </p:cNvPicPr>
          <p:nvPr/>
        </p:nvPicPr>
        <p:blipFill>
          <a:blip r:embed="rId10" cstate="print"/>
          <a:srcRect/>
          <a:stretch>
            <a:fillRect/>
          </a:stretch>
        </p:blipFill>
        <p:spPr bwMode="auto">
          <a:xfrm>
            <a:off x="1576851" y="4968013"/>
            <a:ext cx="333195" cy="333195"/>
          </a:xfrm>
          <a:prstGeom prst="rect">
            <a:avLst/>
          </a:prstGeom>
          <a:noFill/>
        </p:spPr>
      </p:pic>
      <p:pic>
        <p:nvPicPr>
          <p:cNvPr id="20" name="Picture 6" descr="YouTube">
            <a:hlinkClick r:id="rId11"/>
          </p:cNvPr>
          <p:cNvPicPr>
            <a:picLocks noChangeAspect="1" noChangeArrowheads="1"/>
          </p:cNvPicPr>
          <p:nvPr userDrawn="1"/>
        </p:nvPicPr>
        <p:blipFill>
          <a:blip r:embed="rId12" cstate="print"/>
          <a:srcRect/>
          <a:stretch>
            <a:fillRect/>
          </a:stretch>
        </p:blipFill>
        <p:spPr bwMode="auto">
          <a:xfrm>
            <a:off x="1960227"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&amp; is the property of the Capgemini Group.</a:t>
            </a:r>
          </a:p>
          <a:p>
            <a:pPr>
              <a:spcAft>
                <a:spcPts val="600"/>
              </a:spcAft>
            </a:pPr>
            <a:r>
              <a:rPr lang="en-US" sz="700" noProof="0">
                <a:solidFill>
                  <a:schemeClr val="bg1"/>
                </a:solidFill>
                <a:latin typeface="Ubuntu" panose="020B0504030602030204" pitchFamily="34" charset="0"/>
                <a:cs typeface="Arial"/>
              </a:rPr>
              <a:t>Copyright © 2022 Capgemini. All rights reserved.</a:t>
            </a:r>
          </a:p>
        </p:txBody>
      </p:sp>
      <p:grpSp>
        <p:nvGrpSpPr>
          <p:cNvPr id="22" name="Group 21">
            <a:extLst>
              <a:ext uri="{FF2B5EF4-FFF2-40B4-BE49-F238E27FC236}">
                <a16:creationId xmlns:a16="http://schemas.microsoft.com/office/drawing/2014/main" id="{C6F47D28-10A2-4B42-807F-338834C78503}"/>
              </a:ext>
            </a:extLst>
          </p:cNvPr>
          <p:cNvGrpSpPr>
            <a:grpSpLocks noChangeAspect="1"/>
          </p:cNvGrpSpPr>
          <p:nvPr userDrawn="1"/>
        </p:nvGrpSpPr>
        <p:grpSpPr>
          <a:xfrm>
            <a:off x="411020" y="984393"/>
            <a:ext cx="2231297" cy="501650"/>
            <a:chOff x="9550400" y="612775"/>
            <a:chExt cx="2231297" cy="501650"/>
          </a:xfrm>
        </p:grpSpPr>
        <p:sp>
          <p:nvSpPr>
            <p:cNvPr id="24" name="Freeform: Shape 23">
              <a:extLst>
                <a:ext uri="{FF2B5EF4-FFF2-40B4-BE49-F238E27FC236}">
                  <a16:creationId xmlns:a16="http://schemas.microsoft.com/office/drawing/2014/main" id="{A5107D01-0BA0-4B87-9537-95A64DA90258}"/>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25" name="Freeform: Shape 24">
              <a:extLst>
                <a:ext uri="{FF2B5EF4-FFF2-40B4-BE49-F238E27FC236}">
                  <a16:creationId xmlns:a16="http://schemas.microsoft.com/office/drawing/2014/main" id="{21959F94-C962-4DDF-9A2A-A5BB37E50EC5}"/>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6" name="Freeform: Shape 25">
              <a:extLst>
                <a:ext uri="{FF2B5EF4-FFF2-40B4-BE49-F238E27FC236}">
                  <a16:creationId xmlns:a16="http://schemas.microsoft.com/office/drawing/2014/main" id="{E21F5C50-2688-4B19-AECF-E792EB19D60B}"/>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7" name="Freeform: Shape 26">
              <a:extLst>
                <a:ext uri="{FF2B5EF4-FFF2-40B4-BE49-F238E27FC236}">
                  <a16:creationId xmlns:a16="http://schemas.microsoft.com/office/drawing/2014/main" id="{03E0E593-E3BD-4CF0-9539-6F4DAFC34A23}"/>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9" name="Freeform: Shape 28">
              <a:extLst>
                <a:ext uri="{FF2B5EF4-FFF2-40B4-BE49-F238E27FC236}">
                  <a16:creationId xmlns:a16="http://schemas.microsoft.com/office/drawing/2014/main" id="{864A858C-D1AB-464D-BB1B-0EA6D10A999C}"/>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4194128486"/>
      </p:ext>
    </p:extLst>
  </p:cSld>
  <p:clrMapOvr>
    <a:masterClrMapping/>
  </p:clrMapOvr>
  <p:extLst>
    <p:ext uri="{DCECCB84-F9BA-43D5-87BE-67443E8EF086}">
      <p15:sldGuideLst xmlns:p15="http://schemas.microsoft.com/office/powerpoint/2012/main"/>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type="blank" preserve="1">
  <p:cSld name="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pic>
        <p:nvPicPr>
          <p:cNvPr id="22" name="Picture 7" descr="facebook">
            <a:hlinkClick r:id="rId3"/>
            <a:extLst>
              <a:ext uri="{FF2B5EF4-FFF2-40B4-BE49-F238E27FC236}">
                <a16:creationId xmlns:a16="http://schemas.microsoft.com/office/drawing/2014/main" id="{BCC76D32-C587-45AA-A26C-ED5B038C867B}"/>
              </a:ext>
            </a:extLst>
          </p:cNvPr>
          <p:cNvPicPr>
            <a:picLocks noChangeAspect="1" noChangeArrowheads="1"/>
          </p:cNvPicPr>
          <p:nvPr/>
        </p:nvPicPr>
        <p:blipFill>
          <a:blip r:embed="rId4" cstate="print"/>
          <a:srcRect/>
          <a:stretch>
            <a:fillRect/>
          </a:stretch>
        </p:blipFill>
        <p:spPr bwMode="auto">
          <a:xfrm>
            <a:off x="426720" y="5328053"/>
            <a:ext cx="333195" cy="333195"/>
          </a:xfrm>
          <a:prstGeom prst="rect">
            <a:avLst/>
          </a:prstGeom>
          <a:noFill/>
        </p:spPr>
      </p:pic>
      <p:pic>
        <p:nvPicPr>
          <p:cNvPr id="17" name="Picture 2" descr="LinkedIn">
            <a:hlinkClick r:id="rId5"/>
            <a:extLst>
              <a:ext uri="{FF2B5EF4-FFF2-40B4-BE49-F238E27FC236}">
                <a16:creationId xmlns:a16="http://schemas.microsoft.com/office/drawing/2014/main" id="{F6DF1D6E-8462-43E1-AFC5-8A5C855024F4}"/>
              </a:ext>
            </a:extLst>
          </p:cNvPr>
          <p:cNvPicPr>
            <a:picLocks noChangeAspect="1" noChangeArrowheads="1"/>
          </p:cNvPicPr>
          <p:nvPr/>
        </p:nvPicPr>
        <p:blipFill>
          <a:blip r:embed="rId6" cstate="print"/>
          <a:srcRect/>
          <a:stretch>
            <a:fillRect/>
          </a:stretch>
        </p:blipFill>
        <p:spPr bwMode="auto">
          <a:xfrm>
            <a:off x="810097" y="5328053"/>
            <a:ext cx="333195" cy="333195"/>
          </a:xfrm>
          <a:prstGeom prst="rect">
            <a:avLst/>
          </a:prstGeom>
          <a:noFill/>
        </p:spPr>
      </p:pic>
      <p:pic>
        <p:nvPicPr>
          <p:cNvPr id="19" name="Picture 4" descr="SlideShare">
            <a:hlinkClick r:id="rId7"/>
            <a:extLst>
              <a:ext uri="{FF2B5EF4-FFF2-40B4-BE49-F238E27FC236}">
                <a16:creationId xmlns:a16="http://schemas.microsoft.com/office/drawing/2014/main" id="{DA74C6D2-FFE3-4CE8-B52D-0A33097AEEAF}"/>
              </a:ext>
            </a:extLst>
          </p:cNvPr>
          <p:cNvPicPr>
            <a:picLocks noChangeAspect="1" noChangeArrowheads="1"/>
          </p:cNvPicPr>
          <p:nvPr/>
        </p:nvPicPr>
        <p:blipFill>
          <a:blip r:embed="rId8" cstate="print"/>
          <a:srcRect/>
          <a:stretch>
            <a:fillRect/>
          </a:stretch>
        </p:blipFill>
        <p:spPr bwMode="auto">
          <a:xfrm>
            <a:off x="1193474" y="5328053"/>
            <a:ext cx="333195" cy="333195"/>
          </a:xfrm>
          <a:prstGeom prst="rect">
            <a:avLst/>
          </a:prstGeom>
          <a:noFill/>
        </p:spPr>
      </p:pic>
      <p:pic>
        <p:nvPicPr>
          <p:cNvPr id="20" name="Picture 5" descr="Twitter">
            <a:hlinkClick r:id="rId9"/>
            <a:extLst>
              <a:ext uri="{FF2B5EF4-FFF2-40B4-BE49-F238E27FC236}">
                <a16:creationId xmlns:a16="http://schemas.microsoft.com/office/drawing/2014/main" id="{14E10122-92A2-4535-9737-8C1BE0EE0AEC}"/>
              </a:ext>
            </a:extLst>
          </p:cNvPr>
          <p:cNvPicPr>
            <a:picLocks noChangeAspect="1" noChangeArrowheads="1"/>
          </p:cNvPicPr>
          <p:nvPr/>
        </p:nvPicPr>
        <p:blipFill>
          <a:blip r:embed="rId10" cstate="print"/>
          <a:srcRect/>
          <a:stretch>
            <a:fillRect/>
          </a:stretch>
        </p:blipFill>
        <p:spPr bwMode="auto">
          <a:xfrm>
            <a:off x="1576851" y="5328053"/>
            <a:ext cx="333195" cy="333195"/>
          </a:xfrm>
          <a:prstGeom prst="rect">
            <a:avLst/>
          </a:prstGeom>
          <a:noFill/>
        </p:spPr>
      </p:pic>
      <p:pic>
        <p:nvPicPr>
          <p:cNvPr id="21" name="Picture 6" descr="YouTube">
            <a:hlinkClick r:id="rId11"/>
            <a:extLst>
              <a:ext uri="{FF2B5EF4-FFF2-40B4-BE49-F238E27FC236}">
                <a16:creationId xmlns:a16="http://schemas.microsoft.com/office/drawing/2014/main" id="{BA6EF96A-02CA-41A1-9095-358FE7486671}"/>
              </a:ext>
            </a:extLst>
          </p:cNvPr>
          <p:cNvPicPr>
            <a:picLocks noChangeAspect="1" noChangeArrowheads="1"/>
          </p:cNvPicPr>
          <p:nvPr userDrawn="1"/>
        </p:nvPicPr>
        <p:blipFill>
          <a:blip r:embed="rId12" cstate="print"/>
          <a:srcRect/>
          <a:stretch>
            <a:fillRect/>
          </a:stretch>
        </p:blipFill>
        <p:spPr bwMode="auto">
          <a:xfrm>
            <a:off x="1960227" y="5328053"/>
            <a:ext cx="333195" cy="333195"/>
          </a:xfrm>
          <a:prstGeom prst="rect">
            <a:avLst/>
          </a:prstGeom>
          <a:noFill/>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&amp;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grpSp>
        <p:nvGrpSpPr>
          <p:cNvPr id="10" name="Group 9">
            <a:extLst>
              <a:ext uri="{FF2B5EF4-FFF2-40B4-BE49-F238E27FC236}">
                <a16:creationId xmlns:a16="http://schemas.microsoft.com/office/drawing/2014/main" id="{0FD671EE-BA25-417F-9699-60EA1FCB92AA}"/>
              </a:ext>
            </a:extLst>
          </p:cNvPr>
          <p:cNvGrpSpPr>
            <a:grpSpLocks noChangeAspect="1"/>
          </p:cNvGrpSpPr>
          <p:nvPr userDrawn="1"/>
        </p:nvGrpSpPr>
        <p:grpSpPr>
          <a:xfrm>
            <a:off x="9161718" y="5747778"/>
            <a:ext cx="2231297" cy="501650"/>
            <a:chOff x="9550400" y="612775"/>
            <a:chExt cx="2231297" cy="501650"/>
          </a:xfrm>
        </p:grpSpPr>
        <p:sp>
          <p:nvSpPr>
            <p:cNvPr id="11" name="Freeform: Shape 10">
              <a:extLst>
                <a:ext uri="{FF2B5EF4-FFF2-40B4-BE49-F238E27FC236}">
                  <a16:creationId xmlns:a16="http://schemas.microsoft.com/office/drawing/2014/main" id="{6EB49955-6DC0-43F3-BA3D-B1BAD29F77C4}"/>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B8805EBC-1D11-4BDD-A9FB-1FFEB452AC7C}"/>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12">
              <a:extLst>
                <a:ext uri="{FF2B5EF4-FFF2-40B4-BE49-F238E27FC236}">
                  <a16:creationId xmlns:a16="http://schemas.microsoft.com/office/drawing/2014/main" id="{27A3B7AA-BDD7-444E-A49A-71AFFCE4CD0D}"/>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13">
              <a:extLst>
                <a:ext uri="{FF2B5EF4-FFF2-40B4-BE49-F238E27FC236}">
                  <a16:creationId xmlns:a16="http://schemas.microsoft.com/office/drawing/2014/main" id="{9A2DF473-CF54-4CD0-8833-9D093AAE926D}"/>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14">
              <a:extLst>
                <a:ext uri="{FF2B5EF4-FFF2-40B4-BE49-F238E27FC236}">
                  <a16:creationId xmlns:a16="http://schemas.microsoft.com/office/drawing/2014/main" id="{30E5BC06-233E-4261-B627-F0B2FF3F1D0B}"/>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73899588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1FBB6F5A-C089-49EB-85DA-04CA2652AF6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8027" t="2239" r="26258" b="22547"/>
          <a:stretch/>
        </p:blipFill>
        <p:spPr>
          <a:xfrm>
            <a:off x="0" y="0"/>
            <a:ext cx="4882211" cy="6858000"/>
          </a:xfrm>
          <a:prstGeom prst="rect">
            <a:avLst/>
          </a:prstGeom>
        </p:spPr>
      </p:pic>
      <p:sp>
        <p:nvSpPr>
          <p:cNvPr id="5" name="Oval 20">
            <a:extLst>
              <a:ext uri="{FF2B5EF4-FFF2-40B4-BE49-F238E27FC236}">
                <a16:creationId xmlns:a16="http://schemas.microsoft.com/office/drawing/2014/main" id="{0B27F5C5-C656-4F2F-9EEE-B93F6E79E727}"/>
              </a:ext>
              <a:ext uri="{C183D7F6-B498-43B3-948B-1728B52AA6E4}">
                <adec:decorative xmlns:adec="http://schemas.microsoft.com/office/drawing/2017/decorative" val="1"/>
              </a:ext>
            </a:extLst>
          </p:cNvPr>
          <p:cNvSpPr/>
          <p:nvPr userDrawn="1"/>
        </p:nvSpPr>
        <p:spPr>
          <a:xfrm>
            <a:off x="5327637" y="71149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811B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 Placeholder 4">
            <a:extLst>
              <a:ext uri="{FF2B5EF4-FFF2-40B4-BE49-F238E27FC236}">
                <a16:creationId xmlns:a16="http://schemas.microsoft.com/office/drawing/2014/main" id="{6C41C771-7ED2-45AF-884F-E0E275C6B347}"/>
              </a:ext>
            </a:extLst>
          </p:cNvPr>
          <p:cNvSpPr>
            <a:spLocks noGrp="1"/>
          </p:cNvSpPr>
          <p:nvPr>
            <p:ph type="body" sz="quarter" idx="35" hasCustomPrompt="1"/>
          </p:nvPr>
        </p:nvSpPr>
        <p:spPr>
          <a:xfrm>
            <a:off x="5498013" y="1040484"/>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6" name="Text Placeholder 4">
            <a:extLst>
              <a:ext uri="{FF2B5EF4-FFF2-40B4-BE49-F238E27FC236}">
                <a16:creationId xmlns:a16="http://schemas.microsoft.com/office/drawing/2014/main" id="{6A82ADF8-12C7-4D27-8457-7F3D1C93EB46}"/>
              </a:ext>
            </a:extLst>
          </p:cNvPr>
          <p:cNvSpPr>
            <a:spLocks noGrp="1"/>
          </p:cNvSpPr>
          <p:nvPr>
            <p:ph type="body" sz="quarter" idx="29" hasCustomPrompt="1"/>
          </p:nvPr>
        </p:nvSpPr>
        <p:spPr>
          <a:xfrm>
            <a:off x="6787432" y="518014"/>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7" name="Text Placeholder 7">
            <a:extLst>
              <a:ext uri="{FF2B5EF4-FFF2-40B4-BE49-F238E27FC236}">
                <a16:creationId xmlns:a16="http://schemas.microsoft.com/office/drawing/2014/main" id="{E18CF815-87D3-425A-8169-07DAC5996151}"/>
              </a:ext>
            </a:extLst>
          </p:cNvPr>
          <p:cNvSpPr>
            <a:spLocks noGrp="1"/>
          </p:cNvSpPr>
          <p:nvPr>
            <p:ph type="body" sz="quarter" idx="30" hasCustomPrompt="1"/>
          </p:nvPr>
        </p:nvSpPr>
        <p:spPr>
          <a:xfrm>
            <a:off x="6787433"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
        <p:nvSpPr>
          <p:cNvPr id="4" name="Oval 20">
            <a:extLst>
              <a:ext uri="{FF2B5EF4-FFF2-40B4-BE49-F238E27FC236}">
                <a16:creationId xmlns:a16="http://schemas.microsoft.com/office/drawing/2014/main" id="{71209714-A86B-492A-AC18-2DBD1D17EB98}"/>
              </a:ext>
              <a:ext uri="{C183D7F6-B498-43B3-948B-1728B52AA6E4}">
                <adec:decorative xmlns:adec="http://schemas.microsoft.com/office/drawing/2017/decorative" val="1"/>
              </a:ext>
            </a:extLst>
          </p:cNvPr>
          <p:cNvSpPr/>
          <p:nvPr userDrawn="1"/>
        </p:nvSpPr>
        <p:spPr>
          <a:xfrm>
            <a:off x="5327637" y="2656077"/>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590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Text Placeholder 4">
            <a:extLst>
              <a:ext uri="{FF2B5EF4-FFF2-40B4-BE49-F238E27FC236}">
                <a16:creationId xmlns:a16="http://schemas.microsoft.com/office/drawing/2014/main" id="{1CDF667B-1AA2-4981-B115-B40754E318E4}"/>
              </a:ext>
            </a:extLst>
          </p:cNvPr>
          <p:cNvSpPr>
            <a:spLocks noGrp="1"/>
          </p:cNvSpPr>
          <p:nvPr>
            <p:ph type="body" sz="quarter" idx="36" hasCustomPrompt="1"/>
          </p:nvPr>
        </p:nvSpPr>
        <p:spPr>
          <a:xfrm>
            <a:off x="5498013" y="299622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10" name="Text Placeholder 4">
            <a:extLst>
              <a:ext uri="{FF2B5EF4-FFF2-40B4-BE49-F238E27FC236}">
                <a16:creationId xmlns:a16="http://schemas.microsoft.com/office/drawing/2014/main" id="{949B542E-285C-4837-B671-696E4DC001E9}"/>
              </a:ext>
            </a:extLst>
          </p:cNvPr>
          <p:cNvSpPr>
            <a:spLocks noGrp="1"/>
          </p:cNvSpPr>
          <p:nvPr>
            <p:ph type="body" sz="quarter" idx="33" hasCustomPrompt="1"/>
          </p:nvPr>
        </p:nvSpPr>
        <p:spPr>
          <a:xfrm>
            <a:off x="6787432" y="2563381"/>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1" name="Text Placeholder 7">
            <a:extLst>
              <a:ext uri="{FF2B5EF4-FFF2-40B4-BE49-F238E27FC236}">
                <a16:creationId xmlns:a16="http://schemas.microsoft.com/office/drawing/2014/main" id="{09A45E63-A970-497F-9E53-8D389A8457FB}"/>
              </a:ext>
            </a:extLst>
          </p:cNvPr>
          <p:cNvSpPr>
            <a:spLocks noGrp="1"/>
          </p:cNvSpPr>
          <p:nvPr>
            <p:ph type="body" sz="quarter" idx="34" hasCustomPrompt="1"/>
          </p:nvPr>
        </p:nvSpPr>
        <p:spPr>
          <a:xfrm>
            <a:off x="6787433"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
        <p:nvSpPr>
          <p:cNvPr id="3" name="Oval 20">
            <a:extLst>
              <a:ext uri="{FF2B5EF4-FFF2-40B4-BE49-F238E27FC236}">
                <a16:creationId xmlns:a16="http://schemas.microsoft.com/office/drawing/2014/main" id="{F88C0E2C-E612-44EC-9013-AD68C65B671C}"/>
              </a:ext>
              <a:ext uri="{C183D7F6-B498-43B3-948B-1728B52AA6E4}">
                <adec:decorative xmlns:adec="http://schemas.microsoft.com/office/drawing/2017/decorative" val="1"/>
              </a:ext>
            </a:extLst>
          </p:cNvPr>
          <p:cNvSpPr/>
          <p:nvPr userDrawn="1"/>
        </p:nvSpPr>
        <p:spPr>
          <a:xfrm>
            <a:off x="5327637" y="47803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6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 Placeholder 4">
            <a:extLst>
              <a:ext uri="{FF2B5EF4-FFF2-40B4-BE49-F238E27FC236}">
                <a16:creationId xmlns:a16="http://schemas.microsoft.com/office/drawing/2014/main" id="{A411BF5D-81E9-4AC1-AE6D-53DC26B2ECA6}"/>
              </a:ext>
            </a:extLst>
          </p:cNvPr>
          <p:cNvSpPr>
            <a:spLocks noGrp="1"/>
          </p:cNvSpPr>
          <p:nvPr>
            <p:ph type="body" sz="quarter" idx="37" hasCustomPrompt="1"/>
          </p:nvPr>
        </p:nvSpPr>
        <p:spPr>
          <a:xfrm>
            <a:off x="5498013" y="510784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8" name="Text Placeholder 4">
            <a:extLst>
              <a:ext uri="{FF2B5EF4-FFF2-40B4-BE49-F238E27FC236}">
                <a16:creationId xmlns:a16="http://schemas.microsoft.com/office/drawing/2014/main" id="{42676D57-7318-4038-8625-151D4DD857E7}"/>
              </a:ext>
            </a:extLst>
          </p:cNvPr>
          <p:cNvSpPr>
            <a:spLocks noGrp="1"/>
          </p:cNvSpPr>
          <p:nvPr>
            <p:ph type="body" sz="quarter" idx="31" hasCustomPrompt="1"/>
          </p:nvPr>
        </p:nvSpPr>
        <p:spPr>
          <a:xfrm>
            <a:off x="6787432" y="4647262"/>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9" name="Text Placeholder 7">
            <a:extLst>
              <a:ext uri="{FF2B5EF4-FFF2-40B4-BE49-F238E27FC236}">
                <a16:creationId xmlns:a16="http://schemas.microsoft.com/office/drawing/2014/main" id="{9AB98D4C-7485-4468-A517-B5B92B48F38A}"/>
              </a:ext>
            </a:extLst>
          </p:cNvPr>
          <p:cNvSpPr>
            <a:spLocks noGrp="1"/>
          </p:cNvSpPr>
          <p:nvPr>
            <p:ph type="body" sz="quarter" idx="32" hasCustomPrompt="1"/>
          </p:nvPr>
        </p:nvSpPr>
        <p:spPr>
          <a:xfrm>
            <a:off x="6787433"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
        <p:nvSpPr>
          <p:cNvPr id="15" name="Title 14">
            <a:extLst>
              <a:ext uri="{FF2B5EF4-FFF2-40B4-BE49-F238E27FC236}">
                <a16:creationId xmlns:a16="http://schemas.microsoft.com/office/drawing/2014/main" id="{2328B181-6CCE-4FAD-AE04-C44819FF8BA5}"/>
              </a:ext>
            </a:extLst>
          </p:cNvPr>
          <p:cNvSpPr>
            <a:spLocks noGrp="1"/>
          </p:cNvSpPr>
          <p:nvPr>
            <p:ph type="title" hasCustomPrompt="1"/>
          </p:nvPr>
        </p:nvSpPr>
        <p:spPr>
          <a:xfrm>
            <a:off x="404813" y="388188"/>
            <a:ext cx="3746971" cy="1816676"/>
          </a:xfrm>
        </p:spPr>
        <p:txBody>
          <a:bodyPr anchor="t"/>
          <a:lstStyle>
            <a:lvl1pPr>
              <a:defRPr sz="3600" cap="none">
                <a:solidFill>
                  <a:schemeClr val="bg1"/>
                </a:solidFill>
              </a:defRPr>
            </a:lvl1pPr>
          </a:lstStyle>
          <a:p>
            <a:r>
              <a:rPr lang="en-US"/>
              <a:t>CLICK TO EDIT MASTER TITLE STYLE</a:t>
            </a:r>
          </a:p>
        </p:txBody>
      </p:sp>
    </p:spTree>
    <p:extLst>
      <p:ext uri="{BB962C8B-B14F-4D97-AF65-F5344CB8AC3E}">
        <p14:creationId xmlns:p14="http://schemas.microsoft.com/office/powerpoint/2010/main" val="267151068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1_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&amp; send to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5229200"/>
            <a:ext cx="6699299"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933246"/>
            <a:ext cx="6699299" cy="2243691"/>
          </a:xfrm>
        </p:spPr>
        <p:txBody>
          <a:bodyPr wrap="square" lIns="36000" rIns="36000" bIns="0" anchor="b" anchorCtr="0">
            <a:spAutoFit/>
          </a:bodyPr>
          <a:lstStyle>
            <a:lvl1pPr algn="l">
              <a:lnSpc>
                <a:spcPct val="90000"/>
              </a:lnSpc>
              <a:defRPr sz="5400" b="1" baseline="0">
                <a:solidFill>
                  <a:schemeClr val="bg1"/>
                </a:solidFill>
                <a:latin typeface="+mn-lt"/>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84BC735E-A9A3-4A52-8056-D6C0AF26378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1384" y="642523"/>
            <a:ext cx="4200525" cy="962025"/>
          </a:xfrm>
          <a:prstGeom prst="rect">
            <a:avLst/>
          </a:prstGeom>
        </p:spPr>
      </p:pic>
    </p:spTree>
    <p:extLst>
      <p:ext uri="{BB962C8B-B14F-4D97-AF65-F5344CB8AC3E}">
        <p14:creationId xmlns:p14="http://schemas.microsoft.com/office/powerpoint/2010/main" val="2270313696"/>
      </p:ext>
    </p:extLst>
  </p:cSld>
  <p:clrMapOvr>
    <a:masterClrMapping/>
  </p:clrMapOvr>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_Section C – Wide">
    <p:spTree>
      <p:nvGrpSpPr>
        <p:cNvPr id="1" name=""/>
        <p:cNvGrpSpPr/>
        <p:nvPr/>
      </p:nvGrpSpPr>
      <p:grpSpPr>
        <a:xfrm>
          <a:off x="0" y="0"/>
          <a:ext cx="0" cy="0"/>
          <a:chOff x="0" y="0"/>
          <a:chExt cx="0" cy="0"/>
        </a:xfrm>
      </p:grpSpPr>
      <p:pic>
        <p:nvPicPr>
          <p:cNvPr id="16" name="Picture 6">
            <a:extLst>
              <a:ext uri="{FF2B5EF4-FFF2-40B4-BE49-F238E27FC236}">
                <a16:creationId xmlns:a16="http://schemas.microsoft.com/office/drawing/2014/main" id="{B313E9A5-8927-4424-8200-0B40A5FE0D8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6079" t="6949" r="40419" b="6949"/>
          <a:stretch/>
        </p:blipFill>
        <p:spPr bwMode="ltGray">
          <a:xfrm>
            <a:off x="0" y="0"/>
            <a:ext cx="2783632" cy="6858001"/>
          </a:xfrm>
          <a:prstGeom prst="rect">
            <a:avLst/>
          </a:prstGeom>
        </p:spPr>
      </p:pic>
      <p:sp>
        <p:nvSpPr>
          <p:cNvPr id="13" name="Rectangle 12">
            <a:extLst>
              <a:ext uri="{FF2B5EF4-FFF2-40B4-BE49-F238E27FC236}">
                <a16:creationId xmlns:a16="http://schemas.microsoft.com/office/drawing/2014/main" id="{11AD9EEC-2F0C-454C-A5B2-F57FD7AAED4C}"/>
              </a:ext>
            </a:extLst>
          </p:cNvPr>
          <p:cNvSpPr/>
          <p:nvPr userDrawn="1"/>
        </p:nvSpPr>
        <p:spPr bwMode="white">
          <a:xfrm>
            <a:off x="2679031" y="-1"/>
            <a:ext cx="9512969" cy="6858001"/>
          </a:xfrm>
          <a:prstGeom prst="rect">
            <a:avLst/>
          </a:prstGeom>
          <a:solidFill>
            <a:srgbClr val="0F43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auto">
          <a:xfrm>
            <a:off x="3359696" y="2095351"/>
            <a:ext cx="5781098" cy="397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spAutoFit/>
          </a:bodyPr>
          <a:lstStyle>
            <a:lvl1pPr algn="l">
              <a:lnSpc>
                <a:spcPts val="3100"/>
              </a:lnSpc>
              <a:defRPr lang="en-US" sz="3200" b="1" cap="all" baseline="0" dirty="0">
                <a:solidFill>
                  <a:schemeClr val="bg1"/>
                </a:solidFill>
                <a:latin typeface="Ubuntu" panose="020B0504030602030204" pitchFamily="34" charset="0"/>
              </a:defRPr>
            </a:lvl1pPr>
          </a:lstStyle>
          <a:p>
            <a:pPr marL="0" lvl="0"/>
            <a:r>
              <a:rPr lang="en-US"/>
              <a:t>SECTION TITLE ALL CAPS</a:t>
            </a:r>
          </a:p>
        </p:txBody>
      </p:sp>
      <p:sp>
        <p:nvSpPr>
          <p:cNvPr id="9" name="Text Placeholder 8">
            <a:extLst>
              <a:ext uri="{FF2B5EF4-FFF2-40B4-BE49-F238E27FC236}">
                <a16:creationId xmlns:a16="http://schemas.microsoft.com/office/drawing/2014/main" id="{F874BF17-775B-4C09-81B2-C8403E37CEBE}"/>
              </a:ext>
            </a:extLst>
          </p:cNvPr>
          <p:cNvSpPr>
            <a:spLocks noGrp="1"/>
          </p:cNvSpPr>
          <p:nvPr>
            <p:ph type="body" sz="quarter" idx="11" hasCustomPrompt="1"/>
          </p:nvPr>
        </p:nvSpPr>
        <p:spPr>
          <a:xfrm>
            <a:off x="3359696" y="3713163"/>
            <a:ext cx="5781098" cy="2809875"/>
          </a:xfrm>
          <a:prstGeom prst="rect">
            <a:avLst/>
          </a:prstGeom>
        </p:spPr>
        <p:txBody>
          <a:bodyPr lIns="0" tIns="0" rIns="0" bIns="0"/>
          <a:lstStyle>
            <a:lvl1pPr marL="0" indent="0">
              <a:lnSpc>
                <a:spcPct val="110000"/>
              </a:lnSpc>
              <a:buNone/>
              <a:defRPr sz="1800">
                <a:solidFill>
                  <a:schemeClr val="bg1"/>
                </a:solidFill>
                <a:latin typeface="Ubuntu" panose="020B0504030602030204" pitchFamily="34" charset="0"/>
              </a:defRPr>
            </a:lvl1pPr>
          </a:lstStyle>
          <a:p>
            <a:pPr lvl="0"/>
            <a:r>
              <a:rPr lang="en-US"/>
              <a:t>Short chapter description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a:t>
            </a:r>
            <a:r>
              <a:rPr lang="en-US"/>
              <a:t>.</a:t>
            </a:r>
            <a:endParaRPr lang="en-GB"/>
          </a:p>
        </p:txBody>
      </p:sp>
      <p:sp>
        <p:nvSpPr>
          <p:cNvPr id="5" name="Text Placeholder 4">
            <a:extLst>
              <a:ext uri="{FF2B5EF4-FFF2-40B4-BE49-F238E27FC236}">
                <a16:creationId xmlns:a16="http://schemas.microsoft.com/office/drawing/2014/main" id="{2545FEED-D34C-429E-92B0-734C0A2CAA82}"/>
              </a:ext>
            </a:extLst>
          </p:cNvPr>
          <p:cNvSpPr>
            <a:spLocks noGrp="1"/>
          </p:cNvSpPr>
          <p:nvPr>
            <p:ph type="body" sz="quarter" idx="10" hasCustomPrompt="1"/>
          </p:nvPr>
        </p:nvSpPr>
        <p:spPr>
          <a:xfrm>
            <a:off x="3359696" y="3144837"/>
            <a:ext cx="5781098" cy="476845"/>
          </a:xfrm>
          <a:prstGeom prst="rect">
            <a:avLst/>
          </a:prstGeom>
        </p:spPr>
        <p:txBody>
          <a:bodyPr lIns="0" tIns="0" rIns="0" bIns="0"/>
          <a:lstStyle>
            <a:lvl1pPr marL="0" indent="0">
              <a:buNone/>
              <a:defRPr sz="2400" cap="all" baseline="0">
                <a:solidFill>
                  <a:srgbClr val="00E6E3"/>
                </a:solidFill>
                <a:latin typeface="Ubuntu" panose="020B0504030602030204" pitchFamily="34" charset="0"/>
              </a:defRPr>
            </a:lvl1pPr>
            <a:lvl5pPr>
              <a:defRPr/>
            </a:lvl5pPr>
          </a:lstStyle>
          <a:p>
            <a:pPr lvl="0"/>
            <a:r>
              <a:rPr lang="en-US"/>
              <a:t>SECTION SUBTITLE ALL CAPs</a:t>
            </a:r>
            <a:endParaRPr lang="en-GB"/>
          </a:p>
        </p:txBody>
      </p:sp>
      <p:grpSp>
        <p:nvGrpSpPr>
          <p:cNvPr id="8" name="Group 37">
            <a:extLst>
              <a:ext uri="{FF2B5EF4-FFF2-40B4-BE49-F238E27FC236}">
                <a16:creationId xmlns:a16="http://schemas.microsoft.com/office/drawing/2014/main" id="{A0131EFA-E3CA-4470-968C-AA4EF9936122}"/>
              </a:ext>
              <a:ext uri="{C183D7F6-B498-43B3-948B-1728B52AA6E4}">
                <adec:decorative xmlns:adec="http://schemas.microsoft.com/office/drawing/2017/decorative" val="1"/>
              </a:ext>
            </a:extLst>
          </p:cNvPr>
          <p:cNvGrpSpPr/>
          <p:nvPr userDrawn="1"/>
        </p:nvGrpSpPr>
        <p:grpSpPr>
          <a:xfrm>
            <a:off x="11559747" y="210928"/>
            <a:ext cx="413177" cy="382296"/>
            <a:chOff x="5481638" y="2859088"/>
            <a:chExt cx="1231900" cy="1139825"/>
          </a:xfrm>
          <a:solidFill>
            <a:schemeClr val="bg1"/>
          </a:solidFill>
        </p:grpSpPr>
        <p:sp>
          <p:nvSpPr>
            <p:cNvPr id="10" name="Freeform 320">
              <a:extLst>
                <a:ext uri="{FF2B5EF4-FFF2-40B4-BE49-F238E27FC236}">
                  <a16:creationId xmlns:a16="http://schemas.microsoft.com/office/drawing/2014/main" id="{FE038D48-6B7B-4F99-AD46-1A717A987A80}"/>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321">
              <a:extLst>
                <a:ext uri="{FF2B5EF4-FFF2-40B4-BE49-F238E27FC236}">
                  <a16:creationId xmlns:a16="http://schemas.microsoft.com/office/drawing/2014/main" id="{8099682C-62AB-45A8-A317-C09E541E1A70}"/>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296685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75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1" nodeType="withEffect">
                                  <p:stCondLst>
                                    <p:cond delay="100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1500"/>
                                        <p:tgtEl>
                                          <p:spTgt spid="13"/>
                                        </p:tgtEl>
                                      </p:cBhvr>
                                    </p:animEffect>
                                  </p:childTnLst>
                                </p:cTn>
                              </p:par>
                              <p:par>
                                <p:cTn id="11" presetID="63" presetClass="path" presetSubtype="0" decel="100000" fill="hold" grpId="0" nodeType="withEffect">
                                  <p:stCondLst>
                                    <p:cond delay="1000"/>
                                  </p:stCondLst>
                                  <p:childTnLst>
                                    <p:animMotion origin="layout" path="M -0.05938 0 L 4.16667E-6 0 " pathEditMode="relative" rAng="0" ptsTypes="AA">
                                      <p:cBhvr>
                                        <p:cTn id="12" dur="1500" fill="hold"/>
                                        <p:tgtEl>
                                          <p:spTgt spid="13"/>
                                        </p:tgtEl>
                                        <p:attrNameLst>
                                          <p:attrName>ppt_x</p:attrName>
                                          <p:attrName>ppt_y</p:attrName>
                                        </p:attrNameLst>
                                      </p:cBhvr>
                                      <p:rCtr x="2969" y="0"/>
                                    </p:animMotion>
                                  </p:childTnLst>
                                </p:cTn>
                              </p:par>
                              <p:par>
                                <p:cTn id="13" presetID="10" presetClass="entr" presetSubtype="0" fill="hold" grpId="0" nodeType="withEffect">
                                  <p:stCondLst>
                                    <p:cond delay="2500"/>
                                  </p:stCondLst>
                                  <p:iterate type="wd">
                                    <p:tmPct val="16667"/>
                                  </p:iterate>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64" presetClass="path" presetSubtype="0" decel="100000" fill="hold" grpId="1" nodeType="withEffect">
                                  <p:stCondLst>
                                    <p:cond delay="2500"/>
                                  </p:stCondLst>
                                  <p:iterate type="wd">
                                    <p:tmPct val="16667"/>
                                  </p:iterate>
                                  <p:childTnLst>
                                    <p:animMotion origin="layout" path="M -4.16667E-6 0.02616 L -4.16667E-6 -4.81481E-6 " pathEditMode="relative" rAng="0" ptsTypes="AA">
                                      <p:cBhvr>
                                        <p:cTn id="17" dur="500" fill="hold"/>
                                        <p:tgtEl>
                                          <p:spTgt spid="5"/>
                                        </p:tgtEl>
                                        <p:attrNameLst>
                                          <p:attrName>ppt_x</p:attrName>
                                          <p:attrName>ppt_y</p:attrName>
                                        </p:attrNameLst>
                                      </p:cBhvr>
                                      <p:rCtr x="0" y="-1319"/>
                                    </p:animMotion>
                                  </p:childTnLst>
                                </p:cTn>
                              </p:par>
                              <p:par>
                                <p:cTn id="18" presetID="10" presetClass="entr" presetSubtype="0" fill="hold" grpId="0" nodeType="withEffect">
                                  <p:stCondLst>
                                    <p:cond delay="340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fade">
                                      <p:cBhvr>
                                        <p:cTn id="20" dur="750"/>
                                        <p:tgtEl>
                                          <p:spTgt spid="9">
                                            <p:txEl>
                                              <p:pRg st="0" end="0"/>
                                            </p:txEl>
                                          </p:spTgt>
                                        </p:tgtEl>
                                      </p:cBhvr>
                                    </p:animEffect>
                                  </p:childTnLst>
                                </p:cTn>
                              </p:par>
                              <p:par>
                                <p:cTn id="21" presetID="10" presetClass="entr" presetSubtype="0" fill="hold" nodeType="withEffect">
                                  <p:stCondLst>
                                    <p:cond delay="20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1150"/>
                                        <p:tgtEl>
                                          <p:spTgt spid="16"/>
                                        </p:tgtEl>
                                      </p:cBhvr>
                                    </p:animEffect>
                                  </p:childTnLst>
                                </p:cTn>
                              </p:par>
                              <p:par>
                                <p:cTn id="24" presetID="6" presetClass="emph" presetSubtype="0" fill="hold" nodeType="withEffect">
                                  <p:stCondLst>
                                    <p:cond delay="0"/>
                                  </p:stCondLst>
                                  <p:childTnLst>
                                    <p:animScale>
                                      <p:cBhvr>
                                        <p:cTn id="25" dur="150" fill="hold"/>
                                        <p:tgtEl>
                                          <p:spTgt spid="16"/>
                                        </p:tgtEl>
                                      </p:cBhvr>
                                      <p:by x="110000" y="110000"/>
                                    </p:animScale>
                                  </p:childTnLst>
                                </p:cTn>
                              </p:par>
                              <p:par>
                                <p:cTn id="26" presetID="6" presetClass="emph" presetSubtype="0" decel="100000" fill="hold" nodeType="withEffect">
                                  <p:stCondLst>
                                    <p:cond delay="200"/>
                                  </p:stCondLst>
                                  <p:childTnLst>
                                    <p:animScale>
                                      <p:cBhvr>
                                        <p:cTn id="27" dur="3450" fill="hold"/>
                                        <p:tgtEl>
                                          <p:spTgt spid="16"/>
                                        </p:tgtEl>
                                      </p:cBhvr>
                                      <p:by x="90990" y="9099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p:bldP spid="9" grpId="0" build="p">
        <p:tmplLst>
          <p:tmpl lvl="1">
            <p:tnLst>
              <p:par>
                <p:cTn presetID="10" presetClass="entr" presetSubtype="0" fill="hold" nodeType="withEffect">
                  <p:stCondLst>
                    <p:cond delay="3400"/>
                  </p:stCondLst>
                  <p:childTnLst>
                    <p:set>
                      <p:cBhvr>
                        <p:cTn dur="1" fill="hold">
                          <p:stCondLst>
                            <p:cond delay="0"/>
                          </p:stCondLst>
                        </p:cTn>
                        <p:tgtEl>
                          <p:spTgt spid="9"/>
                        </p:tgtEl>
                        <p:attrNameLst>
                          <p:attrName>style.visibility</p:attrName>
                        </p:attrNameLst>
                      </p:cBhvr>
                      <p:to>
                        <p:strVal val="visible"/>
                      </p:to>
                    </p:set>
                    <p:animEffect transition="in" filter="fade">
                      <p:cBhvr>
                        <p:cTn dur="750"/>
                        <p:tgtEl>
                          <p:spTgt spid="9"/>
                        </p:tgtEl>
                      </p:cBhvr>
                    </p:animEffect>
                  </p:childTnLst>
                </p:cTn>
              </p:par>
            </p:tnLst>
          </p:tmpl>
        </p:tmplLst>
      </p:bldP>
      <p:bldP spid="5" grpId="0">
        <p:tmplLst>
          <p:tmpl>
            <p:tnLst>
              <p:par>
                <p:cTn presetID="10" presetClass="entr" presetSubtype="0" fill="hold" nodeType="withEffect">
                  <p:stCondLst>
                    <p:cond delay="2500"/>
                  </p:stCondLst>
                  <p:iterate type="wd">
                    <p:tmPct val="16667"/>
                  </p:iterate>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5" grpId="1">
        <p:tmplLst>
          <p:tmpl>
            <p:tnLst>
              <p:par>
                <p:cTn presetID="64" presetClass="path" presetSubtype="0" decel="100000" fill="hold" nodeType="withEffect">
                  <p:stCondLst>
                    <p:cond delay="2500"/>
                  </p:stCondLst>
                  <p:iterate type="wd">
                    <p:tmPct val="16667"/>
                  </p:iterate>
                  <p:childTnLst>
                    <p:animMotion origin="layout" path="M -4.16667E-6 0.02616 L -4.16667E-6 -4.81481E-6 " pathEditMode="relative" rAng="0" ptsTypes="AA">
                      <p:cBhvr>
                        <p:cTn dur="500" fill="hold"/>
                        <p:tgtEl>
                          <p:spTgt spid="5"/>
                        </p:tgtEl>
                        <p:attrNameLst>
                          <p:attrName>ppt_x</p:attrName>
                          <p:attrName>ppt_y</p:attrName>
                        </p:attrNameLst>
                      </p:cBhvr>
                      <p:rCtr x="0" y="-1319"/>
                    </p:animMotion>
                  </p:childTnLst>
                </p:cTn>
              </p:par>
            </p:tnLst>
          </p:tmpl>
        </p:tmplLst>
      </p:bldP>
    </p:bldLst>
  </p:timing>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&amp; is the property of the Capgemini Group.</a:t>
            </a:r>
          </a:p>
          <a:p>
            <a:pPr>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p:nvPicPr>
        <p:blipFill rotWithShape="1">
          <a:blip r:embed="rId12">
            <a:extLst>
              <a:ext uri="{28A0092B-C50C-407E-A947-70E740481C1C}">
                <a14:useLocalDpi xmlns:a14="http://schemas.microsoft.com/office/drawing/2010/main" val="0"/>
              </a:ext>
            </a:extLst>
          </a:blip>
          <a:srcRect l="6804" t="21979" r="11456" b="23098"/>
          <a:stretch/>
        </p:blipFill>
        <p:spPr>
          <a:xfrm rot="1808368" flipV="1">
            <a:off x="4394821" y="417955"/>
            <a:ext cx="8667942" cy="4117924"/>
          </a:xfrm>
          <a:prstGeom prst="rect">
            <a:avLst/>
          </a:prstGeom>
        </p:spPr>
      </p:pic>
      <p:pic>
        <p:nvPicPr>
          <p:cNvPr id="22" name="Graphic 21">
            <a:extLst>
              <a:ext uri="{FF2B5EF4-FFF2-40B4-BE49-F238E27FC236}">
                <a16:creationId xmlns:a16="http://schemas.microsoft.com/office/drawing/2014/main" id="{87C241BA-1CF8-46FC-BDFB-FE16C11962BA}"/>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551384" y="642523"/>
            <a:ext cx="4200525" cy="962025"/>
          </a:xfrm>
          <a:prstGeom prst="rect">
            <a:avLst/>
          </a:prstGeom>
        </p:spPr>
      </p:pic>
    </p:spTree>
    <p:extLst>
      <p:ext uri="{BB962C8B-B14F-4D97-AF65-F5344CB8AC3E}">
        <p14:creationId xmlns:p14="http://schemas.microsoft.com/office/powerpoint/2010/main" val="3843652932"/>
      </p:ext>
    </p:extLst>
  </p:cSld>
  <p:clrMapOvr>
    <a:masterClrMapping/>
  </p:clrMapOvr>
  <p:extLst>
    <p:ext uri="{DCECCB84-F9BA-43D5-87BE-67443E8EF086}">
      <p15:sldGuideLst xmlns:p15="http://schemas.microsoft.com/office/powerpoint/2012/main"/>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type="blank" preserve="1">
  <p:cSld name="3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&amp;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3"/>
            <a:extLst>
              <a:ext uri="{FF2B5EF4-FFF2-40B4-BE49-F238E27FC236}">
                <a16:creationId xmlns:a16="http://schemas.microsoft.com/office/drawing/2014/main" id="{F6DF1D6E-8462-43E1-AFC5-8A5C855024F4}"/>
              </a:ext>
            </a:extLst>
          </p:cNvPr>
          <p:cNvPicPr>
            <a:picLocks noChangeAspect="1" noChangeArrowheads="1"/>
          </p:cNvPicPr>
          <p:nvPr/>
        </p:nvPicPr>
        <p:blipFill>
          <a:blip r:embed="rId4"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5"/>
            <a:extLst>
              <a:ext uri="{FF2B5EF4-FFF2-40B4-BE49-F238E27FC236}">
                <a16:creationId xmlns:a16="http://schemas.microsoft.com/office/drawing/2014/main" id="{DA74C6D2-FFE3-4CE8-B52D-0A33097AEEAF}"/>
              </a:ext>
            </a:extLst>
          </p:cNvPr>
          <p:cNvPicPr>
            <a:picLocks noChangeAspect="1" noChangeArrowheads="1"/>
          </p:cNvPicPr>
          <p:nvPr/>
        </p:nvPicPr>
        <p:blipFill>
          <a:blip r:embed="rId6"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7"/>
            <a:extLst>
              <a:ext uri="{FF2B5EF4-FFF2-40B4-BE49-F238E27FC236}">
                <a16:creationId xmlns:a16="http://schemas.microsoft.com/office/drawing/2014/main" id="{14E10122-92A2-4535-9737-8C1BE0EE0AEC}"/>
              </a:ext>
            </a:extLst>
          </p:cNvPr>
          <p:cNvPicPr>
            <a:picLocks noChangeAspect="1" noChangeArrowheads="1"/>
          </p:cNvPicPr>
          <p:nvPr/>
        </p:nvPicPr>
        <p:blipFill>
          <a:blip r:embed="rId8"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9"/>
            <a:extLst>
              <a:ext uri="{FF2B5EF4-FFF2-40B4-BE49-F238E27FC236}">
                <a16:creationId xmlns:a16="http://schemas.microsoft.com/office/drawing/2014/main" id="{BA6EF96A-02CA-41A1-9095-358FE7486671}"/>
              </a:ext>
            </a:extLst>
          </p:cNvPr>
          <p:cNvPicPr>
            <a:picLocks noChangeAspect="1" noChangeArrowheads="1"/>
          </p:cNvPicPr>
          <p:nvPr userDrawn="1"/>
        </p:nvPicPr>
        <p:blipFill>
          <a:blip r:embed="rId10"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1"/>
            <a:extLst>
              <a:ext uri="{FF2B5EF4-FFF2-40B4-BE49-F238E27FC236}">
                <a16:creationId xmlns:a16="http://schemas.microsoft.com/office/drawing/2014/main" id="{BCC76D32-C587-45AA-A26C-ED5B038C867B}"/>
              </a:ext>
            </a:extLst>
          </p:cNvPr>
          <p:cNvPicPr>
            <a:picLocks noChangeAspect="1" noChangeArrowheads="1"/>
          </p:cNvPicPr>
          <p:nvPr/>
        </p:nvPicPr>
        <p:blipFill>
          <a:blip r:embed="rId12" cstate="print"/>
          <a:srcRect/>
          <a:stretch>
            <a:fillRect/>
          </a:stretch>
        </p:blipFill>
        <p:spPr bwMode="auto">
          <a:xfrm>
            <a:off x="426720" y="5328053"/>
            <a:ext cx="333195" cy="333195"/>
          </a:xfrm>
          <a:prstGeom prst="rect">
            <a:avLst/>
          </a:prstGeom>
          <a:noFill/>
        </p:spPr>
      </p:pic>
      <p:pic>
        <p:nvPicPr>
          <p:cNvPr id="25" name="Graphic 24">
            <a:extLst>
              <a:ext uri="{FF2B5EF4-FFF2-40B4-BE49-F238E27FC236}">
                <a16:creationId xmlns:a16="http://schemas.microsoft.com/office/drawing/2014/main" id="{A93746CB-8F5F-4B1D-978B-056949B18A09}"/>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7368083" y="5376781"/>
            <a:ext cx="4200525" cy="962025"/>
          </a:xfrm>
          <a:prstGeom prst="rect">
            <a:avLst/>
          </a:prstGeom>
        </p:spPr>
      </p:pic>
    </p:spTree>
    <p:extLst>
      <p:ext uri="{BB962C8B-B14F-4D97-AF65-F5344CB8AC3E}">
        <p14:creationId xmlns:p14="http://schemas.microsoft.com/office/powerpoint/2010/main" val="75430441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64552-B601-4DC8-A978-44EDA78BDEF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A936A3E-FDF7-4ECA-8A33-A6F10F39E9C5}"/>
              </a:ext>
            </a:extLst>
          </p:cNvPr>
          <p:cNvSpPr>
            <a:spLocks noGrp="1"/>
          </p:cNvSpPr>
          <p:nvPr>
            <p:ph idx="1"/>
          </p:nvPr>
        </p:nvSpPr>
        <p:spPr>
          <a:xfrm>
            <a:off x="404813" y="1327150"/>
            <a:ext cx="11376880" cy="5530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1482927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1_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4150" y="175419"/>
            <a:ext cx="10515600" cy="365127"/>
          </a:xfrm>
        </p:spPr>
        <p:txBody>
          <a:bodyPr anchor="t">
            <a:normAutofit/>
          </a:bodyPr>
          <a:lstStyle>
            <a:lvl1pPr>
              <a:defRPr lang="en-US" sz="2800" kern="1200" dirty="0">
                <a:solidFill>
                  <a:srgbClr val="FF0000"/>
                </a:solidFill>
                <a:latin typeface="Trebuchet MS" panose="020B0603020202020204" pitchFamily="34" charset="0"/>
                <a:ea typeface="+mn-ea"/>
                <a:cs typeface="+mn-cs"/>
              </a:defRPr>
            </a:lvl1pPr>
          </a:lstStyle>
          <a:p>
            <a:r>
              <a:rPr lang="en-US"/>
              <a:t>Main Heading</a:t>
            </a:r>
          </a:p>
        </p:txBody>
      </p:sp>
      <p:sp>
        <p:nvSpPr>
          <p:cNvPr id="7" name="Subtitle 2">
            <a:extLst>
              <a:ext uri="{FF2B5EF4-FFF2-40B4-BE49-F238E27FC236}">
                <a16:creationId xmlns:a16="http://schemas.microsoft.com/office/drawing/2014/main" id="{D0007C42-634C-FE59-CD16-D8B207A58BAD}"/>
              </a:ext>
            </a:extLst>
          </p:cNvPr>
          <p:cNvSpPr>
            <a:spLocks noGrp="1"/>
          </p:cNvSpPr>
          <p:nvPr>
            <p:ph type="subTitle" idx="1" hasCustomPrompt="1"/>
          </p:nvPr>
        </p:nvSpPr>
        <p:spPr>
          <a:xfrm>
            <a:off x="184150" y="617538"/>
            <a:ext cx="9144000" cy="365125"/>
          </a:xfrm>
        </p:spPr>
        <p:txBody>
          <a:bodyPr>
            <a:normAutofit/>
          </a:bodyPr>
          <a:lstStyle>
            <a:lvl1pPr marL="0" indent="0" algn="l">
              <a:buNone/>
              <a:defRPr sz="1800">
                <a:solidFill>
                  <a:schemeClr val="accent6">
                    <a:lumMod val="75000"/>
                  </a:schemeClr>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Optional </a:t>
            </a:r>
            <a:r>
              <a:rPr lang="en-US" err="1"/>
              <a:t>Subheader</a:t>
            </a:r>
            <a:endParaRPr lang="en-US"/>
          </a:p>
        </p:txBody>
      </p:sp>
      <p:grpSp>
        <p:nvGrpSpPr>
          <p:cNvPr id="3" name="Groupe 1">
            <a:extLst>
              <a:ext uri="{FF2B5EF4-FFF2-40B4-BE49-F238E27FC236}">
                <a16:creationId xmlns:a16="http://schemas.microsoft.com/office/drawing/2014/main" id="{E58AE888-EF50-B5AA-94D1-B4BEE3B0C3AB}"/>
              </a:ext>
            </a:extLst>
          </p:cNvPr>
          <p:cNvGrpSpPr/>
          <p:nvPr userDrawn="1"/>
        </p:nvGrpSpPr>
        <p:grpSpPr>
          <a:xfrm>
            <a:off x="11501102" y="171573"/>
            <a:ext cx="419436" cy="388988"/>
            <a:chOff x="11501102" y="171573"/>
            <a:chExt cx="419436" cy="388988"/>
          </a:xfrm>
        </p:grpSpPr>
        <p:sp>
          <p:nvSpPr>
            <p:cNvPr id="4" name="Freeform 13">
              <a:extLst>
                <a:ext uri="{FF2B5EF4-FFF2-40B4-BE49-F238E27FC236}">
                  <a16:creationId xmlns:a16="http://schemas.microsoft.com/office/drawing/2014/main" id="{5928843A-EA3A-776A-B7CA-09B18FBD399C}"/>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5" name="Freeform 14">
              <a:extLst>
                <a:ext uri="{FF2B5EF4-FFF2-40B4-BE49-F238E27FC236}">
                  <a16:creationId xmlns:a16="http://schemas.microsoft.com/office/drawing/2014/main" id="{929D9F48-CFFC-6498-D830-7EF647371AE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086138824"/>
      </p:ext>
    </p:extLst>
  </p:cSld>
  <p:clrMapOvr>
    <a:overrideClrMapping bg1="lt1" tx1="dk1" bg2="lt2" tx2="dk2" accent1="accent1" accent2="accent2" accent3="accent3" accent4="accent4" accent5="accent5" accent6="accent6" hlink="hlink" folHlink="folHlink"/>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1_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4150" y="175419"/>
            <a:ext cx="10515600" cy="365127"/>
          </a:xfrm>
        </p:spPr>
        <p:txBody>
          <a:bodyPr anchor="t">
            <a:normAutofit/>
          </a:bodyPr>
          <a:lstStyle>
            <a:lvl1pPr>
              <a:defRPr lang="en-US" sz="2800" kern="1200" dirty="0">
                <a:solidFill>
                  <a:srgbClr val="FF0000"/>
                </a:solidFill>
                <a:latin typeface="Trebuchet MS" panose="020B0603020202020204" pitchFamily="34" charset="0"/>
                <a:ea typeface="+mn-ea"/>
                <a:cs typeface="+mn-cs"/>
              </a:defRPr>
            </a:lvl1pPr>
          </a:lstStyle>
          <a:p>
            <a:r>
              <a:rPr lang="en-US"/>
              <a:t>Main Heading</a:t>
            </a:r>
          </a:p>
        </p:txBody>
      </p:sp>
      <p:sp>
        <p:nvSpPr>
          <p:cNvPr id="7" name="Subtitle 2">
            <a:extLst>
              <a:ext uri="{FF2B5EF4-FFF2-40B4-BE49-F238E27FC236}">
                <a16:creationId xmlns:a16="http://schemas.microsoft.com/office/drawing/2014/main" id="{D0007C42-634C-FE59-CD16-D8B207A58BAD}"/>
              </a:ext>
            </a:extLst>
          </p:cNvPr>
          <p:cNvSpPr>
            <a:spLocks noGrp="1"/>
          </p:cNvSpPr>
          <p:nvPr>
            <p:ph type="subTitle" idx="1" hasCustomPrompt="1"/>
          </p:nvPr>
        </p:nvSpPr>
        <p:spPr>
          <a:xfrm>
            <a:off x="184150" y="617538"/>
            <a:ext cx="9144000" cy="365125"/>
          </a:xfrm>
        </p:spPr>
        <p:txBody>
          <a:bodyPr>
            <a:normAutofit/>
          </a:bodyPr>
          <a:lstStyle>
            <a:lvl1pPr marL="0" indent="0" algn="l">
              <a:buNone/>
              <a:defRPr sz="1800">
                <a:solidFill>
                  <a:schemeClr val="accent6">
                    <a:lumMod val="75000"/>
                  </a:schemeClr>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Optional </a:t>
            </a:r>
            <a:r>
              <a:rPr lang="en-US" err="1"/>
              <a:t>Subheader</a:t>
            </a:r>
            <a:endParaRPr lang="en-US"/>
          </a:p>
        </p:txBody>
      </p:sp>
      <p:grpSp>
        <p:nvGrpSpPr>
          <p:cNvPr id="3" name="Groupe 1">
            <a:extLst>
              <a:ext uri="{FF2B5EF4-FFF2-40B4-BE49-F238E27FC236}">
                <a16:creationId xmlns:a16="http://schemas.microsoft.com/office/drawing/2014/main" id="{E58AE888-EF50-B5AA-94D1-B4BEE3B0C3AB}"/>
              </a:ext>
            </a:extLst>
          </p:cNvPr>
          <p:cNvGrpSpPr/>
          <p:nvPr userDrawn="1"/>
        </p:nvGrpSpPr>
        <p:grpSpPr>
          <a:xfrm>
            <a:off x="11501102" y="171573"/>
            <a:ext cx="419436" cy="388988"/>
            <a:chOff x="11501102" y="171573"/>
            <a:chExt cx="419436" cy="388988"/>
          </a:xfrm>
        </p:grpSpPr>
        <p:sp>
          <p:nvSpPr>
            <p:cNvPr id="4" name="Freeform 13">
              <a:extLst>
                <a:ext uri="{FF2B5EF4-FFF2-40B4-BE49-F238E27FC236}">
                  <a16:creationId xmlns:a16="http://schemas.microsoft.com/office/drawing/2014/main" id="{5928843A-EA3A-776A-B7CA-09B18FBD399C}"/>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5" name="Freeform 14">
              <a:extLst>
                <a:ext uri="{FF2B5EF4-FFF2-40B4-BE49-F238E27FC236}">
                  <a16:creationId xmlns:a16="http://schemas.microsoft.com/office/drawing/2014/main" id="{929D9F48-CFFC-6498-D830-7EF647371AE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1496653534"/>
      </p:ext>
    </p:extLst>
  </p:cSld>
  <p:clrMapOvr>
    <a:overrideClrMapping bg1="lt1" tx1="dk1" bg2="lt2" tx2="dk2" accent1="accent1" accent2="accent2" accent3="accent3" accent4="accent4" accent5="accent5" accent6="accent6" hlink="hlink" folHlink="folHlink"/>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7A470-D3B9-74CC-CA63-EC3F211552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D1195B7-1AB3-29EA-D293-7029D2CDF7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4A7BDFF-6D11-8A55-6DF2-A589187683ED}"/>
              </a:ext>
            </a:extLst>
          </p:cNvPr>
          <p:cNvSpPr>
            <a:spLocks noGrp="1"/>
          </p:cNvSpPr>
          <p:nvPr>
            <p:ph type="dt" sz="half" idx="10"/>
          </p:nvPr>
        </p:nvSpPr>
        <p:spPr/>
        <p:txBody>
          <a:bodyPr/>
          <a:lstStyle/>
          <a:p>
            <a:fld id="{08AA5C63-9F4B-4408-BA43-E992054B5E3E}" type="datetimeFigureOut">
              <a:rPr lang="en-GB" smtClean="0"/>
              <a:t>01/09/2025</a:t>
            </a:fld>
            <a:endParaRPr lang="en-GB"/>
          </a:p>
        </p:txBody>
      </p:sp>
      <p:sp>
        <p:nvSpPr>
          <p:cNvPr id="6" name="Slide Number Placeholder 5">
            <a:extLst>
              <a:ext uri="{FF2B5EF4-FFF2-40B4-BE49-F238E27FC236}">
                <a16:creationId xmlns:a16="http://schemas.microsoft.com/office/drawing/2014/main" id="{DCFCBEB1-3099-CC5A-EA38-6091019B00FB}"/>
              </a:ext>
            </a:extLst>
          </p:cNvPr>
          <p:cNvSpPr>
            <a:spLocks noGrp="1"/>
          </p:cNvSpPr>
          <p:nvPr>
            <p:ph type="sldNum" sz="quarter" idx="12"/>
          </p:nvPr>
        </p:nvSpPr>
        <p:spPr/>
        <p:txBody>
          <a:bodyPr/>
          <a:lstStyle/>
          <a:p>
            <a:fld id="{5519C50A-20F4-41C1-AE61-3A3510D93EB5}" type="slidenum">
              <a:rPr lang="en-GB" smtClean="0"/>
              <a:t>‹#›</a:t>
            </a:fld>
            <a:endParaRPr lang="en-GB"/>
          </a:p>
        </p:txBody>
      </p:sp>
    </p:spTree>
    <p:extLst>
      <p:ext uri="{BB962C8B-B14F-4D97-AF65-F5344CB8AC3E}">
        <p14:creationId xmlns:p14="http://schemas.microsoft.com/office/powerpoint/2010/main" val="287179380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78039-5436-F958-5466-C45498490BD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2433A4C-F863-B70D-B91F-07D43F2823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4230F84-B998-8A5E-AA00-DE94EFA553D7}"/>
              </a:ext>
            </a:extLst>
          </p:cNvPr>
          <p:cNvSpPr>
            <a:spLocks noGrp="1"/>
          </p:cNvSpPr>
          <p:nvPr>
            <p:ph type="dt" sz="half" idx="10"/>
          </p:nvPr>
        </p:nvSpPr>
        <p:spPr/>
        <p:txBody>
          <a:bodyPr/>
          <a:lstStyle/>
          <a:p>
            <a:fld id="{08AA5C63-9F4B-4408-BA43-E992054B5E3E}" type="datetimeFigureOut">
              <a:rPr lang="en-GB" smtClean="0"/>
              <a:t>01/09/2025</a:t>
            </a:fld>
            <a:endParaRPr lang="en-GB"/>
          </a:p>
        </p:txBody>
      </p:sp>
      <p:sp>
        <p:nvSpPr>
          <p:cNvPr id="5" name="Footer Placeholder 4">
            <a:extLst>
              <a:ext uri="{FF2B5EF4-FFF2-40B4-BE49-F238E27FC236}">
                <a16:creationId xmlns:a16="http://schemas.microsoft.com/office/drawing/2014/main" id="{496911FA-2E00-E4D0-5C22-CAF86069FC2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ADB7DE7-6597-7887-2B99-934964A841E6}"/>
              </a:ext>
            </a:extLst>
          </p:cNvPr>
          <p:cNvSpPr>
            <a:spLocks noGrp="1"/>
          </p:cNvSpPr>
          <p:nvPr>
            <p:ph type="sldNum" sz="quarter" idx="12"/>
          </p:nvPr>
        </p:nvSpPr>
        <p:spPr/>
        <p:txBody>
          <a:bodyPr/>
          <a:lstStyle/>
          <a:p>
            <a:fld id="{5519C50A-20F4-41C1-AE61-3A3510D93EB5}" type="slidenum">
              <a:rPr lang="en-GB" smtClean="0"/>
              <a:t>‹#›</a:t>
            </a:fld>
            <a:endParaRPr lang="en-GB"/>
          </a:p>
        </p:txBody>
      </p:sp>
    </p:spTree>
    <p:extLst>
      <p:ext uri="{BB962C8B-B14F-4D97-AF65-F5344CB8AC3E}">
        <p14:creationId xmlns:p14="http://schemas.microsoft.com/office/powerpoint/2010/main" val="244122840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A7664-D9B8-F68C-CD7E-CB9BB0B08C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CFBE60E-07FA-3B97-85C5-5CAFB7B05B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0988B3-CC5C-8838-4D07-46245C102734}"/>
              </a:ext>
            </a:extLst>
          </p:cNvPr>
          <p:cNvSpPr>
            <a:spLocks noGrp="1"/>
          </p:cNvSpPr>
          <p:nvPr>
            <p:ph type="dt" sz="half" idx="10"/>
          </p:nvPr>
        </p:nvSpPr>
        <p:spPr/>
        <p:txBody>
          <a:bodyPr/>
          <a:lstStyle/>
          <a:p>
            <a:fld id="{08AA5C63-9F4B-4408-BA43-E992054B5E3E}" type="datetimeFigureOut">
              <a:rPr lang="en-GB" smtClean="0"/>
              <a:t>01/09/2025</a:t>
            </a:fld>
            <a:endParaRPr lang="en-GB"/>
          </a:p>
        </p:txBody>
      </p:sp>
      <p:sp>
        <p:nvSpPr>
          <p:cNvPr id="5" name="Footer Placeholder 4">
            <a:extLst>
              <a:ext uri="{FF2B5EF4-FFF2-40B4-BE49-F238E27FC236}">
                <a16:creationId xmlns:a16="http://schemas.microsoft.com/office/drawing/2014/main" id="{60906C09-E293-4014-ED3D-C3853F5FD1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9D69F73-49EC-87C1-EA32-FAEF8235DE37}"/>
              </a:ext>
            </a:extLst>
          </p:cNvPr>
          <p:cNvSpPr>
            <a:spLocks noGrp="1"/>
          </p:cNvSpPr>
          <p:nvPr>
            <p:ph type="sldNum" sz="quarter" idx="12"/>
          </p:nvPr>
        </p:nvSpPr>
        <p:spPr/>
        <p:txBody>
          <a:bodyPr/>
          <a:lstStyle/>
          <a:p>
            <a:fld id="{5519C50A-20F4-41C1-AE61-3A3510D93EB5}" type="slidenum">
              <a:rPr lang="en-GB" smtClean="0"/>
              <a:t>‹#›</a:t>
            </a:fld>
            <a:endParaRPr lang="en-GB"/>
          </a:p>
        </p:txBody>
      </p:sp>
    </p:spTree>
    <p:extLst>
      <p:ext uri="{BB962C8B-B14F-4D97-AF65-F5344CB8AC3E}">
        <p14:creationId xmlns:p14="http://schemas.microsoft.com/office/powerpoint/2010/main" val="2273100355"/>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0AC3E-FD77-F987-F176-1F0A0D74B09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337DA13-5E53-749B-A280-CCE83ECBAC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34301DE-5F46-7AF5-ED3F-EC192B1A84A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F5C257A-7C15-5500-12B7-D5B0C3567EAA}"/>
              </a:ext>
            </a:extLst>
          </p:cNvPr>
          <p:cNvSpPr>
            <a:spLocks noGrp="1"/>
          </p:cNvSpPr>
          <p:nvPr>
            <p:ph type="dt" sz="half" idx="10"/>
          </p:nvPr>
        </p:nvSpPr>
        <p:spPr/>
        <p:txBody>
          <a:bodyPr/>
          <a:lstStyle/>
          <a:p>
            <a:fld id="{08AA5C63-9F4B-4408-BA43-E992054B5E3E}" type="datetimeFigureOut">
              <a:rPr lang="en-GB" smtClean="0"/>
              <a:t>01/09/2025</a:t>
            </a:fld>
            <a:endParaRPr lang="en-GB"/>
          </a:p>
        </p:txBody>
      </p:sp>
      <p:sp>
        <p:nvSpPr>
          <p:cNvPr id="6" name="Footer Placeholder 5">
            <a:extLst>
              <a:ext uri="{FF2B5EF4-FFF2-40B4-BE49-F238E27FC236}">
                <a16:creationId xmlns:a16="http://schemas.microsoft.com/office/drawing/2014/main" id="{8CD8A2D6-5701-4FD0-451F-FD4E7ED9769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D1B3DF5-4950-86F1-E7E8-15B23D015F0E}"/>
              </a:ext>
            </a:extLst>
          </p:cNvPr>
          <p:cNvSpPr>
            <a:spLocks noGrp="1"/>
          </p:cNvSpPr>
          <p:nvPr>
            <p:ph type="sldNum" sz="quarter" idx="12"/>
          </p:nvPr>
        </p:nvSpPr>
        <p:spPr/>
        <p:txBody>
          <a:bodyPr/>
          <a:lstStyle/>
          <a:p>
            <a:fld id="{5519C50A-20F4-41C1-AE61-3A3510D93EB5}" type="slidenum">
              <a:rPr lang="en-GB" smtClean="0"/>
              <a:t>‹#›</a:t>
            </a:fld>
            <a:endParaRPr lang="en-GB"/>
          </a:p>
        </p:txBody>
      </p:sp>
    </p:spTree>
    <p:extLst>
      <p:ext uri="{BB962C8B-B14F-4D97-AF65-F5344CB8AC3E}">
        <p14:creationId xmlns:p14="http://schemas.microsoft.com/office/powerpoint/2010/main" val="2964414793"/>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535AB-5A7F-558F-63D4-E8D292DD27B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17A32CD-14C7-1898-C943-A4B24CFFA0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2EF301-002A-DCBC-6603-B86E24B815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69EA6B9-27FA-D21E-B9CB-1D419EA7A8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0E0C44-2042-635E-19E9-6A67CB4145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003C579-5A2E-7016-93A2-CCF973636071}"/>
              </a:ext>
            </a:extLst>
          </p:cNvPr>
          <p:cNvSpPr>
            <a:spLocks noGrp="1"/>
          </p:cNvSpPr>
          <p:nvPr>
            <p:ph type="dt" sz="half" idx="10"/>
          </p:nvPr>
        </p:nvSpPr>
        <p:spPr/>
        <p:txBody>
          <a:bodyPr/>
          <a:lstStyle/>
          <a:p>
            <a:fld id="{08AA5C63-9F4B-4408-BA43-E992054B5E3E}" type="datetimeFigureOut">
              <a:rPr lang="en-GB" smtClean="0"/>
              <a:t>01/09/2025</a:t>
            </a:fld>
            <a:endParaRPr lang="en-GB"/>
          </a:p>
        </p:txBody>
      </p:sp>
      <p:sp>
        <p:nvSpPr>
          <p:cNvPr id="8" name="Footer Placeholder 7">
            <a:extLst>
              <a:ext uri="{FF2B5EF4-FFF2-40B4-BE49-F238E27FC236}">
                <a16:creationId xmlns:a16="http://schemas.microsoft.com/office/drawing/2014/main" id="{6DC60963-C24E-BE0A-BCC0-3F9BFA9E17F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7D0DC43-E282-2786-061C-42F15EB8872F}"/>
              </a:ext>
            </a:extLst>
          </p:cNvPr>
          <p:cNvSpPr>
            <a:spLocks noGrp="1"/>
          </p:cNvSpPr>
          <p:nvPr>
            <p:ph type="sldNum" sz="quarter" idx="12"/>
          </p:nvPr>
        </p:nvSpPr>
        <p:spPr/>
        <p:txBody>
          <a:bodyPr/>
          <a:lstStyle/>
          <a:p>
            <a:fld id="{5519C50A-20F4-41C1-AE61-3A3510D93EB5}" type="slidenum">
              <a:rPr lang="en-GB" smtClean="0"/>
              <a:t>‹#›</a:t>
            </a:fld>
            <a:endParaRPr lang="en-GB"/>
          </a:p>
        </p:txBody>
      </p:sp>
    </p:spTree>
    <p:extLst>
      <p:ext uri="{BB962C8B-B14F-4D97-AF65-F5344CB8AC3E}">
        <p14:creationId xmlns:p14="http://schemas.microsoft.com/office/powerpoint/2010/main" val="2869174716"/>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80FF0-9570-8B76-3EC5-697017709F3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30C1610-9FD8-444B-0A71-83CBC70A7550}"/>
              </a:ext>
            </a:extLst>
          </p:cNvPr>
          <p:cNvSpPr>
            <a:spLocks noGrp="1"/>
          </p:cNvSpPr>
          <p:nvPr>
            <p:ph type="dt" sz="half" idx="10"/>
          </p:nvPr>
        </p:nvSpPr>
        <p:spPr/>
        <p:txBody>
          <a:bodyPr/>
          <a:lstStyle/>
          <a:p>
            <a:fld id="{08AA5C63-9F4B-4408-BA43-E992054B5E3E}" type="datetimeFigureOut">
              <a:rPr lang="en-GB" smtClean="0"/>
              <a:t>01/09/2025</a:t>
            </a:fld>
            <a:endParaRPr lang="en-GB"/>
          </a:p>
        </p:txBody>
      </p:sp>
      <p:sp>
        <p:nvSpPr>
          <p:cNvPr id="4" name="Footer Placeholder 3">
            <a:extLst>
              <a:ext uri="{FF2B5EF4-FFF2-40B4-BE49-F238E27FC236}">
                <a16:creationId xmlns:a16="http://schemas.microsoft.com/office/drawing/2014/main" id="{B4B3C33A-71C4-A648-4A5A-2856B91DD57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085CBFB-9B49-7584-A93E-CF33188DE433}"/>
              </a:ext>
            </a:extLst>
          </p:cNvPr>
          <p:cNvSpPr>
            <a:spLocks noGrp="1"/>
          </p:cNvSpPr>
          <p:nvPr>
            <p:ph type="sldNum" sz="quarter" idx="12"/>
          </p:nvPr>
        </p:nvSpPr>
        <p:spPr/>
        <p:txBody>
          <a:bodyPr/>
          <a:lstStyle/>
          <a:p>
            <a:fld id="{5519C50A-20F4-41C1-AE61-3A3510D93EB5}" type="slidenum">
              <a:rPr lang="en-GB" smtClean="0"/>
              <a:t>‹#›</a:t>
            </a:fld>
            <a:endParaRPr lang="en-GB"/>
          </a:p>
        </p:txBody>
      </p:sp>
    </p:spTree>
    <p:extLst>
      <p:ext uri="{BB962C8B-B14F-4D97-AF65-F5344CB8AC3E}">
        <p14:creationId xmlns:p14="http://schemas.microsoft.com/office/powerpoint/2010/main" val="3798413064"/>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11750A-868B-76FF-AC99-050E06CE92E7}"/>
              </a:ext>
            </a:extLst>
          </p:cNvPr>
          <p:cNvSpPr>
            <a:spLocks noGrp="1"/>
          </p:cNvSpPr>
          <p:nvPr>
            <p:ph type="dt" sz="half" idx="10"/>
          </p:nvPr>
        </p:nvSpPr>
        <p:spPr/>
        <p:txBody>
          <a:bodyPr/>
          <a:lstStyle/>
          <a:p>
            <a:fld id="{08AA5C63-9F4B-4408-BA43-E992054B5E3E}" type="datetimeFigureOut">
              <a:rPr lang="en-GB" smtClean="0"/>
              <a:t>01/09/2025</a:t>
            </a:fld>
            <a:endParaRPr lang="en-GB"/>
          </a:p>
        </p:txBody>
      </p:sp>
      <p:sp>
        <p:nvSpPr>
          <p:cNvPr id="3" name="Footer Placeholder 2">
            <a:extLst>
              <a:ext uri="{FF2B5EF4-FFF2-40B4-BE49-F238E27FC236}">
                <a16:creationId xmlns:a16="http://schemas.microsoft.com/office/drawing/2014/main" id="{C5C213CC-951D-197D-C748-30A5682AB3A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9BB7C24-8AE1-83AE-B77B-F4A7F0FC3686}"/>
              </a:ext>
            </a:extLst>
          </p:cNvPr>
          <p:cNvSpPr>
            <a:spLocks noGrp="1"/>
          </p:cNvSpPr>
          <p:nvPr>
            <p:ph type="sldNum" sz="quarter" idx="12"/>
          </p:nvPr>
        </p:nvSpPr>
        <p:spPr/>
        <p:txBody>
          <a:bodyPr/>
          <a:lstStyle/>
          <a:p>
            <a:fld id="{5519C50A-20F4-41C1-AE61-3A3510D93EB5}" type="slidenum">
              <a:rPr lang="en-GB" smtClean="0"/>
              <a:t>‹#›</a:t>
            </a:fld>
            <a:endParaRPr lang="en-GB"/>
          </a:p>
        </p:txBody>
      </p:sp>
    </p:spTree>
    <p:extLst>
      <p:ext uri="{BB962C8B-B14F-4D97-AF65-F5344CB8AC3E}">
        <p14:creationId xmlns:p14="http://schemas.microsoft.com/office/powerpoint/2010/main" val="92080272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0ED7C-7BEE-DEEE-CD73-95D86AD038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D67F37F-D39C-B825-4B79-20D16E5A7A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A04D681-EE9E-9594-2EAC-04E2E6A715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8C9C3F-E34B-6CEA-E35F-6D041A95DCC7}"/>
              </a:ext>
            </a:extLst>
          </p:cNvPr>
          <p:cNvSpPr>
            <a:spLocks noGrp="1"/>
          </p:cNvSpPr>
          <p:nvPr>
            <p:ph type="dt" sz="half" idx="10"/>
          </p:nvPr>
        </p:nvSpPr>
        <p:spPr/>
        <p:txBody>
          <a:bodyPr/>
          <a:lstStyle/>
          <a:p>
            <a:fld id="{08AA5C63-9F4B-4408-BA43-E992054B5E3E}" type="datetimeFigureOut">
              <a:rPr lang="en-GB" smtClean="0"/>
              <a:t>01/09/2025</a:t>
            </a:fld>
            <a:endParaRPr lang="en-GB"/>
          </a:p>
        </p:txBody>
      </p:sp>
      <p:sp>
        <p:nvSpPr>
          <p:cNvPr id="6" name="Footer Placeholder 5">
            <a:extLst>
              <a:ext uri="{FF2B5EF4-FFF2-40B4-BE49-F238E27FC236}">
                <a16:creationId xmlns:a16="http://schemas.microsoft.com/office/drawing/2014/main" id="{7A4970D5-65DA-B161-3A31-468203A467A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9A07AA2-59AA-1D30-6E7E-6521F026405C}"/>
              </a:ext>
            </a:extLst>
          </p:cNvPr>
          <p:cNvSpPr>
            <a:spLocks noGrp="1"/>
          </p:cNvSpPr>
          <p:nvPr>
            <p:ph type="sldNum" sz="quarter" idx="12"/>
          </p:nvPr>
        </p:nvSpPr>
        <p:spPr/>
        <p:txBody>
          <a:bodyPr/>
          <a:lstStyle/>
          <a:p>
            <a:fld id="{5519C50A-20F4-41C1-AE61-3A3510D93EB5}" type="slidenum">
              <a:rPr lang="en-GB" smtClean="0"/>
              <a:t>‹#›</a:t>
            </a:fld>
            <a:endParaRPr lang="en-GB"/>
          </a:p>
        </p:txBody>
      </p:sp>
    </p:spTree>
    <p:extLst>
      <p:ext uri="{BB962C8B-B14F-4D97-AF65-F5344CB8AC3E}">
        <p14:creationId xmlns:p14="http://schemas.microsoft.com/office/powerpoint/2010/main" val="168627993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75755-B4CB-BA48-0479-B348965619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547B8E0-968A-6261-8662-25C15D2782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79152E4-9E68-22C9-D185-2F0B5F2CC9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3196DD-BED1-E3F0-240D-B9E0FE0C7BE6}"/>
              </a:ext>
            </a:extLst>
          </p:cNvPr>
          <p:cNvSpPr>
            <a:spLocks noGrp="1"/>
          </p:cNvSpPr>
          <p:nvPr>
            <p:ph type="dt" sz="half" idx="10"/>
          </p:nvPr>
        </p:nvSpPr>
        <p:spPr/>
        <p:txBody>
          <a:bodyPr/>
          <a:lstStyle/>
          <a:p>
            <a:fld id="{08AA5C63-9F4B-4408-BA43-E992054B5E3E}" type="datetimeFigureOut">
              <a:rPr lang="en-GB" smtClean="0"/>
              <a:t>01/09/2025</a:t>
            </a:fld>
            <a:endParaRPr lang="en-GB"/>
          </a:p>
        </p:txBody>
      </p:sp>
      <p:sp>
        <p:nvSpPr>
          <p:cNvPr id="6" name="Footer Placeholder 5">
            <a:extLst>
              <a:ext uri="{FF2B5EF4-FFF2-40B4-BE49-F238E27FC236}">
                <a16:creationId xmlns:a16="http://schemas.microsoft.com/office/drawing/2014/main" id="{2558B98D-C4FB-CE22-78C4-0A254385DD4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21016A6-75DD-047C-1295-E23CDF070D18}"/>
              </a:ext>
            </a:extLst>
          </p:cNvPr>
          <p:cNvSpPr>
            <a:spLocks noGrp="1"/>
          </p:cNvSpPr>
          <p:nvPr>
            <p:ph type="sldNum" sz="quarter" idx="12"/>
          </p:nvPr>
        </p:nvSpPr>
        <p:spPr/>
        <p:txBody>
          <a:bodyPr/>
          <a:lstStyle/>
          <a:p>
            <a:fld id="{5519C50A-20F4-41C1-AE61-3A3510D93EB5}" type="slidenum">
              <a:rPr lang="en-GB" smtClean="0"/>
              <a:t>‹#›</a:t>
            </a:fld>
            <a:endParaRPr lang="en-GB"/>
          </a:p>
        </p:txBody>
      </p:sp>
    </p:spTree>
    <p:extLst>
      <p:ext uri="{BB962C8B-B14F-4D97-AF65-F5344CB8AC3E}">
        <p14:creationId xmlns:p14="http://schemas.microsoft.com/office/powerpoint/2010/main" val="4226897829"/>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4C6EC-E754-B0D2-55B7-018DEA03D4C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1EF6276-B188-7C6D-4D35-349C19F217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7EBBEEF-364C-4858-FB82-2F338051B45E}"/>
              </a:ext>
            </a:extLst>
          </p:cNvPr>
          <p:cNvSpPr>
            <a:spLocks noGrp="1"/>
          </p:cNvSpPr>
          <p:nvPr>
            <p:ph type="dt" sz="half" idx="10"/>
          </p:nvPr>
        </p:nvSpPr>
        <p:spPr/>
        <p:txBody>
          <a:bodyPr/>
          <a:lstStyle/>
          <a:p>
            <a:fld id="{08AA5C63-9F4B-4408-BA43-E992054B5E3E}" type="datetimeFigureOut">
              <a:rPr lang="en-GB" smtClean="0"/>
              <a:t>01/09/2025</a:t>
            </a:fld>
            <a:endParaRPr lang="en-GB"/>
          </a:p>
        </p:txBody>
      </p:sp>
      <p:sp>
        <p:nvSpPr>
          <p:cNvPr id="5" name="Footer Placeholder 4">
            <a:extLst>
              <a:ext uri="{FF2B5EF4-FFF2-40B4-BE49-F238E27FC236}">
                <a16:creationId xmlns:a16="http://schemas.microsoft.com/office/drawing/2014/main" id="{D36EDDFC-C2E4-AC21-B7E1-649F645EC8D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4BA16CA-EEED-CE3B-46E4-05F41641DFD0}"/>
              </a:ext>
            </a:extLst>
          </p:cNvPr>
          <p:cNvSpPr>
            <a:spLocks noGrp="1"/>
          </p:cNvSpPr>
          <p:nvPr>
            <p:ph type="sldNum" sz="quarter" idx="12"/>
          </p:nvPr>
        </p:nvSpPr>
        <p:spPr/>
        <p:txBody>
          <a:bodyPr/>
          <a:lstStyle/>
          <a:p>
            <a:fld id="{5519C50A-20F4-41C1-AE61-3A3510D93EB5}" type="slidenum">
              <a:rPr lang="en-GB" smtClean="0"/>
              <a:t>‹#›</a:t>
            </a:fld>
            <a:endParaRPr lang="en-GB"/>
          </a:p>
        </p:txBody>
      </p:sp>
    </p:spTree>
    <p:extLst>
      <p:ext uri="{BB962C8B-B14F-4D97-AF65-F5344CB8AC3E}">
        <p14:creationId xmlns:p14="http://schemas.microsoft.com/office/powerpoint/2010/main" val="293464259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F9BA5E-89A7-F444-D7ED-309ED9C614A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FDAE92C-6D5D-BCB9-CB51-C41ED87B56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4F33A48-5AD9-BE06-011B-49FF9DF926D0}"/>
              </a:ext>
            </a:extLst>
          </p:cNvPr>
          <p:cNvSpPr>
            <a:spLocks noGrp="1"/>
          </p:cNvSpPr>
          <p:nvPr>
            <p:ph type="dt" sz="half" idx="10"/>
          </p:nvPr>
        </p:nvSpPr>
        <p:spPr/>
        <p:txBody>
          <a:bodyPr/>
          <a:lstStyle/>
          <a:p>
            <a:fld id="{08AA5C63-9F4B-4408-BA43-E992054B5E3E}" type="datetimeFigureOut">
              <a:rPr lang="en-GB" smtClean="0"/>
              <a:t>01/09/2025</a:t>
            </a:fld>
            <a:endParaRPr lang="en-GB"/>
          </a:p>
        </p:txBody>
      </p:sp>
      <p:sp>
        <p:nvSpPr>
          <p:cNvPr id="5" name="Footer Placeholder 4">
            <a:extLst>
              <a:ext uri="{FF2B5EF4-FFF2-40B4-BE49-F238E27FC236}">
                <a16:creationId xmlns:a16="http://schemas.microsoft.com/office/drawing/2014/main" id="{4CA32930-BA91-F9B0-6640-16013BCC653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F7892AA-E865-DCC1-9A79-538A9914C3D3}"/>
              </a:ext>
            </a:extLst>
          </p:cNvPr>
          <p:cNvSpPr>
            <a:spLocks noGrp="1"/>
          </p:cNvSpPr>
          <p:nvPr>
            <p:ph type="sldNum" sz="quarter" idx="12"/>
          </p:nvPr>
        </p:nvSpPr>
        <p:spPr/>
        <p:txBody>
          <a:bodyPr/>
          <a:lstStyle/>
          <a:p>
            <a:fld id="{5519C50A-20F4-41C1-AE61-3A3510D93EB5}" type="slidenum">
              <a:rPr lang="en-GB" smtClean="0"/>
              <a:t>‹#›</a:t>
            </a:fld>
            <a:endParaRPr lang="en-GB"/>
          </a:p>
        </p:txBody>
      </p:sp>
    </p:spTree>
    <p:extLst>
      <p:ext uri="{BB962C8B-B14F-4D97-AF65-F5344CB8AC3E}">
        <p14:creationId xmlns:p14="http://schemas.microsoft.com/office/powerpoint/2010/main" val="232836281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Title - Whit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48200" y="2465012"/>
            <a:ext cx="8439886" cy="762645"/>
          </a:xfrm>
          <a:prstGeom prst="rect">
            <a:avLst/>
          </a:prstGeom>
          <a:noFill/>
          <a:ln>
            <a:noFill/>
          </a:ln>
          <a:effectLst/>
        </p:spPr>
        <p:txBody>
          <a:bodyPr vert="horz" wrap="square" lIns="91440" tIns="91440" rIns="91440" bIns="91440" numCol="1" anchor="b" anchorCtr="0" compatLnSpc="1">
            <a:prstTxWarp prst="textNoShape">
              <a:avLst/>
            </a:prstTxWarp>
            <a:spAutoFit/>
          </a:bodyPr>
          <a:lstStyle>
            <a:lvl1pPr>
              <a:lnSpc>
                <a:spcPct val="75000"/>
              </a:lnSpc>
              <a:defRPr lang="en-US" sz="4800" b="0" i="0" dirty="0">
                <a:solidFill>
                  <a:srgbClr val="3C3F42"/>
                </a:solidFill>
                <a:latin typeface="+mn-lt"/>
              </a:defRPr>
            </a:lvl1pPr>
          </a:lstStyle>
          <a:p>
            <a:pPr lvl="0" fontAlgn="auto"/>
            <a:r>
              <a:rPr lang="en-US"/>
              <a:t>Click to edit Master title style</a:t>
            </a:r>
          </a:p>
        </p:txBody>
      </p:sp>
      <p:sp>
        <p:nvSpPr>
          <p:cNvPr id="3" name="Subtitle 2"/>
          <p:cNvSpPr>
            <a:spLocks noGrp="1"/>
          </p:cNvSpPr>
          <p:nvPr>
            <p:ph type="subTitle" idx="1"/>
          </p:nvPr>
        </p:nvSpPr>
        <p:spPr>
          <a:xfrm>
            <a:off x="548200" y="3163230"/>
            <a:ext cx="8439886" cy="375047"/>
          </a:xfrm>
          <a:prstGeom prst="rect">
            <a:avLst/>
          </a:prstGeom>
        </p:spPr>
        <p:txBody>
          <a:bodyPr lIns="91440" tIns="0" rIns="91440" bIns="228600" anchor="t" anchorCtr="0">
            <a:noAutofit/>
          </a:bodyPr>
          <a:lstStyle>
            <a:lvl1pPr marL="0" indent="0">
              <a:buNone/>
              <a:defRPr lang="en-US" sz="2800" b="0" i="0" dirty="0">
                <a:solidFill>
                  <a:srgbClr val="3C3F42"/>
                </a:solidFill>
                <a:latin typeface="+mn-lt"/>
              </a:defRPr>
            </a:lvl1pPr>
          </a:lstStyle>
          <a:p>
            <a:pPr lvl="0" fontAlgn="auto"/>
            <a:r>
              <a:rPr lang="en-US"/>
              <a:t>Click to edit Master subtitle style</a:t>
            </a:r>
          </a:p>
        </p:txBody>
      </p:sp>
      <p:sp>
        <p:nvSpPr>
          <p:cNvPr id="14" name="Text Placeholder 13">
            <a:extLst>
              <a:ext uri="{FF2B5EF4-FFF2-40B4-BE49-F238E27FC236}">
                <a16:creationId xmlns:a16="http://schemas.microsoft.com/office/drawing/2014/main" id="{14A0BE74-59D5-4472-AB36-E12FA05F2076}"/>
              </a:ext>
            </a:extLst>
          </p:cNvPr>
          <p:cNvSpPr>
            <a:spLocks noGrp="1"/>
          </p:cNvSpPr>
          <p:nvPr>
            <p:ph type="body" sz="quarter" idx="11"/>
          </p:nvPr>
        </p:nvSpPr>
        <p:spPr>
          <a:xfrm>
            <a:off x="548200" y="4168912"/>
            <a:ext cx="8439886" cy="433388"/>
          </a:xfrm>
          <a:prstGeom prst="rect">
            <a:avLst/>
          </a:prstGeom>
        </p:spPr>
        <p:txBody>
          <a:bodyPr/>
          <a:lstStyle>
            <a:lvl1pPr marL="0" indent="0">
              <a:buNone/>
              <a:defRPr sz="1800">
                <a:solidFill>
                  <a:schemeClr val="bg2">
                    <a:lumMod val="50000"/>
                  </a:schemeClr>
                </a:solidFill>
                <a:latin typeface="+mn-lt"/>
              </a:defRPr>
            </a:lvl1pPr>
          </a:lstStyle>
          <a:p>
            <a:pPr lvl="0"/>
            <a:r>
              <a:rPr lang="en-US"/>
              <a:t>Edit Master text styles</a:t>
            </a:r>
          </a:p>
        </p:txBody>
      </p:sp>
      <p:pic>
        <p:nvPicPr>
          <p:cNvPr id="16" name="Picture 8">
            <a:extLst>
              <a:ext uri="{FF2B5EF4-FFF2-40B4-BE49-F238E27FC236}">
                <a16:creationId xmlns:a16="http://schemas.microsoft.com/office/drawing/2014/main" id="{D3FD4B0C-48BE-2849-A6DA-E0AAD5EB165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370" y="6039302"/>
            <a:ext cx="1726039" cy="350821"/>
          </a:xfrm>
          <a:prstGeom prst="rect">
            <a:avLst/>
          </a:prstGeom>
        </p:spPr>
      </p:pic>
      <p:cxnSp>
        <p:nvCxnSpPr>
          <p:cNvPr id="9" name="Straight Connector 8">
            <a:extLst>
              <a:ext uri="{FF2B5EF4-FFF2-40B4-BE49-F238E27FC236}">
                <a16:creationId xmlns:a16="http://schemas.microsoft.com/office/drawing/2014/main" id="{03266A0F-87C2-A444-A93C-BA8964F2F8D3}"/>
              </a:ext>
            </a:extLst>
          </p:cNvPr>
          <p:cNvCxnSpPr>
            <a:cxnSpLocks/>
          </p:cNvCxnSpPr>
          <p:nvPr userDrawn="1"/>
        </p:nvCxnSpPr>
        <p:spPr>
          <a:xfrm>
            <a:off x="658368" y="3885570"/>
            <a:ext cx="2448000" cy="0"/>
          </a:xfrm>
          <a:prstGeom prst="line">
            <a:avLst/>
          </a:prstGeom>
          <a:ln w="69850" cap="rnd">
            <a:solidFill>
              <a:srgbClr val="E0171A"/>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26805706"/>
      </p:ext>
    </p:extLst>
  </p:cSld>
  <p:clrMapOvr>
    <a:overrideClrMapping bg1="lt1" tx1="dk1" bg2="lt2" tx2="dk2" accent1="accent1" accent2="accent2" accent3="accent3" accent4="accent4" accent5="accent5" accent6="accent6" hlink="hlink" folHlink="folHlink"/>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70ACFCFC-1DDE-342C-6F6C-421985D8A34A}"/>
              </a:ext>
            </a:extLst>
          </p:cNvPr>
          <p:cNvSpPr>
            <a:spLocks noGrp="1"/>
          </p:cNvSpPr>
          <p:nvPr>
            <p:ph type="subTitle" idx="1"/>
          </p:nvPr>
        </p:nvSpPr>
        <p:spPr>
          <a:xfrm>
            <a:off x="407988" y="5460790"/>
            <a:ext cx="11090275"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15" name="Title">
            <a:extLst>
              <a:ext uri="{FF2B5EF4-FFF2-40B4-BE49-F238E27FC236}">
                <a16:creationId xmlns:a16="http://schemas.microsoft.com/office/drawing/2014/main" id="{BA5DDAC5-BAB8-79F8-0B48-89767D2C03B3}"/>
              </a:ext>
            </a:extLst>
          </p:cNvPr>
          <p:cNvSpPr>
            <a:spLocks noGrp="1"/>
          </p:cNvSpPr>
          <p:nvPr>
            <p:ph type="ctrTitle"/>
          </p:nvPr>
        </p:nvSpPr>
        <p:spPr>
          <a:xfrm>
            <a:off x="40798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grpSp>
        <p:nvGrpSpPr>
          <p:cNvPr id="3" name="Group 2">
            <a:extLst>
              <a:ext uri="{FF2B5EF4-FFF2-40B4-BE49-F238E27FC236}">
                <a16:creationId xmlns:a16="http://schemas.microsoft.com/office/drawing/2014/main" id="{337935B1-1E9A-902D-1107-E84E1CDCC3AB}"/>
              </a:ext>
            </a:extLst>
          </p:cNvPr>
          <p:cNvGrpSpPr>
            <a:grpSpLocks noChangeAspect="1"/>
          </p:cNvGrpSpPr>
          <p:nvPr userDrawn="1"/>
        </p:nvGrpSpPr>
        <p:grpSpPr>
          <a:xfrm>
            <a:off x="443568" y="6021288"/>
            <a:ext cx="1872000" cy="420870"/>
            <a:chOff x="5094083" y="5360390"/>
            <a:chExt cx="3039349" cy="683316"/>
          </a:xfrm>
        </p:grpSpPr>
        <p:sp>
          <p:nvSpPr>
            <p:cNvPr id="5" name="Freeform: Shape 4">
              <a:extLst>
                <a:ext uri="{FF2B5EF4-FFF2-40B4-BE49-F238E27FC236}">
                  <a16:creationId xmlns:a16="http://schemas.microsoft.com/office/drawing/2014/main" id="{9BAB5440-AAF9-D636-D963-1CF51D4EEE3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6" name="Freeform: Shape 5">
              <a:extLst>
                <a:ext uri="{FF2B5EF4-FFF2-40B4-BE49-F238E27FC236}">
                  <a16:creationId xmlns:a16="http://schemas.microsoft.com/office/drawing/2014/main" id="{89CD0850-5040-0CC6-F657-BF2242F63884}"/>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7" name="Freeform: Shape 6">
              <a:extLst>
                <a:ext uri="{FF2B5EF4-FFF2-40B4-BE49-F238E27FC236}">
                  <a16:creationId xmlns:a16="http://schemas.microsoft.com/office/drawing/2014/main" id="{408F4CC8-6692-0A4C-C931-B50A99D5E8D4}"/>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8" name="Freeform: Shape 7">
              <a:extLst>
                <a:ext uri="{FF2B5EF4-FFF2-40B4-BE49-F238E27FC236}">
                  <a16:creationId xmlns:a16="http://schemas.microsoft.com/office/drawing/2014/main" id="{9645E874-9471-204B-FEA4-29B6C383031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9" name="Freeform: Shape 8">
              <a:extLst>
                <a:ext uri="{FF2B5EF4-FFF2-40B4-BE49-F238E27FC236}">
                  <a16:creationId xmlns:a16="http://schemas.microsoft.com/office/drawing/2014/main" id="{8CD723AF-3402-E7B5-291B-2ABCD137B39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658191318"/>
      </p:ext>
    </p:extLst>
  </p:cSld>
  <p:clrMapOvr>
    <a:masterClrMapping/>
  </p:clrMapOvr>
  <p:extLst>
    <p:ext uri="{DCECCB84-F9BA-43D5-87BE-67443E8EF086}">
      <p15:sldGuideLst xmlns:p15="http://schemas.microsoft.com/office/powerpoint/2012/main"/>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Title Slide 1a">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2" name="Subtitle">
            <a:extLst>
              <a:ext uri="{FF2B5EF4-FFF2-40B4-BE49-F238E27FC236}">
                <a16:creationId xmlns:a16="http://schemas.microsoft.com/office/drawing/2014/main" id="{263427DF-DAE9-5C4C-6A1A-438ED4F52194}"/>
              </a:ext>
            </a:extLst>
          </p:cNvPr>
          <p:cNvSpPr>
            <a:spLocks noGrp="1"/>
          </p:cNvSpPr>
          <p:nvPr>
            <p:ph type="subTitle" idx="1"/>
          </p:nvPr>
        </p:nvSpPr>
        <p:spPr>
          <a:xfrm>
            <a:off x="407368" y="5457155"/>
            <a:ext cx="11090276"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 name="Title">
            <a:extLst>
              <a:ext uri="{FF2B5EF4-FFF2-40B4-BE49-F238E27FC236}">
                <a16:creationId xmlns:a16="http://schemas.microsoft.com/office/drawing/2014/main" id="{4AAC7C66-F303-132A-295B-65A79300A34B}"/>
              </a:ext>
            </a:extLst>
          </p:cNvPr>
          <p:cNvSpPr>
            <a:spLocks noGrp="1"/>
          </p:cNvSpPr>
          <p:nvPr>
            <p:ph type="ctrTitle"/>
          </p:nvPr>
        </p:nvSpPr>
        <p:spPr>
          <a:xfrm>
            <a:off x="40736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grpSp>
        <p:nvGrpSpPr>
          <p:cNvPr id="11" name="Group 2">
            <a:extLst>
              <a:ext uri="{FF2B5EF4-FFF2-40B4-BE49-F238E27FC236}">
                <a16:creationId xmlns:a16="http://schemas.microsoft.com/office/drawing/2014/main" id="{6CECF1A1-AFBB-C9C3-8C4C-A333753514C3}"/>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6500998E-0CA2-4FA3-BF63-EC673ABF21BF}"/>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5">
              <a:extLst>
                <a:ext uri="{FF2B5EF4-FFF2-40B4-BE49-F238E27FC236}">
                  <a16:creationId xmlns:a16="http://schemas.microsoft.com/office/drawing/2014/main" id="{F3E23DF4-7EAD-57AB-752A-EC8452CB6C51}"/>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6">
              <a:extLst>
                <a:ext uri="{FF2B5EF4-FFF2-40B4-BE49-F238E27FC236}">
                  <a16:creationId xmlns:a16="http://schemas.microsoft.com/office/drawing/2014/main" id="{879BEAB9-ED4E-001A-5054-C9630CF436F9}"/>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7">
              <a:extLst>
                <a:ext uri="{FF2B5EF4-FFF2-40B4-BE49-F238E27FC236}">
                  <a16:creationId xmlns:a16="http://schemas.microsoft.com/office/drawing/2014/main" id="{DC469B38-0BDD-091F-8A89-643F5C025E37}"/>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8">
              <a:extLst>
                <a:ext uri="{FF2B5EF4-FFF2-40B4-BE49-F238E27FC236}">
                  <a16:creationId xmlns:a16="http://schemas.microsoft.com/office/drawing/2014/main" id="{F04538F8-26C6-0B5E-9B13-7C72AEACEC0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pic>
        <p:nvPicPr>
          <p:cNvPr id="4" name="Image 3">
            <a:extLst>
              <a:ext uri="{FF2B5EF4-FFF2-40B4-BE49-F238E27FC236}">
                <a16:creationId xmlns:a16="http://schemas.microsoft.com/office/drawing/2014/main" id="{635BD2C3-1CF1-2C4D-754E-091C3266BEA7}"/>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flipH="1">
            <a:off x="3429336" y="25029"/>
            <a:ext cx="8715336" cy="7220395"/>
          </a:xfrm>
          <a:prstGeom prst="rect">
            <a:avLst/>
          </a:prstGeom>
        </p:spPr>
      </p:pic>
    </p:spTree>
    <p:extLst>
      <p:ext uri="{BB962C8B-B14F-4D97-AF65-F5344CB8AC3E}">
        <p14:creationId xmlns:p14="http://schemas.microsoft.com/office/powerpoint/2010/main" val="3118499971"/>
      </p:ext>
    </p:extLst>
  </p:cSld>
  <p:clrMapOvr>
    <a:masterClrMapping/>
  </p:clrMapOvr>
  <p:extLst>
    <p:ext uri="{DCECCB84-F9BA-43D5-87BE-67443E8EF086}">
      <p15:sldGuideLst xmlns:p15="http://schemas.microsoft.com/office/powerpoint/2012/main">
        <p15:guide id="2" pos="7423">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70" y="3676570"/>
            <a:ext cx="5545138"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5545139"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5545139"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6">
              <a:extLst>
                <a:ext uri="{FF2B5EF4-FFF2-40B4-BE49-F238E27FC236}">
                  <a16:creationId xmlns:a16="http://schemas.microsoft.com/office/drawing/2014/main" id="{2576038A-3386-9D73-0067-BFB5DEACF90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7">
              <a:extLst>
                <a:ext uri="{FF2B5EF4-FFF2-40B4-BE49-F238E27FC236}">
                  <a16:creationId xmlns:a16="http://schemas.microsoft.com/office/drawing/2014/main" id="{32E84BB6-5500-095D-2587-055D5965FCC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8">
              <a:extLst>
                <a:ext uri="{FF2B5EF4-FFF2-40B4-BE49-F238E27FC236}">
                  <a16:creationId xmlns:a16="http://schemas.microsoft.com/office/drawing/2014/main" id="{D81C7108-8FFA-272C-E210-714B7C2FDCCB}"/>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8131787"/>
      </p:ext>
    </p:extLst>
  </p:cSld>
  <p:clrMapOvr>
    <a:masterClrMapping/>
  </p:clrMapOvr>
  <p:extLst>
    <p:ext uri="{DCECCB84-F9BA-43D5-87BE-67443E8EF086}">
      <p15:sldGuideLst xmlns:p15="http://schemas.microsoft.com/office/powerpoint/2012/main"/>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Title Slide 2a">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70" y="3676570"/>
            <a:ext cx="5545138"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5545139"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5545139"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6">
              <a:extLst>
                <a:ext uri="{FF2B5EF4-FFF2-40B4-BE49-F238E27FC236}">
                  <a16:creationId xmlns:a16="http://schemas.microsoft.com/office/drawing/2014/main" id="{2576038A-3386-9D73-0067-BFB5DEACF90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7">
              <a:extLst>
                <a:ext uri="{FF2B5EF4-FFF2-40B4-BE49-F238E27FC236}">
                  <a16:creationId xmlns:a16="http://schemas.microsoft.com/office/drawing/2014/main" id="{32E84BB6-5500-095D-2587-055D5965FCC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8">
              <a:extLst>
                <a:ext uri="{FF2B5EF4-FFF2-40B4-BE49-F238E27FC236}">
                  <a16:creationId xmlns:a16="http://schemas.microsoft.com/office/drawing/2014/main" id="{D81C7108-8FFA-272C-E210-714B7C2FDCCB}"/>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430108233"/>
      </p:ext>
    </p:extLst>
  </p:cSld>
  <p:clrMapOvr>
    <a:masterClrMapping/>
  </p:clrMapOvr>
  <p:extLst>
    <p:ext uri="{DCECCB84-F9BA-43D5-87BE-67443E8EF086}">
      <p15:sldGuideLst xmlns:p15="http://schemas.microsoft.com/office/powerpoint/2012/main"/>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Titls slide 3a">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6C58B55F-3EAC-C6DA-30E9-A9EAE34D711F}"/>
              </a:ext>
            </a:extLst>
          </p:cNvPr>
          <p:cNvSpPr>
            <a:spLocks noGrp="1"/>
          </p:cNvSpPr>
          <p:nvPr>
            <p:ph type="body" sz="quarter" idx="10" hasCustomPrompt="1"/>
          </p:nvPr>
        </p:nvSpPr>
        <p:spPr>
          <a:xfrm>
            <a:off x="427038" y="2320211"/>
            <a:ext cx="11356975" cy="2215991"/>
          </a:xfrm>
          <a:prstGeom prst="rect">
            <a:avLst/>
          </a:prstGeom>
        </p:spPr>
        <p:txBody>
          <a:bodyPr wrap="square" anchor="b"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to </a:t>
            </a:r>
            <a:r>
              <a:rPr lang="fr-FR" err="1"/>
              <a:t>edit</a:t>
            </a:r>
            <a:r>
              <a:rPr lang="fr-FR"/>
              <a:t> master </a:t>
            </a:r>
            <a:r>
              <a:rPr lang="fr-FR" err="1"/>
              <a:t>title</a:t>
            </a:r>
            <a:r>
              <a:rPr lang="fr-FR"/>
              <a:t> Style</a:t>
            </a:r>
          </a:p>
        </p:txBody>
      </p:sp>
      <p:grpSp>
        <p:nvGrpSpPr>
          <p:cNvPr id="5" name="Group 2">
            <a:extLst>
              <a:ext uri="{FF2B5EF4-FFF2-40B4-BE49-F238E27FC236}">
                <a16:creationId xmlns:a16="http://schemas.microsoft.com/office/drawing/2014/main" id="{6C2E4BB5-C5E3-F6F8-4261-BF330F6E49AC}"/>
              </a:ext>
            </a:extLst>
          </p:cNvPr>
          <p:cNvGrpSpPr>
            <a:grpSpLocks noChangeAspect="1"/>
          </p:cNvGrpSpPr>
          <p:nvPr userDrawn="1"/>
        </p:nvGrpSpPr>
        <p:grpSpPr>
          <a:xfrm>
            <a:off x="443568" y="6021288"/>
            <a:ext cx="1872000" cy="420870"/>
            <a:chOff x="5094083" y="5360390"/>
            <a:chExt cx="3039349" cy="683316"/>
          </a:xfrm>
        </p:grpSpPr>
        <p:sp>
          <p:nvSpPr>
            <p:cNvPr id="7" name="Freeform: Shape 4">
              <a:extLst>
                <a:ext uri="{FF2B5EF4-FFF2-40B4-BE49-F238E27FC236}">
                  <a16:creationId xmlns:a16="http://schemas.microsoft.com/office/drawing/2014/main" id="{0F3FBF3D-73C2-AEF9-6A29-26E9974EB2B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8" name="Freeform: Shape 5">
              <a:extLst>
                <a:ext uri="{FF2B5EF4-FFF2-40B4-BE49-F238E27FC236}">
                  <a16:creationId xmlns:a16="http://schemas.microsoft.com/office/drawing/2014/main" id="{16D7EF54-CF87-4A1F-B1F7-68129688842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9" name="Freeform: Shape 6">
              <a:extLst>
                <a:ext uri="{FF2B5EF4-FFF2-40B4-BE49-F238E27FC236}">
                  <a16:creationId xmlns:a16="http://schemas.microsoft.com/office/drawing/2014/main" id="{411034BC-7D78-A8D4-1F4A-8C4D8937B48B}"/>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0" name="Freeform: Shape 7">
              <a:extLst>
                <a:ext uri="{FF2B5EF4-FFF2-40B4-BE49-F238E27FC236}">
                  <a16:creationId xmlns:a16="http://schemas.microsoft.com/office/drawing/2014/main" id="{91A42476-4DC0-A3D4-0B82-C32497A9655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61A1CDED-A495-D2CB-B478-6B5C933C774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619823515"/>
      </p:ext>
    </p:extLst>
  </p:cSld>
  <p:clrMapOvr>
    <a:masterClrMapping/>
  </p:clrMapOvr>
  <p:extLst>
    <p:ext uri="{DCECCB84-F9BA-43D5-87BE-67443E8EF086}">
      <p15:sldGuideLst xmlns:p15="http://schemas.microsoft.com/office/powerpoint/2012/main"/>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Title slide 3b">
    <p:bg>
      <p:bgPr>
        <a:solidFill>
          <a:schemeClr val="accent4"/>
        </a:solidFill>
        <a:effectLst/>
      </p:bgPr>
    </p:bg>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6C58B55F-3EAC-C6DA-30E9-A9EAE34D711F}"/>
              </a:ext>
            </a:extLst>
          </p:cNvPr>
          <p:cNvSpPr>
            <a:spLocks noGrp="1"/>
          </p:cNvSpPr>
          <p:nvPr>
            <p:ph type="body" sz="quarter" idx="10" hasCustomPrompt="1"/>
          </p:nvPr>
        </p:nvSpPr>
        <p:spPr>
          <a:xfrm>
            <a:off x="427038" y="2320211"/>
            <a:ext cx="11356975" cy="2215991"/>
          </a:xfrm>
          <a:prstGeom prst="rect">
            <a:avLst/>
          </a:prstGeom>
        </p:spPr>
        <p:txBody>
          <a:bodyPr wrap="square" anchor="ctr"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to </a:t>
            </a:r>
            <a:r>
              <a:rPr lang="fr-FR" err="1"/>
              <a:t>edit</a:t>
            </a:r>
            <a:r>
              <a:rPr lang="fr-FR"/>
              <a:t> master </a:t>
            </a:r>
            <a:r>
              <a:rPr lang="fr-FR" err="1"/>
              <a:t>title</a:t>
            </a:r>
            <a:r>
              <a:rPr lang="fr-FR"/>
              <a:t> Style</a:t>
            </a:r>
          </a:p>
        </p:txBody>
      </p:sp>
      <p:grpSp>
        <p:nvGrpSpPr>
          <p:cNvPr id="2" name="Group 1">
            <a:extLst>
              <a:ext uri="{FF2B5EF4-FFF2-40B4-BE49-F238E27FC236}">
                <a16:creationId xmlns:a16="http://schemas.microsoft.com/office/drawing/2014/main" id="{D5EC1CE0-E890-6F27-EC37-CCBB63335D47}"/>
              </a:ext>
            </a:extLst>
          </p:cNvPr>
          <p:cNvGrpSpPr>
            <a:grpSpLocks noChangeAspect="1"/>
          </p:cNvGrpSpPr>
          <p:nvPr userDrawn="1"/>
        </p:nvGrpSpPr>
        <p:grpSpPr>
          <a:xfrm>
            <a:off x="443236" y="6021288"/>
            <a:ext cx="1872000" cy="420870"/>
            <a:chOff x="5095385" y="4090756"/>
            <a:chExt cx="3033729" cy="682053"/>
          </a:xfrm>
        </p:grpSpPr>
        <p:sp>
          <p:nvSpPr>
            <p:cNvPr id="6" name="Freeform: Shape 2">
              <a:extLst>
                <a:ext uri="{FF2B5EF4-FFF2-40B4-BE49-F238E27FC236}">
                  <a16:creationId xmlns:a16="http://schemas.microsoft.com/office/drawing/2014/main" id="{FC1EFD8E-6111-C0FE-F23B-7FCABA181AFF}"/>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11" name="Freeform: Shape 3">
              <a:extLst>
                <a:ext uri="{FF2B5EF4-FFF2-40B4-BE49-F238E27FC236}">
                  <a16:creationId xmlns:a16="http://schemas.microsoft.com/office/drawing/2014/main" id="{2E0336C3-FD2D-34F2-37FE-01F1463B9B1A}"/>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12" name="Freeform: Shape 4">
              <a:extLst>
                <a:ext uri="{FF2B5EF4-FFF2-40B4-BE49-F238E27FC236}">
                  <a16:creationId xmlns:a16="http://schemas.microsoft.com/office/drawing/2014/main" id="{BCC79B1A-4DEF-2D28-22B2-7BFA7646E1A5}"/>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3" name="Freeform: Shape 14">
              <a:extLst>
                <a:ext uri="{FF2B5EF4-FFF2-40B4-BE49-F238E27FC236}">
                  <a16:creationId xmlns:a16="http://schemas.microsoft.com/office/drawing/2014/main" id="{95610CD6-85BD-3AFA-95C6-25178AB66F0D}"/>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4" name="Freeform: Shape 20">
              <a:extLst>
                <a:ext uri="{FF2B5EF4-FFF2-40B4-BE49-F238E27FC236}">
                  <a16:creationId xmlns:a16="http://schemas.microsoft.com/office/drawing/2014/main" id="{DE7326A8-CE97-C71F-CFF8-B35813A22238}"/>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073032165"/>
      </p:ext>
    </p:extLst>
  </p:cSld>
  <p:clrMapOvr>
    <a:masterClrMapping/>
  </p:clrMapOvr>
  <p:extLst>
    <p:ext uri="{DCECCB84-F9BA-43D5-87BE-67443E8EF086}">
      <p15:sldGuideLst xmlns:p15="http://schemas.microsoft.com/office/powerpoint/2012/main"/>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Titlse slide 3c">
    <p:bg>
      <p:bgPr>
        <a:solidFill>
          <a:schemeClr val="accent4"/>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27038" y="2320211"/>
            <a:ext cx="11356975" cy="2215991"/>
          </a:xfrm>
          <a:prstGeom prst="rect">
            <a:avLst/>
          </a:prstGeom>
        </p:spPr>
        <p:txBody>
          <a:bodyPr wrap="square" anchor="b"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to </a:t>
            </a:r>
            <a:r>
              <a:rPr lang="fr-FR" err="1"/>
              <a:t>edit</a:t>
            </a:r>
            <a:r>
              <a:rPr lang="fr-FR"/>
              <a:t> master </a:t>
            </a:r>
            <a:r>
              <a:rPr lang="fr-FR" err="1"/>
              <a:t>title</a:t>
            </a:r>
            <a:r>
              <a:rPr lang="fr-FR"/>
              <a:t> Style</a:t>
            </a:r>
          </a:p>
        </p:txBody>
      </p:sp>
      <p:grpSp>
        <p:nvGrpSpPr>
          <p:cNvPr id="2" name="Group 2">
            <a:extLst>
              <a:ext uri="{FF2B5EF4-FFF2-40B4-BE49-F238E27FC236}">
                <a16:creationId xmlns:a16="http://schemas.microsoft.com/office/drawing/2014/main" id="{E112FC67-26E6-91F9-0FAE-294883269917}"/>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FC0E4D70-5998-8125-42E2-E0EE77A84AC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1" name="Freeform: Shape 5">
              <a:extLst>
                <a:ext uri="{FF2B5EF4-FFF2-40B4-BE49-F238E27FC236}">
                  <a16:creationId xmlns:a16="http://schemas.microsoft.com/office/drawing/2014/main" id="{FBD6D893-3276-B285-3B03-8726CD1FFB2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2" name="Freeform: Shape 6">
              <a:extLst>
                <a:ext uri="{FF2B5EF4-FFF2-40B4-BE49-F238E27FC236}">
                  <a16:creationId xmlns:a16="http://schemas.microsoft.com/office/drawing/2014/main" id="{6F9A7FDE-2DE1-AB6B-F371-23968DFB68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7">
              <a:extLst>
                <a:ext uri="{FF2B5EF4-FFF2-40B4-BE49-F238E27FC236}">
                  <a16:creationId xmlns:a16="http://schemas.microsoft.com/office/drawing/2014/main" id="{72366D37-668B-51CE-2CE6-C9DA736141B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8">
              <a:extLst>
                <a:ext uri="{FF2B5EF4-FFF2-40B4-BE49-F238E27FC236}">
                  <a16:creationId xmlns:a16="http://schemas.microsoft.com/office/drawing/2014/main" id="{9CF35CA0-09E8-81C3-4DA7-F503D6BAE3A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pic>
        <p:nvPicPr>
          <p:cNvPr id="4" name="Picture 16">
            <a:extLst>
              <a:ext uri="{FF2B5EF4-FFF2-40B4-BE49-F238E27FC236}">
                <a16:creationId xmlns:a16="http://schemas.microsoft.com/office/drawing/2014/main" id="{415561A2-AF17-AE8E-8E0A-9B607FD1FAB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59896" y="1107202"/>
            <a:ext cx="8281358" cy="6858000"/>
          </a:xfrm>
          <a:prstGeom prst="rect">
            <a:avLst/>
          </a:prstGeom>
        </p:spPr>
      </p:pic>
    </p:spTree>
    <p:extLst>
      <p:ext uri="{BB962C8B-B14F-4D97-AF65-F5344CB8AC3E}">
        <p14:creationId xmlns:p14="http://schemas.microsoft.com/office/powerpoint/2010/main" val="3050116472"/>
      </p:ext>
    </p:extLst>
  </p:cSld>
  <p:clrMapOvr>
    <a:masterClrMapping/>
  </p:clrMapOvr>
  <p:extLst>
    <p:ext uri="{DCECCB84-F9BA-43D5-87BE-67443E8EF086}">
      <p15:sldGuideLst xmlns:p15="http://schemas.microsoft.com/office/powerpoint/2012/main"/>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Title Slide 5">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1053956"/>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a:p>
        </p:txBody>
      </p:sp>
      <p:grpSp>
        <p:nvGrpSpPr>
          <p:cNvPr id="8" name="Group 1">
            <a:extLst>
              <a:ext uri="{FF2B5EF4-FFF2-40B4-BE49-F238E27FC236}">
                <a16:creationId xmlns:a16="http://schemas.microsoft.com/office/drawing/2014/main" id="{0650393B-7E46-5ECE-4310-AF8EC7255742}"/>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09E51387-52A5-B06A-AEC1-9A4DA7D2DACC}"/>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10" name="Freeform: Shape 3">
              <a:extLst>
                <a:ext uri="{FF2B5EF4-FFF2-40B4-BE49-F238E27FC236}">
                  <a16:creationId xmlns:a16="http://schemas.microsoft.com/office/drawing/2014/main" id="{1A2D993C-1439-0B90-F87F-84C15E66CF4C}"/>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11" name="Freeform: Shape 4">
              <a:extLst>
                <a:ext uri="{FF2B5EF4-FFF2-40B4-BE49-F238E27FC236}">
                  <a16:creationId xmlns:a16="http://schemas.microsoft.com/office/drawing/2014/main" id="{9D4A7921-9C3C-6166-B6B7-CEDC5FF28EEB}"/>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2" name="Freeform: Shape 14">
              <a:extLst>
                <a:ext uri="{FF2B5EF4-FFF2-40B4-BE49-F238E27FC236}">
                  <a16:creationId xmlns:a16="http://schemas.microsoft.com/office/drawing/2014/main" id="{F10A1F9A-93B6-1683-DDEE-2FA6B370E583}"/>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3" name="Freeform: Shape 20">
              <a:extLst>
                <a:ext uri="{FF2B5EF4-FFF2-40B4-BE49-F238E27FC236}">
                  <a16:creationId xmlns:a16="http://schemas.microsoft.com/office/drawing/2014/main" id="{74BF5A15-51F5-5003-8669-EA9C008D0092}"/>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18793567"/>
      </p:ext>
    </p:extLst>
  </p:cSld>
  <p:clrMapOvr>
    <a:masterClrMapping/>
  </p:clrMapOvr>
  <p:extLst>
    <p:ext uri="{DCECCB84-F9BA-43D5-87BE-67443E8EF086}">
      <p15:sldGuideLst xmlns:p15="http://schemas.microsoft.com/office/powerpoint/2012/main"/>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Title Slide 5a">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grpSp>
        <p:nvGrpSpPr>
          <p:cNvPr id="8" name="Group 1">
            <a:extLst>
              <a:ext uri="{FF2B5EF4-FFF2-40B4-BE49-F238E27FC236}">
                <a16:creationId xmlns:a16="http://schemas.microsoft.com/office/drawing/2014/main" id="{AA102172-14DD-5ED5-33AF-356721242379}"/>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21C01B30-4538-A317-44E5-BDF28A06DCAA}"/>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10" name="Freeform: Shape 3">
              <a:extLst>
                <a:ext uri="{FF2B5EF4-FFF2-40B4-BE49-F238E27FC236}">
                  <a16:creationId xmlns:a16="http://schemas.microsoft.com/office/drawing/2014/main" id="{A9A8C1E0-9587-0DA1-86EF-2B2312071C5E}"/>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11" name="Freeform: Shape 4">
              <a:extLst>
                <a:ext uri="{FF2B5EF4-FFF2-40B4-BE49-F238E27FC236}">
                  <a16:creationId xmlns:a16="http://schemas.microsoft.com/office/drawing/2014/main" id="{B65EA192-75EF-F13F-0CC2-C84DE74A65A7}"/>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2" name="Freeform: Shape 14">
              <a:extLst>
                <a:ext uri="{FF2B5EF4-FFF2-40B4-BE49-F238E27FC236}">
                  <a16:creationId xmlns:a16="http://schemas.microsoft.com/office/drawing/2014/main" id="{A48BD9AC-7231-CA62-C64B-046F4398B636}"/>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3" name="Freeform: Shape 20">
              <a:extLst>
                <a:ext uri="{FF2B5EF4-FFF2-40B4-BE49-F238E27FC236}">
                  <a16:creationId xmlns:a16="http://schemas.microsoft.com/office/drawing/2014/main" id="{E90D6E4E-CBEC-C140-FE24-C2FD729A0A29}"/>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62117"/>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fr-FR"/>
              <a:t>Modifiez le style du titre</a:t>
            </a:r>
            <a:endParaRPr lang="en-GB"/>
          </a:p>
        </p:txBody>
      </p:sp>
    </p:spTree>
    <p:extLst>
      <p:ext uri="{BB962C8B-B14F-4D97-AF65-F5344CB8AC3E}">
        <p14:creationId xmlns:p14="http://schemas.microsoft.com/office/powerpoint/2010/main" val="2578813095"/>
      </p:ext>
    </p:extLst>
  </p:cSld>
  <p:clrMapOvr>
    <a:masterClrMapping/>
  </p:clrMapOvr>
  <p:extLst>
    <p:ext uri="{DCECCB84-F9BA-43D5-87BE-67443E8EF086}">
      <p15:sldGuideLst xmlns:p15="http://schemas.microsoft.com/office/powerpoint/2012/main"/>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Title Slide 5b">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53032"/>
            <a:ext cx="4597606" cy="1495794"/>
          </a:xfr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fr-FR"/>
              <a:t>Modifiez le style du titre</a:t>
            </a:r>
            <a:endParaRPr lang="en-GB"/>
          </a:p>
        </p:txBody>
      </p:sp>
      <p:grpSp>
        <p:nvGrpSpPr>
          <p:cNvPr id="8" name="Group 1">
            <a:extLst>
              <a:ext uri="{FF2B5EF4-FFF2-40B4-BE49-F238E27FC236}">
                <a16:creationId xmlns:a16="http://schemas.microsoft.com/office/drawing/2014/main" id="{03C5622C-AFD4-93DA-3105-DD24A1095D2B}"/>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EC1F4AF4-B2D1-B383-5414-6A7CE220351C}"/>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10" name="Freeform: Shape 3">
              <a:extLst>
                <a:ext uri="{FF2B5EF4-FFF2-40B4-BE49-F238E27FC236}">
                  <a16:creationId xmlns:a16="http://schemas.microsoft.com/office/drawing/2014/main" id="{562EA075-7E1A-57B6-FA93-F8A92DA56EC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11" name="Freeform: Shape 4">
              <a:extLst>
                <a:ext uri="{FF2B5EF4-FFF2-40B4-BE49-F238E27FC236}">
                  <a16:creationId xmlns:a16="http://schemas.microsoft.com/office/drawing/2014/main" id="{ABED82B4-66F4-60A2-8FF7-76C7FFFB8AEB}"/>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2" name="Freeform: Shape 14">
              <a:extLst>
                <a:ext uri="{FF2B5EF4-FFF2-40B4-BE49-F238E27FC236}">
                  <a16:creationId xmlns:a16="http://schemas.microsoft.com/office/drawing/2014/main" id="{C403332C-6371-29E3-2335-DFAA7BE6C2F8}"/>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3" name="Freeform: Shape 20">
              <a:extLst>
                <a:ext uri="{FF2B5EF4-FFF2-40B4-BE49-F238E27FC236}">
                  <a16:creationId xmlns:a16="http://schemas.microsoft.com/office/drawing/2014/main" id="{3D2D8432-F91A-C228-692F-66BF4106BFBA}"/>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536160538"/>
      </p:ext>
    </p:extLst>
  </p:cSld>
  <p:clrMapOvr>
    <a:masterClrMapping/>
  </p:clrMapOvr>
  <p:extLst>
    <p:ext uri="{DCECCB84-F9BA-43D5-87BE-67443E8EF086}">
      <p15:sldGuideLst xmlns:p15="http://schemas.microsoft.com/office/powerpoint/2012/main"/>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Title Slide 5c">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a:p>
        </p:txBody>
      </p:sp>
      <p:grpSp>
        <p:nvGrpSpPr>
          <p:cNvPr id="2" name="Group 1">
            <a:extLst>
              <a:ext uri="{FF2B5EF4-FFF2-40B4-BE49-F238E27FC236}">
                <a16:creationId xmlns:a16="http://schemas.microsoft.com/office/drawing/2014/main" id="{A6A8A661-3751-29DA-1AB9-334A7C98EA59}"/>
              </a:ext>
            </a:extLst>
          </p:cNvPr>
          <p:cNvGrpSpPr>
            <a:grpSpLocks noChangeAspect="1"/>
          </p:cNvGrpSpPr>
          <p:nvPr userDrawn="1"/>
        </p:nvGrpSpPr>
        <p:grpSpPr>
          <a:xfrm>
            <a:off x="1343473" y="6021288"/>
            <a:ext cx="1872000" cy="420870"/>
            <a:chOff x="5095385" y="4090756"/>
            <a:chExt cx="3033729" cy="682053"/>
          </a:xfrm>
        </p:grpSpPr>
        <p:sp>
          <p:nvSpPr>
            <p:cNvPr id="3" name="Freeform: Shape 2">
              <a:extLst>
                <a:ext uri="{FF2B5EF4-FFF2-40B4-BE49-F238E27FC236}">
                  <a16:creationId xmlns:a16="http://schemas.microsoft.com/office/drawing/2014/main" id="{AE0FC8CB-F05E-FFD4-8D7F-1F94AC26DA2A}"/>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4" name="Freeform: Shape 3">
              <a:extLst>
                <a:ext uri="{FF2B5EF4-FFF2-40B4-BE49-F238E27FC236}">
                  <a16:creationId xmlns:a16="http://schemas.microsoft.com/office/drawing/2014/main" id="{934D3664-9369-B221-FD17-0597A682848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5" name="Freeform: Shape 4">
              <a:extLst>
                <a:ext uri="{FF2B5EF4-FFF2-40B4-BE49-F238E27FC236}">
                  <a16:creationId xmlns:a16="http://schemas.microsoft.com/office/drawing/2014/main" id="{17A7E500-54F5-1815-C9B9-3954ED883928}"/>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4" name="Freeform: Shape 14">
              <a:extLst>
                <a:ext uri="{FF2B5EF4-FFF2-40B4-BE49-F238E27FC236}">
                  <a16:creationId xmlns:a16="http://schemas.microsoft.com/office/drawing/2014/main" id="{AE2D512F-FC3A-33B0-5954-0D1BFB4C1437}"/>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5" name="Freeform: Shape 20">
              <a:extLst>
                <a:ext uri="{FF2B5EF4-FFF2-40B4-BE49-F238E27FC236}">
                  <a16:creationId xmlns:a16="http://schemas.microsoft.com/office/drawing/2014/main" id="{BB0A86DD-9E86-EB4E-14DC-ECC7130D6092}"/>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747085544"/>
      </p:ext>
    </p:extLst>
  </p:cSld>
  <p:clrMapOvr>
    <a:masterClrMapping/>
  </p:clrMapOvr>
  <p:extLst>
    <p:ext uri="{DCECCB84-F9BA-43D5-87BE-67443E8EF086}">
      <p15:sldGuideLst xmlns:p15="http://schemas.microsoft.com/office/powerpoint/2012/main"/>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Title Slide 6">
    <p:bg>
      <p:bgPr>
        <a:solidFill>
          <a:schemeClr val="accent4"/>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52513"/>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a:p>
        </p:txBody>
      </p:sp>
      <p:grpSp>
        <p:nvGrpSpPr>
          <p:cNvPr id="2" name="Group 2">
            <a:extLst>
              <a:ext uri="{FF2B5EF4-FFF2-40B4-BE49-F238E27FC236}">
                <a16:creationId xmlns:a16="http://schemas.microsoft.com/office/drawing/2014/main" id="{F51496C4-1393-EC1A-FE90-568BF22C8C7B}"/>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0937F72A-96AE-F5EC-755D-D45529304F3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4" name="Freeform: Shape 5">
              <a:extLst>
                <a:ext uri="{FF2B5EF4-FFF2-40B4-BE49-F238E27FC236}">
                  <a16:creationId xmlns:a16="http://schemas.microsoft.com/office/drawing/2014/main" id="{96B9DAFA-5CFE-3E91-78D3-742C4B9A849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5" name="Freeform: Shape 6">
              <a:extLst>
                <a:ext uri="{FF2B5EF4-FFF2-40B4-BE49-F238E27FC236}">
                  <a16:creationId xmlns:a16="http://schemas.microsoft.com/office/drawing/2014/main" id="{CB9EFD82-551E-D525-DCB6-363C1A232636}"/>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7">
              <a:extLst>
                <a:ext uri="{FF2B5EF4-FFF2-40B4-BE49-F238E27FC236}">
                  <a16:creationId xmlns:a16="http://schemas.microsoft.com/office/drawing/2014/main" id="{F9FEB3BD-8FE6-4A58-DFA9-1F350C2DE2F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D59F2406-4DC9-3FBA-F0C2-60E886FCA30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865630597"/>
      </p:ext>
    </p:extLst>
  </p:cSld>
  <p:clrMapOvr>
    <a:masterClrMapping/>
  </p:clrMapOvr>
  <p:extLst>
    <p:ext uri="{DCECCB84-F9BA-43D5-87BE-67443E8EF086}">
      <p15:sldGuideLst xmlns:p15="http://schemas.microsoft.com/office/powerpoint/2012/main"/>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Title Slide 6a">
    <p:bg>
      <p:bgPr>
        <a:solidFill>
          <a:schemeClr val="accent4"/>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67647"/>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a:p>
        </p:txBody>
      </p:sp>
      <p:grpSp>
        <p:nvGrpSpPr>
          <p:cNvPr id="2" name="Group 2">
            <a:extLst>
              <a:ext uri="{FF2B5EF4-FFF2-40B4-BE49-F238E27FC236}">
                <a16:creationId xmlns:a16="http://schemas.microsoft.com/office/drawing/2014/main" id="{28077F6A-5588-29E0-312C-D1B791C90640}"/>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992C4824-37D6-415A-E6EC-6E62CD172F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4" name="Freeform: Shape 5">
              <a:extLst>
                <a:ext uri="{FF2B5EF4-FFF2-40B4-BE49-F238E27FC236}">
                  <a16:creationId xmlns:a16="http://schemas.microsoft.com/office/drawing/2014/main" id="{A20C33BE-AD5D-4D60-D7A2-A931FD4F868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5" name="Freeform: Shape 6">
              <a:extLst>
                <a:ext uri="{FF2B5EF4-FFF2-40B4-BE49-F238E27FC236}">
                  <a16:creationId xmlns:a16="http://schemas.microsoft.com/office/drawing/2014/main" id="{B4C80064-8B28-D1EF-FC09-F0AFF3877595}"/>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7">
              <a:extLst>
                <a:ext uri="{FF2B5EF4-FFF2-40B4-BE49-F238E27FC236}">
                  <a16:creationId xmlns:a16="http://schemas.microsoft.com/office/drawing/2014/main" id="{B9F29B0E-E913-EB3D-4F7C-383B5615790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E0CDEF2F-7154-A5C2-D640-669D5BB07DF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783165361"/>
      </p:ext>
    </p:extLst>
  </p:cSld>
  <p:clrMapOvr>
    <a:masterClrMapping/>
  </p:clrMapOvr>
  <p:extLst>
    <p:ext uri="{DCECCB84-F9BA-43D5-87BE-67443E8EF086}">
      <p15:sldGuideLst xmlns:p15="http://schemas.microsoft.com/office/powerpoint/2012/main"/>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Title Slide 6b">
    <p:bg>
      <p:bgPr>
        <a:solidFill>
          <a:schemeClr val="accent4"/>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52513"/>
            <a:ext cx="4597606"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a:p>
        </p:txBody>
      </p:sp>
      <p:grpSp>
        <p:nvGrpSpPr>
          <p:cNvPr id="2" name="Group 2">
            <a:extLst>
              <a:ext uri="{FF2B5EF4-FFF2-40B4-BE49-F238E27FC236}">
                <a16:creationId xmlns:a16="http://schemas.microsoft.com/office/drawing/2014/main" id="{4DB64C0B-D342-EDD4-D426-B9A5B83A4685}"/>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70BA0B6B-013E-ED21-5C0C-A7573716118E}"/>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4" name="Freeform: Shape 5">
              <a:extLst>
                <a:ext uri="{FF2B5EF4-FFF2-40B4-BE49-F238E27FC236}">
                  <a16:creationId xmlns:a16="http://schemas.microsoft.com/office/drawing/2014/main" id="{A8C76A2C-1551-D00B-5D24-ECE94A0DB1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5" name="Freeform: Shape 6">
              <a:extLst>
                <a:ext uri="{FF2B5EF4-FFF2-40B4-BE49-F238E27FC236}">
                  <a16:creationId xmlns:a16="http://schemas.microsoft.com/office/drawing/2014/main" id="{F5EB07D2-E52D-E392-D3C8-37455096D778}"/>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7">
              <a:extLst>
                <a:ext uri="{FF2B5EF4-FFF2-40B4-BE49-F238E27FC236}">
                  <a16:creationId xmlns:a16="http://schemas.microsoft.com/office/drawing/2014/main" id="{04CC7865-5F12-6284-B1F5-C81724EA104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F2F7B79C-F81D-D4E8-CCCC-1A80B79E58F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395869458"/>
      </p:ext>
    </p:extLst>
  </p:cSld>
  <p:clrMapOvr>
    <a:masterClrMapping/>
  </p:clrMapOvr>
  <p:extLst>
    <p:ext uri="{DCECCB84-F9BA-43D5-87BE-67443E8EF086}">
      <p15:sldGuideLst xmlns:p15="http://schemas.microsoft.com/office/powerpoint/2012/main"/>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Title Slide 6c">
    <p:bg>
      <p:bgPr>
        <a:solidFill>
          <a:schemeClr val="accent4"/>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grpSp>
        <p:nvGrpSpPr>
          <p:cNvPr id="8" name="Group 2">
            <a:extLst>
              <a:ext uri="{FF2B5EF4-FFF2-40B4-BE49-F238E27FC236}">
                <a16:creationId xmlns:a16="http://schemas.microsoft.com/office/drawing/2014/main" id="{C6036FEE-55DE-70FD-8023-666A176E56D8}"/>
              </a:ext>
            </a:extLst>
          </p:cNvPr>
          <p:cNvGrpSpPr>
            <a:grpSpLocks noChangeAspect="1"/>
          </p:cNvGrpSpPr>
          <p:nvPr userDrawn="1"/>
        </p:nvGrpSpPr>
        <p:grpSpPr>
          <a:xfrm>
            <a:off x="1343473" y="6021288"/>
            <a:ext cx="1872000" cy="420870"/>
            <a:chOff x="5094083" y="5360390"/>
            <a:chExt cx="3039349" cy="683316"/>
          </a:xfrm>
        </p:grpSpPr>
        <p:sp>
          <p:nvSpPr>
            <p:cNvPr id="9" name="Freeform: Shape 4">
              <a:extLst>
                <a:ext uri="{FF2B5EF4-FFF2-40B4-BE49-F238E27FC236}">
                  <a16:creationId xmlns:a16="http://schemas.microsoft.com/office/drawing/2014/main" id="{B1ED800D-0360-E693-191D-220DFE10BEC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0" name="Freeform: Shape 5">
              <a:extLst>
                <a:ext uri="{FF2B5EF4-FFF2-40B4-BE49-F238E27FC236}">
                  <a16:creationId xmlns:a16="http://schemas.microsoft.com/office/drawing/2014/main" id="{95F4CCB2-170A-19BE-C942-B19098270C4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1" name="Freeform: Shape 6">
              <a:extLst>
                <a:ext uri="{FF2B5EF4-FFF2-40B4-BE49-F238E27FC236}">
                  <a16:creationId xmlns:a16="http://schemas.microsoft.com/office/drawing/2014/main" id="{890A43B6-BBB1-B11D-0EB6-447FE3C6F0F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2" name="Freeform: Shape 7">
              <a:extLst>
                <a:ext uri="{FF2B5EF4-FFF2-40B4-BE49-F238E27FC236}">
                  <a16:creationId xmlns:a16="http://schemas.microsoft.com/office/drawing/2014/main" id="{B0A92FC2-E6FE-6A55-A3D8-D99E8E6201E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8">
              <a:extLst>
                <a:ext uri="{FF2B5EF4-FFF2-40B4-BE49-F238E27FC236}">
                  <a16:creationId xmlns:a16="http://schemas.microsoft.com/office/drawing/2014/main" id="{1C3193CB-D868-D37B-4D53-F1726DCD2D0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16677425"/>
      </p:ext>
    </p:extLst>
  </p:cSld>
  <p:clrMapOvr>
    <a:masterClrMapping/>
  </p:clrMapOvr>
  <p:extLst>
    <p:ext uri="{DCECCB84-F9BA-43D5-87BE-67443E8EF086}">
      <p15:sldGuideLst xmlns:p15="http://schemas.microsoft.com/office/powerpoint/2012/main"/>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49D2F3-3C15-428F-AF70-D31974E2F35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52613" y="3199768"/>
            <a:ext cx="9079459" cy="3532255"/>
          </a:xfrm>
          <a:prstGeom prst="rect">
            <a:avLst/>
          </a:prstGeom>
        </p:spPr>
      </p:pic>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a:t>0x</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1079321" y="260350"/>
            <a:ext cx="8640763" cy="792163"/>
          </a:xfrm>
        </p:spPr>
        <p:txBody>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3125955123"/>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C4263A-DA82-3AB3-0A84-F2337DC19F6E}"/>
              </a:ext>
            </a:extLst>
          </p:cNvPr>
          <p:cNvSpPr/>
          <p:nvPr userDrawn="1"/>
        </p:nvSpPr>
        <p:spPr>
          <a:xfrm>
            <a:off x="-24680" y="1484784"/>
            <a:ext cx="5735960" cy="5373217"/>
          </a:xfrm>
          <a:prstGeom prst="rect">
            <a:avLst/>
          </a:prstGeom>
          <a:solidFill>
            <a:srgbClr val="17334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407368" y="1865049"/>
            <a:ext cx="4967933"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407368" y="253718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407368" y="320932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407368" y="388146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407368" y="455360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407368" y="522574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407368" y="589788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 name="Title 1">
            <a:extLst>
              <a:ext uri="{FF2B5EF4-FFF2-40B4-BE49-F238E27FC236}">
                <a16:creationId xmlns:a16="http://schemas.microsoft.com/office/drawing/2014/main" id="{9D5111C9-BF1D-4957-9C22-F45DD34F3344}"/>
              </a:ext>
            </a:extLst>
          </p:cNvPr>
          <p:cNvSpPr>
            <a:spLocks noGrp="1"/>
          </p:cNvSpPr>
          <p:nvPr>
            <p:ph type="title"/>
          </p:nvPr>
        </p:nvSpPr>
        <p:spPr>
          <a:xfrm>
            <a:off x="414971" y="260350"/>
            <a:ext cx="5681029" cy="792163"/>
          </a:xfrm>
        </p:spPr>
        <p:txBody>
          <a:bodyPr/>
          <a:lstStyle>
            <a:lvl1pPr>
              <a:defRPr/>
            </a:lvl1pPr>
          </a:lstStyle>
          <a:p>
            <a:r>
              <a:rPr lang="en-US"/>
              <a:t>Click to edit Master title style</a:t>
            </a:r>
          </a:p>
        </p:txBody>
      </p:sp>
    </p:spTree>
    <p:extLst>
      <p:ext uri="{BB962C8B-B14F-4D97-AF65-F5344CB8AC3E}">
        <p14:creationId xmlns:p14="http://schemas.microsoft.com/office/powerpoint/2010/main" val="2173384781"/>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Agenda Dark and Picture">
    <p:bg>
      <p:bgPr>
        <a:solidFill>
          <a:schemeClr val="accent4"/>
        </a:solidFill>
        <a:effectLst/>
      </p:bgPr>
    </p:bg>
    <p:spTree>
      <p:nvGrpSpPr>
        <p:cNvPr id="1" name=""/>
        <p:cNvGrpSpPr/>
        <p:nvPr/>
      </p:nvGrpSpPr>
      <p:grpSpPr>
        <a:xfrm>
          <a:off x="0" y="0"/>
          <a:ext cx="0" cy="0"/>
          <a:chOff x="0" y="0"/>
          <a:chExt cx="0" cy="0"/>
        </a:xfrm>
      </p:grpSpPr>
      <p:sp>
        <p:nvSpPr>
          <p:cNvPr id="3" name="Picture Placeholder 18">
            <a:extLst>
              <a:ext uri="{FF2B5EF4-FFF2-40B4-BE49-F238E27FC236}">
                <a16:creationId xmlns:a16="http://schemas.microsoft.com/office/drawing/2014/main" id="{D3B1FE99-E8D3-C5FE-4E44-4E4EF67B45DA}"/>
              </a:ext>
            </a:extLst>
          </p:cNvPr>
          <p:cNvSpPr>
            <a:spLocks noGrp="1"/>
          </p:cNvSpPr>
          <p:nvPr>
            <p:ph type="pic" sz="quarter" idx="10" hasCustomPrompt="1"/>
          </p:nvPr>
        </p:nvSpPr>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8" y="692696"/>
            <a:ext cx="4751907" cy="720179"/>
          </a:xfrm>
        </p:spPr>
        <p:txBody>
          <a:bodyPr vert="horz" lIns="0" tIns="0" rIns="0" bIns="0" rtlCol="0" anchor="b">
            <a:noAutofit/>
          </a:bodyPr>
          <a:lstStyle>
            <a:lvl1pPr>
              <a:lnSpc>
                <a:spcPct val="80000"/>
              </a:lnSpc>
              <a:defRPr lang="en-GB" sz="3600" baseline="0">
                <a:solidFill>
                  <a:schemeClr val="bg1"/>
                </a:solidFill>
              </a:defRPr>
            </a:lvl1pPr>
          </a:lstStyle>
          <a:p>
            <a:pPr lvl="0"/>
            <a:r>
              <a:rPr lang="en-US"/>
              <a:t>Click to edit Agenda</a:t>
            </a:r>
            <a:endParaRPr lang="en-GB"/>
          </a:p>
        </p:txBody>
      </p:sp>
      <p:sp>
        <p:nvSpPr>
          <p:cNvPr id="10" name="Text Placeholder 9">
            <a:extLst>
              <a:ext uri="{FF2B5EF4-FFF2-40B4-BE49-F238E27FC236}">
                <a16:creationId xmlns:a16="http://schemas.microsoft.com/office/drawing/2014/main" id="{FC6DF15B-7249-491B-BFB7-9A33784178CD}"/>
              </a:ext>
            </a:extLst>
          </p:cNvPr>
          <p:cNvSpPr>
            <a:spLocks noGrp="1"/>
          </p:cNvSpPr>
          <p:nvPr>
            <p:ph type="body" sz="quarter" idx="12"/>
          </p:nvPr>
        </p:nvSpPr>
        <p:spPr>
          <a:xfrm>
            <a:off x="407988" y="1916832"/>
            <a:ext cx="5471988" cy="4536356"/>
          </a:xfrm>
          <a:prstGeom prst="rect">
            <a:avLst/>
          </a:prstGeom>
        </p:spPr>
        <p:txBody>
          <a:bodyPr>
            <a:noAutofit/>
          </a:bodyPr>
          <a:lstStyle>
            <a:lvl1pPr>
              <a:spcBef>
                <a:spcPts val="1200"/>
              </a:spcBef>
              <a:defRPr sz="1800">
                <a:solidFill>
                  <a:schemeClr val="bg1"/>
                </a:solidFill>
              </a:defRPr>
            </a:lvl1pPr>
            <a:lvl2pPr>
              <a:buClr>
                <a:schemeClr val="bg1"/>
              </a:buClr>
              <a:defRPr sz="1600">
                <a:solidFill>
                  <a:schemeClr val="bg1"/>
                </a:solidFill>
              </a:defRPr>
            </a:lvl2pPr>
            <a:lvl3pPr>
              <a:buClr>
                <a:schemeClr val="bg1"/>
              </a:buClr>
              <a:defRPr sz="16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1723780"/>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Agenda dark">
    <p:bg>
      <p:bgPr>
        <a:solidFill>
          <a:schemeClr val="accent4"/>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 name="Title Placeholder 1">
            <a:extLst>
              <a:ext uri="{FF2B5EF4-FFF2-40B4-BE49-F238E27FC236}">
                <a16:creationId xmlns:a16="http://schemas.microsoft.com/office/drawing/2014/main" id="{808BAF09-C52E-54E6-E538-78C64D8AB519}"/>
              </a:ext>
            </a:extLst>
          </p:cNvPr>
          <p:cNvSpPr>
            <a:spLocks noGrp="1"/>
          </p:cNvSpPr>
          <p:nvPr>
            <p:ph type="title"/>
          </p:nvPr>
        </p:nvSpPr>
        <p:spPr>
          <a:xfrm>
            <a:off x="1079321" y="260350"/>
            <a:ext cx="8640763" cy="792163"/>
          </a:xfrm>
        </p:spPr>
        <p:txBody>
          <a:bodyPr/>
          <a:lstStyle>
            <a:lvl1pPr>
              <a:defRPr>
                <a:solidFill>
                  <a:schemeClr val="accent2"/>
                </a:solidFill>
              </a:defRPr>
            </a:lvl1pPr>
          </a:lstStyle>
          <a:p>
            <a:r>
              <a:rPr lang="en-US"/>
              <a:t>Click to edit Master title style</a:t>
            </a:r>
          </a:p>
        </p:txBody>
      </p:sp>
      <p:pic>
        <p:nvPicPr>
          <p:cNvPr id="4" name="Picture 16">
            <a:extLst>
              <a:ext uri="{FF2B5EF4-FFF2-40B4-BE49-F238E27FC236}">
                <a16:creationId xmlns:a16="http://schemas.microsoft.com/office/drawing/2014/main" id="{21B52807-7673-5576-DEE4-0A88870C0C19}"/>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95800" y="1700808"/>
            <a:ext cx="8281358" cy="6858000"/>
          </a:xfrm>
          <a:prstGeom prst="rect">
            <a:avLst/>
          </a:prstGeom>
        </p:spPr>
      </p:pic>
    </p:spTree>
    <p:extLst>
      <p:ext uri="{BB962C8B-B14F-4D97-AF65-F5344CB8AC3E}">
        <p14:creationId xmlns:p14="http://schemas.microsoft.com/office/powerpoint/2010/main" val="2346198173"/>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Divider Page">
    <p:bg>
      <p:bgPr>
        <a:solidFill>
          <a:schemeClr val="accent4"/>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F09D0F-E907-3A0B-CF17-D622F6756CC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79776" y="588210"/>
            <a:ext cx="8281358"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chemeClr val="bg1"/>
                </a:solidFill>
                <a:latin typeface="+mn-lt"/>
              </a:defRPr>
            </a:lvl1pPr>
          </a:lstStyle>
          <a:p>
            <a:pPr lvl="0">
              <a:spcBef>
                <a:spcPts val="0"/>
              </a:spcBef>
            </a:pPr>
            <a:r>
              <a:rPr lang="en-US"/>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chemeClr val="bg1"/>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a:t>Click to add text</a:t>
            </a:r>
          </a:p>
        </p:txBody>
      </p:sp>
    </p:spTree>
    <p:extLst>
      <p:ext uri="{BB962C8B-B14F-4D97-AF65-F5344CB8AC3E}">
        <p14:creationId xmlns:p14="http://schemas.microsoft.com/office/powerpoint/2010/main" val="783375407"/>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Divider Page 2">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E65870-6F3C-04B2-E814-901DB0CFC0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79776" y="588210"/>
            <a:ext cx="8281358"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ysClr val="windowText" lastClr="000000"/>
                </a:solidFill>
                <a:latin typeface="+mn-lt"/>
              </a:defRPr>
            </a:lvl1pPr>
          </a:lstStyle>
          <a:p>
            <a:pPr lvl="0">
              <a:spcBef>
                <a:spcPts val="0"/>
              </a:spcBef>
            </a:pPr>
            <a:r>
              <a:rPr lang="en-US"/>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ysClr val="windowText" lastClr="000000"/>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a:t>Click to add text</a:t>
            </a:r>
          </a:p>
        </p:txBody>
      </p:sp>
    </p:spTree>
    <p:extLst>
      <p:ext uri="{BB962C8B-B14F-4D97-AF65-F5344CB8AC3E}">
        <p14:creationId xmlns:p14="http://schemas.microsoft.com/office/powerpoint/2010/main" val="1560155401"/>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CE45-A6FC-9CE9-F8CD-BA044CFE9412}"/>
              </a:ext>
            </a:extLst>
          </p:cNvPr>
          <p:cNvSpPr>
            <a:spLocks noGrp="1"/>
          </p:cNvSpPr>
          <p:nvPr>
            <p:ph type="title"/>
          </p:nvPr>
        </p:nvSpPr>
        <p:spPr/>
        <p:txBody>
          <a:bodyPr/>
          <a:lstStyle/>
          <a:p>
            <a:r>
              <a:rPr lang="en-US"/>
              <a:t>Click to edit Master title style</a:t>
            </a:r>
          </a:p>
        </p:txBody>
      </p:sp>
      <p:pic>
        <p:nvPicPr>
          <p:cNvPr id="3" name="Picture 2" descr="Beazley launches new private equity liability insurance product -  Reinsurance News">
            <a:extLst>
              <a:ext uri="{FF2B5EF4-FFF2-40B4-BE49-F238E27FC236}">
                <a16:creationId xmlns:a16="http://schemas.microsoft.com/office/drawing/2014/main" id="{DB2C196A-9D0D-6DB2-DC5D-DED154F0CCF4}"/>
              </a:ext>
            </a:extLst>
          </p:cNvPr>
          <p:cNvPicPr>
            <a:picLocks noChangeAspect="1" noChangeArrowheads="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7900396"/>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wrap="square">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DA3D6CCA-5023-D91C-5084-3ED466DC8001}"/>
              </a:ext>
            </a:extLst>
          </p:cNvPr>
          <p:cNvSpPr>
            <a:spLocks noGrp="1"/>
          </p:cNvSpPr>
          <p:nvPr>
            <p:ph type="title"/>
          </p:nvPr>
        </p:nvSpPr>
        <p:spPr/>
        <p:txBody>
          <a:bodyPr/>
          <a:lstStyle/>
          <a:p>
            <a:r>
              <a:rPr lang="en-US"/>
              <a:t>Click to edit Master title style</a:t>
            </a:r>
          </a:p>
        </p:txBody>
      </p:sp>
      <p:pic>
        <p:nvPicPr>
          <p:cNvPr id="3" name="Picture 2" descr="Beazley launches new private equity liability insurance product -  Reinsurance News">
            <a:extLst>
              <a:ext uri="{FF2B5EF4-FFF2-40B4-BE49-F238E27FC236}">
                <a16:creationId xmlns:a16="http://schemas.microsoft.com/office/drawing/2014/main" id="{C7BBF06B-B6E3-3D3D-0DB2-74C7D82DE395}"/>
              </a:ext>
            </a:extLst>
          </p:cNvPr>
          <p:cNvPicPr>
            <a:picLocks noChangeAspect="1" noChangeArrowheads="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2375457"/>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5" name="Title 4">
            <a:extLst>
              <a:ext uri="{FF2B5EF4-FFF2-40B4-BE49-F238E27FC236}">
                <a16:creationId xmlns:a16="http://schemas.microsoft.com/office/drawing/2014/main" id="{0BA091BB-1771-4A6F-B93C-43E4798B4251}"/>
              </a:ext>
            </a:extLst>
          </p:cNvPr>
          <p:cNvSpPr>
            <a:spLocks noGrp="1"/>
          </p:cNvSpPr>
          <p:nvPr>
            <p:ph type="title"/>
          </p:nvPr>
        </p:nvSpPr>
        <p:spPr/>
        <p:txBody>
          <a:bodyPr/>
          <a:lstStyle/>
          <a:p>
            <a:r>
              <a:rPr lang="en-US"/>
              <a:t>Click to edit Master title style</a:t>
            </a:r>
            <a:endParaRPr lang="de-DE"/>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pic>
        <p:nvPicPr>
          <p:cNvPr id="2" name="Picture 2" descr="Beazley launches new private equity liability insurance product -  Reinsurance News">
            <a:extLst>
              <a:ext uri="{FF2B5EF4-FFF2-40B4-BE49-F238E27FC236}">
                <a16:creationId xmlns:a16="http://schemas.microsoft.com/office/drawing/2014/main" id="{1D9B100D-8E06-39B3-EC38-28859A6E61F6}"/>
              </a:ext>
            </a:extLst>
          </p:cNvPr>
          <p:cNvPicPr>
            <a:picLocks noChangeAspect="1" noChangeArrowheads="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1251443"/>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Empty Whit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5865125"/>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itle Only Gre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07474682"/>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Subtitle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96963528-AA21-5972-C236-27F2D7209CF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6346793"/>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Subtitle Content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12233072"/>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Empty Grey">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5832729"/>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Content and picture 1">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8040215" y="1122907"/>
            <a:ext cx="4151785"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409221"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23C25D57-CF8D-453D-9648-5B7859B01F04}"/>
              </a:ext>
            </a:extLst>
          </p:cNvPr>
          <p:cNvSpPr>
            <a:spLocks noGrp="1"/>
          </p:cNvSpPr>
          <p:nvPr>
            <p:ph type="body" sz="quarter" idx="17"/>
          </p:nvPr>
        </p:nvSpPr>
        <p:spPr>
          <a:xfrm>
            <a:off x="414971" y="1628800"/>
            <a:ext cx="7409221" cy="4824388"/>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2050C691-8B76-E01C-4EF1-3EB567E0EB3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90157768"/>
      </p:ext>
    </p:extLst>
  </p:cSld>
  <p:clrMapOvr>
    <a:masterClrMapping/>
  </p:clrMapOvr>
  <p:extLst>
    <p:ext uri="{DCECCB84-F9BA-43D5-87BE-67443E8EF086}">
      <p15:sldGuideLst xmlns:p15="http://schemas.microsoft.com/office/powerpoint/2012/main">
        <p15:guide id="1" pos="5065">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Content and picture 2">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6000" y="1122907"/>
            <a:ext cx="6096001"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8F1655B6-7DE6-4895-863F-EF917B2F07E5}"/>
              </a:ext>
            </a:extLst>
          </p:cNvPr>
          <p:cNvSpPr>
            <a:spLocks noGrp="1"/>
          </p:cNvSpPr>
          <p:nvPr>
            <p:ph type="body" sz="quarter" idx="17"/>
          </p:nvPr>
        </p:nvSpPr>
        <p:spPr>
          <a:xfrm>
            <a:off x="414971" y="1628775"/>
            <a:ext cx="5545137" cy="4824413"/>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80C572A4-9113-ABE4-A840-37A9AAC56C9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11276512"/>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Content and picture 3">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B58C20F-AA44-45A0-8BD7-3F72A12E08AD}"/>
              </a:ext>
            </a:extLst>
          </p:cNvPr>
          <p:cNvSpPr/>
          <p:nvPr userDrawn="1"/>
        </p:nvSpPr>
        <p:spPr>
          <a:xfrm>
            <a:off x="0" y="0"/>
            <a:ext cx="407366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9">
            <a:extLst>
              <a:ext uri="{FF2B5EF4-FFF2-40B4-BE49-F238E27FC236}">
                <a16:creationId xmlns:a16="http://schemas.microsoft.com/office/drawing/2014/main" id="{8003CB7C-5AB2-4487-B779-DFE57F79C583}"/>
              </a:ext>
            </a:extLst>
          </p:cNvPr>
          <p:cNvSpPr>
            <a:spLocks noGrp="1"/>
          </p:cNvSpPr>
          <p:nvPr>
            <p:ph type="body" sz="quarter" idx="16" hasCustomPrompt="1"/>
          </p:nvPr>
        </p:nvSpPr>
        <p:spPr>
          <a:xfrm>
            <a:off x="4444744" y="1125538"/>
            <a:ext cx="69840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6">
            <a:extLst>
              <a:ext uri="{FF2B5EF4-FFF2-40B4-BE49-F238E27FC236}">
                <a16:creationId xmlns:a16="http://schemas.microsoft.com/office/drawing/2014/main" id="{9219CA61-951E-46A4-A7C6-8A4C09FDC629}"/>
              </a:ext>
            </a:extLst>
          </p:cNvPr>
          <p:cNvSpPr>
            <a:spLocks noGrp="1"/>
          </p:cNvSpPr>
          <p:nvPr>
            <p:ph type="body" sz="quarter" idx="18"/>
          </p:nvPr>
        </p:nvSpPr>
        <p:spPr>
          <a:xfrm>
            <a:off x="4445407" y="1628774"/>
            <a:ext cx="6962544" cy="4824413"/>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0" y="0"/>
            <a:ext cx="4223792"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A0A52824-0DEF-7B5E-1D4F-BCBC062D66ED}"/>
              </a:ext>
            </a:extLst>
          </p:cNvPr>
          <p:cNvSpPr>
            <a:spLocks noGrp="1"/>
          </p:cNvSpPr>
          <p:nvPr>
            <p:ph type="title"/>
          </p:nvPr>
        </p:nvSpPr>
        <p:spPr>
          <a:xfrm>
            <a:off x="4439384" y="260350"/>
            <a:ext cx="6984000" cy="792163"/>
          </a:xfrm>
        </p:spPr>
        <p:txBody>
          <a:bodyPr/>
          <a:lstStyle/>
          <a:p>
            <a:r>
              <a:rPr lang="en-US"/>
              <a:t>Click to edit Master title style</a:t>
            </a:r>
          </a:p>
        </p:txBody>
      </p:sp>
    </p:spTree>
    <p:extLst>
      <p:ext uri="{BB962C8B-B14F-4D97-AF65-F5344CB8AC3E}">
        <p14:creationId xmlns:p14="http://schemas.microsoft.com/office/powerpoint/2010/main" val="3840714495"/>
      </p:ext>
    </p:extLst>
  </p:cSld>
  <p:clrMapOvr>
    <a:masterClrMapping/>
  </p:clrMapOvr>
  <p:extLst>
    <p:ext uri="{DCECCB84-F9BA-43D5-87BE-67443E8EF086}">
      <p15:sldGuideLst xmlns:p15="http://schemas.microsoft.com/office/powerpoint/2012/main"/>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Content and picture 4">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8930BD6-6C9D-490A-BF02-403245ED990A}"/>
              </a:ext>
            </a:extLst>
          </p:cNvPr>
          <p:cNvSpPr/>
          <p:nvPr userDrawn="1"/>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9">
            <a:extLst>
              <a:ext uri="{FF2B5EF4-FFF2-40B4-BE49-F238E27FC236}">
                <a16:creationId xmlns:a16="http://schemas.microsoft.com/office/drawing/2014/main" id="{7895A1A3-A6AA-456A-98DD-23651F1D1DBB}"/>
              </a:ext>
            </a:extLst>
          </p:cNvPr>
          <p:cNvSpPr>
            <a:spLocks noGrp="1"/>
          </p:cNvSpPr>
          <p:nvPr>
            <p:ph type="body" sz="quarter" idx="15" hasCustomPrompt="1"/>
          </p:nvPr>
        </p:nvSpPr>
        <p:spPr>
          <a:xfrm>
            <a:off x="6384032" y="1125538"/>
            <a:ext cx="5063967"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3F2C12DC-68D5-4DF5-891E-DAEB8A4AB654}"/>
              </a:ext>
            </a:extLst>
          </p:cNvPr>
          <p:cNvSpPr>
            <a:spLocks noGrp="1"/>
          </p:cNvSpPr>
          <p:nvPr>
            <p:ph type="body" sz="quarter" idx="17"/>
          </p:nvPr>
        </p:nvSpPr>
        <p:spPr>
          <a:xfrm>
            <a:off x="6384032" y="1627200"/>
            <a:ext cx="5063967" cy="4825988"/>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4A7337B1-E3AC-A7E5-7836-78F324F9FFAF}"/>
              </a:ext>
            </a:extLst>
          </p:cNvPr>
          <p:cNvSpPr>
            <a:spLocks noGrp="1"/>
          </p:cNvSpPr>
          <p:nvPr>
            <p:ph type="title"/>
          </p:nvPr>
        </p:nvSpPr>
        <p:spPr>
          <a:xfrm>
            <a:off x="6359417" y="260350"/>
            <a:ext cx="5063967" cy="792163"/>
          </a:xfrm>
        </p:spPr>
        <p:txBody>
          <a:bodyPr/>
          <a:lstStyle/>
          <a:p>
            <a:r>
              <a:rPr lang="en-US"/>
              <a:t>Click to edit Master title style</a:t>
            </a:r>
          </a:p>
        </p:txBody>
      </p:sp>
    </p:spTree>
    <p:extLst>
      <p:ext uri="{BB962C8B-B14F-4D97-AF65-F5344CB8AC3E}">
        <p14:creationId xmlns:p14="http://schemas.microsoft.com/office/powerpoint/2010/main" val="3515297274"/>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Only Dark Grey">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59582111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Subtitle Dark Grey">
    <p:bg>
      <p:bgPr>
        <a:solidFill>
          <a:schemeClr val="accent4"/>
        </a:soli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3D771E05-0646-A062-8DD0-B00651AE6E76}"/>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371084782"/>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le Subtitle Content Dark Grey">
    <p:bg>
      <p:bgPr>
        <a:solidFill>
          <a:schemeClr val="accent4"/>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256798093"/>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Content and picture dark grey">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7D3C6BC6-663C-C133-76CE-9BAB02DAEDB3}"/>
              </a:ext>
            </a:extLst>
          </p:cNvPr>
          <p:cNvSpPr>
            <a:spLocks noGrp="1"/>
          </p:cNvSpPr>
          <p:nvPr>
            <p:ph type="pic" sz="quarter" idx="18" hasCustomPrompt="1"/>
          </p:nvPr>
        </p:nvSpPr>
        <p:spPr>
          <a:xfrm>
            <a:off x="7967663" y="1122907"/>
            <a:ext cx="4224338"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bg1"/>
                </a:solidFill>
              </a:defRPr>
            </a:lvl1pPr>
          </a:lstStyle>
          <a:p>
            <a:r>
              <a:rPr lang="de-DE"/>
              <a:t>Insert Picture and send </a:t>
            </a:r>
            <a:r>
              <a:rPr lang="de-DE" err="1"/>
              <a:t>to</a:t>
            </a:r>
            <a:r>
              <a:rPr lang="de-DE"/>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337213"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F13880FA-A20C-4104-8D48-DC99C13D0B89}"/>
              </a:ext>
            </a:extLst>
          </p:cNvPr>
          <p:cNvSpPr>
            <a:spLocks noGrp="1"/>
          </p:cNvSpPr>
          <p:nvPr>
            <p:ph type="body" sz="quarter" idx="17"/>
          </p:nvPr>
        </p:nvSpPr>
        <p:spPr>
          <a:xfrm>
            <a:off x="414971" y="1628800"/>
            <a:ext cx="7337213" cy="4824388"/>
          </a:xfrm>
          <a:prstGeom prst="rect">
            <a:avLst/>
          </a:prstGeom>
        </p:spPr>
        <p:txBody>
          <a:bodyPr rIns="216000">
            <a:noAutofit/>
          </a:bodyPr>
          <a:lstStyle>
            <a:lvl1pPr>
              <a:defRPr sz="1400">
                <a:solidFill>
                  <a:schemeClr val="bg1"/>
                </a:solidFill>
              </a:defRPr>
            </a:lvl1pPr>
            <a:lvl2pPr>
              <a:buClrTx/>
              <a:defRPr sz="1400">
                <a:solidFill>
                  <a:schemeClr val="bg1"/>
                </a:solidFill>
              </a:defRPr>
            </a:lvl2pPr>
            <a:lvl3pPr>
              <a:buClrTx/>
              <a:defRPr sz="1400">
                <a:solidFill>
                  <a:schemeClr val="bg1"/>
                </a:solidFill>
              </a:defRPr>
            </a:lvl3pPr>
            <a:lvl4pPr>
              <a:buClrTx/>
              <a:defRPr sz="1200">
                <a:solidFill>
                  <a:schemeClr val="bg1"/>
                </a:solidFill>
              </a:defRPr>
            </a:lvl4pPr>
            <a:lvl5pPr>
              <a:buClrTx/>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FC5D9B30-9A2C-505E-36D0-05AF0DBAAC3C}"/>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4073055854"/>
      </p:ext>
    </p:extLst>
  </p:cSld>
  <p:clrMapOvr>
    <a:masterClrMapping/>
  </p:clrMapOvr>
  <p:extLst>
    <p:ext uri="{DCECCB84-F9BA-43D5-87BE-67443E8EF086}">
      <p15:sldGuideLst xmlns:p15="http://schemas.microsoft.com/office/powerpoint/2012/main">
        <p15:guide id="1" pos="5019">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Content and picture dark grey 2">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D947A8D9-3FE6-9441-652F-400363E70669}"/>
              </a:ext>
            </a:extLst>
          </p:cNvPr>
          <p:cNvSpPr>
            <a:spLocks noGrp="1"/>
          </p:cNvSpPr>
          <p:nvPr>
            <p:ph type="pic" sz="quarter" idx="18" hasCustomPrompt="1"/>
          </p:nvPr>
        </p:nvSpPr>
        <p:spPr>
          <a:xfrm>
            <a:off x="6096001" y="1122907"/>
            <a:ext cx="6096000"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33B64D18-C45E-440C-9C66-6F1DDAC0172E}"/>
              </a:ext>
            </a:extLst>
          </p:cNvPr>
          <p:cNvSpPr>
            <a:spLocks noGrp="1"/>
          </p:cNvSpPr>
          <p:nvPr>
            <p:ph type="body" sz="quarter" idx="17"/>
          </p:nvPr>
        </p:nvSpPr>
        <p:spPr>
          <a:xfrm>
            <a:off x="414971" y="1627200"/>
            <a:ext cx="5545137" cy="4825988"/>
          </a:xfrm>
          <a:prstGeom prst="rect">
            <a:avLst/>
          </a:prstGeom>
        </p:spPr>
        <p:txBody>
          <a:bodyPr vert="horz" lIns="0" tIns="0" rIns="21600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D325044F-30C6-C6D9-84C0-2B925714F572}"/>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613057679"/>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Content and picture dark grey 3">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1" y="0"/>
            <a:ext cx="4208053"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hasCustomPrompt="1"/>
          </p:nvPr>
        </p:nvSpPr>
        <p:spPr>
          <a:xfrm>
            <a:off x="4444744" y="1126800"/>
            <a:ext cx="6962544"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p:nvPr>
        </p:nvSpPr>
        <p:spPr>
          <a:xfrm>
            <a:off x="4445407" y="1627200"/>
            <a:ext cx="6962544"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4" name="Groupe 1">
            <a:extLst>
              <a:ext uri="{FF2B5EF4-FFF2-40B4-BE49-F238E27FC236}">
                <a16:creationId xmlns:a16="http://schemas.microsoft.com/office/drawing/2014/main" id="{DFFA4EA6-56A9-4F86-ABC0-8D91183AD408}"/>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 name="Title 1">
            <a:extLst>
              <a:ext uri="{FF2B5EF4-FFF2-40B4-BE49-F238E27FC236}">
                <a16:creationId xmlns:a16="http://schemas.microsoft.com/office/drawing/2014/main" id="{63D8BFFB-83BD-8B73-4F5E-285DBB5281A2}"/>
              </a:ext>
            </a:extLst>
          </p:cNvPr>
          <p:cNvSpPr>
            <a:spLocks noGrp="1"/>
          </p:cNvSpPr>
          <p:nvPr>
            <p:ph type="title"/>
          </p:nvPr>
        </p:nvSpPr>
        <p:spPr>
          <a:xfrm>
            <a:off x="4444744" y="260350"/>
            <a:ext cx="6978640" cy="792163"/>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732574069"/>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Content and picture dark grey 4">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8A4E47E-A55F-4490-AD19-D9A415AA57C5}"/>
              </a:ext>
            </a:extLst>
          </p:cNvPr>
          <p:cNvSpPr>
            <a:spLocks noGrp="1"/>
          </p:cNvSpPr>
          <p:nvPr>
            <p:ph type="pic" sz="quarter" idx="19"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B7C70459-DE10-4F5D-80E6-BAD5BA66267C}"/>
              </a:ext>
            </a:extLst>
          </p:cNvPr>
          <p:cNvSpPr>
            <a:spLocks noGrp="1"/>
          </p:cNvSpPr>
          <p:nvPr>
            <p:ph type="body" sz="quarter" idx="16" hasCustomPrompt="1"/>
          </p:nvPr>
        </p:nvSpPr>
        <p:spPr>
          <a:xfrm>
            <a:off x="6384032" y="1125538"/>
            <a:ext cx="5047879"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1" name="Title 4">
            <a:extLst>
              <a:ext uri="{FF2B5EF4-FFF2-40B4-BE49-F238E27FC236}">
                <a16:creationId xmlns:a16="http://schemas.microsoft.com/office/drawing/2014/main" id="{CC59ACB0-A839-47A7-AC17-01C5AED88934}"/>
              </a:ext>
            </a:extLst>
          </p:cNvPr>
          <p:cNvSpPr>
            <a:spLocks noGrp="1"/>
          </p:cNvSpPr>
          <p:nvPr>
            <p:ph type="title"/>
          </p:nvPr>
        </p:nvSpPr>
        <p:spPr>
          <a:xfrm>
            <a:off x="6384032" y="6907"/>
            <a:ext cx="5047879" cy="1127300"/>
          </a:xfrm>
        </p:spPr>
        <p:txBody>
          <a:bodyPr/>
          <a:lstStyle>
            <a:lvl1pPr>
              <a:defRPr>
                <a:solidFill>
                  <a:schemeClr val="bg1"/>
                </a:solidFill>
              </a:defRPr>
            </a:lvl1pPr>
          </a:lstStyle>
          <a:p>
            <a:r>
              <a:rPr lang="en-US"/>
              <a:t>Click to edit Master title style</a:t>
            </a:r>
            <a:endParaRPr lang="de-DE"/>
          </a:p>
        </p:txBody>
      </p:sp>
      <p:sp>
        <p:nvSpPr>
          <p:cNvPr id="19" name="Text Placeholder 6">
            <a:extLst>
              <a:ext uri="{FF2B5EF4-FFF2-40B4-BE49-F238E27FC236}">
                <a16:creationId xmlns:a16="http://schemas.microsoft.com/office/drawing/2014/main" id="{A8B886D2-95CB-49D8-B7AE-68DA209E76FA}"/>
              </a:ext>
            </a:extLst>
          </p:cNvPr>
          <p:cNvSpPr>
            <a:spLocks noGrp="1"/>
          </p:cNvSpPr>
          <p:nvPr>
            <p:ph type="body" sz="quarter" idx="18"/>
          </p:nvPr>
        </p:nvSpPr>
        <p:spPr>
          <a:xfrm>
            <a:off x="6384032" y="1627200"/>
            <a:ext cx="5047879"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6" name="Groupe 1">
            <a:extLst>
              <a:ext uri="{FF2B5EF4-FFF2-40B4-BE49-F238E27FC236}">
                <a16:creationId xmlns:a16="http://schemas.microsoft.com/office/drawing/2014/main" id="{E0AE299F-7351-4397-AACC-823584420C74}"/>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2EAF937C-9725-44A1-BB6F-11B4974BADA6}"/>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4">
              <a:extLst>
                <a:ext uri="{FF2B5EF4-FFF2-40B4-BE49-F238E27FC236}">
                  <a16:creationId xmlns:a16="http://schemas.microsoft.com/office/drawing/2014/main" id="{0B23023F-6948-45C1-A879-0B093E949B0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1585475462"/>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itle Subtitle Dark gradient">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5166E472-7F03-4595-8219-0CA22510C30A}"/>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grpSp>
        <p:nvGrpSpPr>
          <p:cNvPr id="2" name="Group 37">
            <a:extLst>
              <a:ext uri="{FF2B5EF4-FFF2-40B4-BE49-F238E27FC236}">
                <a16:creationId xmlns:a16="http://schemas.microsoft.com/office/drawing/2014/main" id="{249954CA-1B4C-479D-8956-C152CD1D4255}"/>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86845868-3C42-0B91-A56D-1739F1EE5238}"/>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 name="Freeform 321">
              <a:extLst>
                <a:ext uri="{FF2B5EF4-FFF2-40B4-BE49-F238E27FC236}">
                  <a16:creationId xmlns:a16="http://schemas.microsoft.com/office/drawing/2014/main" id="{F5D1D048-6CFA-0DCF-5953-84431BE6754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3" name="Title 2">
            <a:extLst>
              <a:ext uri="{FF2B5EF4-FFF2-40B4-BE49-F238E27FC236}">
                <a16:creationId xmlns:a16="http://schemas.microsoft.com/office/drawing/2014/main" id="{EE7D5AB5-F4DB-ECDA-A390-D44890647604}"/>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051423749"/>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Empty gradient">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grpSp>
        <p:nvGrpSpPr>
          <p:cNvPr id="2" name="Group 37">
            <a:extLst>
              <a:ext uri="{FF2B5EF4-FFF2-40B4-BE49-F238E27FC236}">
                <a16:creationId xmlns:a16="http://schemas.microsoft.com/office/drawing/2014/main" id="{249954CA-1B4C-479D-8956-C152CD1D4255}"/>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86845868-3C42-0B91-A56D-1739F1EE5238}"/>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 name="Freeform 321">
              <a:extLst>
                <a:ext uri="{FF2B5EF4-FFF2-40B4-BE49-F238E27FC236}">
                  <a16:creationId xmlns:a16="http://schemas.microsoft.com/office/drawing/2014/main" id="{F5D1D048-6CFA-0DCF-5953-84431BE6754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85784947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itle Subtitle Capgemini Blue">
    <p:bg>
      <p:bgPr>
        <a:solidFill>
          <a:schemeClr val="accent1"/>
        </a:solidFill>
        <a:effectLst/>
      </p:bgPr>
    </p:bg>
    <p:spTree>
      <p:nvGrpSpPr>
        <p:cNvPr id="1" name=""/>
        <p:cNvGrpSpPr/>
        <p:nvPr/>
      </p:nvGrpSpPr>
      <p:grpSpPr>
        <a:xfrm>
          <a:off x="0" y="0"/>
          <a:ext cx="0" cy="0"/>
          <a:chOff x="0" y="0"/>
          <a:chExt cx="0" cy="0"/>
        </a:xfrm>
      </p:grpSpPr>
      <p:grpSp>
        <p:nvGrpSpPr>
          <p:cNvPr id="8" name="Group 37">
            <a:extLst>
              <a:ext uri="{FF2B5EF4-FFF2-40B4-BE49-F238E27FC236}">
                <a16:creationId xmlns:a16="http://schemas.microsoft.com/office/drawing/2014/main" id="{8045CCAE-BD2B-495D-9881-0F2682E7F5DC}"/>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321">
              <a:extLst>
                <a:ext uri="{FF2B5EF4-FFF2-40B4-BE49-F238E27FC236}">
                  <a16:creationId xmlns:a16="http://schemas.microsoft.com/office/drawing/2014/main" id="{DF832F2C-D3A7-4DE5-96EA-08ADD488B23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12" name="Text Placeholder 9">
            <a:extLst>
              <a:ext uri="{FF2B5EF4-FFF2-40B4-BE49-F238E27FC236}">
                <a16:creationId xmlns:a16="http://schemas.microsoft.com/office/drawing/2014/main" id="{5F942043-0ED4-4362-8DCB-F241572195DD}"/>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8BF4754F-A565-D595-AC8C-9F0E9407F8F2}"/>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543030133"/>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p:cSld name="Final Slide dark">
    <p:bg>
      <p:bgPr>
        <a:solidFill>
          <a:srgbClr val="272936"/>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D4C87536-14D9-1C92-1114-2BE764DFE95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39381" y="3837746"/>
            <a:ext cx="8938728" cy="3477505"/>
          </a:xfrm>
          <a:prstGeom prst="rect">
            <a:avLst/>
          </a:prstGeom>
        </p:spPr>
      </p:pic>
      <p:pic>
        <p:nvPicPr>
          <p:cNvPr id="10" name="Picture 7">
            <a:hlinkClick r:id="rId3"/>
            <a:extLst>
              <a:ext uri="{FF2B5EF4-FFF2-40B4-BE49-F238E27FC236}">
                <a16:creationId xmlns:a16="http://schemas.microsoft.com/office/drawing/2014/main" id="{CC55E37E-23F7-AE09-687B-FF0A64465B2C}"/>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11" name="Picture 2">
            <a:hlinkClick r:id="rId5"/>
            <a:extLst>
              <a:ext uri="{FF2B5EF4-FFF2-40B4-BE49-F238E27FC236}">
                <a16:creationId xmlns:a16="http://schemas.microsoft.com/office/drawing/2014/main" id="{A9A234E1-21A9-0562-AA45-77469E965E95}"/>
              </a:ext>
            </a:extLst>
          </p:cNvPr>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8908326" y="5571089"/>
            <a:ext cx="333195" cy="333195"/>
          </a:xfrm>
          <a:prstGeom prst="rect">
            <a:avLst/>
          </a:prstGeom>
          <a:noFill/>
        </p:spPr>
      </p:pic>
      <p:pic>
        <p:nvPicPr>
          <p:cNvPr id="12" name="Picture 4">
            <a:hlinkClick r:id="rId7"/>
            <a:extLst>
              <a:ext uri="{FF2B5EF4-FFF2-40B4-BE49-F238E27FC236}">
                <a16:creationId xmlns:a16="http://schemas.microsoft.com/office/drawing/2014/main" id="{D3F9462A-9181-7B6F-0C53-88633CD0910A}"/>
              </a:ext>
            </a:extLst>
          </p:cNvPr>
          <p:cNvPicPr>
            <a:picLocks noChangeAspect="1" noChangeArrowheads="1"/>
          </p:cNvPicPr>
          <p:nvPr userDrawn="1"/>
        </p:nvPicPr>
        <p:blipFill>
          <a:blip r:embed="rId8" cstate="screen">
            <a:extLst>
              <a:ext uri="{28A0092B-C50C-407E-A947-70E740481C1C}">
                <a14:useLocalDpi xmlns:a14="http://schemas.microsoft.com/office/drawing/2010/main"/>
              </a:ext>
            </a:extLst>
          </a:blip>
          <a:srcRect/>
          <a:stretch>
            <a:fillRect/>
          </a:stretch>
        </p:blipFill>
        <p:spPr bwMode="auto">
          <a:xfrm>
            <a:off x="9302363" y="5571089"/>
            <a:ext cx="333195" cy="333195"/>
          </a:xfrm>
          <a:prstGeom prst="rect">
            <a:avLst/>
          </a:prstGeom>
          <a:noFill/>
        </p:spPr>
      </p:pic>
      <p:pic>
        <p:nvPicPr>
          <p:cNvPr id="17" name="Picture 6">
            <a:hlinkClick r:id="rId9"/>
            <a:extLst>
              <a:ext uri="{FF2B5EF4-FFF2-40B4-BE49-F238E27FC236}">
                <a16:creationId xmlns:a16="http://schemas.microsoft.com/office/drawing/2014/main" id="{0057A36D-710A-32C2-2461-BFFF579A0993}"/>
              </a:ext>
            </a:extLst>
          </p:cNvPr>
          <p:cNvPicPr>
            <a:picLocks noChangeAspect="1" noChangeArrowheads="1"/>
          </p:cNvPicPr>
          <p:nvPr userDrawn="1"/>
        </p:nvPicPr>
        <p:blipFill>
          <a:blip r:embed="rId10" cstate="screen">
            <a:extLst>
              <a:ext uri="{28A0092B-C50C-407E-A947-70E740481C1C}">
                <a14:useLocalDpi xmlns:a14="http://schemas.microsoft.com/office/drawing/2010/main"/>
              </a:ext>
            </a:extLst>
          </a:blip>
          <a:srcRect/>
          <a:stretch>
            <a:fillRect/>
          </a:stretch>
        </p:blipFill>
        <p:spPr bwMode="auto">
          <a:xfrm>
            <a:off x="9696400" y="5571089"/>
            <a:ext cx="333195" cy="333195"/>
          </a:xfrm>
          <a:prstGeom prst="rect">
            <a:avLst/>
          </a:prstGeom>
          <a:noFill/>
        </p:spPr>
      </p:pic>
      <p:sp>
        <p:nvSpPr>
          <p:cNvPr id="18" name="Rectangle 17">
            <a:extLst>
              <a:ext uri="{FF2B5EF4-FFF2-40B4-BE49-F238E27FC236}">
                <a16:creationId xmlns:a16="http://schemas.microsoft.com/office/drawing/2014/main" id="{5ACF1211-C28D-FCA4-B36E-E08F106C8C67}"/>
              </a:ext>
            </a:extLst>
          </p:cNvPr>
          <p:cNvSpPr/>
          <p:nvPr userDrawn="1"/>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mn-lt"/>
                <a:cs typeface="Arial"/>
              </a:rPr>
              <a:t>Copyright © 2025 Capgemini. All rights reserved.</a:t>
            </a:r>
          </a:p>
        </p:txBody>
      </p:sp>
      <p:grpSp>
        <p:nvGrpSpPr>
          <p:cNvPr id="2" name="Group 2">
            <a:extLst>
              <a:ext uri="{FF2B5EF4-FFF2-40B4-BE49-F238E27FC236}">
                <a16:creationId xmlns:a16="http://schemas.microsoft.com/office/drawing/2014/main" id="{4841F233-0C37-9FE7-D5D1-10432D331EB0}"/>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D333898A-496F-27FD-C8AB-8E47523F8256}"/>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5">
              <a:extLst>
                <a:ext uri="{FF2B5EF4-FFF2-40B4-BE49-F238E27FC236}">
                  <a16:creationId xmlns:a16="http://schemas.microsoft.com/office/drawing/2014/main" id="{6296B18C-C598-1968-0A90-003732AFB30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6">
              <a:extLst>
                <a:ext uri="{FF2B5EF4-FFF2-40B4-BE49-F238E27FC236}">
                  <a16:creationId xmlns:a16="http://schemas.microsoft.com/office/drawing/2014/main" id="{EE39F094-DF42-59D0-87D6-5B2B52D6ECB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9" name="Freeform: Shape 7">
              <a:extLst>
                <a:ext uri="{FF2B5EF4-FFF2-40B4-BE49-F238E27FC236}">
                  <a16:creationId xmlns:a16="http://schemas.microsoft.com/office/drawing/2014/main" id="{9761BD33-D8E3-9C50-E0F7-DFE6BB9D42A4}"/>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20" name="Freeform: Shape 8">
              <a:extLst>
                <a:ext uri="{FF2B5EF4-FFF2-40B4-BE49-F238E27FC236}">
                  <a16:creationId xmlns:a16="http://schemas.microsoft.com/office/drawing/2014/main" id="{F0549B39-33DF-9EEB-DE1A-EEA719E68279}"/>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181380472"/>
      </p:ext>
    </p:extLst>
  </p:cSld>
  <p:clrMapOvr>
    <a:masterClrMapping/>
  </p:clrMapOvr>
  <p:extLst>
    <p:ext uri="{DCECCB84-F9BA-43D5-87BE-67443E8EF086}">
      <p15:sldGuideLst xmlns:p15="http://schemas.microsoft.com/office/powerpoint/2012/main"/>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p:cSld name="Final Slide gradient blue">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D4C87536-14D9-1C92-1114-2BE764DFE95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39381" y="3837746"/>
            <a:ext cx="8938728" cy="3477505"/>
          </a:xfrm>
          <a:prstGeom prst="rect">
            <a:avLst/>
          </a:prstGeom>
        </p:spPr>
      </p:pic>
      <p:sp>
        <p:nvSpPr>
          <p:cNvPr id="18" name="Rectangle 17">
            <a:extLst>
              <a:ext uri="{FF2B5EF4-FFF2-40B4-BE49-F238E27FC236}">
                <a16:creationId xmlns:a16="http://schemas.microsoft.com/office/drawing/2014/main" id="{5ACF1211-C28D-FCA4-B36E-E08F106C8C67}"/>
              </a:ext>
            </a:extLst>
          </p:cNvPr>
          <p:cNvSpPr/>
          <p:nvPr userDrawn="1"/>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mn-lt"/>
                <a:cs typeface="Arial"/>
              </a:rPr>
              <a:t>Copyright © 2025 Capgemini. All rights reserved.</a:t>
            </a:r>
          </a:p>
        </p:txBody>
      </p:sp>
      <p:grpSp>
        <p:nvGrpSpPr>
          <p:cNvPr id="2" name="Group 2">
            <a:extLst>
              <a:ext uri="{FF2B5EF4-FFF2-40B4-BE49-F238E27FC236}">
                <a16:creationId xmlns:a16="http://schemas.microsoft.com/office/drawing/2014/main" id="{4841F233-0C37-9FE7-D5D1-10432D331EB0}"/>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D333898A-496F-27FD-C8AB-8E47523F8256}"/>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5">
              <a:extLst>
                <a:ext uri="{FF2B5EF4-FFF2-40B4-BE49-F238E27FC236}">
                  <a16:creationId xmlns:a16="http://schemas.microsoft.com/office/drawing/2014/main" id="{6296B18C-C598-1968-0A90-003732AFB30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6">
              <a:extLst>
                <a:ext uri="{FF2B5EF4-FFF2-40B4-BE49-F238E27FC236}">
                  <a16:creationId xmlns:a16="http://schemas.microsoft.com/office/drawing/2014/main" id="{EE39F094-DF42-59D0-87D6-5B2B52D6ECB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9" name="Freeform: Shape 7">
              <a:extLst>
                <a:ext uri="{FF2B5EF4-FFF2-40B4-BE49-F238E27FC236}">
                  <a16:creationId xmlns:a16="http://schemas.microsoft.com/office/drawing/2014/main" id="{9761BD33-D8E3-9C50-E0F7-DFE6BB9D42A4}"/>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20" name="Freeform: Shape 8">
              <a:extLst>
                <a:ext uri="{FF2B5EF4-FFF2-40B4-BE49-F238E27FC236}">
                  <a16:creationId xmlns:a16="http://schemas.microsoft.com/office/drawing/2014/main" id="{F0549B39-33DF-9EEB-DE1A-EEA719E68279}"/>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pic>
        <p:nvPicPr>
          <p:cNvPr id="4" name="Picture 7">
            <a:hlinkClick r:id="rId3"/>
            <a:extLst>
              <a:ext uri="{FF2B5EF4-FFF2-40B4-BE49-F238E27FC236}">
                <a16:creationId xmlns:a16="http://schemas.microsoft.com/office/drawing/2014/main" id="{07109928-A368-8E6C-E810-A3BE35622419}"/>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5" name="Picture 2">
            <a:hlinkClick r:id="rId5"/>
            <a:extLst>
              <a:ext uri="{FF2B5EF4-FFF2-40B4-BE49-F238E27FC236}">
                <a16:creationId xmlns:a16="http://schemas.microsoft.com/office/drawing/2014/main" id="{BC7C032C-2D1F-E483-8D4A-586900EE0BAD}"/>
              </a:ext>
            </a:extLst>
          </p:cNvPr>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8908326" y="5571089"/>
            <a:ext cx="333195" cy="333195"/>
          </a:xfrm>
          <a:prstGeom prst="rect">
            <a:avLst/>
          </a:prstGeom>
          <a:noFill/>
        </p:spPr>
      </p:pic>
      <p:pic>
        <p:nvPicPr>
          <p:cNvPr id="6" name="Picture 4">
            <a:hlinkClick r:id="rId7"/>
            <a:extLst>
              <a:ext uri="{FF2B5EF4-FFF2-40B4-BE49-F238E27FC236}">
                <a16:creationId xmlns:a16="http://schemas.microsoft.com/office/drawing/2014/main" id="{AEBD9D88-5872-54F3-A0E5-7F3AAA4CAE57}"/>
              </a:ext>
            </a:extLst>
          </p:cNvPr>
          <p:cNvPicPr>
            <a:picLocks noChangeAspect="1" noChangeArrowheads="1"/>
          </p:cNvPicPr>
          <p:nvPr userDrawn="1"/>
        </p:nvPicPr>
        <p:blipFill>
          <a:blip r:embed="rId8" cstate="screen">
            <a:extLst>
              <a:ext uri="{28A0092B-C50C-407E-A947-70E740481C1C}">
                <a14:useLocalDpi xmlns:a14="http://schemas.microsoft.com/office/drawing/2010/main"/>
              </a:ext>
            </a:extLst>
          </a:blip>
          <a:srcRect/>
          <a:stretch>
            <a:fillRect/>
          </a:stretch>
        </p:blipFill>
        <p:spPr bwMode="auto">
          <a:xfrm>
            <a:off x="9302363" y="5571089"/>
            <a:ext cx="333195" cy="333195"/>
          </a:xfrm>
          <a:prstGeom prst="rect">
            <a:avLst/>
          </a:prstGeom>
          <a:noFill/>
        </p:spPr>
      </p:pic>
      <p:pic>
        <p:nvPicPr>
          <p:cNvPr id="7" name="Picture 6">
            <a:hlinkClick r:id="rId9"/>
            <a:extLst>
              <a:ext uri="{FF2B5EF4-FFF2-40B4-BE49-F238E27FC236}">
                <a16:creationId xmlns:a16="http://schemas.microsoft.com/office/drawing/2014/main" id="{66271E5E-9FCA-435A-BE7E-AA314EB19797}"/>
              </a:ext>
            </a:extLst>
          </p:cNvPr>
          <p:cNvPicPr>
            <a:picLocks noChangeAspect="1" noChangeArrowheads="1"/>
          </p:cNvPicPr>
          <p:nvPr userDrawn="1"/>
        </p:nvPicPr>
        <p:blipFill>
          <a:blip r:embed="rId10" cstate="screen">
            <a:extLst>
              <a:ext uri="{28A0092B-C50C-407E-A947-70E740481C1C}">
                <a14:useLocalDpi xmlns:a14="http://schemas.microsoft.com/office/drawing/2010/main"/>
              </a:ext>
            </a:extLst>
          </a:blip>
          <a:srcRect/>
          <a:stretch>
            <a:fillRect/>
          </a:stretch>
        </p:blipFill>
        <p:spPr bwMode="auto">
          <a:xfrm>
            <a:off x="9696400" y="5571089"/>
            <a:ext cx="333195" cy="333195"/>
          </a:xfrm>
          <a:prstGeom prst="rect">
            <a:avLst/>
          </a:prstGeom>
          <a:noFill/>
        </p:spPr>
      </p:pic>
    </p:spTree>
    <p:extLst>
      <p:ext uri="{BB962C8B-B14F-4D97-AF65-F5344CB8AC3E}">
        <p14:creationId xmlns:p14="http://schemas.microsoft.com/office/powerpoint/2010/main" val="2529026482"/>
      </p:ext>
    </p:extLst>
  </p:cSld>
  <p:clrMapOvr>
    <a:masterClrMapping/>
  </p:clrMapOvr>
  <p:extLst>
    <p:ext uri="{DCECCB84-F9BA-43D5-87BE-67443E8EF086}">
      <p15:sldGuideLst xmlns:p15="http://schemas.microsoft.com/office/powerpoint/2012/main"/>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p:cSld name="Final Slide grey">
    <p:bg>
      <p:bgPr>
        <a:solidFill>
          <a:schemeClr val="bg2"/>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A46A5DB-4C4F-1F79-F6F4-3019062D13D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39381" y="3837746"/>
            <a:ext cx="8938728" cy="3477505"/>
          </a:xfrm>
          <a:prstGeom prst="rect">
            <a:avLst/>
          </a:prstGeom>
        </p:spPr>
      </p:pic>
      <p:sp>
        <p:nvSpPr>
          <p:cNvPr id="25" name="Rectangle 24">
            <a:extLst>
              <a:ext uri="{FF2B5EF4-FFF2-40B4-BE49-F238E27FC236}">
                <a16:creationId xmlns:a16="http://schemas.microsoft.com/office/drawing/2014/main" id="{771C8D6D-C61C-2819-3276-89D365F7CAE8}"/>
              </a:ext>
            </a:extLst>
          </p:cNvPr>
          <p:cNvSpPr/>
          <p:nvPr userDrawn="1"/>
        </p:nvSpPr>
        <p:spPr>
          <a:xfrm>
            <a:off x="8554179" y="6053226"/>
            <a:ext cx="3242029" cy="400110"/>
          </a:xfrm>
          <a:prstGeom prst="rect">
            <a:avLst/>
          </a:prstGeom>
        </p:spPr>
        <p:txBody>
          <a:bodyPr wrap="square" lIns="0" tIns="0" rIns="0" bIns="0" anchor="b" anchorCtr="0">
            <a:spAutoFit/>
          </a:bodyPr>
          <a:lstStyle/>
          <a:p>
            <a:pPr>
              <a:spcAft>
                <a:spcPts val="600"/>
              </a:spcAft>
            </a:pPr>
            <a:r>
              <a:rPr lang="en-US" sz="70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noProof="0">
                <a:solidFill>
                  <a:schemeClr val="tx1"/>
                </a:solidFill>
                <a:latin typeface="+mn-lt"/>
                <a:cs typeface="Arial"/>
              </a:rPr>
              <a:t>Copyright © 2025 Capgemini. All rights reserved.</a:t>
            </a:r>
          </a:p>
        </p:txBody>
      </p:sp>
      <p:pic>
        <p:nvPicPr>
          <p:cNvPr id="26" name="Picture 7">
            <a:hlinkClick r:id="rId3"/>
            <a:extLst>
              <a:ext uri="{FF2B5EF4-FFF2-40B4-BE49-F238E27FC236}">
                <a16:creationId xmlns:a16="http://schemas.microsoft.com/office/drawing/2014/main" id="{23996BED-DA79-7795-E8CC-89B8B4F54B9E}"/>
              </a:ext>
            </a:extLst>
          </p:cNvPr>
          <p:cNvPicPr>
            <a:picLocks noChangeAspect="1" noChangeArrowheads="1"/>
          </p:cNvPicPr>
          <p:nvPr userDrawn="1"/>
        </p:nvPicPr>
        <p:blipFill>
          <a:blip r:embed="rId4" cstate="screen">
            <a:duotone>
              <a:prstClr val="black"/>
              <a:schemeClr val="accent4">
                <a:tint val="45000"/>
                <a:satMod val="400000"/>
              </a:schemeClr>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8522933" y="5569299"/>
            <a:ext cx="333195" cy="333195"/>
          </a:xfrm>
          <a:prstGeom prst="rect">
            <a:avLst/>
          </a:prstGeom>
          <a:noFill/>
        </p:spPr>
      </p:pic>
      <p:pic>
        <p:nvPicPr>
          <p:cNvPr id="27" name="Picture 2">
            <a:hlinkClick r:id="rId6"/>
            <a:extLst>
              <a:ext uri="{FF2B5EF4-FFF2-40B4-BE49-F238E27FC236}">
                <a16:creationId xmlns:a16="http://schemas.microsoft.com/office/drawing/2014/main" id="{41F22088-9EDE-E75E-205B-071BC64768AD}"/>
              </a:ext>
            </a:extLst>
          </p:cNvPr>
          <p:cNvPicPr>
            <a:picLocks noChangeAspect="1" noChangeArrowheads="1"/>
          </p:cNvPicPr>
          <p:nvPr userDrawn="1"/>
        </p:nvPicPr>
        <p:blipFill>
          <a:blip r:embed="rId7" cstate="screen">
            <a:duotone>
              <a:prstClr val="black"/>
              <a:schemeClr val="accent4">
                <a:tint val="45000"/>
                <a:satMod val="400000"/>
              </a:schemeClr>
            </a:duotone>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8914089" y="5569299"/>
            <a:ext cx="333195" cy="333195"/>
          </a:xfrm>
          <a:prstGeom prst="rect">
            <a:avLst/>
          </a:prstGeom>
          <a:noFill/>
        </p:spPr>
      </p:pic>
      <p:pic>
        <p:nvPicPr>
          <p:cNvPr id="28" name="Picture 4">
            <a:hlinkClick r:id="rId9"/>
            <a:extLst>
              <a:ext uri="{FF2B5EF4-FFF2-40B4-BE49-F238E27FC236}">
                <a16:creationId xmlns:a16="http://schemas.microsoft.com/office/drawing/2014/main" id="{4B0CCAD4-0758-D6B9-EFF6-02B94D32DE46}"/>
              </a:ext>
            </a:extLst>
          </p:cNvPr>
          <p:cNvPicPr>
            <a:picLocks noChangeAspect="1" noChangeArrowheads="1"/>
          </p:cNvPicPr>
          <p:nvPr userDrawn="1"/>
        </p:nvPicPr>
        <p:blipFill>
          <a:blip r:embed="rId10" cstate="screen">
            <a:duotone>
              <a:prstClr val="black"/>
              <a:schemeClr val="accent4">
                <a:tint val="45000"/>
                <a:satMod val="400000"/>
              </a:schemeClr>
            </a:duotone>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9305245" y="5569299"/>
            <a:ext cx="333195" cy="333195"/>
          </a:xfrm>
          <a:prstGeom prst="rect">
            <a:avLst/>
          </a:prstGeom>
          <a:noFill/>
        </p:spPr>
      </p:pic>
      <p:pic>
        <p:nvPicPr>
          <p:cNvPr id="30" name="Picture 6">
            <a:hlinkClick r:id="rId12"/>
            <a:extLst>
              <a:ext uri="{FF2B5EF4-FFF2-40B4-BE49-F238E27FC236}">
                <a16:creationId xmlns:a16="http://schemas.microsoft.com/office/drawing/2014/main" id="{97D8A9F7-9109-48D0-0781-197117BF809D}"/>
              </a:ext>
            </a:extLst>
          </p:cNvPr>
          <p:cNvPicPr>
            <a:picLocks noChangeAspect="1" noChangeArrowheads="1"/>
          </p:cNvPicPr>
          <p:nvPr userDrawn="1"/>
        </p:nvPicPr>
        <p:blipFill>
          <a:blip r:embed="rId13" cstate="screen">
            <a:duotone>
              <a:prstClr val="black"/>
              <a:schemeClr val="accent4">
                <a:tint val="45000"/>
                <a:satMod val="400000"/>
              </a:schemeClr>
            </a:duotone>
            <a:extLst>
              <a:ext uri="{BEBA8EAE-BF5A-486C-A8C5-ECC9F3942E4B}">
                <a14:imgProps xmlns:a14="http://schemas.microsoft.com/office/drawing/2010/main">
                  <a14:imgLayer r:embed="rId14">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9696400" y="5569299"/>
            <a:ext cx="333195" cy="333195"/>
          </a:xfrm>
          <a:prstGeom prst="rect">
            <a:avLst/>
          </a:prstGeom>
          <a:noFill/>
        </p:spPr>
      </p:pic>
      <p:grpSp>
        <p:nvGrpSpPr>
          <p:cNvPr id="2" name="Group 1">
            <a:extLst>
              <a:ext uri="{FF2B5EF4-FFF2-40B4-BE49-F238E27FC236}">
                <a16:creationId xmlns:a16="http://schemas.microsoft.com/office/drawing/2014/main" id="{FE4C124A-1677-5379-4F1F-D80E084B6A07}"/>
              </a:ext>
            </a:extLst>
          </p:cNvPr>
          <p:cNvGrpSpPr>
            <a:grpSpLocks noChangeAspect="1"/>
          </p:cNvGrpSpPr>
          <p:nvPr userDrawn="1"/>
        </p:nvGrpSpPr>
        <p:grpSpPr>
          <a:xfrm>
            <a:off x="443236" y="6021288"/>
            <a:ext cx="1872000" cy="420870"/>
            <a:chOff x="5095385" y="4090756"/>
            <a:chExt cx="3033729" cy="682053"/>
          </a:xfrm>
        </p:grpSpPr>
        <p:sp>
          <p:nvSpPr>
            <p:cNvPr id="3" name="Freeform: Shape 2">
              <a:extLst>
                <a:ext uri="{FF2B5EF4-FFF2-40B4-BE49-F238E27FC236}">
                  <a16:creationId xmlns:a16="http://schemas.microsoft.com/office/drawing/2014/main" id="{17CD1832-464E-8F19-D1FF-C26D2A4008C4}"/>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4" name="Freeform: Shape 3">
              <a:extLst>
                <a:ext uri="{FF2B5EF4-FFF2-40B4-BE49-F238E27FC236}">
                  <a16:creationId xmlns:a16="http://schemas.microsoft.com/office/drawing/2014/main" id="{A27580D5-10C4-1378-1B16-22D2C6577A5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5" name="Freeform: Shape 4">
              <a:extLst>
                <a:ext uri="{FF2B5EF4-FFF2-40B4-BE49-F238E27FC236}">
                  <a16:creationId xmlns:a16="http://schemas.microsoft.com/office/drawing/2014/main" id="{8296E9CB-B7F8-9F5C-5A91-CC70339F4284}"/>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6" name="Freeform: Shape 14">
              <a:extLst>
                <a:ext uri="{FF2B5EF4-FFF2-40B4-BE49-F238E27FC236}">
                  <a16:creationId xmlns:a16="http://schemas.microsoft.com/office/drawing/2014/main" id="{4046F42C-B4B1-F5B5-97B0-295157FB5118}"/>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7" name="Freeform: Shape 20">
              <a:extLst>
                <a:ext uri="{FF2B5EF4-FFF2-40B4-BE49-F238E27FC236}">
                  <a16:creationId xmlns:a16="http://schemas.microsoft.com/office/drawing/2014/main" id="{B9876A18-1EED-B3A2-6F45-2D9C7CE3D38D}"/>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11510367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ags" Target="../tags/tag4.xml"/><Relationship Id="rId18" Type="http://schemas.openxmlformats.org/officeDocument/2006/relationships/tags" Target="../tags/tag9.xml"/><Relationship Id="rId26" Type="http://schemas.openxmlformats.org/officeDocument/2006/relationships/tags" Target="../tags/tag17.xml"/><Relationship Id="rId3" Type="http://schemas.openxmlformats.org/officeDocument/2006/relationships/slideLayout" Target="../slideLayouts/slideLayout63.xml"/><Relationship Id="rId21" Type="http://schemas.openxmlformats.org/officeDocument/2006/relationships/tags" Target="../tags/tag12.xml"/><Relationship Id="rId7" Type="http://schemas.openxmlformats.org/officeDocument/2006/relationships/slideLayout" Target="../slideLayouts/slideLayout67.xml"/><Relationship Id="rId12" Type="http://schemas.openxmlformats.org/officeDocument/2006/relationships/tags" Target="../tags/tag3.xml"/><Relationship Id="rId17" Type="http://schemas.openxmlformats.org/officeDocument/2006/relationships/tags" Target="../tags/tag8.xml"/><Relationship Id="rId25" Type="http://schemas.openxmlformats.org/officeDocument/2006/relationships/tags" Target="../tags/tag16.xml"/><Relationship Id="rId2" Type="http://schemas.openxmlformats.org/officeDocument/2006/relationships/slideLayout" Target="../slideLayouts/slideLayout62.xml"/><Relationship Id="rId16" Type="http://schemas.openxmlformats.org/officeDocument/2006/relationships/tags" Target="../tags/tag7.xml"/><Relationship Id="rId20" Type="http://schemas.openxmlformats.org/officeDocument/2006/relationships/tags" Target="../tags/tag11.xml"/><Relationship Id="rId29" Type="http://schemas.openxmlformats.org/officeDocument/2006/relationships/tags" Target="../tags/tag20.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theme" Target="../theme/theme2.xml"/><Relationship Id="rId24" Type="http://schemas.openxmlformats.org/officeDocument/2006/relationships/tags" Target="../tags/tag15.xml"/><Relationship Id="rId5" Type="http://schemas.openxmlformats.org/officeDocument/2006/relationships/slideLayout" Target="../slideLayouts/slideLayout65.xml"/><Relationship Id="rId15" Type="http://schemas.openxmlformats.org/officeDocument/2006/relationships/tags" Target="../tags/tag6.xml"/><Relationship Id="rId23" Type="http://schemas.openxmlformats.org/officeDocument/2006/relationships/tags" Target="../tags/tag14.xml"/><Relationship Id="rId28" Type="http://schemas.openxmlformats.org/officeDocument/2006/relationships/tags" Target="../tags/tag19.xml"/><Relationship Id="rId10" Type="http://schemas.openxmlformats.org/officeDocument/2006/relationships/slideLayout" Target="../slideLayouts/slideLayout70.xml"/><Relationship Id="rId19" Type="http://schemas.openxmlformats.org/officeDocument/2006/relationships/tags" Target="../tags/tag10.xml"/><Relationship Id="rId31" Type="http://schemas.openxmlformats.org/officeDocument/2006/relationships/image" Target="../media/image16.emf"/><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tags" Target="../tags/tag5.xml"/><Relationship Id="rId22" Type="http://schemas.openxmlformats.org/officeDocument/2006/relationships/tags" Target="../tags/tag13.xml"/><Relationship Id="rId27" Type="http://schemas.openxmlformats.org/officeDocument/2006/relationships/tags" Target="../tags/tag18.xml"/><Relationship Id="rId30" Type="http://schemas.openxmlformats.org/officeDocument/2006/relationships/oleObject" Target="../embeddings/oleObject3.bin"/></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8.xml"/><Relationship Id="rId13" Type="http://schemas.openxmlformats.org/officeDocument/2006/relationships/slideLayout" Target="../slideLayouts/slideLayout83.xml"/><Relationship Id="rId18" Type="http://schemas.openxmlformats.org/officeDocument/2006/relationships/slideLayout" Target="../slideLayouts/slideLayout88.xml"/><Relationship Id="rId26" Type="http://schemas.openxmlformats.org/officeDocument/2006/relationships/slideLayout" Target="../slideLayouts/slideLayout96.xml"/><Relationship Id="rId3" Type="http://schemas.openxmlformats.org/officeDocument/2006/relationships/slideLayout" Target="../slideLayouts/slideLayout73.xml"/><Relationship Id="rId21" Type="http://schemas.openxmlformats.org/officeDocument/2006/relationships/slideLayout" Target="../slideLayouts/slideLayout91.xml"/><Relationship Id="rId7" Type="http://schemas.openxmlformats.org/officeDocument/2006/relationships/slideLayout" Target="../slideLayouts/slideLayout77.xml"/><Relationship Id="rId12" Type="http://schemas.openxmlformats.org/officeDocument/2006/relationships/slideLayout" Target="../slideLayouts/slideLayout82.xml"/><Relationship Id="rId17" Type="http://schemas.openxmlformats.org/officeDocument/2006/relationships/slideLayout" Target="../slideLayouts/slideLayout87.xml"/><Relationship Id="rId25" Type="http://schemas.openxmlformats.org/officeDocument/2006/relationships/slideLayout" Target="../slideLayouts/slideLayout95.xml"/><Relationship Id="rId2" Type="http://schemas.openxmlformats.org/officeDocument/2006/relationships/slideLayout" Target="../slideLayouts/slideLayout72.xml"/><Relationship Id="rId16" Type="http://schemas.openxmlformats.org/officeDocument/2006/relationships/slideLayout" Target="../slideLayouts/slideLayout86.xml"/><Relationship Id="rId20" Type="http://schemas.openxmlformats.org/officeDocument/2006/relationships/slideLayout" Target="../slideLayouts/slideLayout90.xml"/><Relationship Id="rId29" Type="http://schemas.openxmlformats.org/officeDocument/2006/relationships/theme" Target="../theme/theme3.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24" Type="http://schemas.openxmlformats.org/officeDocument/2006/relationships/slideLayout" Target="../slideLayouts/slideLayout94.xml"/><Relationship Id="rId5" Type="http://schemas.openxmlformats.org/officeDocument/2006/relationships/slideLayout" Target="../slideLayouts/slideLayout75.xml"/><Relationship Id="rId15" Type="http://schemas.openxmlformats.org/officeDocument/2006/relationships/slideLayout" Target="../slideLayouts/slideLayout85.xml"/><Relationship Id="rId23" Type="http://schemas.openxmlformats.org/officeDocument/2006/relationships/slideLayout" Target="../slideLayouts/slideLayout93.xml"/><Relationship Id="rId28" Type="http://schemas.openxmlformats.org/officeDocument/2006/relationships/slideLayout" Target="../slideLayouts/slideLayout98.xml"/><Relationship Id="rId10" Type="http://schemas.openxmlformats.org/officeDocument/2006/relationships/slideLayout" Target="../slideLayouts/slideLayout80.xml"/><Relationship Id="rId19" Type="http://schemas.openxmlformats.org/officeDocument/2006/relationships/slideLayout" Target="../slideLayouts/slideLayout89.xml"/><Relationship Id="rId4" Type="http://schemas.openxmlformats.org/officeDocument/2006/relationships/slideLayout" Target="../slideLayouts/slideLayout74.xml"/><Relationship Id="rId9" Type="http://schemas.openxmlformats.org/officeDocument/2006/relationships/slideLayout" Target="../slideLayouts/slideLayout79.xml"/><Relationship Id="rId14" Type="http://schemas.openxmlformats.org/officeDocument/2006/relationships/slideLayout" Target="../slideLayouts/slideLayout84.xml"/><Relationship Id="rId22" Type="http://schemas.openxmlformats.org/officeDocument/2006/relationships/slideLayout" Target="../slideLayouts/slideLayout92.xml"/><Relationship Id="rId27" Type="http://schemas.openxmlformats.org/officeDocument/2006/relationships/slideLayout" Target="../slideLayouts/slideLayout9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06.xml"/><Relationship Id="rId13" Type="http://schemas.openxmlformats.org/officeDocument/2006/relationships/slideLayout" Target="../slideLayouts/slideLayout111.xml"/><Relationship Id="rId3" Type="http://schemas.openxmlformats.org/officeDocument/2006/relationships/slideLayout" Target="../slideLayouts/slideLayout101.xml"/><Relationship Id="rId7" Type="http://schemas.openxmlformats.org/officeDocument/2006/relationships/slideLayout" Target="../slideLayouts/slideLayout105.xml"/><Relationship Id="rId12" Type="http://schemas.openxmlformats.org/officeDocument/2006/relationships/slideLayout" Target="../slideLayouts/slideLayout110.xml"/><Relationship Id="rId2" Type="http://schemas.openxmlformats.org/officeDocument/2006/relationships/slideLayout" Target="../slideLayouts/slideLayout100.xml"/><Relationship Id="rId1" Type="http://schemas.openxmlformats.org/officeDocument/2006/relationships/slideLayout" Target="../slideLayouts/slideLayout99.xml"/><Relationship Id="rId6" Type="http://schemas.openxmlformats.org/officeDocument/2006/relationships/slideLayout" Target="../slideLayouts/slideLayout104.xml"/><Relationship Id="rId11" Type="http://schemas.openxmlformats.org/officeDocument/2006/relationships/slideLayout" Target="../slideLayouts/slideLayout109.xml"/><Relationship Id="rId5" Type="http://schemas.openxmlformats.org/officeDocument/2006/relationships/slideLayout" Target="../slideLayouts/slideLayout103.xml"/><Relationship Id="rId10" Type="http://schemas.openxmlformats.org/officeDocument/2006/relationships/slideLayout" Target="../slideLayouts/slideLayout108.xml"/><Relationship Id="rId4" Type="http://schemas.openxmlformats.org/officeDocument/2006/relationships/slideLayout" Target="../slideLayouts/slideLayout102.xml"/><Relationship Id="rId9" Type="http://schemas.openxmlformats.org/officeDocument/2006/relationships/slideLayout" Target="../slideLayouts/slideLayout10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24.xml"/><Relationship Id="rId18" Type="http://schemas.openxmlformats.org/officeDocument/2006/relationships/slideLayout" Target="../slideLayouts/slideLayout129.xml"/><Relationship Id="rId26" Type="http://schemas.openxmlformats.org/officeDocument/2006/relationships/slideLayout" Target="../slideLayouts/slideLayout137.xml"/><Relationship Id="rId39" Type="http://schemas.openxmlformats.org/officeDocument/2006/relationships/slideLayout" Target="../slideLayouts/slideLayout150.xml"/><Relationship Id="rId21" Type="http://schemas.openxmlformats.org/officeDocument/2006/relationships/slideLayout" Target="../slideLayouts/slideLayout132.xml"/><Relationship Id="rId34" Type="http://schemas.openxmlformats.org/officeDocument/2006/relationships/slideLayout" Target="../slideLayouts/slideLayout145.xml"/><Relationship Id="rId42" Type="http://schemas.openxmlformats.org/officeDocument/2006/relationships/slideLayout" Target="../slideLayouts/slideLayout153.xml"/><Relationship Id="rId47" Type="http://schemas.openxmlformats.org/officeDocument/2006/relationships/theme" Target="../theme/theme5.xml"/><Relationship Id="rId7" Type="http://schemas.openxmlformats.org/officeDocument/2006/relationships/slideLayout" Target="../slideLayouts/slideLayout118.xml"/><Relationship Id="rId2" Type="http://schemas.openxmlformats.org/officeDocument/2006/relationships/slideLayout" Target="../slideLayouts/slideLayout113.xml"/><Relationship Id="rId16" Type="http://schemas.openxmlformats.org/officeDocument/2006/relationships/slideLayout" Target="../slideLayouts/slideLayout127.xml"/><Relationship Id="rId29" Type="http://schemas.openxmlformats.org/officeDocument/2006/relationships/slideLayout" Target="../slideLayouts/slideLayout140.xml"/><Relationship Id="rId1" Type="http://schemas.openxmlformats.org/officeDocument/2006/relationships/slideLayout" Target="../slideLayouts/slideLayout112.xml"/><Relationship Id="rId6" Type="http://schemas.openxmlformats.org/officeDocument/2006/relationships/slideLayout" Target="../slideLayouts/slideLayout117.xml"/><Relationship Id="rId11" Type="http://schemas.openxmlformats.org/officeDocument/2006/relationships/slideLayout" Target="../slideLayouts/slideLayout122.xml"/><Relationship Id="rId24" Type="http://schemas.openxmlformats.org/officeDocument/2006/relationships/slideLayout" Target="../slideLayouts/slideLayout135.xml"/><Relationship Id="rId32" Type="http://schemas.openxmlformats.org/officeDocument/2006/relationships/slideLayout" Target="../slideLayouts/slideLayout143.xml"/><Relationship Id="rId37" Type="http://schemas.openxmlformats.org/officeDocument/2006/relationships/slideLayout" Target="../slideLayouts/slideLayout148.xml"/><Relationship Id="rId40" Type="http://schemas.openxmlformats.org/officeDocument/2006/relationships/slideLayout" Target="../slideLayouts/slideLayout151.xml"/><Relationship Id="rId45" Type="http://schemas.openxmlformats.org/officeDocument/2006/relationships/slideLayout" Target="../slideLayouts/slideLayout156.xml"/><Relationship Id="rId5" Type="http://schemas.openxmlformats.org/officeDocument/2006/relationships/slideLayout" Target="../slideLayouts/slideLayout116.xml"/><Relationship Id="rId15" Type="http://schemas.openxmlformats.org/officeDocument/2006/relationships/slideLayout" Target="../slideLayouts/slideLayout126.xml"/><Relationship Id="rId23" Type="http://schemas.openxmlformats.org/officeDocument/2006/relationships/slideLayout" Target="../slideLayouts/slideLayout134.xml"/><Relationship Id="rId28" Type="http://schemas.openxmlformats.org/officeDocument/2006/relationships/slideLayout" Target="../slideLayouts/slideLayout139.xml"/><Relationship Id="rId36" Type="http://schemas.openxmlformats.org/officeDocument/2006/relationships/slideLayout" Target="../slideLayouts/slideLayout147.xml"/><Relationship Id="rId10" Type="http://schemas.openxmlformats.org/officeDocument/2006/relationships/slideLayout" Target="../slideLayouts/slideLayout121.xml"/><Relationship Id="rId19" Type="http://schemas.openxmlformats.org/officeDocument/2006/relationships/slideLayout" Target="../slideLayouts/slideLayout130.xml"/><Relationship Id="rId31" Type="http://schemas.openxmlformats.org/officeDocument/2006/relationships/slideLayout" Target="../slideLayouts/slideLayout142.xml"/><Relationship Id="rId44" Type="http://schemas.openxmlformats.org/officeDocument/2006/relationships/slideLayout" Target="../slideLayouts/slideLayout155.xml"/><Relationship Id="rId4" Type="http://schemas.openxmlformats.org/officeDocument/2006/relationships/slideLayout" Target="../slideLayouts/slideLayout115.xml"/><Relationship Id="rId9" Type="http://schemas.openxmlformats.org/officeDocument/2006/relationships/slideLayout" Target="../slideLayouts/slideLayout120.xml"/><Relationship Id="rId14" Type="http://schemas.openxmlformats.org/officeDocument/2006/relationships/slideLayout" Target="../slideLayouts/slideLayout125.xml"/><Relationship Id="rId22" Type="http://schemas.openxmlformats.org/officeDocument/2006/relationships/slideLayout" Target="../slideLayouts/slideLayout133.xml"/><Relationship Id="rId27" Type="http://schemas.openxmlformats.org/officeDocument/2006/relationships/slideLayout" Target="../slideLayouts/slideLayout138.xml"/><Relationship Id="rId30" Type="http://schemas.openxmlformats.org/officeDocument/2006/relationships/slideLayout" Target="../slideLayouts/slideLayout141.xml"/><Relationship Id="rId35" Type="http://schemas.openxmlformats.org/officeDocument/2006/relationships/slideLayout" Target="../slideLayouts/slideLayout146.xml"/><Relationship Id="rId43" Type="http://schemas.openxmlformats.org/officeDocument/2006/relationships/slideLayout" Target="../slideLayouts/slideLayout154.xml"/><Relationship Id="rId48" Type="http://schemas.openxmlformats.org/officeDocument/2006/relationships/image" Target="../media/image28.png"/><Relationship Id="rId8" Type="http://schemas.openxmlformats.org/officeDocument/2006/relationships/slideLayout" Target="../slideLayouts/slideLayout119.xml"/><Relationship Id="rId3" Type="http://schemas.openxmlformats.org/officeDocument/2006/relationships/slideLayout" Target="../slideLayouts/slideLayout114.xml"/><Relationship Id="rId12" Type="http://schemas.openxmlformats.org/officeDocument/2006/relationships/slideLayout" Target="../slideLayouts/slideLayout123.xml"/><Relationship Id="rId17" Type="http://schemas.openxmlformats.org/officeDocument/2006/relationships/slideLayout" Target="../slideLayouts/slideLayout128.xml"/><Relationship Id="rId25" Type="http://schemas.openxmlformats.org/officeDocument/2006/relationships/slideLayout" Target="../slideLayouts/slideLayout136.xml"/><Relationship Id="rId33" Type="http://schemas.openxmlformats.org/officeDocument/2006/relationships/slideLayout" Target="../slideLayouts/slideLayout144.xml"/><Relationship Id="rId38" Type="http://schemas.openxmlformats.org/officeDocument/2006/relationships/slideLayout" Target="../slideLayouts/slideLayout149.xml"/><Relationship Id="rId46" Type="http://schemas.openxmlformats.org/officeDocument/2006/relationships/slideLayout" Target="../slideLayouts/slideLayout157.xml"/><Relationship Id="rId20" Type="http://schemas.openxmlformats.org/officeDocument/2006/relationships/slideLayout" Target="../slideLayouts/slideLayout131.xml"/><Relationship Id="rId41" Type="http://schemas.openxmlformats.org/officeDocument/2006/relationships/slideLayout" Target="../slideLayouts/slideLayout1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ID" hidden="1">
            <a:extLst>
              <a:ext uri="{FF2B5EF4-FFF2-40B4-BE49-F238E27FC236}">
                <a16:creationId xmlns:a16="http://schemas.microsoft.com/office/drawing/2014/main" id="{A27D0679-8D96-1186-A961-BDC17B525A6F}"/>
              </a:ext>
            </a:extLst>
          </p:cNvPr>
          <p:cNvPicPr>
            <a:picLocks noGrp="1" noRot="1" noChangeAspect="1" noMove="1" noResize="1" noEditPoints="1" noAdjustHandles="1" noChangeArrowheads="1" noChangeShapeType="1" noCrop="1"/>
          </p:cNvPicPr>
          <p:nvPr userDrawn="1"/>
        </p:nvPicPr>
        <p:blipFill>
          <a:blip r:embed="rId62" cstate="screen">
            <a:extLst>
              <a:ext uri="{28A0092B-C50C-407E-A947-70E740481C1C}">
                <a14:useLocalDpi xmlns:a14="http://schemas.microsoft.com/office/drawing/2010/main"/>
              </a:ext>
            </a:extLst>
          </a:blip>
          <a:stretch>
            <a:fillRect/>
          </a:stretch>
        </p:blipFill>
        <p:spPr>
          <a:xfrm>
            <a:off x="414971" y="388938"/>
            <a:ext cx="11369040" cy="6067248"/>
          </a:xfrm>
          <a:prstGeom prst="rect">
            <a:avLst/>
          </a:prstGeom>
        </p:spPr>
      </p:pic>
      <p:sp>
        <p:nvSpPr>
          <p:cNvPr id="4" name="Text Placeholder 1"/>
          <p:cNvSpPr>
            <a:spLocks noGrp="1"/>
          </p:cNvSpPr>
          <p:nvPr>
            <p:ph type="body" idx="1"/>
          </p:nvPr>
        </p:nvSpPr>
        <p:spPr>
          <a:xfrm>
            <a:off x="407988" y="1628800"/>
            <a:ext cx="11369040" cy="4829080"/>
          </a:xfrm>
          <a:prstGeom prst="rect">
            <a:avLst/>
          </a:prstGeom>
        </p:spPr>
        <p:txBody>
          <a:bodyPr vert="horz" lIns="0" tIns="0" rIns="0" bIns="0" rtlCol="0">
            <a:noAutofit/>
          </a:bodyPr>
          <a:lstStyle/>
          <a:p>
            <a:pPr lvl="0"/>
            <a:r>
              <a:rPr lang="fr-FR"/>
              <a:t>Enter </a:t>
            </a:r>
            <a:r>
              <a:rPr lang="fr-FR" err="1"/>
              <a:t>your</a:t>
            </a:r>
            <a:r>
              <a:rPr lang="fr-FR"/>
              <a:t> contents</a:t>
            </a:r>
          </a:p>
          <a:p>
            <a:pPr lvl="1"/>
            <a:r>
              <a:rPr lang="fr-FR"/>
              <a:t>Second </a:t>
            </a:r>
            <a:r>
              <a:rPr lang="fr-FR" err="1"/>
              <a:t>level</a:t>
            </a:r>
            <a:endParaRPr lang="fr-FR"/>
          </a:p>
          <a:p>
            <a:pPr lvl="2"/>
            <a:r>
              <a:rPr lang="fr-FR" err="1"/>
              <a:t>Third</a:t>
            </a:r>
            <a:r>
              <a:rPr lang="fr-FR"/>
              <a:t> </a:t>
            </a:r>
            <a:r>
              <a:rPr lang="fr-FR" err="1"/>
              <a:t>level</a:t>
            </a:r>
            <a:endParaRPr lang="fr-FR"/>
          </a:p>
          <a:p>
            <a:pPr lvl="3"/>
            <a:r>
              <a:rPr lang="fr-FR" err="1"/>
              <a:t>Fourth</a:t>
            </a:r>
            <a:r>
              <a:rPr lang="fr-FR"/>
              <a:t> </a:t>
            </a:r>
            <a:r>
              <a:rPr lang="fr-FR" err="1"/>
              <a:t>level</a:t>
            </a:r>
            <a:endParaRPr lang="fr-FR"/>
          </a:p>
          <a:p>
            <a:pPr lvl="4"/>
            <a:r>
              <a:rPr lang="fr-FR" err="1"/>
              <a:t>Fifth</a:t>
            </a:r>
            <a:r>
              <a:rPr lang="fr-FR"/>
              <a:t> </a:t>
            </a:r>
            <a:r>
              <a:rPr lang="fr-FR" err="1"/>
              <a:t>level</a:t>
            </a:r>
            <a:endParaRPr lang="en-US"/>
          </a:p>
        </p:txBody>
      </p:sp>
      <p:grpSp>
        <p:nvGrpSpPr>
          <p:cNvPr id="31" name="Groupe 1">
            <a:extLst>
              <a:ext uri="{FF2B5EF4-FFF2-40B4-BE49-F238E27FC236}">
                <a16:creationId xmlns:a16="http://schemas.microsoft.com/office/drawing/2014/main" id="{F31688C0-3AAB-457C-86FA-4177A059CF79}"/>
              </a:ext>
            </a:extLst>
          </p:cNvPr>
          <p:cNvGrpSpPr/>
          <p:nvPr userDrawn="1"/>
        </p:nvGrpSpPr>
        <p:grpSpPr>
          <a:xfrm>
            <a:off x="11501102" y="171573"/>
            <a:ext cx="419436" cy="388988"/>
            <a:chOff x="11501102" y="171573"/>
            <a:chExt cx="419436" cy="388988"/>
          </a:xfrm>
        </p:grpSpPr>
        <p:sp>
          <p:nvSpPr>
            <p:cNvPr id="33" name="Freeform 13">
              <a:extLst>
                <a:ext uri="{FF2B5EF4-FFF2-40B4-BE49-F238E27FC236}">
                  <a16:creationId xmlns:a16="http://schemas.microsoft.com/office/drawing/2014/main" id="{0DF4B7FE-AA65-4E55-B964-75A3DEE12DA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34" name="Freeform 14">
              <a:extLst>
                <a:ext uri="{FF2B5EF4-FFF2-40B4-BE49-F238E27FC236}">
                  <a16:creationId xmlns:a16="http://schemas.microsoft.com/office/drawing/2014/main" id="{08DB13D7-F3B3-4CCC-9572-7C835EA669A8}"/>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414971" y="260350"/>
            <a:ext cx="11008413" cy="792163"/>
          </a:xfrm>
          <a:prstGeom prst="rect">
            <a:avLst/>
          </a:prstGeom>
        </p:spPr>
        <p:txBody>
          <a:bodyPr vert="horz" lIns="0" tIns="0" rIns="0" bIns="0" rtlCol="0" anchor="b" anchorCtr="0">
            <a:noAutofit/>
          </a:bodyPr>
          <a:lstStyle/>
          <a:p>
            <a:r>
              <a:rPr lang="fr-FR"/>
              <a:t>Modifiez le style du titre</a:t>
            </a:r>
            <a:endParaRPr lang="de-DE"/>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0979205" y="1068490"/>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398738"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sp>
        <p:nvSpPr>
          <p:cNvPr id="3" name="Rectangle 27">
            <a:extLst>
              <a:ext uri="{FF2B5EF4-FFF2-40B4-BE49-F238E27FC236}">
                <a16:creationId xmlns:a16="http://schemas.microsoft.com/office/drawing/2014/main" id="{62086BA9-1591-C6CD-E573-A5F8961683B1}"/>
              </a:ext>
            </a:extLst>
          </p:cNvPr>
          <p:cNvSpPr/>
          <p:nvPr userDrawn="1"/>
        </p:nvSpPr>
        <p:spPr>
          <a:xfrm>
            <a:off x="40683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chemeClr val="bg1">
                    <a:lumMod val="65000"/>
                  </a:schemeClr>
                </a:solidFill>
                <a:latin typeface="+mn-lt"/>
                <a:cs typeface="Arial" panose="020B0604020202020204" pitchFamily="34" charset="0"/>
              </a:rPr>
              <a:t>Presentation title | Author | Date</a:t>
            </a:r>
          </a:p>
        </p:txBody>
      </p:sp>
      <p:sp>
        <p:nvSpPr>
          <p:cNvPr id="6" name="Rectangle 27">
            <a:extLst>
              <a:ext uri="{FF2B5EF4-FFF2-40B4-BE49-F238E27FC236}">
                <a16:creationId xmlns:a16="http://schemas.microsoft.com/office/drawing/2014/main" id="{C7A3A5DA-5BBD-64D1-6DE2-E0F6859C58F2}"/>
              </a:ext>
            </a:extLst>
          </p:cNvPr>
          <p:cNvSpPr/>
          <p:nvPr userDrawn="1"/>
        </p:nvSpPr>
        <p:spPr>
          <a:xfrm>
            <a:off x="713182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chemeClr val="bg1">
                    <a:lumMod val="65000"/>
                  </a:schemeClr>
                </a:solidFill>
                <a:latin typeface="+mn-lt"/>
                <a:cs typeface="Arial" panose="020B0604020202020204" pitchFamily="34" charset="0"/>
              </a:rPr>
              <a:t>Public © Capgemini 2025. All rights reserved  |</a:t>
            </a:r>
          </a:p>
        </p:txBody>
      </p:sp>
      <p:sp>
        <p:nvSpPr>
          <p:cNvPr id="7" name="Rectangle 43">
            <a:extLst>
              <a:ext uri="{FF2B5EF4-FFF2-40B4-BE49-F238E27FC236}">
                <a16:creationId xmlns:a16="http://schemas.microsoft.com/office/drawing/2014/main" id="{5A64C6D2-B9B0-18AF-749A-15AAED7E4993}"/>
              </a:ext>
            </a:extLst>
          </p:cNvPr>
          <p:cNvSpPr/>
          <p:nvPr userDrawn="1"/>
        </p:nvSpPr>
        <p:spPr>
          <a:xfrm>
            <a:off x="11648878"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22741341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830" r:id="rId57"/>
    <p:sldLayoutId id="2147483832" r:id="rId58"/>
    <p:sldLayoutId id="2147483834" r:id="rId59"/>
    <p:sldLayoutId id="2147483890" r:id="rId60"/>
  </p:sldLayoutIdLst>
  <p:hf sldNum="0"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8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663">
          <p15:clr>
            <a:srgbClr val="F26B43"/>
          </p15:clr>
        </p15:guide>
        <p15:guide id="19" orient="horz" pos="4320">
          <p15:clr>
            <a:srgbClr val="F26B43"/>
          </p15:clr>
        </p15:guide>
        <p15:guide id="20" pos="257">
          <p15:clr>
            <a:srgbClr val="F26B43"/>
          </p15:clr>
        </p15:guide>
        <p15:guide id="21" pos="3840">
          <p15:clr>
            <a:srgbClr val="F26B43"/>
          </p15:clr>
        </p15:guide>
        <p15:guide id="22" pos="7423">
          <p15:clr>
            <a:srgbClr val="F26B43"/>
          </p15:clr>
        </p15:guide>
        <p15:guide id="23" orient="horz" pos="255">
          <p15:clr>
            <a:srgbClr val="F26B43"/>
          </p15:clr>
        </p15:guide>
        <p15:guide id="24" orient="horz" pos="1026">
          <p15:clr>
            <a:srgbClr val="F26B43"/>
          </p15:clr>
        </p15:guide>
        <p15:guide id="26" orient="horz" pos="4065">
          <p15:clr>
            <a:srgbClr val="F26B43"/>
          </p15:clr>
        </p15:guide>
        <p15:guide id="27" orient="horz" pos="89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2"/>
            </p:custDataLst>
          </p:nvPr>
        </p:nvGraphicFramePr>
        <p:xfrm>
          <a:off x="1" y="0"/>
          <a:ext cx="215979" cy="161974"/>
        </p:xfrm>
        <a:graphic>
          <a:graphicData uri="http://schemas.openxmlformats.org/presentationml/2006/ole">
            <mc:AlternateContent xmlns:mc="http://schemas.openxmlformats.org/markup-compatibility/2006">
              <mc:Choice xmlns:v="urn:schemas-microsoft-com:vml" Requires="v">
                <p:oleObj name="think-cell Slide" r:id="rId30" imgW="270" imgH="270" progId="TCLayout.ActiveDocument.1">
                  <p:embed/>
                </p:oleObj>
              </mc:Choice>
              <mc:Fallback>
                <p:oleObj name="think-cell Slide" r:id="rId30" imgW="270" imgH="270" progId="TCLayout.ActiveDocument.1">
                  <p:embed/>
                  <p:pic>
                    <p:nvPicPr>
                      <p:cNvPr id="2" name="Object 1" hidden="1"/>
                      <p:cNvPicPr/>
                      <p:nvPr/>
                    </p:nvPicPr>
                    <p:blipFill>
                      <a:blip r:embed="rId31"/>
                      <a:stretch>
                        <a:fillRect/>
                      </a:stretch>
                    </p:blipFill>
                    <p:spPr>
                      <a:xfrm>
                        <a:off x="1" y="0"/>
                        <a:ext cx="215979" cy="161974"/>
                      </a:xfrm>
                      <a:prstGeom prst="rect">
                        <a:avLst/>
                      </a:prstGeom>
                    </p:spPr>
                  </p:pic>
                </p:oleObj>
              </mc:Fallback>
            </mc:AlternateContent>
          </a:graphicData>
        </a:graphic>
      </p:graphicFrame>
      <p:sp>
        <p:nvSpPr>
          <p:cNvPr id="6" name="Rectangle 5" hidden="1"/>
          <p:cNvSpPr/>
          <p:nvPr>
            <p:custDataLst>
              <p:tags r:id="rId13"/>
            </p:custDataLst>
          </p:nvPr>
        </p:nvSpPr>
        <p:spPr bwMode="auto">
          <a:xfrm>
            <a:off x="1" y="0"/>
            <a:ext cx="215979" cy="161974"/>
          </a:xfrm>
          <a:prstGeom prst="rect">
            <a:avLst/>
          </a:prstGeom>
          <a:solidFill>
            <a:schemeClr val="bg2"/>
          </a:solidFill>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1983">
              <a:solidFill>
                <a:srgbClr val="000000"/>
              </a:solidFill>
              <a:sym typeface="Arial" panose="020B0604020202020204" pitchFamily="34" charset="0"/>
            </a:endParaRPr>
          </a:p>
        </p:txBody>
      </p:sp>
      <p:sp>
        <p:nvSpPr>
          <p:cNvPr id="107" name="Slide Number"/>
          <p:cNvSpPr txBox="1">
            <a:spLocks/>
          </p:cNvSpPr>
          <p:nvPr userDrawn="1"/>
        </p:nvSpPr>
        <p:spPr bwMode="auto">
          <a:xfrm>
            <a:off x="11811320" y="6627914"/>
            <a:ext cx="150682" cy="153888"/>
          </a:xfrm>
          <a:prstGeom prst="rect">
            <a:avLst/>
          </a:prstGeom>
        </p:spPr>
        <p:txBody>
          <a:bodyPr vert="horz" wrap="none" lIns="0" tIns="0" rIns="0" bIns="0" rtlCol="0" anchor="ctr">
            <a:spAutoFit/>
          </a:bodyPr>
          <a:lstStyle>
            <a:defPPr>
              <a:defRPr lang="en-US"/>
            </a:defPPr>
            <a:lvl1pPr>
              <a:defRPr sz="1000" baseline="0">
                <a:latin typeface="+mn-lt"/>
              </a:defRPr>
            </a:lvl1pPr>
          </a:lstStyle>
          <a:p>
            <a:pPr algn="r"/>
            <a:fld id="{42C328C1-A84F-4A39-A664-DBA00541A8C6}" type="slidenum">
              <a:rPr lang="en-US" sz="1000" b="0" baseline="0" smtClean="0">
                <a:solidFill>
                  <a:schemeClr val="tx1"/>
                </a:solidFill>
                <a:latin typeface="+mn-lt"/>
              </a:rPr>
              <a:pPr algn="r"/>
              <a:t>‹#›</a:t>
            </a:fld>
            <a:endParaRPr lang="en-US" sz="1000" b="0" baseline="0">
              <a:solidFill>
                <a:schemeClr val="tx1"/>
              </a:solidFill>
              <a:latin typeface="+mn-lt"/>
            </a:endParaRPr>
          </a:p>
        </p:txBody>
      </p:sp>
      <p:sp>
        <p:nvSpPr>
          <p:cNvPr id="19" name="Title Placeholder 2"/>
          <p:cNvSpPr>
            <a:spLocks noGrp="1" noChangeArrowheads="1"/>
          </p:cNvSpPr>
          <p:nvPr>
            <p:ph type="title"/>
          </p:nvPr>
        </p:nvSpPr>
        <p:spPr bwMode="auto">
          <a:xfrm>
            <a:off x="723900" y="230315"/>
            <a:ext cx="10820400" cy="584775"/>
          </a:xfrm>
          <a:prstGeom prst="rect">
            <a:avLst/>
          </a:prstGeom>
        </p:spPr>
        <p:txBody>
          <a:bodyPr>
            <a:spAutoFit/>
          </a:bodyPr>
          <a:lstStyle/>
          <a:p>
            <a:pPr lvl="0"/>
            <a:r>
              <a:rPr lang="en-US"/>
              <a:t>Click to edit Master title style</a:t>
            </a:r>
            <a:endParaRPr lang="en-US" noProof="0"/>
          </a:p>
        </p:txBody>
      </p:sp>
      <p:sp>
        <p:nvSpPr>
          <p:cNvPr id="3" name="Text Placeholder 2"/>
          <p:cNvSpPr>
            <a:spLocks noGrp="1"/>
          </p:cNvSpPr>
          <p:nvPr>
            <p:ph type="body" idx="1"/>
          </p:nvPr>
        </p:nvSpPr>
        <p:spPr bwMode="auto">
          <a:xfrm>
            <a:off x="1976208" y="2935527"/>
            <a:ext cx="5853024" cy="1231106"/>
          </a:xfrm>
          <a:prstGeom prst="rect">
            <a:avLst/>
          </a:prstGeom>
        </p:spPr>
        <p:txBody>
          <a:bodyPr vert="horz" lIns="0" tIns="0" rIns="0" bIns="0" rtlCol="0">
            <a:spAutoFit/>
          </a:bodyPr>
          <a:lstStyle/>
          <a:p>
            <a:pPr lvl="0" latinLnBrk="0"/>
            <a:r>
              <a:rPr lang="en-US"/>
              <a:t>Edit Master text styles</a:t>
            </a:r>
          </a:p>
          <a:p>
            <a:pPr lvl="1" latinLnBrk="0"/>
            <a:r>
              <a:rPr lang="en-US"/>
              <a:t>Second level</a:t>
            </a:r>
          </a:p>
          <a:p>
            <a:pPr lvl="2" latinLnBrk="0"/>
            <a:r>
              <a:rPr lang="en-US"/>
              <a:t>Third level</a:t>
            </a:r>
          </a:p>
          <a:p>
            <a:pPr lvl="3" latinLnBrk="0"/>
            <a:r>
              <a:rPr lang="en-US"/>
              <a:t>Fourth level</a:t>
            </a:r>
          </a:p>
          <a:p>
            <a:pPr lvl="4" latinLnBrk="0"/>
            <a:r>
              <a:rPr lang="en-US"/>
              <a:t>Fifth level</a:t>
            </a:r>
          </a:p>
        </p:txBody>
      </p:sp>
      <p:sp>
        <p:nvSpPr>
          <p:cNvPr id="10" name="1. On-page tracker" hidden="1"/>
          <p:cNvSpPr>
            <a:spLocks noChangeArrowheads="1"/>
          </p:cNvSpPr>
          <p:nvPr/>
        </p:nvSpPr>
        <p:spPr bwMode="auto">
          <a:xfrm>
            <a:off x="233256" y="9525"/>
            <a:ext cx="663727"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en-US" sz="1400" cap="all" baseline="0">
                <a:solidFill>
                  <a:schemeClr val="accent6"/>
                </a:solidFill>
                <a:latin typeface="+mn-lt"/>
                <a:ea typeface="+mn-ea"/>
              </a:rPr>
              <a:t>Tracker</a:t>
            </a:r>
          </a:p>
        </p:txBody>
      </p:sp>
      <p:sp>
        <p:nvSpPr>
          <p:cNvPr id="11" name="3. Unit of measure" hidden="1"/>
          <p:cNvSpPr txBox="1">
            <a:spLocks noChangeArrowheads="1"/>
          </p:cNvSpPr>
          <p:nvPr/>
        </p:nvSpPr>
        <p:spPr bwMode="auto">
          <a:xfrm>
            <a:off x="233256" y="607133"/>
            <a:ext cx="1028700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a:defRPr/>
            </a:pPr>
            <a:r>
              <a:rPr lang="en-US" sz="1600" baseline="0">
                <a:solidFill>
                  <a:schemeClr val="accent6"/>
                </a:solidFill>
                <a:latin typeface="+mn-lt"/>
                <a:ea typeface="+mn-ea"/>
              </a:rPr>
              <a:t>Unit of measure</a:t>
            </a:r>
          </a:p>
        </p:txBody>
      </p:sp>
      <p:grpSp>
        <p:nvGrpSpPr>
          <p:cNvPr id="4" name="Slide Elements" hidden="1"/>
          <p:cNvGrpSpPr/>
          <p:nvPr userDrawn="1"/>
        </p:nvGrpSpPr>
        <p:grpSpPr bwMode="auto">
          <a:xfrm>
            <a:off x="233256" y="6422205"/>
            <a:ext cx="11539643" cy="359597"/>
            <a:chOff x="119063" y="6278944"/>
            <a:chExt cx="8618537" cy="352439"/>
          </a:xfrm>
        </p:grpSpPr>
        <p:sp>
          <p:nvSpPr>
            <p:cNvPr id="13" name="4. Footnote"/>
            <p:cNvSpPr txBox="1">
              <a:spLocks noChangeArrowheads="1"/>
            </p:cNvSpPr>
            <p:nvPr/>
          </p:nvSpPr>
          <p:spPr bwMode="auto">
            <a:xfrm>
              <a:off x="119063" y="6278944"/>
              <a:ext cx="8618537" cy="15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104775" indent="-104775" defTabSz="895350">
                <a:defRPr sz="2400">
                  <a:solidFill>
                    <a:schemeClr val="tx1"/>
                  </a:solidFill>
                  <a:latin typeface="Arial" charset="0"/>
                </a:defRPr>
              </a:lvl1pPr>
              <a:lvl2pPr marL="1031875" defTabSz="895350">
                <a:defRPr sz="2400">
                  <a:solidFill>
                    <a:schemeClr val="tx1"/>
                  </a:solidFill>
                  <a:latin typeface="Arial" charset="0"/>
                </a:defRPr>
              </a:lvl2pPr>
              <a:lvl3pPr marL="1217613" defTabSz="895350">
                <a:defRPr sz="2400">
                  <a:solidFill>
                    <a:schemeClr val="tx1"/>
                  </a:solidFill>
                  <a:latin typeface="Arial" charset="0"/>
                </a:defRPr>
              </a:lvl3pPr>
              <a:lvl4pPr marL="1404938"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marL="95250" indent="-95250">
                <a:defRPr/>
              </a:pPr>
              <a:r>
                <a:rPr lang="en-US" sz="1000" baseline="0">
                  <a:solidFill>
                    <a:schemeClr val="tx1"/>
                  </a:solidFill>
                  <a:latin typeface="+mn-lt"/>
                  <a:ea typeface="+mn-ea"/>
                </a:rPr>
                <a:t>1 Footnote</a:t>
              </a:r>
            </a:p>
          </p:txBody>
        </p:sp>
        <p:sp>
          <p:nvSpPr>
            <p:cNvPr id="14" name="5. Source"/>
            <p:cNvSpPr>
              <a:spLocks noChangeArrowheads="1"/>
            </p:cNvSpPr>
            <p:nvPr/>
          </p:nvSpPr>
          <p:spPr bwMode="auto">
            <a:xfrm>
              <a:off x="119064" y="6480558"/>
              <a:ext cx="8251387" cy="15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p>
              <a:pPr marL="485775" indent="-485775" defTabSz="913800">
                <a:tabLst>
                  <a:tab pos="609600" algn="l"/>
                </a:tabLst>
              </a:pPr>
              <a:r>
                <a:rPr lang="en-US" sz="1000" baseline="0">
                  <a:solidFill>
                    <a:schemeClr val="tx1"/>
                  </a:solidFill>
                  <a:latin typeface="+mn-lt"/>
                  <a:ea typeface="+mn-ea"/>
                </a:rPr>
                <a:t>SOURCE: Source</a:t>
              </a:r>
            </a:p>
          </p:txBody>
        </p:sp>
      </p:grpSp>
      <p:grpSp>
        <p:nvGrpSpPr>
          <p:cNvPr id="15" name="ACET" hidden="1"/>
          <p:cNvGrpSpPr>
            <a:grpSpLocks/>
          </p:cNvGrpSpPr>
          <p:nvPr/>
        </p:nvGrpSpPr>
        <p:grpSpPr bwMode="auto">
          <a:xfrm>
            <a:off x="1976206" y="2350212"/>
            <a:ext cx="5853024" cy="510220"/>
            <a:chOff x="915" y="715"/>
            <a:chExt cx="2686" cy="315"/>
          </a:xfrm>
        </p:grpSpPr>
        <p:cxnSp>
          <p:nvCxnSpPr>
            <p:cNvPr id="16" name="AutoShape 249"/>
            <p:cNvCxnSpPr>
              <a:cxnSpLocks noChangeShapeType="1"/>
              <a:stCxn id="18" idx="4"/>
              <a:endCxn id="18" idx="6"/>
            </p:cNvCxnSpPr>
            <p:nvPr/>
          </p:nvCxnSpPr>
          <p:spPr bwMode="auto">
            <a:xfrm>
              <a:off x="915" y="1030"/>
              <a:ext cx="2686" cy="0"/>
            </a:xfrm>
            <a:prstGeom prst="straightConnector1">
              <a:avLst/>
            </a:prstGeom>
            <a:noFill/>
            <a:ln w="9525">
              <a:solidFill>
                <a:schemeClr val="accent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AutoShape 250"/>
            <p:cNvSpPr>
              <a:spLocks noChangeArrowheads="1"/>
            </p:cNvSpPr>
            <p:nvPr/>
          </p:nvSpPr>
          <p:spPr bwMode="auto">
            <a:xfrm>
              <a:off x="915" y="715"/>
              <a:ext cx="2686" cy="315"/>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r>
                <a:rPr lang="en-US" sz="1600" b="1" baseline="0">
                  <a:solidFill>
                    <a:srgbClr val="000000"/>
                  </a:solidFill>
                  <a:latin typeface="+mn-lt"/>
                  <a:ea typeface="+mn-ea"/>
                </a:rPr>
                <a:t>Title</a:t>
              </a:r>
            </a:p>
            <a:p>
              <a:r>
                <a:rPr lang="en-US" sz="1600" baseline="0">
                  <a:solidFill>
                    <a:schemeClr val="accent6"/>
                  </a:solidFill>
                  <a:latin typeface="+mn-lt"/>
                  <a:ea typeface="+mn-ea"/>
                </a:rPr>
                <a:t>Unit of measure</a:t>
              </a:r>
            </a:p>
          </p:txBody>
        </p:sp>
      </p:grpSp>
      <p:grpSp>
        <p:nvGrpSpPr>
          <p:cNvPr id="63" name="LegendBoxes" hidden="1"/>
          <p:cNvGrpSpPr>
            <a:grpSpLocks/>
          </p:cNvGrpSpPr>
          <p:nvPr userDrawn="1"/>
        </p:nvGrpSpPr>
        <p:grpSpPr bwMode="auto">
          <a:xfrm>
            <a:off x="9819959" y="304620"/>
            <a:ext cx="703263" cy="996951"/>
            <a:chOff x="4936" y="176"/>
            <a:chExt cx="443" cy="628"/>
          </a:xfrm>
        </p:grpSpPr>
        <p:sp>
          <p:nvSpPr>
            <p:cNvPr id="64" name="Legend1"/>
            <p:cNvSpPr>
              <a:spLocks noChangeArrowheads="1"/>
            </p:cNvSpPr>
            <p:nvPr/>
          </p:nvSpPr>
          <p:spPr bwMode="auto">
            <a:xfrm>
              <a:off x="5096" y="176"/>
              <a:ext cx="283" cy="11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619">
                <a:buClr>
                  <a:schemeClr val="tx2"/>
                </a:buClr>
              </a:pPr>
              <a:r>
                <a:rPr lang="en-US" sz="1200">
                  <a:latin typeface="+mn-lt"/>
                </a:rPr>
                <a:t>Legend</a:t>
              </a:r>
            </a:p>
          </p:txBody>
        </p:sp>
        <p:sp>
          <p:nvSpPr>
            <p:cNvPr id="65" name="LegendRectangle1"/>
            <p:cNvSpPr>
              <a:spLocks noChangeArrowheads="1"/>
            </p:cNvSpPr>
            <p:nvPr/>
          </p:nvSpPr>
          <p:spPr bwMode="auto">
            <a:xfrm>
              <a:off x="4936" y="183"/>
              <a:ext cx="104" cy="101"/>
            </a:xfrm>
            <a:prstGeom prst="rect">
              <a:avLst/>
            </a:prstGeom>
            <a:solidFill>
              <a:schemeClr val="accent1"/>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944">
                <a:latin typeface="+mn-lt"/>
              </a:endParaRPr>
            </a:p>
          </p:txBody>
        </p:sp>
        <p:sp>
          <p:nvSpPr>
            <p:cNvPr id="66" name="Legend2"/>
            <p:cNvSpPr>
              <a:spLocks noChangeArrowheads="1"/>
            </p:cNvSpPr>
            <p:nvPr/>
          </p:nvSpPr>
          <p:spPr bwMode="auto">
            <a:xfrm>
              <a:off x="5096" y="346"/>
              <a:ext cx="283" cy="11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619">
                <a:buClr>
                  <a:schemeClr val="tx2"/>
                </a:buClr>
              </a:pPr>
              <a:r>
                <a:rPr lang="en-US" sz="1200">
                  <a:latin typeface="+mn-lt"/>
                </a:rPr>
                <a:t>Legend</a:t>
              </a:r>
            </a:p>
          </p:txBody>
        </p:sp>
        <p:sp>
          <p:nvSpPr>
            <p:cNvPr id="67" name="LegendRectangle2"/>
            <p:cNvSpPr>
              <a:spLocks noChangeArrowheads="1"/>
            </p:cNvSpPr>
            <p:nvPr/>
          </p:nvSpPr>
          <p:spPr bwMode="auto">
            <a:xfrm>
              <a:off x="4936" y="353"/>
              <a:ext cx="104" cy="101"/>
            </a:xfrm>
            <a:prstGeom prst="rect">
              <a:avLst/>
            </a:prstGeom>
            <a:solidFill>
              <a:schemeClr val="accent2"/>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944">
                <a:latin typeface="+mn-lt"/>
              </a:endParaRPr>
            </a:p>
          </p:txBody>
        </p:sp>
        <p:sp>
          <p:nvSpPr>
            <p:cNvPr id="68" name="Legend3"/>
            <p:cNvSpPr>
              <a:spLocks noChangeArrowheads="1"/>
            </p:cNvSpPr>
            <p:nvPr/>
          </p:nvSpPr>
          <p:spPr bwMode="auto">
            <a:xfrm>
              <a:off x="5096" y="517"/>
              <a:ext cx="283" cy="11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619">
                <a:buClr>
                  <a:schemeClr val="tx2"/>
                </a:buClr>
              </a:pPr>
              <a:r>
                <a:rPr lang="en-US" sz="1200">
                  <a:latin typeface="+mn-lt"/>
                </a:rPr>
                <a:t>Legend</a:t>
              </a:r>
            </a:p>
          </p:txBody>
        </p:sp>
        <p:sp>
          <p:nvSpPr>
            <p:cNvPr id="69" name="LegendRectangle3"/>
            <p:cNvSpPr>
              <a:spLocks noChangeArrowheads="1"/>
            </p:cNvSpPr>
            <p:nvPr/>
          </p:nvSpPr>
          <p:spPr bwMode="auto">
            <a:xfrm>
              <a:off x="4936" y="524"/>
              <a:ext cx="104" cy="101"/>
            </a:xfrm>
            <a:prstGeom prst="rect">
              <a:avLst/>
            </a:prstGeom>
            <a:solidFill>
              <a:schemeClr val="hlink"/>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944">
                <a:latin typeface="+mn-lt"/>
              </a:endParaRPr>
            </a:p>
          </p:txBody>
        </p:sp>
        <p:sp>
          <p:nvSpPr>
            <p:cNvPr id="70" name="Legend4"/>
            <p:cNvSpPr>
              <a:spLocks noChangeArrowheads="1"/>
            </p:cNvSpPr>
            <p:nvPr/>
          </p:nvSpPr>
          <p:spPr bwMode="auto">
            <a:xfrm>
              <a:off x="5096" y="688"/>
              <a:ext cx="283" cy="11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619">
                <a:buClr>
                  <a:schemeClr val="tx2"/>
                </a:buClr>
              </a:pPr>
              <a:r>
                <a:rPr lang="en-US" sz="1200">
                  <a:latin typeface="+mn-lt"/>
                </a:rPr>
                <a:t>Legend</a:t>
              </a:r>
            </a:p>
          </p:txBody>
        </p:sp>
        <p:sp>
          <p:nvSpPr>
            <p:cNvPr id="71" name="LegendRectangle4"/>
            <p:cNvSpPr>
              <a:spLocks noChangeArrowheads="1"/>
            </p:cNvSpPr>
            <p:nvPr/>
          </p:nvSpPr>
          <p:spPr bwMode="auto">
            <a:xfrm>
              <a:off x="4936" y="695"/>
              <a:ext cx="104" cy="101"/>
            </a:xfrm>
            <a:prstGeom prst="rect">
              <a:avLst/>
            </a:prstGeom>
            <a:solidFill>
              <a:schemeClr val="folHlink"/>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944">
                <a:latin typeface="+mn-lt"/>
              </a:endParaRPr>
            </a:p>
          </p:txBody>
        </p:sp>
      </p:grpSp>
      <p:grpSp>
        <p:nvGrpSpPr>
          <p:cNvPr id="72" name="LegendLines" hidden="1"/>
          <p:cNvGrpSpPr>
            <a:grpSpLocks/>
          </p:cNvGrpSpPr>
          <p:nvPr userDrawn="1"/>
        </p:nvGrpSpPr>
        <p:grpSpPr bwMode="auto">
          <a:xfrm>
            <a:off x="9511984" y="304620"/>
            <a:ext cx="1011238" cy="730251"/>
            <a:chOff x="4750" y="176"/>
            <a:chExt cx="637" cy="460"/>
          </a:xfrm>
        </p:grpSpPr>
        <p:sp>
          <p:nvSpPr>
            <p:cNvPr id="73" name="LineLegend1"/>
            <p:cNvSpPr>
              <a:spLocks noChangeShapeType="1"/>
            </p:cNvSpPr>
            <p:nvPr/>
          </p:nvSpPr>
          <p:spPr bwMode="auto">
            <a:xfrm>
              <a:off x="4750" y="233"/>
              <a:ext cx="288" cy="0"/>
            </a:xfrm>
            <a:prstGeom prst="line">
              <a:avLst/>
            </a:prstGeom>
            <a:noFill/>
            <a:ln w="28575">
              <a:solidFill>
                <a:schemeClr val="accent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944">
                <a:latin typeface="+mn-lt"/>
              </a:endParaRPr>
            </a:p>
          </p:txBody>
        </p:sp>
        <p:sp>
          <p:nvSpPr>
            <p:cNvPr id="74" name="LineLegend2"/>
            <p:cNvSpPr>
              <a:spLocks noChangeShapeType="1"/>
            </p:cNvSpPr>
            <p:nvPr/>
          </p:nvSpPr>
          <p:spPr bwMode="auto">
            <a:xfrm>
              <a:off x="4750" y="402"/>
              <a:ext cx="288" cy="0"/>
            </a:xfrm>
            <a:prstGeom prst="line">
              <a:avLst/>
            </a:prstGeom>
            <a:noFill/>
            <a:ln w="28575">
              <a:solidFill>
                <a:schemeClr val="accent3"/>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944">
                <a:latin typeface="+mn-lt"/>
              </a:endParaRPr>
            </a:p>
          </p:txBody>
        </p:sp>
        <p:sp>
          <p:nvSpPr>
            <p:cNvPr id="75" name="LineLegend3"/>
            <p:cNvSpPr>
              <a:spLocks noChangeShapeType="1"/>
            </p:cNvSpPr>
            <p:nvPr/>
          </p:nvSpPr>
          <p:spPr bwMode="auto">
            <a:xfrm>
              <a:off x="4750" y="577"/>
              <a:ext cx="288" cy="0"/>
            </a:xfrm>
            <a:prstGeom prst="line">
              <a:avLst/>
            </a:prstGeom>
            <a:noFill/>
            <a:ln w="28575">
              <a:solidFill>
                <a:schemeClr val="accent3"/>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944">
                <a:latin typeface="+mn-lt"/>
              </a:endParaRPr>
            </a:p>
          </p:txBody>
        </p:sp>
        <p:sp>
          <p:nvSpPr>
            <p:cNvPr id="76" name="Legend1"/>
            <p:cNvSpPr>
              <a:spLocks noChangeArrowheads="1"/>
            </p:cNvSpPr>
            <p:nvPr/>
          </p:nvSpPr>
          <p:spPr bwMode="auto">
            <a:xfrm>
              <a:off x="5104" y="176"/>
              <a:ext cx="283"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619">
                <a:buClr>
                  <a:schemeClr val="tx2"/>
                </a:buClr>
              </a:pPr>
              <a:r>
                <a:rPr lang="en-US" sz="1200">
                  <a:latin typeface="+mn-lt"/>
                </a:rPr>
                <a:t>Legend</a:t>
              </a:r>
            </a:p>
          </p:txBody>
        </p:sp>
        <p:sp>
          <p:nvSpPr>
            <p:cNvPr id="77" name="Legend2"/>
            <p:cNvSpPr>
              <a:spLocks noChangeArrowheads="1"/>
            </p:cNvSpPr>
            <p:nvPr/>
          </p:nvSpPr>
          <p:spPr bwMode="auto">
            <a:xfrm>
              <a:off x="5104" y="344"/>
              <a:ext cx="283"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619">
                <a:buClr>
                  <a:schemeClr val="tx2"/>
                </a:buClr>
              </a:pPr>
              <a:r>
                <a:rPr lang="en-US" sz="1200">
                  <a:latin typeface="+mn-lt"/>
                </a:rPr>
                <a:t>Legend</a:t>
              </a:r>
            </a:p>
          </p:txBody>
        </p:sp>
        <p:sp>
          <p:nvSpPr>
            <p:cNvPr id="78" name="Legend3"/>
            <p:cNvSpPr>
              <a:spLocks noChangeArrowheads="1"/>
            </p:cNvSpPr>
            <p:nvPr/>
          </p:nvSpPr>
          <p:spPr bwMode="auto">
            <a:xfrm>
              <a:off x="5104" y="520"/>
              <a:ext cx="283"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619">
                <a:buClr>
                  <a:schemeClr val="tx2"/>
                </a:buClr>
              </a:pPr>
              <a:r>
                <a:rPr lang="en-US" sz="1200">
                  <a:latin typeface="+mn-lt"/>
                </a:rPr>
                <a:t>Legend</a:t>
              </a:r>
            </a:p>
          </p:txBody>
        </p:sp>
      </p:grpSp>
      <p:grpSp>
        <p:nvGrpSpPr>
          <p:cNvPr id="79" name="LegendMoons" hidden="1"/>
          <p:cNvGrpSpPr/>
          <p:nvPr userDrawn="1"/>
        </p:nvGrpSpPr>
        <p:grpSpPr bwMode="auto">
          <a:xfrm>
            <a:off x="9753502" y="304619"/>
            <a:ext cx="769720" cy="1306516"/>
            <a:chOff x="7875175" y="286625"/>
            <a:chExt cx="769720" cy="1306516"/>
          </a:xfrm>
        </p:grpSpPr>
        <p:grpSp>
          <p:nvGrpSpPr>
            <p:cNvPr id="80" name="MoonLegend2"/>
            <p:cNvGrpSpPr>
              <a:grpSpLocks noChangeAspect="1"/>
            </p:cNvGrpSpPr>
            <p:nvPr>
              <p:custDataLst>
                <p:tags r:id="rId15"/>
              </p:custDataLst>
            </p:nvPr>
          </p:nvGrpSpPr>
          <p:grpSpPr bwMode="auto">
            <a:xfrm>
              <a:off x="7875175" y="560866"/>
              <a:ext cx="209550" cy="209551"/>
              <a:chOff x="1694" y="2044"/>
              <a:chExt cx="160" cy="160"/>
            </a:xfrm>
          </p:grpSpPr>
          <p:sp>
            <p:nvSpPr>
              <p:cNvPr id="98" name="Oval 41"/>
              <p:cNvSpPr>
                <a:spLocks noChangeAspect="1" noChangeArrowheads="1"/>
              </p:cNvSpPr>
              <p:nvPr>
                <p:custDataLst>
                  <p:tags r:id="rId28"/>
                </p:custDataLst>
              </p:nvPr>
            </p:nvSpPr>
            <p:spPr bwMode="auto">
              <a:xfrm>
                <a:off x="1694" y="2044"/>
                <a:ext cx="160" cy="160"/>
              </a:xfrm>
              <a:prstGeom prst="ellipse">
                <a:avLst/>
              </a:prstGeom>
              <a:solidFill>
                <a:schemeClr val="accent1"/>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944">
                  <a:latin typeface="+mn-lt"/>
                </a:endParaRPr>
              </a:p>
            </p:txBody>
          </p:sp>
          <p:sp>
            <p:nvSpPr>
              <p:cNvPr id="99" name="Arc 42"/>
              <p:cNvSpPr>
                <a:spLocks noChangeAspect="1"/>
              </p:cNvSpPr>
              <p:nvPr>
                <p:custDataLst>
                  <p:tags r:id="rId29"/>
                </p:custDataLst>
              </p:nvPr>
            </p:nvSpPr>
            <p:spPr bwMode="auto">
              <a:xfrm>
                <a:off x="1694" y="2044"/>
                <a:ext cx="160" cy="160"/>
              </a:xfrm>
              <a:prstGeom prst="arc">
                <a:avLst/>
              </a:prstGeom>
              <a:solidFill>
                <a:schemeClr val="folHlink"/>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944">
                  <a:latin typeface="+mn-lt"/>
                </a:endParaRPr>
              </a:p>
            </p:txBody>
          </p:sp>
        </p:grpSp>
        <p:grpSp>
          <p:nvGrpSpPr>
            <p:cNvPr id="81" name="MoonLegend4"/>
            <p:cNvGrpSpPr>
              <a:grpSpLocks noChangeAspect="1"/>
            </p:cNvGrpSpPr>
            <p:nvPr>
              <p:custDataLst>
                <p:tags r:id="rId16"/>
              </p:custDataLst>
            </p:nvPr>
          </p:nvGrpSpPr>
          <p:grpSpPr bwMode="auto">
            <a:xfrm>
              <a:off x="7875175" y="1109348"/>
              <a:ext cx="209550" cy="209551"/>
              <a:chOff x="4495" y="1198"/>
              <a:chExt cx="160" cy="160"/>
            </a:xfrm>
          </p:grpSpPr>
          <p:sp>
            <p:nvSpPr>
              <p:cNvPr id="96" name="Oval 47"/>
              <p:cNvSpPr>
                <a:spLocks noChangeAspect="1" noChangeArrowheads="1"/>
              </p:cNvSpPr>
              <p:nvPr>
                <p:custDataLst>
                  <p:tags r:id="rId26"/>
                </p:custDataLst>
              </p:nvPr>
            </p:nvSpPr>
            <p:spPr bwMode="auto">
              <a:xfrm>
                <a:off x="4495" y="1198"/>
                <a:ext cx="160" cy="160"/>
              </a:xfrm>
              <a:prstGeom prst="ellipse">
                <a:avLst/>
              </a:prstGeom>
              <a:solidFill>
                <a:schemeClr val="accent1"/>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944">
                  <a:latin typeface="+mn-lt"/>
                </a:endParaRPr>
              </a:p>
            </p:txBody>
          </p:sp>
          <p:sp>
            <p:nvSpPr>
              <p:cNvPr id="97" name="Arc 48"/>
              <p:cNvSpPr>
                <a:spLocks noChangeAspect="1"/>
              </p:cNvSpPr>
              <p:nvPr>
                <p:custDataLst>
                  <p:tags r:id="rId27"/>
                </p:custDataLst>
              </p:nvPr>
            </p:nvSpPr>
            <p:spPr bwMode="auto">
              <a:xfrm>
                <a:off x="4495" y="1198"/>
                <a:ext cx="160" cy="160"/>
              </a:xfrm>
              <a:prstGeom prst="arc">
                <a:avLst>
                  <a:gd name="adj1" fmla="val 16200000"/>
                  <a:gd name="adj2" fmla="val 10800000"/>
                </a:avLst>
              </a:prstGeom>
              <a:solidFill>
                <a:schemeClr val="folHlink"/>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944">
                  <a:latin typeface="+mn-lt"/>
                </a:endParaRPr>
              </a:p>
            </p:txBody>
          </p:sp>
        </p:grpSp>
        <p:grpSp>
          <p:nvGrpSpPr>
            <p:cNvPr id="82" name="MoonLegend5"/>
            <p:cNvGrpSpPr>
              <a:grpSpLocks noChangeAspect="1"/>
            </p:cNvGrpSpPr>
            <p:nvPr>
              <p:custDataLst>
                <p:tags r:id="rId17"/>
              </p:custDataLst>
            </p:nvPr>
          </p:nvGrpSpPr>
          <p:grpSpPr bwMode="auto">
            <a:xfrm>
              <a:off x="7875175" y="1383590"/>
              <a:ext cx="209550" cy="209551"/>
              <a:chOff x="4495" y="1440"/>
              <a:chExt cx="160" cy="160"/>
            </a:xfrm>
          </p:grpSpPr>
          <p:sp>
            <p:nvSpPr>
              <p:cNvPr id="94" name="Oval 50"/>
              <p:cNvSpPr>
                <a:spLocks noChangeAspect="1" noChangeArrowheads="1"/>
              </p:cNvSpPr>
              <p:nvPr>
                <p:custDataLst>
                  <p:tags r:id="rId24"/>
                </p:custDataLst>
              </p:nvPr>
            </p:nvSpPr>
            <p:spPr bwMode="auto">
              <a:xfrm>
                <a:off x="4495" y="1440"/>
                <a:ext cx="160" cy="160"/>
              </a:xfrm>
              <a:prstGeom prst="ellipse">
                <a:avLst/>
              </a:prstGeom>
              <a:solidFill>
                <a:schemeClr val="accent1"/>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944">
                  <a:latin typeface="+mn-lt"/>
                </a:endParaRPr>
              </a:p>
            </p:txBody>
          </p:sp>
          <p:sp>
            <p:nvSpPr>
              <p:cNvPr id="95" name="Oval 51"/>
              <p:cNvSpPr>
                <a:spLocks noChangeAspect="1" noChangeArrowheads="1"/>
              </p:cNvSpPr>
              <p:nvPr>
                <p:custDataLst>
                  <p:tags r:id="rId25"/>
                </p:custDataLst>
              </p:nvPr>
            </p:nvSpPr>
            <p:spPr bwMode="auto">
              <a:xfrm>
                <a:off x="4495" y="1440"/>
                <a:ext cx="160" cy="160"/>
              </a:xfrm>
              <a:prstGeom prst="arc">
                <a:avLst>
                  <a:gd name="adj1" fmla="val 16200000"/>
                  <a:gd name="adj2" fmla="val 16200000"/>
                </a:avLst>
              </a:prstGeom>
              <a:solidFill>
                <a:schemeClr val="folHlink"/>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944">
                  <a:latin typeface="+mn-lt"/>
                </a:endParaRPr>
              </a:p>
            </p:txBody>
          </p:sp>
        </p:grpSp>
        <p:sp>
          <p:nvSpPr>
            <p:cNvPr id="83" name="Legend1"/>
            <p:cNvSpPr>
              <a:spLocks noChangeArrowheads="1"/>
            </p:cNvSpPr>
            <p:nvPr/>
          </p:nvSpPr>
          <p:spPr bwMode="auto">
            <a:xfrm>
              <a:off x="8195850" y="299325"/>
              <a:ext cx="449045" cy="18466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619">
                <a:buClr>
                  <a:schemeClr val="tx2"/>
                </a:buClr>
              </a:pPr>
              <a:r>
                <a:rPr lang="en-US" sz="1200">
                  <a:latin typeface="+mn-lt"/>
                </a:rPr>
                <a:t>Legend</a:t>
              </a:r>
            </a:p>
          </p:txBody>
        </p:sp>
        <p:sp>
          <p:nvSpPr>
            <p:cNvPr id="84" name="Legend2"/>
            <p:cNvSpPr>
              <a:spLocks noChangeArrowheads="1"/>
            </p:cNvSpPr>
            <p:nvPr/>
          </p:nvSpPr>
          <p:spPr bwMode="auto">
            <a:xfrm>
              <a:off x="8195850" y="573963"/>
              <a:ext cx="449045" cy="18466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619">
                <a:buClr>
                  <a:schemeClr val="tx2"/>
                </a:buClr>
              </a:pPr>
              <a:r>
                <a:rPr lang="en-US" sz="1200">
                  <a:latin typeface="+mn-lt"/>
                </a:rPr>
                <a:t>Legend</a:t>
              </a:r>
            </a:p>
          </p:txBody>
        </p:sp>
        <p:sp>
          <p:nvSpPr>
            <p:cNvPr id="85" name="Legend3"/>
            <p:cNvSpPr>
              <a:spLocks noChangeArrowheads="1"/>
            </p:cNvSpPr>
            <p:nvPr/>
          </p:nvSpPr>
          <p:spPr bwMode="auto">
            <a:xfrm>
              <a:off x="8195850" y="848602"/>
              <a:ext cx="449045" cy="18466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619">
                <a:buClr>
                  <a:schemeClr val="tx2"/>
                </a:buClr>
              </a:pPr>
              <a:r>
                <a:rPr lang="en-US" sz="1200">
                  <a:latin typeface="+mn-lt"/>
                </a:rPr>
                <a:t>Legend</a:t>
              </a:r>
            </a:p>
          </p:txBody>
        </p:sp>
        <p:sp>
          <p:nvSpPr>
            <p:cNvPr id="86" name="Legend4"/>
            <p:cNvSpPr>
              <a:spLocks noChangeArrowheads="1"/>
            </p:cNvSpPr>
            <p:nvPr/>
          </p:nvSpPr>
          <p:spPr bwMode="auto">
            <a:xfrm>
              <a:off x="8195850" y="1120065"/>
              <a:ext cx="449045" cy="18466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619">
                <a:buClr>
                  <a:schemeClr val="tx2"/>
                </a:buClr>
              </a:pPr>
              <a:r>
                <a:rPr lang="en-US" sz="1200">
                  <a:latin typeface="+mn-lt"/>
                </a:rPr>
                <a:t>Legend</a:t>
              </a:r>
            </a:p>
          </p:txBody>
        </p:sp>
        <p:sp>
          <p:nvSpPr>
            <p:cNvPr id="87" name="Legend5"/>
            <p:cNvSpPr>
              <a:spLocks noChangeArrowheads="1"/>
            </p:cNvSpPr>
            <p:nvPr/>
          </p:nvSpPr>
          <p:spPr bwMode="auto">
            <a:xfrm>
              <a:off x="8195850" y="1396290"/>
              <a:ext cx="449045" cy="18466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619">
                <a:buClr>
                  <a:schemeClr val="tx2"/>
                </a:buClr>
              </a:pPr>
              <a:r>
                <a:rPr lang="en-US" sz="1200">
                  <a:latin typeface="+mn-lt"/>
                </a:rPr>
                <a:t>Legend</a:t>
              </a:r>
            </a:p>
          </p:txBody>
        </p:sp>
        <p:grpSp>
          <p:nvGrpSpPr>
            <p:cNvPr id="88" name="MoonLegend3"/>
            <p:cNvGrpSpPr>
              <a:grpSpLocks noChangeAspect="1"/>
            </p:cNvGrpSpPr>
            <p:nvPr>
              <p:custDataLst>
                <p:tags r:id="rId18"/>
              </p:custDataLst>
            </p:nvPr>
          </p:nvGrpSpPr>
          <p:grpSpPr bwMode="auto">
            <a:xfrm>
              <a:off x="7875175" y="835107"/>
              <a:ext cx="209550" cy="209551"/>
              <a:chOff x="4495" y="1198"/>
              <a:chExt cx="160" cy="160"/>
            </a:xfrm>
          </p:grpSpPr>
          <p:sp>
            <p:nvSpPr>
              <p:cNvPr id="92" name="Oval 47"/>
              <p:cNvSpPr>
                <a:spLocks noChangeAspect="1" noChangeArrowheads="1"/>
              </p:cNvSpPr>
              <p:nvPr>
                <p:custDataLst>
                  <p:tags r:id="rId22"/>
                </p:custDataLst>
              </p:nvPr>
            </p:nvSpPr>
            <p:spPr bwMode="auto">
              <a:xfrm>
                <a:off x="4495" y="1198"/>
                <a:ext cx="160" cy="160"/>
              </a:xfrm>
              <a:prstGeom prst="ellipse">
                <a:avLst/>
              </a:prstGeom>
              <a:solidFill>
                <a:schemeClr val="accent1"/>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944">
                  <a:latin typeface="+mn-lt"/>
                </a:endParaRPr>
              </a:p>
            </p:txBody>
          </p:sp>
          <p:sp>
            <p:nvSpPr>
              <p:cNvPr id="93" name="Arc 48"/>
              <p:cNvSpPr>
                <a:spLocks noChangeAspect="1"/>
              </p:cNvSpPr>
              <p:nvPr>
                <p:custDataLst>
                  <p:tags r:id="rId23"/>
                </p:custDataLst>
              </p:nvPr>
            </p:nvSpPr>
            <p:spPr bwMode="auto">
              <a:xfrm>
                <a:off x="4495" y="1198"/>
                <a:ext cx="160" cy="160"/>
              </a:xfrm>
              <a:prstGeom prst="arc">
                <a:avLst>
                  <a:gd name="adj1" fmla="val 16200000"/>
                  <a:gd name="adj2" fmla="val 5400000"/>
                </a:avLst>
              </a:prstGeom>
              <a:solidFill>
                <a:schemeClr val="folHlink"/>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944">
                  <a:latin typeface="+mn-lt"/>
                </a:endParaRPr>
              </a:p>
            </p:txBody>
          </p:sp>
        </p:grpSp>
        <p:grpSp>
          <p:nvGrpSpPr>
            <p:cNvPr id="89" name="MoonLegend1"/>
            <p:cNvGrpSpPr>
              <a:grpSpLocks noChangeAspect="1"/>
            </p:cNvGrpSpPr>
            <p:nvPr userDrawn="1">
              <p:custDataLst>
                <p:tags r:id="rId19"/>
              </p:custDataLst>
            </p:nvPr>
          </p:nvGrpSpPr>
          <p:grpSpPr bwMode="auto">
            <a:xfrm>
              <a:off x="7875175" y="286625"/>
              <a:ext cx="209550" cy="209551"/>
              <a:chOff x="1694" y="2044"/>
              <a:chExt cx="160" cy="160"/>
            </a:xfrm>
          </p:grpSpPr>
          <p:sp>
            <p:nvSpPr>
              <p:cNvPr id="90" name="Oval 41"/>
              <p:cNvSpPr>
                <a:spLocks noChangeAspect="1" noChangeArrowheads="1"/>
              </p:cNvSpPr>
              <p:nvPr>
                <p:custDataLst>
                  <p:tags r:id="rId20"/>
                </p:custDataLst>
              </p:nvPr>
            </p:nvSpPr>
            <p:spPr bwMode="auto">
              <a:xfrm>
                <a:off x="1694" y="2044"/>
                <a:ext cx="160" cy="160"/>
              </a:xfrm>
              <a:prstGeom prst="ellipse">
                <a:avLst/>
              </a:prstGeom>
              <a:solidFill>
                <a:schemeClr val="accent1"/>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944">
                  <a:latin typeface="+mn-lt"/>
                </a:endParaRPr>
              </a:p>
            </p:txBody>
          </p:sp>
          <p:sp>
            <p:nvSpPr>
              <p:cNvPr id="91" name="Arc 42"/>
              <p:cNvSpPr>
                <a:spLocks noChangeAspect="1"/>
              </p:cNvSpPr>
              <p:nvPr>
                <p:custDataLst>
                  <p:tags r:id="rId21"/>
                </p:custDataLst>
              </p:nvPr>
            </p:nvSpPr>
            <p:spPr bwMode="auto">
              <a:xfrm>
                <a:off x="1694" y="2044"/>
                <a:ext cx="160" cy="160"/>
              </a:xfrm>
              <a:prstGeom prst="arc">
                <a:avLst>
                  <a:gd name="adj1" fmla="val 16200000"/>
                  <a:gd name="adj2" fmla="val 5400000"/>
                </a:avLst>
              </a:prstGeom>
              <a:solidFill>
                <a:schemeClr val="folHlink"/>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944">
                  <a:latin typeface="+mn-lt"/>
                </a:endParaRPr>
              </a:p>
            </p:txBody>
          </p:sp>
        </p:grpSp>
      </p:grpSp>
      <p:grpSp>
        <p:nvGrpSpPr>
          <p:cNvPr id="100" name="McKSticker" hidden="1"/>
          <p:cNvGrpSpPr/>
          <p:nvPr userDrawn="1"/>
        </p:nvGrpSpPr>
        <p:grpSpPr bwMode="auto">
          <a:xfrm>
            <a:off x="9638787" y="304619"/>
            <a:ext cx="884435" cy="212366"/>
            <a:chOff x="7856340" y="285750"/>
            <a:chExt cx="884435" cy="212366"/>
          </a:xfrm>
        </p:grpSpPr>
        <p:sp>
          <p:nvSpPr>
            <p:cNvPr id="101" name="StickerRectangle"/>
            <p:cNvSpPr>
              <a:spLocks noChangeArrowheads="1"/>
            </p:cNvSpPr>
            <p:nvPr/>
          </p:nvSpPr>
          <p:spPr bwMode="auto">
            <a:xfrm>
              <a:off x="7856340" y="285750"/>
              <a:ext cx="884435" cy="2123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algn="r" defTabSz="895619">
                <a:buClr>
                  <a:schemeClr val="tx2"/>
                </a:buClr>
              </a:pPr>
              <a:r>
                <a:rPr lang="en-US" sz="1200">
                  <a:solidFill>
                    <a:srgbClr val="808080"/>
                  </a:solidFill>
                  <a:latin typeface="+mn-lt"/>
                </a:rPr>
                <a:t>PRELIMINARY</a:t>
              </a:r>
            </a:p>
          </p:txBody>
        </p:sp>
        <p:cxnSp>
          <p:nvCxnSpPr>
            <p:cNvPr id="102" name="AutoShape 31"/>
            <p:cNvCxnSpPr>
              <a:cxnSpLocks noChangeShapeType="1"/>
              <a:stCxn id="101" idx="2"/>
              <a:endCxn id="101" idx="4"/>
            </p:cNvCxnSpPr>
            <p:nvPr/>
          </p:nvCxnSpPr>
          <p:spPr bwMode="auto">
            <a:xfrm>
              <a:off x="7856340" y="285750"/>
              <a:ext cx="0" cy="212366"/>
            </a:xfrm>
            <a:prstGeom prst="straightConnector1">
              <a:avLst/>
            </a:prstGeom>
            <a:noFill/>
            <a:ln w="9525">
              <a:solidFill>
                <a:srgbClr val="808080"/>
              </a:solidFill>
              <a:round/>
              <a:headEnd/>
              <a:tailEnd/>
            </a:ln>
            <a:extLst>
              <a:ext uri="{909E8E84-426E-40DD-AFC4-6F175D3DCCD1}">
                <a14:hiddenFill xmlns:a14="http://schemas.microsoft.com/office/drawing/2010/main">
                  <a:noFill/>
                </a14:hiddenFill>
              </a:ext>
            </a:extLst>
          </p:spPr>
        </p:cxnSp>
        <p:cxnSp>
          <p:nvCxnSpPr>
            <p:cNvPr id="103" name="AutoShape 32"/>
            <p:cNvCxnSpPr>
              <a:cxnSpLocks noChangeShapeType="1"/>
              <a:stCxn id="101" idx="4"/>
              <a:endCxn id="101" idx="6"/>
            </p:cNvCxnSpPr>
            <p:nvPr/>
          </p:nvCxnSpPr>
          <p:spPr bwMode="auto">
            <a:xfrm>
              <a:off x="7856340" y="498116"/>
              <a:ext cx="884435" cy="0"/>
            </a:xfrm>
            <a:prstGeom prst="straightConnector1">
              <a:avLst/>
            </a:prstGeom>
            <a:noFill/>
            <a:ln w="25400">
              <a:solidFill>
                <a:srgbClr val="808080"/>
              </a:solidFill>
              <a:round/>
              <a:headEnd/>
              <a:tailEnd/>
            </a:ln>
            <a:extLst>
              <a:ext uri="{909E8E84-426E-40DD-AFC4-6F175D3DCCD1}">
                <a14:hiddenFill xmlns:a14="http://schemas.microsoft.com/office/drawing/2010/main">
                  <a:noFill/>
                </a14:hiddenFill>
              </a:ext>
            </a:extLst>
          </p:spPr>
        </p:cxnSp>
      </p:grpSp>
      <p:grpSp>
        <p:nvGrpSpPr>
          <p:cNvPr id="62" name="Moon" hidden="1"/>
          <p:cNvGrpSpPr/>
          <p:nvPr userDrawn="1">
            <p:custDataLst>
              <p:tags r:id="rId14"/>
            </p:custDataLst>
          </p:nvPr>
        </p:nvGrpSpPr>
        <p:grpSpPr>
          <a:xfrm>
            <a:off x="8515925" y="1214424"/>
            <a:ext cx="254000" cy="254000"/>
            <a:chOff x="762000" y="1270000"/>
            <a:chExt cx="254000" cy="254000"/>
          </a:xfrm>
        </p:grpSpPr>
        <p:sp>
          <p:nvSpPr>
            <p:cNvPr id="106" name="Oval 105"/>
            <p:cNvSpPr/>
            <p:nvPr/>
          </p:nvSpPr>
          <p:spPr>
            <a:xfrm>
              <a:off x="762000" y="1270000"/>
              <a:ext cx="254000" cy="25400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4" err="1">
                <a:solidFill>
                  <a:schemeClr val="tx1"/>
                </a:solidFill>
              </a:endParaRPr>
            </a:p>
          </p:txBody>
        </p:sp>
        <p:sp>
          <p:nvSpPr>
            <p:cNvPr id="109" name="Arc 108"/>
            <p:cNvSpPr/>
            <p:nvPr/>
          </p:nvSpPr>
          <p:spPr>
            <a:xfrm>
              <a:off x="762000" y="1270000"/>
              <a:ext cx="254000" cy="254000"/>
            </a:xfrm>
            <a:prstGeom prst="arc">
              <a:avLst/>
            </a:prstGeom>
            <a:solidFill>
              <a:schemeClr val="accent4"/>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1944"/>
            </a:p>
          </p:txBody>
        </p:sp>
      </p:grpSp>
    </p:spTree>
    <p:extLst>
      <p:ext uri="{BB962C8B-B14F-4D97-AF65-F5344CB8AC3E}">
        <p14:creationId xmlns:p14="http://schemas.microsoft.com/office/powerpoint/2010/main" val="839175257"/>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Lst>
  <p:hf hdr="0" ftr="0" dt="0"/>
  <p:txStyles>
    <p:titleStyle>
      <a:lvl1pPr algn="l" defTabSz="913800" rtl="0" eaLnBrk="1" fontAlgn="base" hangingPunct="1">
        <a:spcBef>
          <a:spcPct val="0"/>
        </a:spcBef>
        <a:spcAft>
          <a:spcPct val="0"/>
        </a:spcAft>
        <a:tabLst>
          <a:tab pos="275436" algn="l"/>
        </a:tabLst>
        <a:defRPr lang="en-US" sz="3200" b="1" kern="0" baseline="0" noProof="0" dirty="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algn="l" defTabSz="913800" rtl="0" eaLnBrk="1" fontAlgn="base" hangingPunct="1">
        <a:spcBef>
          <a:spcPct val="0"/>
        </a:spcBef>
        <a:spcAft>
          <a:spcPct val="0"/>
        </a:spcAft>
        <a:defRPr sz="1940" b="1">
          <a:solidFill>
            <a:schemeClr val="tx2"/>
          </a:solidFill>
          <a:latin typeface="Arial" charset="0"/>
        </a:defRPr>
      </a:lvl2pPr>
      <a:lvl3pPr algn="l" defTabSz="913800" rtl="0" eaLnBrk="1" fontAlgn="base" hangingPunct="1">
        <a:spcBef>
          <a:spcPct val="0"/>
        </a:spcBef>
        <a:spcAft>
          <a:spcPct val="0"/>
        </a:spcAft>
        <a:defRPr sz="1940" b="1">
          <a:solidFill>
            <a:schemeClr val="tx2"/>
          </a:solidFill>
          <a:latin typeface="Arial" charset="0"/>
        </a:defRPr>
      </a:lvl3pPr>
      <a:lvl4pPr algn="l" defTabSz="913800" rtl="0" eaLnBrk="1" fontAlgn="base" hangingPunct="1">
        <a:spcBef>
          <a:spcPct val="0"/>
        </a:spcBef>
        <a:spcAft>
          <a:spcPct val="0"/>
        </a:spcAft>
        <a:defRPr sz="1940" b="1">
          <a:solidFill>
            <a:schemeClr val="tx2"/>
          </a:solidFill>
          <a:latin typeface="Arial" charset="0"/>
        </a:defRPr>
      </a:lvl4pPr>
      <a:lvl5pPr algn="l" defTabSz="913800" rtl="0" eaLnBrk="1" fontAlgn="base" hangingPunct="1">
        <a:spcBef>
          <a:spcPct val="0"/>
        </a:spcBef>
        <a:spcAft>
          <a:spcPct val="0"/>
        </a:spcAft>
        <a:defRPr sz="1940" b="1">
          <a:solidFill>
            <a:schemeClr val="tx2"/>
          </a:solidFill>
          <a:latin typeface="Arial" charset="0"/>
        </a:defRPr>
      </a:lvl5pPr>
      <a:lvl6pPr marL="466621" algn="l" defTabSz="913800" rtl="0" eaLnBrk="1" fontAlgn="base" hangingPunct="1">
        <a:spcBef>
          <a:spcPct val="0"/>
        </a:spcBef>
        <a:spcAft>
          <a:spcPct val="0"/>
        </a:spcAft>
        <a:defRPr sz="1940" b="1">
          <a:solidFill>
            <a:schemeClr val="tx2"/>
          </a:solidFill>
          <a:latin typeface="Arial" charset="0"/>
        </a:defRPr>
      </a:lvl6pPr>
      <a:lvl7pPr marL="933242" algn="l" defTabSz="913800" rtl="0" eaLnBrk="1" fontAlgn="base" hangingPunct="1">
        <a:spcBef>
          <a:spcPct val="0"/>
        </a:spcBef>
        <a:spcAft>
          <a:spcPct val="0"/>
        </a:spcAft>
        <a:defRPr sz="1940" b="1">
          <a:solidFill>
            <a:schemeClr val="tx2"/>
          </a:solidFill>
          <a:latin typeface="Arial" charset="0"/>
        </a:defRPr>
      </a:lvl7pPr>
      <a:lvl8pPr marL="1399863" algn="l" defTabSz="913800" rtl="0" eaLnBrk="1" fontAlgn="base" hangingPunct="1">
        <a:spcBef>
          <a:spcPct val="0"/>
        </a:spcBef>
        <a:spcAft>
          <a:spcPct val="0"/>
        </a:spcAft>
        <a:defRPr sz="1940" b="1">
          <a:solidFill>
            <a:schemeClr val="tx2"/>
          </a:solidFill>
          <a:latin typeface="Arial" charset="0"/>
        </a:defRPr>
      </a:lvl8pPr>
      <a:lvl9pPr marL="1866485" algn="l" defTabSz="913800" rtl="0" eaLnBrk="1" fontAlgn="base" hangingPunct="1">
        <a:spcBef>
          <a:spcPct val="0"/>
        </a:spcBef>
        <a:spcAft>
          <a:spcPct val="0"/>
        </a:spcAft>
        <a:defRPr sz="1940" b="1">
          <a:solidFill>
            <a:schemeClr val="tx2"/>
          </a:solidFill>
          <a:latin typeface="Arial" charset="0"/>
        </a:defRPr>
      </a:lvl9pPr>
    </p:titleStyle>
    <p:bodyStyle>
      <a:lvl1pPr marL="0" indent="0" algn="l" defTabSz="913800" rtl="0" eaLnBrk="1" fontAlgn="base" hangingPunct="1">
        <a:spcBef>
          <a:spcPct val="0"/>
        </a:spcBef>
        <a:spcAft>
          <a:spcPct val="0"/>
        </a:spcAft>
        <a:buClr>
          <a:schemeClr val="tx2"/>
        </a:buClr>
        <a:buSzPct val="100000"/>
        <a:defRPr sz="1600" baseline="0">
          <a:solidFill>
            <a:schemeClr val="tx1"/>
          </a:solidFill>
          <a:latin typeface="+mn-lt"/>
          <a:ea typeface="+mn-ea"/>
          <a:cs typeface="+mn-cs"/>
        </a:defRPr>
      </a:lvl1pPr>
      <a:lvl2pPr marL="192082" indent="-196046" algn="l" defTabSz="913800"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57337" indent="-267335" algn="l" defTabSz="913800"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12832" indent="-158781" algn="l" defTabSz="913800"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50033" indent="-128054" algn="l" defTabSz="91380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5259" indent="-132858" algn="l" defTabSz="913800" rtl="0" eaLnBrk="1" fontAlgn="base" hangingPunct="1">
        <a:spcBef>
          <a:spcPct val="0"/>
        </a:spcBef>
        <a:spcAft>
          <a:spcPct val="0"/>
        </a:spcAft>
        <a:buClr>
          <a:schemeClr val="tx2"/>
        </a:buClr>
        <a:buSzPct val="89000"/>
        <a:buFont typeface="Arial" charset="0"/>
        <a:buChar char="-"/>
        <a:defRPr sz="1632" baseline="0">
          <a:solidFill>
            <a:schemeClr val="tx1"/>
          </a:solidFill>
          <a:latin typeface="+mn-lt"/>
        </a:defRPr>
      </a:lvl6pPr>
      <a:lvl7pPr marL="765259" indent="-132858" algn="l" defTabSz="913800" rtl="0" eaLnBrk="1" fontAlgn="base" hangingPunct="1">
        <a:spcBef>
          <a:spcPct val="0"/>
        </a:spcBef>
        <a:spcAft>
          <a:spcPct val="0"/>
        </a:spcAft>
        <a:buClr>
          <a:schemeClr val="tx2"/>
        </a:buClr>
        <a:buSzPct val="89000"/>
        <a:buFont typeface="Arial" charset="0"/>
        <a:buChar char="-"/>
        <a:defRPr sz="1632" baseline="0">
          <a:solidFill>
            <a:schemeClr val="tx1"/>
          </a:solidFill>
          <a:latin typeface="+mn-lt"/>
        </a:defRPr>
      </a:lvl7pPr>
      <a:lvl8pPr marL="765259" indent="-132858" algn="l" defTabSz="913800" rtl="0" eaLnBrk="1" fontAlgn="base" hangingPunct="1">
        <a:spcBef>
          <a:spcPct val="0"/>
        </a:spcBef>
        <a:spcAft>
          <a:spcPct val="0"/>
        </a:spcAft>
        <a:buClr>
          <a:schemeClr val="tx2"/>
        </a:buClr>
        <a:buSzPct val="89000"/>
        <a:buFont typeface="Arial" charset="0"/>
        <a:buChar char="-"/>
        <a:defRPr sz="1632" baseline="0">
          <a:solidFill>
            <a:schemeClr val="tx1"/>
          </a:solidFill>
          <a:latin typeface="+mn-lt"/>
        </a:defRPr>
      </a:lvl8pPr>
      <a:lvl9pPr marL="765259" indent="-132858" algn="l" defTabSz="913800" rtl="0" eaLnBrk="1" fontAlgn="base" hangingPunct="1">
        <a:spcBef>
          <a:spcPct val="0"/>
        </a:spcBef>
        <a:spcAft>
          <a:spcPct val="0"/>
        </a:spcAft>
        <a:buClr>
          <a:schemeClr val="tx2"/>
        </a:buClr>
        <a:buSzPct val="89000"/>
        <a:buFont typeface="Arial" charset="0"/>
        <a:buChar char="-"/>
        <a:defRPr sz="1632" baseline="0">
          <a:solidFill>
            <a:schemeClr val="tx1"/>
          </a:solidFill>
          <a:latin typeface="+mn-lt"/>
        </a:defRPr>
      </a:lvl9pPr>
    </p:bodyStyle>
    <p:otherStyle>
      <a:defPPr>
        <a:defRPr lang="en-US"/>
      </a:defPPr>
      <a:lvl1pPr marL="0" algn="l" defTabSz="933242" rtl="0" eaLnBrk="1" latinLnBrk="0" hangingPunct="1">
        <a:defRPr sz="1838" kern="1200">
          <a:solidFill>
            <a:schemeClr val="tx1"/>
          </a:solidFill>
          <a:latin typeface="+mn-lt"/>
          <a:ea typeface="+mn-ea"/>
          <a:cs typeface="+mn-cs"/>
        </a:defRPr>
      </a:lvl1pPr>
      <a:lvl2pPr marL="466621" algn="l" defTabSz="933242" rtl="0" eaLnBrk="1" latinLnBrk="0" hangingPunct="1">
        <a:defRPr sz="1838" kern="1200">
          <a:solidFill>
            <a:schemeClr val="tx1"/>
          </a:solidFill>
          <a:latin typeface="+mn-lt"/>
          <a:ea typeface="+mn-ea"/>
          <a:cs typeface="+mn-cs"/>
        </a:defRPr>
      </a:lvl2pPr>
      <a:lvl3pPr marL="933242" algn="l" defTabSz="933242" rtl="0" eaLnBrk="1" latinLnBrk="0" hangingPunct="1">
        <a:defRPr sz="1838" kern="1200">
          <a:solidFill>
            <a:schemeClr val="tx1"/>
          </a:solidFill>
          <a:latin typeface="+mn-lt"/>
          <a:ea typeface="+mn-ea"/>
          <a:cs typeface="+mn-cs"/>
        </a:defRPr>
      </a:lvl3pPr>
      <a:lvl4pPr marL="1399863" algn="l" defTabSz="933242" rtl="0" eaLnBrk="1" latinLnBrk="0" hangingPunct="1">
        <a:defRPr sz="1838" kern="1200">
          <a:solidFill>
            <a:schemeClr val="tx1"/>
          </a:solidFill>
          <a:latin typeface="+mn-lt"/>
          <a:ea typeface="+mn-ea"/>
          <a:cs typeface="+mn-cs"/>
        </a:defRPr>
      </a:lvl4pPr>
      <a:lvl5pPr marL="1866485" algn="l" defTabSz="933242" rtl="0" eaLnBrk="1" latinLnBrk="0" hangingPunct="1">
        <a:defRPr sz="1838" kern="1200">
          <a:solidFill>
            <a:schemeClr val="tx1"/>
          </a:solidFill>
          <a:latin typeface="+mn-lt"/>
          <a:ea typeface="+mn-ea"/>
          <a:cs typeface="+mn-cs"/>
        </a:defRPr>
      </a:lvl5pPr>
      <a:lvl6pPr marL="2333106" algn="l" defTabSz="933242" rtl="0" eaLnBrk="1" latinLnBrk="0" hangingPunct="1">
        <a:defRPr sz="1838" kern="1200">
          <a:solidFill>
            <a:schemeClr val="tx1"/>
          </a:solidFill>
          <a:latin typeface="+mn-lt"/>
          <a:ea typeface="+mn-ea"/>
          <a:cs typeface="+mn-cs"/>
        </a:defRPr>
      </a:lvl6pPr>
      <a:lvl7pPr marL="2799727" algn="l" defTabSz="933242" rtl="0" eaLnBrk="1" latinLnBrk="0" hangingPunct="1">
        <a:defRPr sz="1838" kern="1200">
          <a:solidFill>
            <a:schemeClr val="tx1"/>
          </a:solidFill>
          <a:latin typeface="+mn-lt"/>
          <a:ea typeface="+mn-ea"/>
          <a:cs typeface="+mn-cs"/>
        </a:defRPr>
      </a:lvl7pPr>
      <a:lvl8pPr marL="3266348" algn="l" defTabSz="933242" rtl="0" eaLnBrk="1" latinLnBrk="0" hangingPunct="1">
        <a:defRPr sz="1838" kern="1200">
          <a:solidFill>
            <a:schemeClr val="tx1"/>
          </a:solidFill>
          <a:latin typeface="+mn-lt"/>
          <a:ea typeface="+mn-ea"/>
          <a:cs typeface="+mn-cs"/>
        </a:defRPr>
      </a:lvl8pPr>
      <a:lvl9pPr marL="3732969" algn="l" defTabSz="933242" rtl="0" eaLnBrk="1" latinLnBrk="0" hangingPunct="1">
        <a:defRPr sz="183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36">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grpSp>
        <p:nvGrpSpPr>
          <p:cNvPr id="94" name="Groupe 1">
            <a:extLst>
              <a:ext uri="{FF2B5EF4-FFF2-40B4-BE49-F238E27FC236}">
                <a16:creationId xmlns:a16="http://schemas.microsoft.com/office/drawing/2014/main" id="{11A3E882-4152-49CC-A658-0BA2BD4CCF4E}"/>
              </a:ext>
              <a:ext uri="{C183D7F6-B498-43B3-948B-1728B52AA6E4}">
                <adec:decorative xmlns:adec="http://schemas.microsoft.com/office/drawing/2017/decorative" val="1"/>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98" name="Rectangle 27">
            <a:extLst>
              <a:ext uri="{FF2B5EF4-FFF2-40B4-BE49-F238E27FC236}">
                <a16:creationId xmlns:a16="http://schemas.microsoft.com/office/drawing/2014/main" id="{B1133F59-1301-4D8F-A396-71B6A669F37A}"/>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Presentation Title  |  Author  |  Date</a:t>
            </a:r>
          </a:p>
        </p:txBody>
      </p:sp>
      <p:sp>
        <p:nvSpPr>
          <p:cNvPr id="100" name="Rectangle 27">
            <a:extLst>
              <a:ext uri="{FF2B5EF4-FFF2-40B4-BE49-F238E27FC236}">
                <a16:creationId xmlns:a16="http://schemas.microsoft.com/office/drawing/2014/main" id="{777F4691-2D56-47C4-B2B1-73BE348DB06D}"/>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2022. All rights reserved  |</a:t>
            </a:r>
          </a:p>
        </p:txBody>
      </p:sp>
      <p:sp>
        <p:nvSpPr>
          <p:cNvPr id="99" name="Rectangle 43">
            <a:extLst>
              <a:ext uri="{FF2B5EF4-FFF2-40B4-BE49-F238E27FC236}">
                <a16:creationId xmlns:a16="http://schemas.microsoft.com/office/drawing/2014/main" id="{1302EB1D-4F45-4228-A725-9CA0AEFCE017}"/>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3896528805"/>
      </p:ext>
    </p:extLst>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 id="2147483858" r:id="rId12"/>
    <p:sldLayoutId id="2147483859" r:id="rId13"/>
    <p:sldLayoutId id="2147483860" r:id="rId14"/>
    <p:sldLayoutId id="2147483861" r:id="rId15"/>
    <p:sldLayoutId id="2147483862" r:id="rId16"/>
    <p:sldLayoutId id="2147483863" r:id="rId17"/>
    <p:sldLayoutId id="2147483864" r:id="rId18"/>
    <p:sldLayoutId id="2147483865" r:id="rId19"/>
    <p:sldLayoutId id="2147483866" r:id="rId20"/>
    <p:sldLayoutId id="2147483867" r:id="rId21"/>
    <p:sldLayoutId id="2147483868" r:id="rId22"/>
    <p:sldLayoutId id="2147483869" r:id="rId23"/>
    <p:sldLayoutId id="2147483870" r:id="rId24"/>
    <p:sldLayoutId id="2147483871" r:id="rId25"/>
    <p:sldLayoutId id="2147483872" r:id="rId26"/>
    <p:sldLayoutId id="2147483873" r:id="rId27"/>
    <p:sldLayoutId id="2147483889" r:id="rId28"/>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10" pos="7423">
          <p15:clr>
            <a:srgbClr val="F26B43"/>
          </p15:clr>
        </p15:guide>
        <p15:guide id="11" orient="horz" pos="4071">
          <p15:clr>
            <a:srgbClr val="F26B43"/>
          </p15:clr>
        </p15:guide>
        <p15:guide id="12" pos="255">
          <p15:clr>
            <a:srgbClr val="F26B43"/>
          </p15:clr>
        </p15:guide>
        <p15:guide id="13" orient="horz" pos="836">
          <p15:clr>
            <a:srgbClr val="F26B43"/>
          </p15:clr>
        </p15:guide>
        <p15:guide id="14" orient="horz" pos="245">
          <p15:clr>
            <a:srgbClr val="F26B43"/>
          </p15:clr>
        </p15:guide>
        <p15:guide id="15" pos="3840">
          <p15:clr>
            <a:srgbClr val="F26B43"/>
          </p15:clr>
        </p15:guide>
        <p15:guide id="16" pos="3899">
          <p15:clr>
            <a:srgbClr val="F26B43"/>
          </p15:clr>
        </p15:guide>
        <p15:guide id="17" pos="378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D44941-1DC2-E567-1E59-4B5A84B75E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51E6F4E-0A79-F4EC-7469-2CE04C1756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1600A97-067C-ECCA-D2C2-4927943EB6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AA5C63-9F4B-4408-BA43-E992054B5E3E}" type="datetimeFigureOut">
              <a:rPr lang="en-GB" smtClean="0"/>
              <a:t>01/09/2025</a:t>
            </a:fld>
            <a:endParaRPr lang="en-GB"/>
          </a:p>
        </p:txBody>
      </p:sp>
      <p:sp>
        <p:nvSpPr>
          <p:cNvPr id="5" name="Footer Placeholder 4">
            <a:extLst>
              <a:ext uri="{FF2B5EF4-FFF2-40B4-BE49-F238E27FC236}">
                <a16:creationId xmlns:a16="http://schemas.microsoft.com/office/drawing/2014/main" id="{61D7DDD3-1C57-ADEE-5911-B77B975024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0B1EEF58-32FD-EA35-282A-4AA416C85E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19C50A-20F4-41C1-AE61-3A3510D93EB5}" type="slidenum">
              <a:rPr lang="en-GB" smtClean="0"/>
              <a:t>‹#›</a:t>
            </a:fld>
            <a:endParaRPr lang="en-GB"/>
          </a:p>
        </p:txBody>
      </p:sp>
    </p:spTree>
    <p:extLst>
      <p:ext uri="{BB962C8B-B14F-4D97-AF65-F5344CB8AC3E}">
        <p14:creationId xmlns:p14="http://schemas.microsoft.com/office/powerpoint/2010/main" val="1639732692"/>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 id="2147483886" r:id="rId12"/>
    <p:sldLayoutId id="214748388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ID" hidden="1">
            <a:extLst>
              <a:ext uri="{FF2B5EF4-FFF2-40B4-BE49-F238E27FC236}">
                <a16:creationId xmlns:a16="http://schemas.microsoft.com/office/drawing/2014/main" id="{A27D0679-8D96-1186-A961-BDC17B525A6F}"/>
              </a:ext>
            </a:extLst>
          </p:cNvPr>
          <p:cNvPicPr>
            <a:picLocks noGrp="1" noRot="1" noChangeAspect="1" noMove="1" noResize="1" noEditPoints="1" noAdjustHandles="1" noChangeArrowheads="1" noChangeShapeType="1" noCrop="1"/>
          </p:cNvPicPr>
          <p:nvPr userDrawn="1"/>
        </p:nvPicPr>
        <p:blipFill>
          <a:blip r:embed="rId48" cstate="screen">
            <a:extLst>
              <a:ext uri="{28A0092B-C50C-407E-A947-70E740481C1C}">
                <a14:useLocalDpi xmlns:a14="http://schemas.microsoft.com/office/drawing/2010/main"/>
              </a:ext>
            </a:extLst>
          </a:blip>
          <a:stretch>
            <a:fillRect/>
          </a:stretch>
        </p:blipFill>
        <p:spPr>
          <a:xfrm>
            <a:off x="414971" y="388938"/>
            <a:ext cx="11369040" cy="6067248"/>
          </a:xfrm>
          <a:prstGeom prst="rect">
            <a:avLst/>
          </a:prstGeom>
        </p:spPr>
      </p:pic>
      <p:sp>
        <p:nvSpPr>
          <p:cNvPr id="4" name="Text Placeholder 1"/>
          <p:cNvSpPr>
            <a:spLocks noGrp="1"/>
          </p:cNvSpPr>
          <p:nvPr>
            <p:ph type="body" idx="1"/>
          </p:nvPr>
        </p:nvSpPr>
        <p:spPr>
          <a:xfrm>
            <a:off x="407988" y="1628800"/>
            <a:ext cx="11369040" cy="4829080"/>
          </a:xfrm>
          <a:prstGeom prst="rect">
            <a:avLst/>
          </a:prstGeom>
        </p:spPr>
        <p:txBody>
          <a:bodyPr vert="horz" lIns="0" tIns="0" rIns="0" bIns="0" rtlCol="0">
            <a:noAutofit/>
          </a:bodyPr>
          <a:lstStyle/>
          <a:p>
            <a:pPr lvl="0"/>
            <a:r>
              <a:rPr lang="fr-FR"/>
              <a:t>Enter </a:t>
            </a:r>
            <a:r>
              <a:rPr lang="fr-FR" err="1"/>
              <a:t>your</a:t>
            </a:r>
            <a:r>
              <a:rPr lang="fr-FR"/>
              <a:t> contents</a:t>
            </a:r>
          </a:p>
          <a:p>
            <a:pPr lvl="1"/>
            <a:r>
              <a:rPr lang="fr-FR"/>
              <a:t>Second </a:t>
            </a:r>
            <a:r>
              <a:rPr lang="fr-FR" err="1"/>
              <a:t>level</a:t>
            </a:r>
            <a:endParaRPr lang="fr-FR"/>
          </a:p>
          <a:p>
            <a:pPr lvl="2"/>
            <a:r>
              <a:rPr lang="fr-FR" err="1"/>
              <a:t>Third</a:t>
            </a:r>
            <a:r>
              <a:rPr lang="fr-FR"/>
              <a:t> </a:t>
            </a:r>
            <a:r>
              <a:rPr lang="fr-FR" err="1"/>
              <a:t>level</a:t>
            </a:r>
            <a:endParaRPr lang="fr-FR"/>
          </a:p>
          <a:p>
            <a:pPr lvl="3"/>
            <a:r>
              <a:rPr lang="fr-FR" err="1"/>
              <a:t>Fourth</a:t>
            </a:r>
            <a:r>
              <a:rPr lang="fr-FR"/>
              <a:t> </a:t>
            </a:r>
            <a:r>
              <a:rPr lang="fr-FR" err="1"/>
              <a:t>level</a:t>
            </a:r>
            <a:endParaRPr lang="fr-FR"/>
          </a:p>
          <a:p>
            <a:pPr lvl="4"/>
            <a:r>
              <a:rPr lang="fr-FR" err="1"/>
              <a:t>Fifth</a:t>
            </a:r>
            <a:r>
              <a:rPr lang="fr-FR"/>
              <a:t> </a:t>
            </a:r>
            <a:r>
              <a:rPr lang="fr-FR" err="1"/>
              <a:t>level</a:t>
            </a:r>
            <a:endParaRPr lang="en-US"/>
          </a:p>
        </p:txBody>
      </p:sp>
      <p:grpSp>
        <p:nvGrpSpPr>
          <p:cNvPr id="31" name="Groupe 1">
            <a:extLst>
              <a:ext uri="{FF2B5EF4-FFF2-40B4-BE49-F238E27FC236}">
                <a16:creationId xmlns:a16="http://schemas.microsoft.com/office/drawing/2014/main" id="{F31688C0-3AAB-457C-86FA-4177A059CF79}"/>
              </a:ext>
            </a:extLst>
          </p:cNvPr>
          <p:cNvGrpSpPr/>
          <p:nvPr userDrawn="1"/>
        </p:nvGrpSpPr>
        <p:grpSpPr>
          <a:xfrm>
            <a:off x="11501102" y="171573"/>
            <a:ext cx="419436" cy="388988"/>
            <a:chOff x="11501102" y="171573"/>
            <a:chExt cx="419436" cy="388988"/>
          </a:xfrm>
        </p:grpSpPr>
        <p:sp>
          <p:nvSpPr>
            <p:cNvPr id="33" name="Freeform 13">
              <a:extLst>
                <a:ext uri="{FF2B5EF4-FFF2-40B4-BE49-F238E27FC236}">
                  <a16:creationId xmlns:a16="http://schemas.microsoft.com/office/drawing/2014/main" id="{0DF4B7FE-AA65-4E55-B964-75A3DEE12DA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34" name="Freeform 14">
              <a:extLst>
                <a:ext uri="{FF2B5EF4-FFF2-40B4-BE49-F238E27FC236}">
                  <a16:creationId xmlns:a16="http://schemas.microsoft.com/office/drawing/2014/main" id="{08DB13D7-F3B3-4CCC-9572-7C835EA669A8}"/>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414971" y="260350"/>
            <a:ext cx="11008413" cy="792163"/>
          </a:xfrm>
          <a:prstGeom prst="rect">
            <a:avLst/>
          </a:prstGeom>
        </p:spPr>
        <p:txBody>
          <a:bodyPr vert="horz" lIns="0" tIns="0" rIns="0" bIns="0" rtlCol="0" anchor="t" anchorCtr="0">
            <a:noAutofit/>
          </a:bodyPr>
          <a:lstStyle/>
          <a:p>
            <a:r>
              <a:rPr lang="fr-FR"/>
              <a:t>Modifiez le style du titre</a:t>
            </a:r>
            <a:endParaRPr lang="de-DE"/>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0979205" y="1068490"/>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398738"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sp>
        <p:nvSpPr>
          <p:cNvPr id="3" name="Rectangle 27">
            <a:extLst>
              <a:ext uri="{FF2B5EF4-FFF2-40B4-BE49-F238E27FC236}">
                <a16:creationId xmlns:a16="http://schemas.microsoft.com/office/drawing/2014/main" id="{62086BA9-1591-C6CD-E573-A5F8961683B1}"/>
              </a:ext>
            </a:extLst>
          </p:cNvPr>
          <p:cNvSpPr/>
          <p:nvPr userDrawn="1"/>
        </p:nvSpPr>
        <p:spPr>
          <a:xfrm>
            <a:off x="40683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chemeClr val="bg1">
                    <a:lumMod val="65000"/>
                  </a:schemeClr>
                </a:solidFill>
                <a:latin typeface="+mn-lt"/>
                <a:cs typeface="Arial" panose="020B0604020202020204" pitchFamily="34" charset="0"/>
              </a:rPr>
              <a:t>A Proposal to provide E2E quality engineering services | March 2025</a:t>
            </a:r>
          </a:p>
        </p:txBody>
      </p:sp>
      <p:sp>
        <p:nvSpPr>
          <p:cNvPr id="6" name="Rectangle 27">
            <a:extLst>
              <a:ext uri="{FF2B5EF4-FFF2-40B4-BE49-F238E27FC236}">
                <a16:creationId xmlns:a16="http://schemas.microsoft.com/office/drawing/2014/main" id="{C7A3A5DA-5BBD-64D1-6DE2-E0F6859C58F2}"/>
              </a:ext>
            </a:extLst>
          </p:cNvPr>
          <p:cNvSpPr/>
          <p:nvPr userDrawn="1"/>
        </p:nvSpPr>
        <p:spPr>
          <a:xfrm>
            <a:off x="713182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chemeClr val="bg1">
                    <a:lumMod val="65000"/>
                  </a:schemeClr>
                </a:solidFill>
                <a:latin typeface="+mn-lt"/>
                <a:cs typeface="Arial" panose="020B0604020202020204" pitchFamily="34" charset="0"/>
              </a:rPr>
              <a:t>Company Confidential © Capgemini 2025. All rights reserved |</a:t>
            </a:r>
          </a:p>
        </p:txBody>
      </p:sp>
      <p:sp>
        <p:nvSpPr>
          <p:cNvPr id="7" name="Rectangle 43">
            <a:extLst>
              <a:ext uri="{FF2B5EF4-FFF2-40B4-BE49-F238E27FC236}">
                <a16:creationId xmlns:a16="http://schemas.microsoft.com/office/drawing/2014/main" id="{5A64C6D2-B9B0-18AF-749A-15AAED7E4993}"/>
              </a:ext>
            </a:extLst>
          </p:cNvPr>
          <p:cNvSpPr/>
          <p:nvPr userDrawn="1"/>
        </p:nvSpPr>
        <p:spPr>
          <a:xfrm>
            <a:off x="11648878"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1994163139"/>
      </p:ext>
    </p:extLst>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 id="2147483903" r:id="rId12"/>
    <p:sldLayoutId id="2147483904" r:id="rId13"/>
    <p:sldLayoutId id="2147483905" r:id="rId14"/>
    <p:sldLayoutId id="2147483906" r:id="rId15"/>
    <p:sldLayoutId id="2147483907" r:id="rId16"/>
    <p:sldLayoutId id="2147483908" r:id="rId17"/>
    <p:sldLayoutId id="2147483909" r:id="rId18"/>
    <p:sldLayoutId id="2147483910" r:id="rId19"/>
    <p:sldLayoutId id="2147483911" r:id="rId20"/>
    <p:sldLayoutId id="2147483912" r:id="rId21"/>
    <p:sldLayoutId id="2147483913" r:id="rId22"/>
    <p:sldLayoutId id="2147483914" r:id="rId23"/>
    <p:sldLayoutId id="2147483915" r:id="rId24"/>
    <p:sldLayoutId id="2147483916" r:id="rId25"/>
    <p:sldLayoutId id="2147483917" r:id="rId26"/>
    <p:sldLayoutId id="2147483918" r:id="rId27"/>
    <p:sldLayoutId id="2147483919" r:id="rId28"/>
    <p:sldLayoutId id="2147483920" r:id="rId29"/>
    <p:sldLayoutId id="2147483921" r:id="rId30"/>
    <p:sldLayoutId id="2147483922" r:id="rId31"/>
    <p:sldLayoutId id="2147483923" r:id="rId32"/>
    <p:sldLayoutId id="2147483924" r:id="rId33"/>
    <p:sldLayoutId id="2147483925" r:id="rId34"/>
    <p:sldLayoutId id="2147483926" r:id="rId35"/>
    <p:sldLayoutId id="2147483927" r:id="rId36"/>
    <p:sldLayoutId id="2147483928" r:id="rId37"/>
    <p:sldLayoutId id="2147483929" r:id="rId38"/>
    <p:sldLayoutId id="2147483930" r:id="rId39"/>
    <p:sldLayoutId id="2147483931" r:id="rId40"/>
    <p:sldLayoutId id="2147483932" r:id="rId41"/>
    <p:sldLayoutId id="2147483933" r:id="rId42"/>
    <p:sldLayoutId id="2147483934" r:id="rId43"/>
    <p:sldLayoutId id="2147483935" r:id="rId44"/>
    <p:sldLayoutId id="2147483936" r:id="rId45"/>
    <p:sldLayoutId id="2147483937" r:id="rId46"/>
  </p:sldLayoutIdLst>
  <p:hf sldNum="0"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8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663">
          <p15:clr>
            <a:srgbClr val="F26B43"/>
          </p15:clr>
        </p15:guide>
        <p15:guide id="19" orient="horz" pos="4320">
          <p15:clr>
            <a:srgbClr val="F26B43"/>
          </p15:clr>
        </p15:guide>
        <p15:guide id="20" pos="257">
          <p15:clr>
            <a:srgbClr val="F26B43"/>
          </p15:clr>
        </p15:guide>
        <p15:guide id="21" pos="3840">
          <p15:clr>
            <a:srgbClr val="F26B43"/>
          </p15:clr>
        </p15:guide>
        <p15:guide id="22" pos="7423">
          <p15:clr>
            <a:srgbClr val="F26B43"/>
          </p15:clr>
        </p15:guide>
        <p15:guide id="23" orient="horz" pos="160">
          <p15:clr>
            <a:srgbClr val="F26B43"/>
          </p15:clr>
        </p15:guide>
        <p15:guide id="24" orient="horz" pos="1026">
          <p15:clr>
            <a:srgbClr val="F26B43"/>
          </p15:clr>
        </p15:guide>
        <p15:guide id="26" orient="horz" pos="4065">
          <p15:clr>
            <a:srgbClr val="F26B43"/>
          </p15:clr>
        </p15:guide>
        <p15:guide id="27" orient="horz" pos="89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xml"/><Relationship Id="rId1" Type="http://schemas.openxmlformats.org/officeDocument/2006/relationships/slideLayout" Target="../slideLayouts/slideLayout5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3.xml"/></Relationships>
</file>

<file path=ppt/slides/_rels/slide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7.xml"/></Relationships>
</file>

<file path=ppt/slides/_rels/slide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7.xml"/></Relationships>
</file>

<file path=ppt/slides/_rels/slide1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7.xml"/></Relationships>
</file>

<file path=ppt/slides/_rels/slide1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7.xml"/><Relationship Id="rId4" Type="http://schemas.openxmlformats.org/officeDocument/2006/relationships/image" Target="../media/image48.png"/></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8.xml"/></Relationships>
</file>

<file path=ppt/slides/_rels/slide14.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2.svg"/><Relationship Id="rId2" Type="http://schemas.openxmlformats.org/officeDocument/2006/relationships/notesSlide" Target="../notesSlides/notesSlide4.xml"/><Relationship Id="rId1" Type="http://schemas.openxmlformats.org/officeDocument/2006/relationships/slideLayout" Target="../slideLayouts/slideLayout60.xml"/><Relationship Id="rId6" Type="http://schemas.openxmlformats.org/officeDocument/2006/relationships/image" Target="../media/image51.png"/><Relationship Id="rId5" Type="http://schemas.openxmlformats.org/officeDocument/2006/relationships/image" Target="../media/image50.png"/><Relationship Id="rId4" Type="http://schemas.microsoft.com/office/2007/relationships/hdphoto" Target="../media/hdphoto6.wdp"/></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17.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png"/><Relationship Id="rId1" Type="http://schemas.openxmlformats.org/officeDocument/2006/relationships/slideLayout" Target="../slideLayouts/slideLayout59.xml"/><Relationship Id="rId4" Type="http://schemas.openxmlformats.org/officeDocument/2006/relationships/image" Target="../media/image55.png"/></Relationships>
</file>

<file path=ppt/slides/_rels/slide1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6.xml"/><Relationship Id="rId1" Type="http://schemas.openxmlformats.org/officeDocument/2006/relationships/slideLayout" Target="../slideLayouts/slideLayout72.xml"/><Relationship Id="rId4" Type="http://schemas.openxmlformats.org/officeDocument/2006/relationships/image" Target="../media/image5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21.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64.png"/><Relationship Id="rId18" Type="http://schemas.openxmlformats.org/officeDocument/2006/relationships/image" Target="../media/image69.svg"/><Relationship Id="rId3" Type="http://schemas.openxmlformats.org/officeDocument/2006/relationships/tags" Target="../tags/tag25.xml"/><Relationship Id="rId21" Type="http://schemas.openxmlformats.org/officeDocument/2006/relationships/image" Target="../media/image72.png"/><Relationship Id="rId7" Type="http://schemas.openxmlformats.org/officeDocument/2006/relationships/slideLayout" Target="../slideLayouts/slideLayout99.xml"/><Relationship Id="rId12" Type="http://schemas.openxmlformats.org/officeDocument/2006/relationships/image" Target="../media/image63.svg"/><Relationship Id="rId17" Type="http://schemas.openxmlformats.org/officeDocument/2006/relationships/image" Target="../media/image68.png"/><Relationship Id="rId2" Type="http://schemas.openxmlformats.org/officeDocument/2006/relationships/tags" Target="../tags/tag24.xml"/><Relationship Id="rId16" Type="http://schemas.openxmlformats.org/officeDocument/2006/relationships/image" Target="../media/image67.svg"/><Relationship Id="rId20" Type="http://schemas.openxmlformats.org/officeDocument/2006/relationships/image" Target="../media/image71.png"/><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image" Target="../media/image62.png"/><Relationship Id="rId24" Type="http://schemas.openxmlformats.org/officeDocument/2006/relationships/image" Target="../media/image75.svg"/><Relationship Id="rId5" Type="http://schemas.openxmlformats.org/officeDocument/2006/relationships/tags" Target="../tags/tag27.xml"/><Relationship Id="rId15" Type="http://schemas.openxmlformats.org/officeDocument/2006/relationships/image" Target="../media/image66.png"/><Relationship Id="rId23" Type="http://schemas.openxmlformats.org/officeDocument/2006/relationships/image" Target="../media/image74.png"/><Relationship Id="rId10" Type="http://schemas.openxmlformats.org/officeDocument/2006/relationships/image" Target="../media/image61.svg"/><Relationship Id="rId19" Type="http://schemas.openxmlformats.org/officeDocument/2006/relationships/image" Target="../media/image70.png"/><Relationship Id="rId4" Type="http://schemas.openxmlformats.org/officeDocument/2006/relationships/tags" Target="../tags/tag26.xml"/><Relationship Id="rId9" Type="http://schemas.openxmlformats.org/officeDocument/2006/relationships/image" Target="../media/image60.png"/><Relationship Id="rId14" Type="http://schemas.openxmlformats.org/officeDocument/2006/relationships/image" Target="../media/image65.svg"/><Relationship Id="rId22" Type="http://schemas.openxmlformats.org/officeDocument/2006/relationships/image" Target="../media/image73.png"/></Relationships>
</file>

<file path=ppt/slides/_rels/slide2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99.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pic>
        <p:nvPicPr>
          <p:cNvPr id="1028" name="Picture 4" descr="Thumbnail Image An A4-sized high-definition image of a collaborative strategy workshop session in a modern meeting room. The scene includes diverse professionals actively engaged in discussion. There are large whiteboards filled with diagrams and sticky notes, digital screens displaying charts and strategy maps, and people standing and pointing at ideas. A large screen shows a virtual meeting setup with multiple cohorts joining remotely in a 16:9 presentation format. The text 'Quality Assurance' is visible on some of the whiteboards and digital screens. The atmosphere is dynamic and focused, with a mix of seated and standing participants contributing ideas. The setting is bright, with natural light and a professional, creative ambiance.">
            <a:extLst>
              <a:ext uri="{FF2B5EF4-FFF2-40B4-BE49-F238E27FC236}">
                <a16:creationId xmlns:a16="http://schemas.microsoft.com/office/drawing/2014/main" id="{4CD0A1C6-CC4A-2FD7-E77C-83B1A3C2578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423"/>
          <a:stretch/>
        </p:blipFill>
        <p:spPr bwMode="auto">
          <a:xfrm>
            <a:off x="4871864" y="0"/>
            <a:ext cx="7320136" cy="6849941"/>
          </a:xfrm>
          <a:prstGeom prst="rect">
            <a:avLst/>
          </a:prstGeom>
          <a:noFill/>
          <a:extLst>
            <a:ext uri="{909E8E84-426E-40DD-AFC4-6F175D3DCCD1}">
              <a14:hiddenFill xmlns:a14="http://schemas.microsoft.com/office/drawing/2010/main">
                <a:solidFill>
                  <a:srgbClr val="FFFFFF"/>
                </a:solidFill>
              </a14:hiddenFill>
            </a:ext>
          </a:extLst>
        </p:spPr>
      </p:pic>
      <p:sp>
        <p:nvSpPr>
          <p:cNvPr id="5" name="Titre 4">
            <a:extLst>
              <a:ext uri="{FF2B5EF4-FFF2-40B4-BE49-F238E27FC236}">
                <a16:creationId xmlns:a16="http://schemas.microsoft.com/office/drawing/2014/main" id="{FAE954B6-8278-83A6-4799-0246740EC7B8}"/>
              </a:ext>
            </a:extLst>
          </p:cNvPr>
          <p:cNvSpPr>
            <a:spLocks noGrp="1"/>
          </p:cNvSpPr>
          <p:nvPr>
            <p:ph type="ctrTitle"/>
          </p:nvPr>
        </p:nvSpPr>
        <p:spPr>
          <a:xfrm>
            <a:off x="190686" y="2060848"/>
            <a:ext cx="4681178" cy="1580003"/>
          </a:xfrm>
        </p:spPr>
        <p:txBody>
          <a:bodyPr/>
          <a:lstStyle/>
          <a:p>
            <a:r>
              <a:rPr lang="en-US" sz="3600"/>
              <a:t>The Strategy Studio</a:t>
            </a:r>
          </a:p>
        </p:txBody>
      </p:sp>
      <p:sp>
        <p:nvSpPr>
          <p:cNvPr id="4" name="Sous-titre 3">
            <a:extLst>
              <a:ext uri="{FF2B5EF4-FFF2-40B4-BE49-F238E27FC236}">
                <a16:creationId xmlns:a16="http://schemas.microsoft.com/office/drawing/2014/main" id="{39685558-8775-30DA-47C7-36B131525FBE}"/>
              </a:ext>
            </a:extLst>
          </p:cNvPr>
          <p:cNvSpPr>
            <a:spLocks noGrp="1"/>
          </p:cNvSpPr>
          <p:nvPr>
            <p:ph type="subTitle" idx="1"/>
          </p:nvPr>
        </p:nvSpPr>
        <p:spPr>
          <a:xfrm>
            <a:off x="190686" y="3714057"/>
            <a:ext cx="4465154" cy="492443"/>
          </a:xfrm>
        </p:spPr>
        <p:txBody>
          <a:bodyPr/>
          <a:lstStyle/>
          <a:p>
            <a:r>
              <a:rPr lang="en-US"/>
              <a:t>A high impact collaborative session to create QA Strategies</a:t>
            </a:r>
          </a:p>
        </p:txBody>
      </p:sp>
      <p:sp>
        <p:nvSpPr>
          <p:cNvPr id="2" name="ZoneTexte 1">
            <a:extLst>
              <a:ext uri="{FF2B5EF4-FFF2-40B4-BE49-F238E27FC236}">
                <a16:creationId xmlns:a16="http://schemas.microsoft.com/office/drawing/2014/main" id="{A1B014BB-00A7-4659-9604-F6CD89C77741}"/>
              </a:ext>
            </a:extLst>
          </p:cNvPr>
          <p:cNvSpPr txBox="1"/>
          <p:nvPr/>
        </p:nvSpPr>
        <p:spPr>
          <a:xfrm>
            <a:off x="9696400" y="6237312"/>
            <a:ext cx="2330715" cy="248402"/>
          </a:xfrm>
          <a:prstGeom prst="rect">
            <a:avLst/>
          </a:prstGeom>
          <a:noFill/>
        </p:spPr>
        <p:txBody>
          <a:bodyPr vert="horz" wrap="squar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F6F6F6">
                    <a:lumMod val="75000"/>
                  </a:srgbClr>
                </a:solidFill>
                <a:effectLst/>
                <a:uLnTx/>
                <a:uFillTx/>
                <a:latin typeface="Ubuntu"/>
                <a:ea typeface="+mn-ea"/>
                <a:cs typeface="+mn-cs"/>
              </a:rPr>
              <a:t>Company confidential</a:t>
            </a:r>
          </a:p>
        </p:txBody>
      </p:sp>
      <p:pic>
        <p:nvPicPr>
          <p:cNvPr id="8" name="Picture 6">
            <a:extLst>
              <a:ext uri="{FF2B5EF4-FFF2-40B4-BE49-F238E27FC236}">
                <a16:creationId xmlns:a16="http://schemas.microsoft.com/office/drawing/2014/main" id="{3D3E577F-7ECC-2153-6230-29AD123D9513}"/>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6424" y="1360040"/>
            <a:ext cx="11475731" cy="4464496"/>
          </a:xfrm>
          <a:prstGeom prst="rect">
            <a:avLst/>
          </a:prstGeom>
        </p:spPr>
      </p:pic>
      <p:pic>
        <p:nvPicPr>
          <p:cNvPr id="9" name="Image 8">
            <a:extLst>
              <a:ext uri="{FF2B5EF4-FFF2-40B4-BE49-F238E27FC236}">
                <a16:creationId xmlns:a16="http://schemas.microsoft.com/office/drawing/2014/main" id="{324BABE4-D794-45F8-90AF-66A30DF07D06}"/>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272464" y="6199513"/>
            <a:ext cx="323663" cy="324000"/>
          </a:xfrm>
          <a:prstGeom prst="rect">
            <a:avLst/>
          </a:prstGeom>
        </p:spPr>
      </p:pic>
      <p:grpSp>
        <p:nvGrpSpPr>
          <p:cNvPr id="15" name="Group 2">
            <a:extLst>
              <a:ext uri="{FF2B5EF4-FFF2-40B4-BE49-F238E27FC236}">
                <a16:creationId xmlns:a16="http://schemas.microsoft.com/office/drawing/2014/main" id="{C6036FEE-55DE-70FD-8023-666A176E56D8}"/>
              </a:ext>
            </a:extLst>
          </p:cNvPr>
          <p:cNvGrpSpPr>
            <a:grpSpLocks noChangeAspect="1"/>
          </p:cNvGrpSpPr>
          <p:nvPr/>
        </p:nvGrpSpPr>
        <p:grpSpPr>
          <a:xfrm>
            <a:off x="190686" y="2640414"/>
            <a:ext cx="1872000" cy="420870"/>
            <a:chOff x="5094083" y="5360390"/>
            <a:chExt cx="3039349" cy="683316"/>
          </a:xfrm>
        </p:grpSpPr>
        <p:sp>
          <p:nvSpPr>
            <p:cNvPr id="16" name="Freeform: Shape 4">
              <a:extLst>
                <a:ext uri="{FF2B5EF4-FFF2-40B4-BE49-F238E27FC236}">
                  <a16:creationId xmlns:a16="http://schemas.microsoft.com/office/drawing/2014/main" id="{B1ED800D-0360-E693-191D-220DFE10BEC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17" name="Freeform: Shape 5">
              <a:extLst>
                <a:ext uri="{FF2B5EF4-FFF2-40B4-BE49-F238E27FC236}">
                  <a16:creationId xmlns:a16="http://schemas.microsoft.com/office/drawing/2014/main" id="{95F4CCB2-170A-19BE-C942-B19098270C4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18" name="Freeform: Shape 6">
              <a:extLst>
                <a:ext uri="{FF2B5EF4-FFF2-40B4-BE49-F238E27FC236}">
                  <a16:creationId xmlns:a16="http://schemas.microsoft.com/office/drawing/2014/main" id="{890A43B6-BBB1-B11D-0EB6-447FE3C6F0F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19" name="Freeform: Shape 7">
              <a:extLst>
                <a:ext uri="{FF2B5EF4-FFF2-40B4-BE49-F238E27FC236}">
                  <a16:creationId xmlns:a16="http://schemas.microsoft.com/office/drawing/2014/main" id="{B0A92FC2-E6FE-6A55-A3D8-D99E8E6201E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20" name="Freeform: Shape 8">
              <a:extLst>
                <a:ext uri="{FF2B5EF4-FFF2-40B4-BE49-F238E27FC236}">
                  <a16:creationId xmlns:a16="http://schemas.microsoft.com/office/drawing/2014/main" id="{1C3193CB-D868-D37B-4D53-F1726DCD2D0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grpSp>
    </p:spTree>
    <p:extLst>
      <p:ext uri="{BB962C8B-B14F-4D97-AF65-F5344CB8AC3E}">
        <p14:creationId xmlns:p14="http://schemas.microsoft.com/office/powerpoint/2010/main" val="2407834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1B5F6-41C0-D37C-DAA8-6C1AE7C3E6B4}"/>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9265BC94-E48A-49C1-9CC0-BFB75481581E}"/>
              </a:ext>
            </a:extLst>
          </p:cNvPr>
          <p:cNvSpPr>
            <a:spLocks noGrp="1"/>
          </p:cNvSpPr>
          <p:nvPr>
            <p:ph type="title"/>
          </p:nvPr>
        </p:nvSpPr>
        <p:spPr>
          <a:xfrm>
            <a:off x="341819" y="354698"/>
            <a:ext cx="11008413" cy="792163"/>
          </a:xfrm>
        </p:spPr>
        <p:txBody>
          <a:bodyPr anchor="ctr"/>
          <a:lstStyle/>
          <a:p>
            <a:r>
              <a:rPr lang="en-US"/>
              <a:t> </a:t>
            </a:r>
            <a:r>
              <a:rPr lang="en-US">
                <a:solidFill>
                  <a:schemeClr val="accent2"/>
                </a:solidFill>
              </a:rPr>
              <a:t>“The Strategy Studio” </a:t>
            </a:r>
            <a:r>
              <a:rPr lang="en-US"/>
              <a:t>Agenda</a:t>
            </a:r>
            <a:endParaRPr lang="en-US" sz="1800"/>
          </a:p>
        </p:txBody>
      </p:sp>
      <p:sp>
        <p:nvSpPr>
          <p:cNvPr id="2" name="Rectangle 1">
            <a:extLst>
              <a:ext uri="{FF2B5EF4-FFF2-40B4-BE49-F238E27FC236}">
                <a16:creationId xmlns:a16="http://schemas.microsoft.com/office/drawing/2014/main" id="{59E372A1-F83C-0A53-2D82-6C46E593C670}"/>
              </a:ext>
            </a:extLst>
          </p:cNvPr>
          <p:cNvSpPr/>
          <p:nvPr/>
        </p:nvSpPr>
        <p:spPr>
          <a:xfrm>
            <a:off x="1699892" y="1251418"/>
            <a:ext cx="6366194" cy="497543"/>
          </a:xfrm>
          <a:prstGeom prst="rect">
            <a:avLst/>
          </a:prstGeom>
          <a:solidFill>
            <a:srgbClr val="5F5F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600"/>
              <a:t>Onboarding and Reception</a:t>
            </a:r>
          </a:p>
        </p:txBody>
      </p:sp>
      <p:sp>
        <p:nvSpPr>
          <p:cNvPr id="3" name="Rectangle 2">
            <a:extLst>
              <a:ext uri="{FF2B5EF4-FFF2-40B4-BE49-F238E27FC236}">
                <a16:creationId xmlns:a16="http://schemas.microsoft.com/office/drawing/2014/main" id="{E05719DD-E27E-ADAF-647D-27C154277A00}"/>
              </a:ext>
            </a:extLst>
          </p:cNvPr>
          <p:cNvSpPr/>
          <p:nvPr/>
        </p:nvSpPr>
        <p:spPr>
          <a:xfrm>
            <a:off x="1045246" y="1223986"/>
            <a:ext cx="856325" cy="497543"/>
          </a:xfrm>
          <a:prstGeom prst="rect">
            <a:avLst/>
          </a:prstGeom>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400"/>
              <a:t>1</a:t>
            </a:r>
          </a:p>
        </p:txBody>
      </p:sp>
      <p:sp>
        <p:nvSpPr>
          <p:cNvPr id="5" name="Rectangle 4">
            <a:extLst>
              <a:ext uri="{FF2B5EF4-FFF2-40B4-BE49-F238E27FC236}">
                <a16:creationId xmlns:a16="http://schemas.microsoft.com/office/drawing/2014/main" id="{8CB7659C-F6A8-FEB1-6FAD-BFDF9934F37C}"/>
              </a:ext>
            </a:extLst>
          </p:cNvPr>
          <p:cNvSpPr/>
          <p:nvPr/>
        </p:nvSpPr>
        <p:spPr>
          <a:xfrm>
            <a:off x="8275887" y="1256204"/>
            <a:ext cx="1952690" cy="49754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a:solidFill>
                  <a:schemeClr val="accent1"/>
                </a:solidFill>
              </a:rPr>
              <a:t>10:00 – 10:30</a:t>
            </a:r>
          </a:p>
        </p:txBody>
      </p:sp>
      <p:sp>
        <p:nvSpPr>
          <p:cNvPr id="6" name="Rectangle 5">
            <a:extLst>
              <a:ext uri="{FF2B5EF4-FFF2-40B4-BE49-F238E27FC236}">
                <a16:creationId xmlns:a16="http://schemas.microsoft.com/office/drawing/2014/main" id="{66C23659-EC3D-4B9E-46C2-0C863F297C58}"/>
              </a:ext>
            </a:extLst>
          </p:cNvPr>
          <p:cNvSpPr/>
          <p:nvPr/>
        </p:nvSpPr>
        <p:spPr>
          <a:xfrm>
            <a:off x="1699892" y="1841740"/>
            <a:ext cx="6366194" cy="497543"/>
          </a:xfrm>
          <a:prstGeom prst="rect">
            <a:avLst/>
          </a:prstGeom>
          <a:solidFill>
            <a:srgbClr val="5F5F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600"/>
              <a:t>Opening and Introductions</a:t>
            </a:r>
          </a:p>
        </p:txBody>
      </p:sp>
      <p:sp>
        <p:nvSpPr>
          <p:cNvPr id="8" name="Rectangle 7">
            <a:extLst>
              <a:ext uri="{FF2B5EF4-FFF2-40B4-BE49-F238E27FC236}">
                <a16:creationId xmlns:a16="http://schemas.microsoft.com/office/drawing/2014/main" id="{16ED3F82-C7EB-2159-FDB1-25B8B793AAC6}"/>
              </a:ext>
            </a:extLst>
          </p:cNvPr>
          <p:cNvSpPr/>
          <p:nvPr/>
        </p:nvSpPr>
        <p:spPr>
          <a:xfrm>
            <a:off x="8275887" y="1846526"/>
            <a:ext cx="1952690" cy="49754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a:solidFill>
                  <a:schemeClr val="accent1"/>
                </a:solidFill>
              </a:rPr>
              <a:t>10:30 – 10:45</a:t>
            </a:r>
          </a:p>
        </p:txBody>
      </p:sp>
      <p:sp>
        <p:nvSpPr>
          <p:cNvPr id="21" name="Rectangle 20">
            <a:extLst>
              <a:ext uri="{FF2B5EF4-FFF2-40B4-BE49-F238E27FC236}">
                <a16:creationId xmlns:a16="http://schemas.microsoft.com/office/drawing/2014/main" id="{A3D35CB9-92C7-EDFC-5FD5-7159A7973320}"/>
              </a:ext>
            </a:extLst>
          </p:cNvPr>
          <p:cNvSpPr/>
          <p:nvPr/>
        </p:nvSpPr>
        <p:spPr>
          <a:xfrm>
            <a:off x="1045245" y="1814308"/>
            <a:ext cx="856325" cy="497543"/>
          </a:xfrm>
          <a:prstGeom prst="rect">
            <a:avLst/>
          </a:prstGeom>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400"/>
              <a:t>2</a:t>
            </a:r>
          </a:p>
        </p:txBody>
      </p:sp>
      <p:sp>
        <p:nvSpPr>
          <p:cNvPr id="22" name="Rectangle 21">
            <a:extLst>
              <a:ext uri="{FF2B5EF4-FFF2-40B4-BE49-F238E27FC236}">
                <a16:creationId xmlns:a16="http://schemas.microsoft.com/office/drawing/2014/main" id="{5987AC24-D30F-5729-9F0B-28F10D371EC1}"/>
              </a:ext>
            </a:extLst>
          </p:cNvPr>
          <p:cNvSpPr/>
          <p:nvPr/>
        </p:nvSpPr>
        <p:spPr>
          <a:xfrm>
            <a:off x="1697894" y="2454257"/>
            <a:ext cx="6366194" cy="497543"/>
          </a:xfrm>
          <a:prstGeom prst="rect">
            <a:avLst/>
          </a:prstGeom>
          <a:solidFill>
            <a:srgbClr val="5F5F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600"/>
              <a:t>Testing themes: Test Plan, Process, Data, Environments </a:t>
            </a:r>
          </a:p>
        </p:txBody>
      </p:sp>
      <p:sp>
        <p:nvSpPr>
          <p:cNvPr id="23" name="Rectangle 22">
            <a:extLst>
              <a:ext uri="{FF2B5EF4-FFF2-40B4-BE49-F238E27FC236}">
                <a16:creationId xmlns:a16="http://schemas.microsoft.com/office/drawing/2014/main" id="{46D37B4B-2BD0-1273-89DE-E19EF9A8F874}"/>
              </a:ext>
            </a:extLst>
          </p:cNvPr>
          <p:cNvSpPr/>
          <p:nvPr/>
        </p:nvSpPr>
        <p:spPr>
          <a:xfrm>
            <a:off x="8273889" y="2459043"/>
            <a:ext cx="1952690" cy="49754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a:solidFill>
                  <a:schemeClr val="accent1"/>
                </a:solidFill>
              </a:rPr>
              <a:t>10:45 – 11:45</a:t>
            </a:r>
          </a:p>
        </p:txBody>
      </p:sp>
      <p:sp>
        <p:nvSpPr>
          <p:cNvPr id="24" name="Rectangle 23">
            <a:extLst>
              <a:ext uri="{FF2B5EF4-FFF2-40B4-BE49-F238E27FC236}">
                <a16:creationId xmlns:a16="http://schemas.microsoft.com/office/drawing/2014/main" id="{698E1ABC-3538-6384-4F16-E4E84133800B}"/>
              </a:ext>
            </a:extLst>
          </p:cNvPr>
          <p:cNvSpPr/>
          <p:nvPr/>
        </p:nvSpPr>
        <p:spPr>
          <a:xfrm>
            <a:off x="1043247" y="2426825"/>
            <a:ext cx="856325" cy="497543"/>
          </a:xfrm>
          <a:prstGeom prst="rect">
            <a:avLst/>
          </a:prstGeom>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400"/>
              <a:t>3</a:t>
            </a:r>
          </a:p>
        </p:txBody>
      </p:sp>
      <p:sp>
        <p:nvSpPr>
          <p:cNvPr id="25" name="Rectangle 24">
            <a:extLst>
              <a:ext uri="{FF2B5EF4-FFF2-40B4-BE49-F238E27FC236}">
                <a16:creationId xmlns:a16="http://schemas.microsoft.com/office/drawing/2014/main" id="{820C7DF3-A816-0D06-B36A-250E22922EFD}"/>
              </a:ext>
            </a:extLst>
          </p:cNvPr>
          <p:cNvSpPr/>
          <p:nvPr/>
        </p:nvSpPr>
        <p:spPr>
          <a:xfrm>
            <a:off x="1697894" y="3462343"/>
            <a:ext cx="6366194" cy="497543"/>
          </a:xfrm>
          <a:prstGeom prst="rect">
            <a:avLst/>
          </a:prstGeom>
          <a:solidFill>
            <a:srgbClr val="5F5F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600"/>
              <a:t>Themes (continued): Test Capability, Automation, NFT</a:t>
            </a:r>
          </a:p>
        </p:txBody>
      </p:sp>
      <p:sp>
        <p:nvSpPr>
          <p:cNvPr id="26" name="Rectangle 25">
            <a:extLst>
              <a:ext uri="{FF2B5EF4-FFF2-40B4-BE49-F238E27FC236}">
                <a16:creationId xmlns:a16="http://schemas.microsoft.com/office/drawing/2014/main" id="{9E8C3A92-CB90-6E7D-F08A-48DBA54E2C65}"/>
              </a:ext>
            </a:extLst>
          </p:cNvPr>
          <p:cNvSpPr/>
          <p:nvPr/>
        </p:nvSpPr>
        <p:spPr>
          <a:xfrm>
            <a:off x="8273889" y="3467129"/>
            <a:ext cx="1952690" cy="49754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a:solidFill>
                  <a:schemeClr val="accent1"/>
                </a:solidFill>
              </a:rPr>
              <a:t>12:00 – 13:00</a:t>
            </a:r>
          </a:p>
        </p:txBody>
      </p:sp>
      <p:sp>
        <p:nvSpPr>
          <p:cNvPr id="27" name="Rectangle 26">
            <a:extLst>
              <a:ext uri="{FF2B5EF4-FFF2-40B4-BE49-F238E27FC236}">
                <a16:creationId xmlns:a16="http://schemas.microsoft.com/office/drawing/2014/main" id="{AE6A3646-F20C-BC40-7F22-CB1DCA524B2A}"/>
              </a:ext>
            </a:extLst>
          </p:cNvPr>
          <p:cNvSpPr/>
          <p:nvPr/>
        </p:nvSpPr>
        <p:spPr>
          <a:xfrm>
            <a:off x="1043247" y="3434911"/>
            <a:ext cx="856325" cy="497543"/>
          </a:xfrm>
          <a:prstGeom prst="rect">
            <a:avLst/>
          </a:prstGeom>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400"/>
              <a:t>4</a:t>
            </a:r>
          </a:p>
        </p:txBody>
      </p:sp>
      <p:sp>
        <p:nvSpPr>
          <p:cNvPr id="28" name="TextBox 27">
            <a:extLst>
              <a:ext uri="{FF2B5EF4-FFF2-40B4-BE49-F238E27FC236}">
                <a16:creationId xmlns:a16="http://schemas.microsoft.com/office/drawing/2014/main" id="{735ECA39-FA5E-5B9E-C015-B8124D65D928}"/>
              </a:ext>
            </a:extLst>
          </p:cNvPr>
          <p:cNvSpPr txBox="1"/>
          <p:nvPr/>
        </p:nvSpPr>
        <p:spPr>
          <a:xfrm>
            <a:off x="6619261" y="3021782"/>
            <a:ext cx="596592" cy="369332"/>
          </a:xfrm>
          <a:prstGeom prst="rect">
            <a:avLst/>
          </a:prstGeom>
          <a:noFill/>
        </p:spPr>
        <p:txBody>
          <a:bodyPr wrap="square">
            <a:spAutoFit/>
          </a:bodyPr>
          <a:lstStyle/>
          <a:p>
            <a:r>
              <a:rPr lang="en-GB"/>
              <a:t>☕</a:t>
            </a:r>
          </a:p>
        </p:txBody>
      </p:sp>
      <p:sp>
        <p:nvSpPr>
          <p:cNvPr id="29" name="Rectangle 28">
            <a:extLst>
              <a:ext uri="{FF2B5EF4-FFF2-40B4-BE49-F238E27FC236}">
                <a16:creationId xmlns:a16="http://schemas.microsoft.com/office/drawing/2014/main" id="{701B2D27-2887-699A-E7EE-561E4A153F40}"/>
              </a:ext>
            </a:extLst>
          </p:cNvPr>
          <p:cNvSpPr/>
          <p:nvPr/>
        </p:nvSpPr>
        <p:spPr>
          <a:xfrm>
            <a:off x="7049609" y="3009341"/>
            <a:ext cx="1160656" cy="384048"/>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accent6">
                    <a:lumMod val="40000"/>
                    <a:lumOff val="60000"/>
                  </a:schemeClr>
                </a:solidFill>
              </a:rPr>
              <a:t>Tea break</a:t>
            </a:r>
            <a:endParaRPr lang="en-GB" sz="1400" err="1">
              <a:solidFill>
                <a:schemeClr val="accent6">
                  <a:lumMod val="40000"/>
                  <a:lumOff val="60000"/>
                </a:schemeClr>
              </a:solidFill>
            </a:endParaRPr>
          </a:p>
        </p:txBody>
      </p:sp>
      <p:sp>
        <p:nvSpPr>
          <p:cNvPr id="30" name="TextBox 29">
            <a:extLst>
              <a:ext uri="{FF2B5EF4-FFF2-40B4-BE49-F238E27FC236}">
                <a16:creationId xmlns:a16="http://schemas.microsoft.com/office/drawing/2014/main" id="{BD89D423-CF82-24E6-C2B4-D860E38652DD}"/>
              </a:ext>
            </a:extLst>
          </p:cNvPr>
          <p:cNvSpPr txBox="1"/>
          <p:nvPr/>
        </p:nvSpPr>
        <p:spPr>
          <a:xfrm>
            <a:off x="6619261" y="4051547"/>
            <a:ext cx="451132" cy="369332"/>
          </a:xfrm>
          <a:prstGeom prst="rect">
            <a:avLst/>
          </a:prstGeom>
          <a:noFill/>
        </p:spPr>
        <p:txBody>
          <a:bodyPr wrap="square">
            <a:spAutoFit/>
          </a:bodyPr>
          <a:lstStyle/>
          <a:p>
            <a:r>
              <a:rPr lang="en-GB"/>
              <a:t>🥗</a:t>
            </a:r>
          </a:p>
        </p:txBody>
      </p:sp>
      <p:sp>
        <p:nvSpPr>
          <p:cNvPr id="31" name="Rectangle 30">
            <a:extLst>
              <a:ext uri="{FF2B5EF4-FFF2-40B4-BE49-F238E27FC236}">
                <a16:creationId xmlns:a16="http://schemas.microsoft.com/office/drawing/2014/main" id="{30D48F4D-7121-A345-8ACF-0C3428CF3DE3}"/>
              </a:ext>
            </a:extLst>
          </p:cNvPr>
          <p:cNvSpPr/>
          <p:nvPr/>
        </p:nvSpPr>
        <p:spPr>
          <a:xfrm>
            <a:off x="7315200" y="4033259"/>
            <a:ext cx="748888" cy="384048"/>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r"/>
            <a:r>
              <a:rPr lang="en-US" sz="1400">
                <a:solidFill>
                  <a:schemeClr val="accent6">
                    <a:lumMod val="40000"/>
                    <a:lumOff val="60000"/>
                  </a:schemeClr>
                </a:solidFill>
              </a:rPr>
              <a:t>Lunch</a:t>
            </a:r>
            <a:endParaRPr lang="en-GB" sz="1400" err="1">
              <a:solidFill>
                <a:schemeClr val="accent6">
                  <a:lumMod val="40000"/>
                  <a:lumOff val="60000"/>
                </a:schemeClr>
              </a:solidFill>
            </a:endParaRPr>
          </a:p>
        </p:txBody>
      </p:sp>
      <p:sp>
        <p:nvSpPr>
          <p:cNvPr id="37" name="Rectangle 36">
            <a:extLst>
              <a:ext uri="{FF2B5EF4-FFF2-40B4-BE49-F238E27FC236}">
                <a16:creationId xmlns:a16="http://schemas.microsoft.com/office/drawing/2014/main" id="{4C468353-3B7B-44C9-00F0-74DBE2F46603}"/>
              </a:ext>
            </a:extLst>
          </p:cNvPr>
          <p:cNvSpPr/>
          <p:nvPr/>
        </p:nvSpPr>
        <p:spPr>
          <a:xfrm>
            <a:off x="1697894" y="4501769"/>
            <a:ext cx="6366194" cy="497543"/>
          </a:xfrm>
          <a:prstGeom prst="rect">
            <a:avLst/>
          </a:prstGeom>
          <a:solidFill>
            <a:srgbClr val="5F5F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600"/>
              <a:t>Solution demonstrations: Functional, Integration, Data, Documents, E2E reconciliation</a:t>
            </a:r>
          </a:p>
        </p:txBody>
      </p:sp>
      <p:sp>
        <p:nvSpPr>
          <p:cNvPr id="38" name="Rectangle 37">
            <a:extLst>
              <a:ext uri="{FF2B5EF4-FFF2-40B4-BE49-F238E27FC236}">
                <a16:creationId xmlns:a16="http://schemas.microsoft.com/office/drawing/2014/main" id="{FE9C47E1-AEFC-6C67-E00A-1EA19CE1A044}"/>
              </a:ext>
            </a:extLst>
          </p:cNvPr>
          <p:cNvSpPr/>
          <p:nvPr/>
        </p:nvSpPr>
        <p:spPr>
          <a:xfrm>
            <a:off x="8273889" y="4506555"/>
            <a:ext cx="1952690" cy="49754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a:solidFill>
                  <a:schemeClr val="accent1"/>
                </a:solidFill>
              </a:rPr>
              <a:t>14:00 – 15:30</a:t>
            </a:r>
          </a:p>
        </p:txBody>
      </p:sp>
      <p:sp>
        <p:nvSpPr>
          <p:cNvPr id="39" name="Rectangle 38">
            <a:extLst>
              <a:ext uri="{FF2B5EF4-FFF2-40B4-BE49-F238E27FC236}">
                <a16:creationId xmlns:a16="http://schemas.microsoft.com/office/drawing/2014/main" id="{97C0CF89-858A-C44C-1D2F-6020246C7015}"/>
              </a:ext>
            </a:extLst>
          </p:cNvPr>
          <p:cNvSpPr/>
          <p:nvPr/>
        </p:nvSpPr>
        <p:spPr>
          <a:xfrm>
            <a:off x="1043247" y="4474337"/>
            <a:ext cx="856325" cy="497543"/>
          </a:xfrm>
          <a:prstGeom prst="rect">
            <a:avLst/>
          </a:prstGeom>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400"/>
              <a:t>5</a:t>
            </a:r>
          </a:p>
        </p:txBody>
      </p:sp>
      <p:sp>
        <p:nvSpPr>
          <p:cNvPr id="40" name="TextBox 39">
            <a:extLst>
              <a:ext uri="{FF2B5EF4-FFF2-40B4-BE49-F238E27FC236}">
                <a16:creationId xmlns:a16="http://schemas.microsoft.com/office/drawing/2014/main" id="{89B7C554-D33F-A746-081E-D88783BB1F55}"/>
              </a:ext>
            </a:extLst>
          </p:cNvPr>
          <p:cNvSpPr txBox="1"/>
          <p:nvPr/>
        </p:nvSpPr>
        <p:spPr>
          <a:xfrm>
            <a:off x="6619261" y="5070925"/>
            <a:ext cx="596592" cy="369332"/>
          </a:xfrm>
          <a:prstGeom prst="rect">
            <a:avLst/>
          </a:prstGeom>
          <a:noFill/>
        </p:spPr>
        <p:txBody>
          <a:bodyPr wrap="square">
            <a:spAutoFit/>
          </a:bodyPr>
          <a:lstStyle/>
          <a:p>
            <a:r>
              <a:rPr lang="en-GB"/>
              <a:t>☕</a:t>
            </a:r>
          </a:p>
        </p:txBody>
      </p:sp>
      <p:sp>
        <p:nvSpPr>
          <p:cNvPr id="42" name="Rectangle 41">
            <a:extLst>
              <a:ext uri="{FF2B5EF4-FFF2-40B4-BE49-F238E27FC236}">
                <a16:creationId xmlns:a16="http://schemas.microsoft.com/office/drawing/2014/main" id="{3CFF795B-F4E5-9CBE-7A89-6FE906CDB7AB}"/>
              </a:ext>
            </a:extLst>
          </p:cNvPr>
          <p:cNvSpPr/>
          <p:nvPr/>
        </p:nvSpPr>
        <p:spPr>
          <a:xfrm>
            <a:off x="1697894" y="5517014"/>
            <a:ext cx="6366194" cy="497543"/>
          </a:xfrm>
          <a:prstGeom prst="rect">
            <a:avLst/>
          </a:prstGeom>
          <a:solidFill>
            <a:srgbClr val="5F5F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600"/>
              <a:t>Recap, Actions, Next Steps, Time lines, Feedback</a:t>
            </a:r>
          </a:p>
        </p:txBody>
      </p:sp>
      <p:sp>
        <p:nvSpPr>
          <p:cNvPr id="43" name="Rectangle 42">
            <a:extLst>
              <a:ext uri="{FF2B5EF4-FFF2-40B4-BE49-F238E27FC236}">
                <a16:creationId xmlns:a16="http://schemas.microsoft.com/office/drawing/2014/main" id="{43A083DB-A7CE-3B57-947B-827D113E1AB9}"/>
              </a:ext>
            </a:extLst>
          </p:cNvPr>
          <p:cNvSpPr/>
          <p:nvPr/>
        </p:nvSpPr>
        <p:spPr>
          <a:xfrm>
            <a:off x="8273889" y="5521800"/>
            <a:ext cx="1952690" cy="49754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a:solidFill>
                  <a:schemeClr val="accent1"/>
                </a:solidFill>
              </a:rPr>
              <a:t>16:00 – 17:00</a:t>
            </a:r>
          </a:p>
        </p:txBody>
      </p:sp>
      <p:sp>
        <p:nvSpPr>
          <p:cNvPr id="44" name="Rectangle 43">
            <a:extLst>
              <a:ext uri="{FF2B5EF4-FFF2-40B4-BE49-F238E27FC236}">
                <a16:creationId xmlns:a16="http://schemas.microsoft.com/office/drawing/2014/main" id="{8C03AD40-5405-F2E7-8CD2-21556EFD3B21}"/>
              </a:ext>
            </a:extLst>
          </p:cNvPr>
          <p:cNvSpPr/>
          <p:nvPr/>
        </p:nvSpPr>
        <p:spPr>
          <a:xfrm>
            <a:off x="1043247" y="5489582"/>
            <a:ext cx="856325" cy="497543"/>
          </a:xfrm>
          <a:prstGeom prst="rect">
            <a:avLst/>
          </a:prstGeom>
          <a:no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400"/>
              <a:t>6</a:t>
            </a:r>
          </a:p>
        </p:txBody>
      </p:sp>
      <p:sp>
        <p:nvSpPr>
          <p:cNvPr id="45" name="Rectangle 44">
            <a:extLst>
              <a:ext uri="{FF2B5EF4-FFF2-40B4-BE49-F238E27FC236}">
                <a16:creationId xmlns:a16="http://schemas.microsoft.com/office/drawing/2014/main" id="{9A7A3BBE-5E8C-979A-317E-570BC288F382}"/>
              </a:ext>
            </a:extLst>
          </p:cNvPr>
          <p:cNvSpPr/>
          <p:nvPr/>
        </p:nvSpPr>
        <p:spPr>
          <a:xfrm>
            <a:off x="8273889" y="3080704"/>
            <a:ext cx="1952690" cy="24358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accent1"/>
                </a:solidFill>
              </a:rPr>
              <a:t>11:45 – 12:00</a:t>
            </a:r>
          </a:p>
        </p:txBody>
      </p:sp>
      <p:sp>
        <p:nvSpPr>
          <p:cNvPr id="46" name="Rectangle 45">
            <a:extLst>
              <a:ext uri="{FF2B5EF4-FFF2-40B4-BE49-F238E27FC236}">
                <a16:creationId xmlns:a16="http://schemas.microsoft.com/office/drawing/2014/main" id="{C190F447-F1BD-AB51-ECDB-B29BA11BBCFF}"/>
              </a:ext>
            </a:extLst>
          </p:cNvPr>
          <p:cNvSpPr/>
          <p:nvPr/>
        </p:nvSpPr>
        <p:spPr>
          <a:xfrm>
            <a:off x="8273889" y="4107767"/>
            <a:ext cx="1952690" cy="24358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accent1"/>
                </a:solidFill>
              </a:rPr>
              <a:t>13:00 – 14:00</a:t>
            </a:r>
          </a:p>
        </p:txBody>
      </p:sp>
      <p:sp>
        <p:nvSpPr>
          <p:cNvPr id="47" name="Rectangle 46">
            <a:extLst>
              <a:ext uri="{FF2B5EF4-FFF2-40B4-BE49-F238E27FC236}">
                <a16:creationId xmlns:a16="http://schemas.microsoft.com/office/drawing/2014/main" id="{E9633441-1A90-3C3C-7DAF-ABBD74E7DEE3}"/>
              </a:ext>
            </a:extLst>
          </p:cNvPr>
          <p:cNvSpPr/>
          <p:nvPr/>
        </p:nvSpPr>
        <p:spPr>
          <a:xfrm>
            <a:off x="7049609" y="5083774"/>
            <a:ext cx="1160656" cy="384048"/>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accent6">
                    <a:lumMod val="40000"/>
                    <a:lumOff val="60000"/>
                  </a:schemeClr>
                </a:solidFill>
              </a:rPr>
              <a:t>Tea break</a:t>
            </a:r>
            <a:endParaRPr lang="en-GB" sz="1400" err="1">
              <a:solidFill>
                <a:schemeClr val="accent6">
                  <a:lumMod val="40000"/>
                  <a:lumOff val="60000"/>
                </a:schemeClr>
              </a:solidFill>
            </a:endParaRPr>
          </a:p>
        </p:txBody>
      </p:sp>
      <p:sp>
        <p:nvSpPr>
          <p:cNvPr id="48" name="Rectangle 47">
            <a:extLst>
              <a:ext uri="{FF2B5EF4-FFF2-40B4-BE49-F238E27FC236}">
                <a16:creationId xmlns:a16="http://schemas.microsoft.com/office/drawing/2014/main" id="{33A46DCF-9BA6-B87B-0378-79E4D45E07F2}"/>
              </a:ext>
            </a:extLst>
          </p:cNvPr>
          <p:cNvSpPr/>
          <p:nvPr/>
        </p:nvSpPr>
        <p:spPr>
          <a:xfrm>
            <a:off x="8273889" y="5141157"/>
            <a:ext cx="1952690" cy="24358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accent1"/>
                </a:solidFill>
              </a:rPr>
              <a:t>15:30– 16:00</a:t>
            </a:r>
          </a:p>
        </p:txBody>
      </p:sp>
    </p:spTree>
    <p:extLst>
      <p:ext uri="{BB962C8B-B14F-4D97-AF65-F5344CB8AC3E}">
        <p14:creationId xmlns:p14="http://schemas.microsoft.com/office/powerpoint/2010/main" val="3889303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D044D-8902-CA97-12AE-1E49B2C6E641}"/>
              </a:ext>
            </a:extLst>
          </p:cNvPr>
          <p:cNvSpPr>
            <a:spLocks noGrp="1"/>
          </p:cNvSpPr>
          <p:nvPr>
            <p:ph type="title"/>
          </p:nvPr>
        </p:nvSpPr>
        <p:spPr>
          <a:xfrm>
            <a:off x="230673" y="182378"/>
            <a:ext cx="11008413" cy="413045"/>
          </a:xfrm>
        </p:spPr>
        <p:txBody>
          <a:bodyPr/>
          <a:lstStyle/>
          <a:p>
            <a:r>
              <a:rPr lang="en-US"/>
              <a:t>Test plan: phases, milestones and deliverables</a:t>
            </a:r>
            <a:endParaRPr lang="en-GB"/>
          </a:p>
        </p:txBody>
      </p:sp>
      <p:pic>
        <p:nvPicPr>
          <p:cNvPr id="4" name="Picture 3">
            <a:extLst>
              <a:ext uri="{FF2B5EF4-FFF2-40B4-BE49-F238E27FC236}">
                <a16:creationId xmlns:a16="http://schemas.microsoft.com/office/drawing/2014/main" id="{BA4AE42C-5CCE-C03A-E524-BC6761F42A16}"/>
              </a:ext>
            </a:extLst>
          </p:cNvPr>
          <p:cNvPicPr>
            <a:picLocks noChangeAspect="1"/>
          </p:cNvPicPr>
          <p:nvPr/>
        </p:nvPicPr>
        <p:blipFill>
          <a:blip r:embed="rId2"/>
          <a:stretch>
            <a:fillRect/>
          </a:stretch>
        </p:blipFill>
        <p:spPr>
          <a:xfrm>
            <a:off x="6716" y="677187"/>
            <a:ext cx="12185284" cy="5503625"/>
          </a:xfrm>
          <a:prstGeom prst="rect">
            <a:avLst/>
          </a:prstGeom>
        </p:spPr>
      </p:pic>
    </p:spTree>
    <p:extLst>
      <p:ext uri="{BB962C8B-B14F-4D97-AF65-F5344CB8AC3E}">
        <p14:creationId xmlns:p14="http://schemas.microsoft.com/office/powerpoint/2010/main" val="4245589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A6E72-911B-3113-DF8C-A71A48F13C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283BB9-A964-F052-CA97-7BBA0FF18F8C}"/>
              </a:ext>
            </a:extLst>
          </p:cNvPr>
          <p:cNvSpPr>
            <a:spLocks noGrp="1"/>
          </p:cNvSpPr>
          <p:nvPr>
            <p:ph type="title"/>
          </p:nvPr>
        </p:nvSpPr>
        <p:spPr>
          <a:xfrm>
            <a:off x="230673" y="182378"/>
            <a:ext cx="11008413" cy="413045"/>
          </a:xfrm>
        </p:spPr>
        <p:txBody>
          <a:bodyPr/>
          <a:lstStyle/>
          <a:p>
            <a:r>
              <a:rPr lang="en-US"/>
              <a:t>Test plan: dependencies summary</a:t>
            </a:r>
            <a:endParaRPr lang="en-GB"/>
          </a:p>
        </p:txBody>
      </p:sp>
      <p:sp>
        <p:nvSpPr>
          <p:cNvPr id="4" name="Rectangle 3">
            <a:extLst>
              <a:ext uri="{FF2B5EF4-FFF2-40B4-BE49-F238E27FC236}">
                <a16:creationId xmlns:a16="http://schemas.microsoft.com/office/drawing/2014/main" id="{E0D86620-99A8-CE3F-DD4B-C4F9FE0D4462}"/>
              </a:ext>
            </a:extLst>
          </p:cNvPr>
          <p:cNvSpPr/>
          <p:nvPr/>
        </p:nvSpPr>
        <p:spPr>
          <a:xfrm>
            <a:off x="157520" y="683654"/>
            <a:ext cx="5274015" cy="41304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b="1">
                <a:solidFill>
                  <a:schemeClr val="bg1"/>
                </a:solidFill>
              </a:rPr>
              <a:t>Individual tickets added in Jira</a:t>
            </a:r>
            <a:endParaRPr lang="en-GB" b="1" err="1">
              <a:solidFill>
                <a:schemeClr val="bg1"/>
              </a:solidFill>
            </a:endParaRPr>
          </a:p>
        </p:txBody>
      </p:sp>
      <p:sp>
        <p:nvSpPr>
          <p:cNvPr id="5" name="Rectangle 4">
            <a:extLst>
              <a:ext uri="{FF2B5EF4-FFF2-40B4-BE49-F238E27FC236}">
                <a16:creationId xmlns:a16="http://schemas.microsoft.com/office/drawing/2014/main" id="{E2B79AB1-F67B-23B4-73D1-8722D9858533}"/>
              </a:ext>
            </a:extLst>
          </p:cNvPr>
          <p:cNvSpPr/>
          <p:nvPr/>
        </p:nvSpPr>
        <p:spPr>
          <a:xfrm>
            <a:off x="230673" y="1227921"/>
            <a:ext cx="3533610" cy="4744775"/>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sz="1600">
              <a:solidFill>
                <a:schemeClr val="tx1"/>
              </a:solidFill>
            </a:endParaRPr>
          </a:p>
          <a:p>
            <a:r>
              <a:rPr lang="en-US" sz="1600" b="1">
                <a:solidFill>
                  <a:schemeClr val="tx1"/>
                </a:solidFill>
              </a:rPr>
              <a:t>GPAS test environment</a:t>
            </a:r>
            <a:r>
              <a:rPr lang="en-US" sz="1600">
                <a:solidFill>
                  <a:schemeClr val="tx1"/>
                </a:solidFill>
              </a:rPr>
              <a:t> across test phases (In Sprint, E2E, UAT, NFT)s</a:t>
            </a:r>
          </a:p>
          <a:p>
            <a:endParaRPr lang="en-US" sz="1600">
              <a:solidFill>
                <a:schemeClr val="tx1"/>
              </a:solidFill>
            </a:endParaRPr>
          </a:p>
          <a:p>
            <a:r>
              <a:rPr lang="en-US" sz="1600" b="1">
                <a:solidFill>
                  <a:schemeClr val="tx1"/>
                </a:solidFill>
              </a:rPr>
              <a:t>Integration test environments</a:t>
            </a:r>
          </a:p>
          <a:p>
            <a:pPr marL="285750" indent="-285750">
              <a:buFont typeface="Arial" panose="020B0604020202020204" pitchFamily="34" charset="0"/>
              <a:buChar char="•"/>
            </a:pPr>
            <a:r>
              <a:rPr lang="en-US" sz="1600">
                <a:solidFill>
                  <a:schemeClr val="tx1"/>
                </a:solidFill>
              </a:rPr>
              <a:t>Availability,  support</a:t>
            </a:r>
          </a:p>
          <a:p>
            <a:pPr marL="285750" indent="-285750">
              <a:buFont typeface="Arial" panose="020B0604020202020204" pitchFamily="34" charset="0"/>
              <a:buChar char="•"/>
            </a:pPr>
            <a:r>
              <a:rPr lang="en-US" sz="1600">
                <a:solidFill>
                  <a:schemeClr val="tx1"/>
                </a:solidFill>
              </a:rPr>
              <a:t>Defect fixes (POC for triage calls)</a:t>
            </a:r>
          </a:p>
          <a:p>
            <a:pPr marL="285750" indent="-285750">
              <a:buFont typeface="Arial" panose="020B0604020202020204" pitchFamily="34" charset="0"/>
              <a:buChar char="•"/>
            </a:pPr>
            <a:r>
              <a:rPr lang="en-US" sz="1600">
                <a:solidFill>
                  <a:schemeClr val="tx1"/>
                </a:solidFill>
              </a:rPr>
              <a:t>ST / In Sprint test completion</a:t>
            </a:r>
          </a:p>
          <a:p>
            <a:endParaRPr lang="en-US" sz="1600">
              <a:solidFill>
                <a:schemeClr val="tx1"/>
              </a:solidFill>
            </a:endParaRPr>
          </a:p>
          <a:p>
            <a:pPr marL="540000" lvl="1" indent="-285750">
              <a:buFont typeface="Courier New" panose="02070309020205020404" pitchFamily="49" charset="0"/>
              <a:buChar char="o"/>
            </a:pPr>
            <a:r>
              <a:rPr lang="en-GB" sz="1600">
                <a:solidFill>
                  <a:schemeClr val="tx1"/>
                </a:solidFill>
              </a:rPr>
              <a:t>Agresso</a:t>
            </a:r>
          </a:p>
          <a:p>
            <a:pPr marL="540000" lvl="1" indent="-285750">
              <a:buFont typeface="Courier New" panose="02070309020205020404" pitchFamily="49" charset="0"/>
              <a:buChar char="o"/>
            </a:pPr>
            <a:r>
              <a:rPr lang="en-GB" sz="1600">
                <a:solidFill>
                  <a:schemeClr val="tx1"/>
                </a:solidFill>
              </a:rPr>
              <a:t>MDA</a:t>
            </a:r>
          </a:p>
          <a:p>
            <a:pPr marL="540000" lvl="1" indent="-285750">
              <a:buFont typeface="Courier New" panose="02070309020205020404" pitchFamily="49" charset="0"/>
              <a:buChar char="o"/>
            </a:pPr>
            <a:r>
              <a:rPr lang="en-GB" sz="1600">
                <a:solidFill>
                  <a:schemeClr val="tx1"/>
                </a:solidFill>
              </a:rPr>
              <a:t>MDM</a:t>
            </a:r>
          </a:p>
          <a:p>
            <a:pPr marL="540000" lvl="1" indent="-285750">
              <a:buFont typeface="Courier New" panose="02070309020205020404" pitchFamily="49" charset="0"/>
              <a:buChar char="o"/>
            </a:pPr>
            <a:r>
              <a:rPr lang="en-GB" sz="1600">
                <a:solidFill>
                  <a:schemeClr val="tx1"/>
                </a:solidFill>
              </a:rPr>
              <a:t>CRM</a:t>
            </a:r>
          </a:p>
          <a:p>
            <a:pPr marL="540000" lvl="1" indent="-285750">
              <a:buFont typeface="Courier New" panose="02070309020205020404" pitchFamily="49" charset="0"/>
              <a:buChar char="o"/>
            </a:pPr>
            <a:r>
              <a:rPr lang="en-GB" sz="1600">
                <a:solidFill>
                  <a:schemeClr val="tx1"/>
                </a:solidFill>
              </a:rPr>
              <a:t>Precisely</a:t>
            </a:r>
          </a:p>
          <a:p>
            <a:pPr marL="540000" lvl="1" indent="-285750">
              <a:buFont typeface="Courier New" panose="02070309020205020404" pitchFamily="49" charset="0"/>
              <a:buChar char="o"/>
            </a:pPr>
            <a:r>
              <a:rPr lang="en-GB" sz="1600">
                <a:solidFill>
                  <a:schemeClr val="tx1"/>
                </a:solidFill>
              </a:rPr>
              <a:t>UWWB</a:t>
            </a:r>
          </a:p>
          <a:p>
            <a:pPr marL="540000" lvl="1" indent="-285750">
              <a:buFont typeface="Courier New" panose="02070309020205020404" pitchFamily="49" charset="0"/>
              <a:buChar char="o"/>
            </a:pPr>
            <a:r>
              <a:rPr lang="en-GB" sz="1600">
                <a:solidFill>
                  <a:schemeClr val="tx1"/>
                </a:solidFill>
              </a:rPr>
              <a:t>Insight</a:t>
            </a:r>
          </a:p>
          <a:p>
            <a:pPr marL="540000" lvl="1" indent="-285750">
              <a:buFont typeface="Courier New" panose="02070309020205020404" pitchFamily="49" charset="0"/>
              <a:buChar char="o"/>
            </a:pPr>
            <a:r>
              <a:rPr lang="en-GB" sz="1600">
                <a:solidFill>
                  <a:schemeClr val="tx1"/>
                </a:solidFill>
              </a:rPr>
              <a:t>HX</a:t>
            </a:r>
          </a:p>
        </p:txBody>
      </p:sp>
      <p:sp>
        <p:nvSpPr>
          <p:cNvPr id="6" name="Rectangle 5">
            <a:extLst>
              <a:ext uri="{FF2B5EF4-FFF2-40B4-BE49-F238E27FC236}">
                <a16:creationId xmlns:a16="http://schemas.microsoft.com/office/drawing/2014/main" id="{0B22BA5B-CE0A-CC38-1259-826CB3757576}"/>
              </a:ext>
            </a:extLst>
          </p:cNvPr>
          <p:cNvSpPr/>
          <p:nvPr/>
        </p:nvSpPr>
        <p:spPr>
          <a:xfrm>
            <a:off x="8074152" y="1184930"/>
            <a:ext cx="3291840" cy="2344654"/>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b="1">
                <a:solidFill>
                  <a:schemeClr val="tx1"/>
                </a:solidFill>
              </a:rPr>
              <a:t>Product owners </a:t>
            </a:r>
            <a:r>
              <a:rPr lang="en-US" sz="1600">
                <a:solidFill>
                  <a:schemeClr val="tx1"/>
                </a:solidFill>
              </a:rPr>
              <a:t>support</a:t>
            </a:r>
          </a:p>
          <a:p>
            <a:pPr marL="285750" indent="-285750">
              <a:buFont typeface="Arial" panose="020B0604020202020204" pitchFamily="34" charset="0"/>
              <a:buChar char="•"/>
            </a:pPr>
            <a:r>
              <a:rPr lang="en-US" sz="1600">
                <a:solidFill>
                  <a:schemeClr val="tx1"/>
                </a:solidFill>
              </a:rPr>
              <a:t>Inputs for golden scenarios</a:t>
            </a:r>
          </a:p>
          <a:p>
            <a:pPr marL="285750" indent="-285750">
              <a:buFont typeface="Arial" panose="020B0604020202020204" pitchFamily="34" charset="0"/>
              <a:buChar char="•"/>
            </a:pPr>
            <a:r>
              <a:rPr lang="en-US" sz="1600">
                <a:solidFill>
                  <a:schemeClr val="tx1"/>
                </a:solidFill>
              </a:rPr>
              <a:t>Test cases reviews &amp; sign offs</a:t>
            </a:r>
          </a:p>
          <a:p>
            <a:pPr marL="285750" indent="-285750">
              <a:buFont typeface="Arial" panose="020B0604020202020204" pitchFamily="34" charset="0"/>
              <a:buChar char="•"/>
            </a:pPr>
            <a:r>
              <a:rPr lang="en-US" sz="1600">
                <a:solidFill>
                  <a:schemeClr val="tx1"/>
                </a:solidFill>
              </a:rPr>
              <a:t>Participation in defect triage</a:t>
            </a:r>
          </a:p>
          <a:p>
            <a:pPr marL="285750" indent="-285750">
              <a:buFont typeface="Arial" panose="020B0604020202020204" pitchFamily="34" charset="0"/>
              <a:buChar char="•"/>
            </a:pPr>
            <a:r>
              <a:rPr lang="en-US" sz="1600">
                <a:solidFill>
                  <a:schemeClr val="tx1"/>
                </a:solidFill>
              </a:rPr>
              <a:t>E2E and UAT</a:t>
            </a:r>
          </a:p>
        </p:txBody>
      </p:sp>
      <p:sp>
        <p:nvSpPr>
          <p:cNvPr id="7" name="Rectangle 6">
            <a:extLst>
              <a:ext uri="{FF2B5EF4-FFF2-40B4-BE49-F238E27FC236}">
                <a16:creationId xmlns:a16="http://schemas.microsoft.com/office/drawing/2014/main" id="{19968FE2-91E8-75BB-836A-AC209EBD370F}"/>
              </a:ext>
            </a:extLst>
          </p:cNvPr>
          <p:cNvSpPr/>
          <p:nvPr/>
        </p:nvSpPr>
        <p:spPr>
          <a:xfrm>
            <a:off x="4233672" y="1184930"/>
            <a:ext cx="3291840" cy="3048742"/>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b="1">
                <a:solidFill>
                  <a:schemeClr val="tx1"/>
                </a:solidFill>
              </a:rPr>
              <a:t>Integration test teams</a:t>
            </a:r>
            <a:r>
              <a:rPr lang="en-US" sz="1600">
                <a:solidFill>
                  <a:schemeClr val="tx1"/>
                </a:solidFill>
              </a:rPr>
              <a:t> support</a:t>
            </a:r>
          </a:p>
          <a:p>
            <a:pPr marL="285750" indent="-285750">
              <a:buFont typeface="Arial" panose="020B0604020202020204" pitchFamily="34" charset="0"/>
              <a:buChar char="•"/>
            </a:pPr>
            <a:r>
              <a:rPr lang="en-US" sz="1600">
                <a:solidFill>
                  <a:schemeClr val="tx1"/>
                </a:solidFill>
              </a:rPr>
              <a:t>Test design</a:t>
            </a:r>
          </a:p>
          <a:p>
            <a:pPr marL="285750" indent="-285750">
              <a:buFont typeface="Arial" panose="020B0604020202020204" pitchFamily="34" charset="0"/>
              <a:buChar char="•"/>
            </a:pPr>
            <a:r>
              <a:rPr lang="en-US" sz="1600">
                <a:solidFill>
                  <a:schemeClr val="tx1"/>
                </a:solidFill>
              </a:rPr>
              <a:t>Test execution</a:t>
            </a:r>
          </a:p>
          <a:p>
            <a:pPr marL="285750" indent="-285750">
              <a:buFont typeface="Arial" panose="020B0604020202020204" pitchFamily="34" charset="0"/>
              <a:buChar char="•"/>
            </a:pPr>
            <a:r>
              <a:rPr lang="en-US" sz="1600">
                <a:solidFill>
                  <a:schemeClr val="tx1"/>
                </a:solidFill>
              </a:rPr>
              <a:t>Test data</a:t>
            </a:r>
          </a:p>
          <a:p>
            <a:r>
              <a:rPr lang="en-US" sz="1600">
                <a:solidFill>
                  <a:schemeClr val="tx1"/>
                </a:solidFill>
              </a:rPr>
              <a:t>Of test steps within their systems.</a:t>
            </a:r>
          </a:p>
          <a:p>
            <a:r>
              <a:rPr lang="en-US" sz="1600">
                <a:solidFill>
                  <a:schemeClr val="tx1"/>
                </a:solidFill>
              </a:rPr>
              <a:t>E2E  and UAT</a:t>
            </a:r>
          </a:p>
          <a:p>
            <a:endParaRPr lang="en-US" sz="1600">
              <a:solidFill>
                <a:schemeClr val="tx1"/>
              </a:solidFill>
            </a:endParaRPr>
          </a:p>
          <a:p>
            <a:r>
              <a:rPr lang="en-US" sz="1600">
                <a:solidFill>
                  <a:schemeClr val="tx1"/>
                </a:solidFill>
              </a:rPr>
              <a:t>Process managed by GPAS test manager</a:t>
            </a:r>
          </a:p>
        </p:txBody>
      </p:sp>
      <p:sp>
        <p:nvSpPr>
          <p:cNvPr id="9" name="Rectangle 8">
            <a:extLst>
              <a:ext uri="{FF2B5EF4-FFF2-40B4-BE49-F238E27FC236}">
                <a16:creationId xmlns:a16="http://schemas.microsoft.com/office/drawing/2014/main" id="{CC596985-51DB-838D-2BCE-BBCDB0A57C71}"/>
              </a:ext>
            </a:extLst>
          </p:cNvPr>
          <p:cNvSpPr/>
          <p:nvPr/>
        </p:nvSpPr>
        <p:spPr>
          <a:xfrm>
            <a:off x="4233672" y="4572000"/>
            <a:ext cx="3291840" cy="1409840"/>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b="1">
                <a:solidFill>
                  <a:schemeClr val="tx1"/>
                </a:solidFill>
              </a:rPr>
              <a:t>Access requirements</a:t>
            </a:r>
          </a:p>
          <a:p>
            <a:endParaRPr lang="en-US" sz="1600">
              <a:solidFill>
                <a:schemeClr val="tx1"/>
              </a:solidFill>
            </a:endParaRPr>
          </a:p>
          <a:p>
            <a:pPr marL="285750" indent="-285750">
              <a:buFont typeface="Arial" panose="020B0604020202020204" pitchFamily="34" charset="0"/>
              <a:buChar char="•"/>
            </a:pPr>
            <a:r>
              <a:rPr lang="en-US" sz="1600">
                <a:solidFill>
                  <a:schemeClr val="tx1"/>
                </a:solidFill>
              </a:rPr>
              <a:t>Integration systems</a:t>
            </a:r>
          </a:p>
          <a:p>
            <a:pPr marL="285750" indent="-285750">
              <a:buFont typeface="Arial" panose="020B0604020202020204" pitchFamily="34" charset="0"/>
              <a:buChar char="•"/>
            </a:pPr>
            <a:r>
              <a:rPr lang="en-US" sz="1600">
                <a:solidFill>
                  <a:schemeClr val="tx1"/>
                </a:solidFill>
              </a:rPr>
              <a:t>Data platform</a:t>
            </a:r>
          </a:p>
        </p:txBody>
      </p:sp>
      <p:sp>
        <p:nvSpPr>
          <p:cNvPr id="10" name="Rectangle 9">
            <a:extLst>
              <a:ext uri="{FF2B5EF4-FFF2-40B4-BE49-F238E27FC236}">
                <a16:creationId xmlns:a16="http://schemas.microsoft.com/office/drawing/2014/main" id="{08F8C924-6C9E-ABFD-E4C2-538EE7DB5211}"/>
              </a:ext>
            </a:extLst>
          </p:cNvPr>
          <p:cNvSpPr/>
          <p:nvPr/>
        </p:nvSpPr>
        <p:spPr>
          <a:xfrm>
            <a:off x="8074152" y="3761873"/>
            <a:ext cx="3291840" cy="2167832"/>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a:solidFill>
                  <a:schemeClr val="tx1"/>
                </a:solidFill>
              </a:rPr>
              <a:t>Non-Functional </a:t>
            </a:r>
            <a:r>
              <a:rPr lang="en-US" sz="1600" b="1">
                <a:solidFill>
                  <a:schemeClr val="tx1"/>
                </a:solidFill>
              </a:rPr>
              <a:t>Requirements</a:t>
            </a:r>
          </a:p>
          <a:p>
            <a:endParaRPr lang="en-US" sz="1600">
              <a:solidFill>
                <a:schemeClr val="tx1"/>
              </a:solidFill>
            </a:endParaRPr>
          </a:p>
          <a:p>
            <a:pPr marL="285750" indent="-285750">
              <a:buFont typeface="Arial" panose="020B0604020202020204" pitchFamily="34" charset="0"/>
              <a:buChar char="•"/>
            </a:pPr>
            <a:r>
              <a:rPr lang="en-US" sz="1600">
                <a:solidFill>
                  <a:schemeClr val="tx1"/>
                </a:solidFill>
              </a:rPr>
              <a:t>Load &amp; Performance</a:t>
            </a:r>
          </a:p>
          <a:p>
            <a:pPr marL="285750" indent="-285750">
              <a:buFont typeface="Arial" panose="020B0604020202020204" pitchFamily="34" charset="0"/>
              <a:buChar char="•"/>
            </a:pPr>
            <a:r>
              <a:rPr lang="en-US" sz="1600">
                <a:solidFill>
                  <a:schemeClr val="tx1"/>
                </a:solidFill>
              </a:rPr>
              <a:t>Operational Acceptance</a:t>
            </a:r>
          </a:p>
          <a:p>
            <a:pPr marL="285750" indent="-285750">
              <a:buFont typeface="Arial" panose="020B0604020202020204" pitchFamily="34" charset="0"/>
              <a:buChar char="•"/>
            </a:pPr>
            <a:r>
              <a:rPr lang="en-US" sz="1600">
                <a:solidFill>
                  <a:schemeClr val="tx1"/>
                </a:solidFill>
              </a:rPr>
              <a:t>Security</a:t>
            </a:r>
          </a:p>
        </p:txBody>
      </p:sp>
    </p:spTree>
    <p:extLst>
      <p:ext uri="{BB962C8B-B14F-4D97-AF65-F5344CB8AC3E}">
        <p14:creationId xmlns:p14="http://schemas.microsoft.com/office/powerpoint/2010/main" val="3441541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133A2-E310-218D-3CFD-3D2DC57946B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14454D9-5324-61CB-84ED-FE851D1B277C}"/>
              </a:ext>
            </a:extLst>
          </p:cNvPr>
          <p:cNvSpPr>
            <a:spLocks noGrp="1"/>
          </p:cNvSpPr>
          <p:nvPr>
            <p:ph type="ctrTitle"/>
          </p:nvPr>
        </p:nvSpPr>
        <p:spPr/>
        <p:txBody>
          <a:bodyPr/>
          <a:lstStyle/>
          <a:p>
            <a:r>
              <a:rPr lang="en-GB"/>
              <a:t>Test data management</a:t>
            </a:r>
          </a:p>
        </p:txBody>
      </p:sp>
      <p:sp>
        <p:nvSpPr>
          <p:cNvPr id="2" name="Text Placeholder 1">
            <a:extLst>
              <a:ext uri="{FF2B5EF4-FFF2-40B4-BE49-F238E27FC236}">
                <a16:creationId xmlns:a16="http://schemas.microsoft.com/office/drawing/2014/main" id="{F2199F69-4A84-C1AA-AACF-1D176CFCF418}"/>
              </a:ext>
            </a:extLst>
          </p:cNvPr>
          <p:cNvSpPr>
            <a:spLocks noGrp="1"/>
          </p:cNvSpPr>
          <p:nvPr>
            <p:ph type="body" sz="quarter" idx="10"/>
          </p:nvPr>
        </p:nvSpPr>
        <p:spPr/>
        <p:txBody>
          <a:bodyPr/>
          <a:lstStyle/>
          <a:p>
            <a:r>
              <a:rPr lang="en-US"/>
              <a:t>01</a:t>
            </a:r>
          </a:p>
        </p:txBody>
      </p:sp>
    </p:spTree>
    <p:extLst>
      <p:ext uri="{BB962C8B-B14F-4D97-AF65-F5344CB8AC3E}">
        <p14:creationId xmlns:p14="http://schemas.microsoft.com/office/powerpoint/2010/main" val="994574422"/>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67B9A-B7E8-5667-056D-0FA08599612C}"/>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AF76A93-F45E-9430-6BB3-7C9607FEFD7B}"/>
              </a:ext>
            </a:extLst>
          </p:cNvPr>
          <p:cNvSpPr/>
          <p:nvPr/>
        </p:nvSpPr>
        <p:spPr>
          <a:xfrm>
            <a:off x="238143" y="636995"/>
            <a:ext cx="1191715" cy="7554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t>Synthetic Test Data</a:t>
            </a:r>
          </a:p>
        </p:txBody>
      </p:sp>
      <p:pic>
        <p:nvPicPr>
          <p:cNvPr id="7" name="Picture 6">
            <a:extLst>
              <a:ext uri="{FF2B5EF4-FFF2-40B4-BE49-F238E27FC236}">
                <a16:creationId xmlns:a16="http://schemas.microsoft.com/office/drawing/2014/main" id="{E719E853-86E3-BE8F-9825-F57F7977E402}"/>
              </a:ext>
            </a:extLst>
          </p:cNvPr>
          <p:cNvPicPr>
            <a:picLocks noChangeAspect="1"/>
          </p:cNvPicPr>
          <p:nvPr/>
        </p:nvPicPr>
        <p:blipFill>
          <a:blip r:embed="rId3"/>
          <a:stretch>
            <a:fillRect/>
          </a:stretch>
        </p:blipFill>
        <p:spPr>
          <a:xfrm>
            <a:off x="2536535" y="1066812"/>
            <a:ext cx="1238835" cy="796872"/>
          </a:xfrm>
          <a:prstGeom prst="rect">
            <a:avLst/>
          </a:prstGeom>
        </p:spPr>
      </p:pic>
      <p:cxnSp>
        <p:nvCxnSpPr>
          <p:cNvPr id="9" name="Straight Arrow Connector 8">
            <a:extLst>
              <a:ext uri="{FF2B5EF4-FFF2-40B4-BE49-F238E27FC236}">
                <a16:creationId xmlns:a16="http://schemas.microsoft.com/office/drawing/2014/main" id="{F788BA08-4C66-D3B2-2435-62B997F3B279}"/>
              </a:ext>
            </a:extLst>
          </p:cNvPr>
          <p:cNvCxnSpPr>
            <a:cxnSpLocks/>
          </p:cNvCxnSpPr>
          <p:nvPr/>
        </p:nvCxnSpPr>
        <p:spPr>
          <a:xfrm>
            <a:off x="3761917" y="1459452"/>
            <a:ext cx="59334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Oval 23">
            <a:extLst>
              <a:ext uri="{FF2B5EF4-FFF2-40B4-BE49-F238E27FC236}">
                <a16:creationId xmlns:a16="http://schemas.microsoft.com/office/drawing/2014/main" id="{B9455C9E-921B-ACAE-BC0B-8A3B3DD78F59}"/>
              </a:ext>
            </a:extLst>
          </p:cNvPr>
          <p:cNvSpPr/>
          <p:nvPr/>
        </p:nvSpPr>
        <p:spPr>
          <a:xfrm>
            <a:off x="1941293" y="1190544"/>
            <a:ext cx="347563" cy="24111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1</a:t>
            </a:r>
          </a:p>
        </p:txBody>
      </p:sp>
      <p:sp>
        <p:nvSpPr>
          <p:cNvPr id="25" name="Oval 24">
            <a:extLst>
              <a:ext uri="{FF2B5EF4-FFF2-40B4-BE49-F238E27FC236}">
                <a16:creationId xmlns:a16="http://schemas.microsoft.com/office/drawing/2014/main" id="{1DF86309-F9BA-CE83-6C13-3ED153C2E1E0}"/>
              </a:ext>
            </a:extLst>
          </p:cNvPr>
          <p:cNvSpPr/>
          <p:nvPr/>
        </p:nvSpPr>
        <p:spPr>
          <a:xfrm>
            <a:off x="3849267" y="1127756"/>
            <a:ext cx="347563" cy="24111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2</a:t>
            </a:r>
          </a:p>
        </p:txBody>
      </p:sp>
      <p:sp>
        <p:nvSpPr>
          <p:cNvPr id="34" name="Rectangle: Rounded Corners 33">
            <a:extLst>
              <a:ext uri="{FF2B5EF4-FFF2-40B4-BE49-F238E27FC236}">
                <a16:creationId xmlns:a16="http://schemas.microsoft.com/office/drawing/2014/main" id="{22CCF86A-5A3F-AEE8-64D8-F7036D283DB1}"/>
              </a:ext>
            </a:extLst>
          </p:cNvPr>
          <p:cNvSpPr/>
          <p:nvPr/>
        </p:nvSpPr>
        <p:spPr>
          <a:xfrm>
            <a:off x="10806583" y="1139756"/>
            <a:ext cx="1183850" cy="6551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t>Guidewire (PC/BC)</a:t>
            </a:r>
          </a:p>
        </p:txBody>
      </p:sp>
      <p:sp>
        <p:nvSpPr>
          <p:cNvPr id="3" name="Rectangle: Rounded Corners 2">
            <a:extLst>
              <a:ext uri="{FF2B5EF4-FFF2-40B4-BE49-F238E27FC236}">
                <a16:creationId xmlns:a16="http://schemas.microsoft.com/office/drawing/2014/main" id="{FE13F593-73CD-F84F-D802-011716F43B89}"/>
              </a:ext>
            </a:extLst>
          </p:cNvPr>
          <p:cNvSpPr/>
          <p:nvPr/>
        </p:nvSpPr>
        <p:spPr>
          <a:xfrm>
            <a:off x="8352679" y="1148431"/>
            <a:ext cx="1814315" cy="5929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t>GW Integration gateway</a:t>
            </a:r>
          </a:p>
        </p:txBody>
      </p:sp>
      <p:sp>
        <p:nvSpPr>
          <p:cNvPr id="8" name="Rectangle: Rounded Corners 7">
            <a:extLst>
              <a:ext uri="{FF2B5EF4-FFF2-40B4-BE49-F238E27FC236}">
                <a16:creationId xmlns:a16="http://schemas.microsoft.com/office/drawing/2014/main" id="{8168C881-39A6-51BF-1302-A6E6315BE44E}"/>
              </a:ext>
            </a:extLst>
          </p:cNvPr>
          <p:cNvSpPr/>
          <p:nvPr/>
        </p:nvSpPr>
        <p:spPr>
          <a:xfrm>
            <a:off x="4377974" y="1164544"/>
            <a:ext cx="1338181" cy="6303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t>Insight/UWWB</a:t>
            </a:r>
          </a:p>
        </p:txBody>
      </p:sp>
      <p:cxnSp>
        <p:nvCxnSpPr>
          <p:cNvPr id="11" name="Straight Arrow Connector 10">
            <a:extLst>
              <a:ext uri="{FF2B5EF4-FFF2-40B4-BE49-F238E27FC236}">
                <a16:creationId xmlns:a16="http://schemas.microsoft.com/office/drawing/2014/main" id="{E55ED7A0-8768-35B7-3176-D7F0D1808DC2}"/>
              </a:ext>
            </a:extLst>
          </p:cNvPr>
          <p:cNvCxnSpPr>
            <a:cxnSpLocks/>
          </p:cNvCxnSpPr>
          <p:nvPr/>
        </p:nvCxnSpPr>
        <p:spPr>
          <a:xfrm>
            <a:off x="7430814" y="1465086"/>
            <a:ext cx="8448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E521F8C9-E05E-C89B-3F1C-B2F5406FF878}"/>
              </a:ext>
            </a:extLst>
          </p:cNvPr>
          <p:cNvCxnSpPr>
            <a:cxnSpLocks/>
          </p:cNvCxnSpPr>
          <p:nvPr/>
        </p:nvCxnSpPr>
        <p:spPr>
          <a:xfrm flipH="1">
            <a:off x="10144295" y="1576484"/>
            <a:ext cx="73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Oval 16">
            <a:extLst>
              <a:ext uri="{FF2B5EF4-FFF2-40B4-BE49-F238E27FC236}">
                <a16:creationId xmlns:a16="http://schemas.microsoft.com/office/drawing/2014/main" id="{A373ACB3-98C0-A857-6435-5EF2EE15835D}"/>
              </a:ext>
            </a:extLst>
          </p:cNvPr>
          <p:cNvSpPr/>
          <p:nvPr/>
        </p:nvSpPr>
        <p:spPr>
          <a:xfrm>
            <a:off x="5897299" y="1139756"/>
            <a:ext cx="347563" cy="24111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3</a:t>
            </a:r>
          </a:p>
        </p:txBody>
      </p:sp>
      <p:sp>
        <p:nvSpPr>
          <p:cNvPr id="18" name="Oval 17">
            <a:extLst>
              <a:ext uri="{FF2B5EF4-FFF2-40B4-BE49-F238E27FC236}">
                <a16:creationId xmlns:a16="http://schemas.microsoft.com/office/drawing/2014/main" id="{94E23A5B-2F9E-9BDE-37B4-2077D7E1BF15}"/>
              </a:ext>
            </a:extLst>
          </p:cNvPr>
          <p:cNvSpPr/>
          <p:nvPr/>
        </p:nvSpPr>
        <p:spPr>
          <a:xfrm>
            <a:off x="7951472" y="1081450"/>
            <a:ext cx="347563" cy="24111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4</a:t>
            </a:r>
          </a:p>
        </p:txBody>
      </p:sp>
      <p:sp>
        <p:nvSpPr>
          <p:cNvPr id="2" name="TextBox 1">
            <a:extLst>
              <a:ext uri="{FF2B5EF4-FFF2-40B4-BE49-F238E27FC236}">
                <a16:creationId xmlns:a16="http://schemas.microsoft.com/office/drawing/2014/main" id="{40C57149-3D00-6728-7FC9-5B8AFD2A541F}"/>
              </a:ext>
            </a:extLst>
          </p:cNvPr>
          <p:cNvSpPr txBox="1"/>
          <p:nvPr/>
        </p:nvSpPr>
        <p:spPr>
          <a:xfrm>
            <a:off x="219855" y="37076"/>
            <a:ext cx="11872061" cy="480131"/>
          </a:xfrm>
          <a:prstGeom prst="rect">
            <a:avLst/>
          </a:prstGeom>
          <a:noFill/>
        </p:spPr>
        <p:txBody>
          <a:bodyPr wrap="square" rtlCol="0">
            <a:spAutoFit/>
          </a:bodyPr>
          <a:lstStyle/>
          <a:p>
            <a:pPr marR="0" indent="0" fontAlgn="auto">
              <a:lnSpc>
                <a:spcPct val="90000"/>
              </a:lnSpc>
              <a:spcBef>
                <a:spcPct val="0"/>
              </a:spcBef>
              <a:spcAft>
                <a:spcPts val="0"/>
              </a:spcAft>
              <a:buClrTx/>
              <a:buSzTx/>
              <a:buFontTx/>
              <a:buNone/>
              <a:tabLst/>
              <a:defRPr/>
            </a:pPr>
            <a:r>
              <a:rPr lang="en-GB" sz="2800" dirty="0">
                <a:latin typeface="+mj-lt"/>
                <a:ea typeface="+mj-ea"/>
                <a:cs typeface="+mj-cs"/>
              </a:rPr>
              <a:t>TDM and Data Reconciliation</a:t>
            </a:r>
            <a:r>
              <a:rPr lang="en-GB" sz="2800">
                <a:latin typeface="+mj-lt"/>
                <a:ea typeface="+mj-ea"/>
                <a:cs typeface="+mj-cs"/>
              </a:rPr>
              <a:t> – GPAS data flow</a:t>
            </a:r>
            <a:endParaRPr lang="en-GB" sz="2800" dirty="0">
              <a:latin typeface="+mj-lt"/>
              <a:ea typeface="+mj-ea"/>
              <a:cs typeface="+mj-cs"/>
            </a:endParaRPr>
          </a:p>
        </p:txBody>
      </p:sp>
      <p:sp>
        <p:nvSpPr>
          <p:cNvPr id="5" name="TextBox 4">
            <a:extLst>
              <a:ext uri="{FF2B5EF4-FFF2-40B4-BE49-F238E27FC236}">
                <a16:creationId xmlns:a16="http://schemas.microsoft.com/office/drawing/2014/main" id="{DDBAD663-4E45-F2D9-8A42-94A11FD233D5}"/>
              </a:ext>
            </a:extLst>
          </p:cNvPr>
          <p:cNvSpPr txBox="1"/>
          <p:nvPr/>
        </p:nvSpPr>
        <p:spPr>
          <a:xfrm>
            <a:off x="261565" y="2475700"/>
            <a:ext cx="6898187" cy="3785652"/>
          </a:xfrm>
          <a:prstGeom prst="rect">
            <a:avLst/>
          </a:prstGeom>
          <a:noFill/>
        </p:spPr>
        <p:txBody>
          <a:bodyPr wrap="square" rtlCol="0">
            <a:spAutoFit/>
          </a:bodyPr>
          <a:lstStyle/>
          <a:p>
            <a:r>
              <a:rPr lang="en-GB" sz="1200" b="1" dirty="0"/>
              <a:t>Test Data Creation  </a:t>
            </a:r>
            <a:r>
              <a:rPr lang="en-GB" sz="1200" dirty="0"/>
              <a:t>: </a:t>
            </a:r>
          </a:p>
          <a:p>
            <a:pPr marL="171450" indent="-171450">
              <a:buFont typeface="Arial" panose="020B0604020202020204" pitchFamily="34" charset="0"/>
              <a:buChar char="•"/>
            </a:pPr>
            <a:r>
              <a:rPr lang="en-GB" sz="1200" dirty="0"/>
              <a:t>Dynamic/generic test data using AI / Opensource tool</a:t>
            </a:r>
          </a:p>
          <a:p>
            <a:pPr marL="171450" indent="-171450">
              <a:buFont typeface="Arial" panose="020B0604020202020204" pitchFamily="34" charset="0"/>
              <a:buChar char="•"/>
            </a:pPr>
            <a:r>
              <a:rPr lang="en-GB" sz="1200" dirty="0"/>
              <a:t>Static (reference) test data creation </a:t>
            </a:r>
          </a:p>
          <a:p>
            <a:pPr marL="171450" indent="-171450">
              <a:buFont typeface="Arial" panose="020B0604020202020204" pitchFamily="34" charset="0"/>
              <a:buChar char="•"/>
            </a:pPr>
            <a:endParaRPr lang="en-GB" sz="1200" dirty="0"/>
          </a:p>
          <a:p>
            <a:r>
              <a:rPr lang="en-GB" sz="1200" b="1" dirty="0"/>
              <a:t>Orchestration options:</a:t>
            </a:r>
          </a:p>
          <a:p>
            <a:r>
              <a:rPr lang="en-GB" sz="1200" b="1" dirty="0"/>
              <a:t>A. </a:t>
            </a:r>
            <a:r>
              <a:rPr lang="en-GB" sz="1200" u="sng" dirty="0"/>
              <a:t>Get/update/delete via API:</a:t>
            </a:r>
            <a:r>
              <a:rPr lang="en-GB" sz="1200" dirty="0"/>
              <a:t> Any system to make API call to get required test data </a:t>
            </a:r>
          </a:p>
          <a:p>
            <a:r>
              <a:rPr lang="en-GB" sz="1200" b="1" dirty="0"/>
              <a:t>B. </a:t>
            </a:r>
            <a:r>
              <a:rPr lang="en-GB" sz="1200" u="sng" dirty="0"/>
              <a:t>DB Connection</a:t>
            </a:r>
          </a:p>
          <a:p>
            <a:endParaRPr lang="en-GB" sz="1200" dirty="0"/>
          </a:p>
          <a:p>
            <a:pPr marL="342900" indent="-342900">
              <a:buFont typeface="+mj-lt"/>
              <a:buAutoNum type="arabicPeriod"/>
            </a:pPr>
            <a:r>
              <a:rPr lang="en-GB" sz="1200" dirty="0"/>
              <a:t>Test Data Generation tool – Generate synthetic data and publish on DynamoDB</a:t>
            </a:r>
          </a:p>
          <a:p>
            <a:pPr marL="342900" indent="-342900">
              <a:buFont typeface="+mj-lt"/>
              <a:buAutoNum type="arabicPeriod"/>
            </a:pPr>
            <a:r>
              <a:rPr lang="en-GB" sz="1200" dirty="0"/>
              <a:t>Transform data from DynamoDB in required structure / format </a:t>
            </a:r>
            <a:r>
              <a:rPr lang="en-GB" sz="1200"/>
              <a:t>for </a:t>
            </a:r>
            <a:r>
              <a:rPr lang="en-GB" sz="1200" dirty="0"/>
              <a:t>ingestion in application</a:t>
            </a:r>
            <a:endParaRPr lang="en-GB" sz="1200"/>
          </a:p>
          <a:p>
            <a:pPr marL="342900" indent="-342900">
              <a:buFont typeface="+mj-lt"/>
              <a:buAutoNum type="arabicPeriod"/>
            </a:pPr>
            <a:r>
              <a:rPr lang="en-GB" sz="1200" dirty="0"/>
              <a:t>MDA consumes data processed in source system and enriches the data </a:t>
            </a:r>
          </a:p>
          <a:p>
            <a:pPr marL="342900" indent="-342900">
              <a:buFont typeface="+mj-lt"/>
              <a:buAutoNum type="arabicPeriod"/>
            </a:pPr>
            <a:r>
              <a:rPr lang="en-GB" sz="1200" dirty="0"/>
              <a:t>Bind event / Submission published on Kafka topic for Guidewire (GW) integration gateway</a:t>
            </a:r>
          </a:p>
          <a:p>
            <a:pPr marL="342900" indent="-342900">
              <a:buFont typeface="+mj-lt"/>
              <a:buAutoNum type="arabicPeriod"/>
            </a:pPr>
            <a:r>
              <a:rPr lang="en-GB" sz="1200" dirty="0"/>
              <a:t>Guidewire Policy </a:t>
            </a:r>
            <a:r>
              <a:rPr lang="en-GB" sz="1200" dirty="0" err="1"/>
              <a:t>Center</a:t>
            </a:r>
            <a:r>
              <a:rPr lang="en-GB" sz="1200" dirty="0"/>
              <a:t> consumes data from GW Integration gateway</a:t>
            </a:r>
          </a:p>
          <a:p>
            <a:pPr marL="342900" indent="-342900">
              <a:buFont typeface="+mj-lt"/>
              <a:buAutoNum type="arabicPeriod"/>
            </a:pPr>
            <a:r>
              <a:rPr lang="en-GB" sz="1200" dirty="0"/>
              <a:t>Guidewire Bind success message sent to GW integration gateway</a:t>
            </a:r>
          </a:p>
          <a:p>
            <a:pPr marL="342900" indent="-342900">
              <a:buFont typeface="+mj-lt"/>
              <a:buAutoNum type="arabicPeriod"/>
            </a:pPr>
            <a:r>
              <a:rPr lang="en-GB" sz="1200" dirty="0"/>
              <a:t>GW integration Gateway publish data on MDA</a:t>
            </a:r>
          </a:p>
          <a:p>
            <a:pPr marL="342900" indent="-342900">
              <a:buFont typeface="+mj-lt"/>
              <a:buAutoNum type="arabicPeriod"/>
            </a:pPr>
            <a:r>
              <a:rPr lang="en-GB" sz="1200" dirty="0"/>
              <a:t>UWWB/Insight consume from MDA</a:t>
            </a:r>
          </a:p>
          <a:p>
            <a:r>
              <a:rPr lang="en-GB" sz="1200" b="1" dirty="0"/>
              <a:t>Agresso workflow</a:t>
            </a:r>
          </a:p>
          <a:p>
            <a:r>
              <a:rPr lang="en-GB" sz="1200" dirty="0"/>
              <a:t>A.     GW integration to CDA replication</a:t>
            </a:r>
          </a:p>
          <a:p>
            <a:r>
              <a:rPr lang="en-GB" sz="1200" dirty="0"/>
              <a:t>B.     Fivetran to pull the data  and send to Snowflake</a:t>
            </a:r>
          </a:p>
          <a:p>
            <a:r>
              <a:rPr lang="en-GB" sz="1200" dirty="0"/>
              <a:t>C.     Snowflake to Agresso</a:t>
            </a:r>
          </a:p>
        </p:txBody>
      </p:sp>
      <p:sp>
        <p:nvSpPr>
          <p:cNvPr id="12" name="Rectangle: Rounded Corners 11">
            <a:extLst>
              <a:ext uri="{FF2B5EF4-FFF2-40B4-BE49-F238E27FC236}">
                <a16:creationId xmlns:a16="http://schemas.microsoft.com/office/drawing/2014/main" id="{98CC2470-7990-7D78-0B86-9553431EFBD7}"/>
              </a:ext>
            </a:extLst>
          </p:cNvPr>
          <p:cNvSpPr/>
          <p:nvPr/>
        </p:nvSpPr>
        <p:spPr>
          <a:xfrm>
            <a:off x="270775" y="1676656"/>
            <a:ext cx="1159083" cy="6810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t>Reference Data</a:t>
            </a:r>
          </a:p>
        </p:txBody>
      </p:sp>
      <p:cxnSp>
        <p:nvCxnSpPr>
          <p:cNvPr id="13" name="Straight Arrow Connector 12">
            <a:extLst>
              <a:ext uri="{FF2B5EF4-FFF2-40B4-BE49-F238E27FC236}">
                <a16:creationId xmlns:a16="http://schemas.microsoft.com/office/drawing/2014/main" id="{5B8EBA4B-648F-F427-1F74-3E688D81D058}"/>
              </a:ext>
            </a:extLst>
          </p:cNvPr>
          <p:cNvCxnSpPr>
            <a:cxnSpLocks/>
          </p:cNvCxnSpPr>
          <p:nvPr/>
        </p:nvCxnSpPr>
        <p:spPr>
          <a:xfrm>
            <a:off x="1741101" y="1576484"/>
            <a:ext cx="74794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Right Brace 25">
            <a:extLst>
              <a:ext uri="{FF2B5EF4-FFF2-40B4-BE49-F238E27FC236}">
                <a16:creationId xmlns:a16="http://schemas.microsoft.com/office/drawing/2014/main" id="{8A1BC5D6-5754-7CEE-AE7A-0F7F1102ABB4}"/>
              </a:ext>
            </a:extLst>
          </p:cNvPr>
          <p:cNvSpPr/>
          <p:nvPr/>
        </p:nvSpPr>
        <p:spPr>
          <a:xfrm>
            <a:off x="1558271" y="908974"/>
            <a:ext cx="116814" cy="1335020"/>
          </a:xfrm>
          <a:prstGeom prst="rightBrac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6" name="Straight Arrow Connector 5">
            <a:extLst>
              <a:ext uri="{FF2B5EF4-FFF2-40B4-BE49-F238E27FC236}">
                <a16:creationId xmlns:a16="http://schemas.microsoft.com/office/drawing/2014/main" id="{F3D132BD-D08C-64AE-3EDB-4FA0C6B7B5C1}"/>
              </a:ext>
            </a:extLst>
          </p:cNvPr>
          <p:cNvCxnSpPr>
            <a:cxnSpLocks/>
          </p:cNvCxnSpPr>
          <p:nvPr/>
        </p:nvCxnSpPr>
        <p:spPr>
          <a:xfrm>
            <a:off x="9943893" y="1386263"/>
            <a:ext cx="8448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0FFF4974-F85C-3F8D-CACA-1AA0A4E8DC66}"/>
              </a:ext>
            </a:extLst>
          </p:cNvPr>
          <p:cNvSpPr/>
          <p:nvPr/>
        </p:nvSpPr>
        <p:spPr>
          <a:xfrm>
            <a:off x="10249245" y="1043988"/>
            <a:ext cx="347563" cy="24111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5</a:t>
            </a:r>
          </a:p>
        </p:txBody>
      </p:sp>
      <p:sp>
        <p:nvSpPr>
          <p:cNvPr id="21" name="Rectangle: Rounded Corners 20">
            <a:extLst>
              <a:ext uri="{FF2B5EF4-FFF2-40B4-BE49-F238E27FC236}">
                <a16:creationId xmlns:a16="http://schemas.microsoft.com/office/drawing/2014/main" id="{2FEA9EC3-A71E-202D-9F21-7CB8523482DA}"/>
              </a:ext>
            </a:extLst>
          </p:cNvPr>
          <p:cNvSpPr/>
          <p:nvPr/>
        </p:nvSpPr>
        <p:spPr>
          <a:xfrm>
            <a:off x="6392721" y="1202006"/>
            <a:ext cx="1475750" cy="5929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t>MDA</a:t>
            </a:r>
          </a:p>
        </p:txBody>
      </p:sp>
      <p:cxnSp>
        <p:nvCxnSpPr>
          <p:cNvPr id="23" name="Straight Arrow Connector 22">
            <a:extLst>
              <a:ext uri="{FF2B5EF4-FFF2-40B4-BE49-F238E27FC236}">
                <a16:creationId xmlns:a16="http://schemas.microsoft.com/office/drawing/2014/main" id="{1DBAC5A6-B457-B689-FAAB-42F8938B9B4F}"/>
              </a:ext>
            </a:extLst>
          </p:cNvPr>
          <p:cNvCxnSpPr>
            <a:cxnSpLocks/>
          </p:cNvCxnSpPr>
          <p:nvPr/>
        </p:nvCxnSpPr>
        <p:spPr>
          <a:xfrm>
            <a:off x="5799379" y="1507680"/>
            <a:ext cx="59334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6FFA6E7A-A643-4759-08C6-360EB77F943F}"/>
              </a:ext>
            </a:extLst>
          </p:cNvPr>
          <p:cNvCxnSpPr>
            <a:cxnSpLocks/>
          </p:cNvCxnSpPr>
          <p:nvPr/>
        </p:nvCxnSpPr>
        <p:spPr>
          <a:xfrm flipH="1">
            <a:off x="7868471" y="1676656"/>
            <a:ext cx="73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Oval 28">
            <a:extLst>
              <a:ext uri="{FF2B5EF4-FFF2-40B4-BE49-F238E27FC236}">
                <a16:creationId xmlns:a16="http://schemas.microsoft.com/office/drawing/2014/main" id="{19E9EC57-91CF-95E0-8194-D41EB247E3C7}"/>
              </a:ext>
            </a:extLst>
          </p:cNvPr>
          <p:cNvSpPr/>
          <p:nvPr/>
        </p:nvSpPr>
        <p:spPr>
          <a:xfrm>
            <a:off x="10276294" y="1734867"/>
            <a:ext cx="347563" cy="24111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6</a:t>
            </a:r>
          </a:p>
        </p:txBody>
      </p:sp>
      <p:sp>
        <p:nvSpPr>
          <p:cNvPr id="30" name="Oval 29">
            <a:extLst>
              <a:ext uri="{FF2B5EF4-FFF2-40B4-BE49-F238E27FC236}">
                <a16:creationId xmlns:a16="http://schemas.microsoft.com/office/drawing/2014/main" id="{01BCD786-24C8-FD1F-E6A4-87A76E10C58B}"/>
              </a:ext>
            </a:extLst>
          </p:cNvPr>
          <p:cNvSpPr/>
          <p:nvPr/>
        </p:nvSpPr>
        <p:spPr>
          <a:xfrm>
            <a:off x="7987946" y="1767670"/>
            <a:ext cx="347563" cy="24111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7</a:t>
            </a:r>
          </a:p>
        </p:txBody>
      </p:sp>
      <p:sp>
        <p:nvSpPr>
          <p:cNvPr id="31" name="Rectangle: Rounded Corners 30">
            <a:extLst>
              <a:ext uri="{FF2B5EF4-FFF2-40B4-BE49-F238E27FC236}">
                <a16:creationId xmlns:a16="http://schemas.microsoft.com/office/drawing/2014/main" id="{740A8B02-6CB4-84E9-C6B8-42F8BD3162D6}"/>
              </a:ext>
            </a:extLst>
          </p:cNvPr>
          <p:cNvSpPr/>
          <p:nvPr/>
        </p:nvSpPr>
        <p:spPr>
          <a:xfrm>
            <a:off x="8425786" y="2194955"/>
            <a:ext cx="1814315" cy="4024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t>CDA</a:t>
            </a:r>
          </a:p>
        </p:txBody>
      </p:sp>
      <p:sp>
        <p:nvSpPr>
          <p:cNvPr id="32" name="Rectangle: Rounded Corners 31">
            <a:extLst>
              <a:ext uri="{FF2B5EF4-FFF2-40B4-BE49-F238E27FC236}">
                <a16:creationId xmlns:a16="http://schemas.microsoft.com/office/drawing/2014/main" id="{12D5EE47-00EA-31D7-FC9F-7C00DE32431C}"/>
              </a:ext>
            </a:extLst>
          </p:cNvPr>
          <p:cNvSpPr/>
          <p:nvPr/>
        </p:nvSpPr>
        <p:spPr>
          <a:xfrm>
            <a:off x="8398891" y="3032347"/>
            <a:ext cx="1814315" cy="4024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t>MDA-Snowflake</a:t>
            </a:r>
          </a:p>
        </p:txBody>
      </p:sp>
      <p:sp>
        <p:nvSpPr>
          <p:cNvPr id="33" name="Rectangle: Rounded Corners 32">
            <a:extLst>
              <a:ext uri="{FF2B5EF4-FFF2-40B4-BE49-F238E27FC236}">
                <a16:creationId xmlns:a16="http://schemas.microsoft.com/office/drawing/2014/main" id="{1343680F-A736-D2E1-738D-8756A0BB7A35}"/>
              </a:ext>
            </a:extLst>
          </p:cNvPr>
          <p:cNvSpPr/>
          <p:nvPr/>
        </p:nvSpPr>
        <p:spPr>
          <a:xfrm>
            <a:off x="8383663" y="3892653"/>
            <a:ext cx="1814315" cy="4024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t>Agresso</a:t>
            </a:r>
          </a:p>
        </p:txBody>
      </p:sp>
      <p:cxnSp>
        <p:nvCxnSpPr>
          <p:cNvPr id="35" name="Straight Arrow Connector 34">
            <a:extLst>
              <a:ext uri="{FF2B5EF4-FFF2-40B4-BE49-F238E27FC236}">
                <a16:creationId xmlns:a16="http://schemas.microsoft.com/office/drawing/2014/main" id="{DA82BC2E-E793-A78E-5F33-24321892883F}"/>
              </a:ext>
            </a:extLst>
          </p:cNvPr>
          <p:cNvCxnSpPr>
            <a:cxnSpLocks/>
          </p:cNvCxnSpPr>
          <p:nvPr/>
        </p:nvCxnSpPr>
        <p:spPr>
          <a:xfrm>
            <a:off x="9321322" y="1774740"/>
            <a:ext cx="0" cy="4024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59B12365-DEA6-418D-CE66-70072D737447}"/>
              </a:ext>
            </a:extLst>
          </p:cNvPr>
          <p:cNvCxnSpPr>
            <a:cxnSpLocks/>
          </p:cNvCxnSpPr>
          <p:nvPr/>
        </p:nvCxnSpPr>
        <p:spPr>
          <a:xfrm>
            <a:off x="9306049" y="2615969"/>
            <a:ext cx="0" cy="3725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0" name="Oval 39">
            <a:extLst>
              <a:ext uri="{FF2B5EF4-FFF2-40B4-BE49-F238E27FC236}">
                <a16:creationId xmlns:a16="http://schemas.microsoft.com/office/drawing/2014/main" id="{D6C72481-A268-049A-A723-9465F0A88660}"/>
              </a:ext>
            </a:extLst>
          </p:cNvPr>
          <p:cNvSpPr/>
          <p:nvPr/>
        </p:nvSpPr>
        <p:spPr>
          <a:xfrm>
            <a:off x="5908513" y="1785779"/>
            <a:ext cx="347563" cy="24111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8</a:t>
            </a:r>
          </a:p>
        </p:txBody>
      </p:sp>
      <p:sp>
        <p:nvSpPr>
          <p:cNvPr id="41" name="Oval 40">
            <a:extLst>
              <a:ext uri="{FF2B5EF4-FFF2-40B4-BE49-F238E27FC236}">
                <a16:creationId xmlns:a16="http://schemas.microsoft.com/office/drawing/2014/main" id="{728DCD87-181E-7240-2D62-C1754D0CC9AE}"/>
              </a:ext>
            </a:extLst>
          </p:cNvPr>
          <p:cNvSpPr/>
          <p:nvPr/>
        </p:nvSpPr>
        <p:spPr>
          <a:xfrm>
            <a:off x="9371109" y="1864756"/>
            <a:ext cx="347563" cy="24111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A</a:t>
            </a:r>
          </a:p>
        </p:txBody>
      </p:sp>
      <p:sp>
        <p:nvSpPr>
          <p:cNvPr id="47" name="Oval 46">
            <a:extLst>
              <a:ext uri="{FF2B5EF4-FFF2-40B4-BE49-F238E27FC236}">
                <a16:creationId xmlns:a16="http://schemas.microsoft.com/office/drawing/2014/main" id="{9A730DBA-96BD-CB65-A027-623044A09DA5}"/>
              </a:ext>
            </a:extLst>
          </p:cNvPr>
          <p:cNvSpPr/>
          <p:nvPr/>
        </p:nvSpPr>
        <p:spPr>
          <a:xfrm>
            <a:off x="9430084" y="2703650"/>
            <a:ext cx="347563" cy="24111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B</a:t>
            </a:r>
          </a:p>
        </p:txBody>
      </p:sp>
      <p:sp>
        <p:nvSpPr>
          <p:cNvPr id="48" name="Oval 47">
            <a:extLst>
              <a:ext uri="{FF2B5EF4-FFF2-40B4-BE49-F238E27FC236}">
                <a16:creationId xmlns:a16="http://schemas.microsoft.com/office/drawing/2014/main" id="{B04F867D-CFBB-E909-F632-AD680F2A7EE5}"/>
              </a:ext>
            </a:extLst>
          </p:cNvPr>
          <p:cNvSpPr/>
          <p:nvPr/>
        </p:nvSpPr>
        <p:spPr>
          <a:xfrm>
            <a:off x="9430084" y="3521604"/>
            <a:ext cx="347563" cy="24111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C</a:t>
            </a:r>
          </a:p>
        </p:txBody>
      </p:sp>
      <p:cxnSp>
        <p:nvCxnSpPr>
          <p:cNvPr id="50" name="Straight Arrow Connector 49">
            <a:extLst>
              <a:ext uri="{FF2B5EF4-FFF2-40B4-BE49-F238E27FC236}">
                <a16:creationId xmlns:a16="http://schemas.microsoft.com/office/drawing/2014/main" id="{EEB4AB54-5F25-D2F4-1DE4-72E877E6B5D0}"/>
              </a:ext>
            </a:extLst>
          </p:cNvPr>
          <p:cNvCxnSpPr>
            <a:cxnSpLocks/>
          </p:cNvCxnSpPr>
          <p:nvPr/>
        </p:nvCxnSpPr>
        <p:spPr>
          <a:xfrm flipH="1">
            <a:off x="5734381" y="1667768"/>
            <a:ext cx="73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23B1BA1E-2BD3-7FE0-C2C8-0062FEB27DD7}"/>
              </a:ext>
            </a:extLst>
          </p:cNvPr>
          <p:cNvCxnSpPr>
            <a:cxnSpLocks/>
          </p:cNvCxnSpPr>
          <p:nvPr/>
        </p:nvCxnSpPr>
        <p:spPr>
          <a:xfrm>
            <a:off x="9290821" y="3493592"/>
            <a:ext cx="0" cy="3725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B61FC366-D16A-9BFD-B216-31B6E5C06EE5}"/>
              </a:ext>
            </a:extLst>
          </p:cNvPr>
          <p:cNvSpPr/>
          <p:nvPr/>
        </p:nvSpPr>
        <p:spPr>
          <a:xfrm>
            <a:off x="7159753" y="4469416"/>
            <a:ext cx="4932164" cy="1691436"/>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b="1">
                <a:solidFill>
                  <a:schemeClr val="tx1"/>
                </a:solidFill>
              </a:rPr>
              <a:t>Validation of the approach – Proof of concept</a:t>
            </a:r>
          </a:p>
          <a:p>
            <a:pPr marL="285750" indent="-285750">
              <a:buFont typeface="Arial" panose="020B0604020202020204" pitchFamily="34" charset="0"/>
              <a:buChar char="•"/>
            </a:pPr>
            <a:r>
              <a:rPr lang="en-US" sz="1400">
                <a:solidFill>
                  <a:schemeClr val="tx1"/>
                </a:solidFill>
              </a:rPr>
              <a:t>Created synthetic test data</a:t>
            </a:r>
          </a:p>
          <a:p>
            <a:pPr marL="285750" indent="-285750">
              <a:buFont typeface="Arial" panose="020B0604020202020204" pitchFamily="34" charset="0"/>
              <a:buChar char="•"/>
            </a:pPr>
            <a:r>
              <a:rPr lang="en-US" sz="1400">
                <a:solidFill>
                  <a:schemeClr val="tx1"/>
                </a:solidFill>
              </a:rPr>
              <a:t>Reference data setup (Org, Producer) – MDM, CRM</a:t>
            </a:r>
          </a:p>
          <a:p>
            <a:pPr marL="285750" indent="-285750">
              <a:buFont typeface="Arial" panose="020B0604020202020204" pitchFamily="34" charset="0"/>
              <a:buChar char="•"/>
            </a:pPr>
            <a:r>
              <a:rPr lang="en-US" sz="1400">
                <a:solidFill>
                  <a:schemeClr val="tx1"/>
                </a:solidFill>
              </a:rPr>
              <a:t>Used Playwright to structure the payload</a:t>
            </a:r>
          </a:p>
          <a:p>
            <a:pPr marL="285750" indent="-285750">
              <a:buFont typeface="Arial" panose="020B0604020202020204" pitchFamily="34" charset="0"/>
              <a:buChar char="•"/>
            </a:pPr>
            <a:r>
              <a:rPr lang="en-US" sz="1400">
                <a:solidFill>
                  <a:schemeClr val="tx1"/>
                </a:solidFill>
              </a:rPr>
              <a:t>Ingest data into Guidewire API</a:t>
            </a:r>
          </a:p>
          <a:p>
            <a:pPr marL="285750" indent="-285750">
              <a:buFont typeface="Arial" panose="020B0604020202020204" pitchFamily="34" charset="0"/>
              <a:buChar char="•"/>
            </a:pPr>
            <a:r>
              <a:rPr lang="en-US" sz="1400">
                <a:solidFill>
                  <a:schemeClr val="tx1"/>
                </a:solidFill>
              </a:rPr>
              <a:t>Bind and Issue &gt; Billing Centre &gt; CDA</a:t>
            </a:r>
          </a:p>
          <a:p>
            <a:pPr marL="285750" indent="-285750">
              <a:buFont typeface="Arial" panose="020B0604020202020204" pitchFamily="34" charset="0"/>
              <a:buChar char="•"/>
            </a:pPr>
            <a:r>
              <a:rPr lang="en-US" sz="1400">
                <a:solidFill>
                  <a:schemeClr val="tx1"/>
                </a:solidFill>
              </a:rPr>
              <a:t>Data successful loaded in Snowflake for finance</a:t>
            </a:r>
          </a:p>
        </p:txBody>
      </p:sp>
    </p:spTree>
    <p:extLst>
      <p:ext uri="{BB962C8B-B14F-4D97-AF65-F5344CB8AC3E}">
        <p14:creationId xmlns:p14="http://schemas.microsoft.com/office/powerpoint/2010/main" val="3331021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08B7A-94F5-7336-0282-2C26F18B27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49D02E-E04D-FADC-0C34-0FA4DED49DD3}"/>
              </a:ext>
            </a:extLst>
          </p:cNvPr>
          <p:cNvSpPr>
            <a:spLocks noGrp="1"/>
          </p:cNvSpPr>
          <p:nvPr>
            <p:ph type="title"/>
          </p:nvPr>
        </p:nvSpPr>
        <p:spPr>
          <a:xfrm>
            <a:off x="103022" y="187450"/>
            <a:ext cx="10138652" cy="792163"/>
          </a:xfrm>
        </p:spPr>
        <p:txBody>
          <a:bodyPr/>
          <a:lstStyle/>
          <a:p>
            <a:r>
              <a:rPr lang="en-GB">
                <a:solidFill>
                  <a:srgbClr val="811B6F"/>
                </a:solidFill>
              </a:rPr>
              <a:t>Test Data Management and Reconciliation – GPAS data flow</a:t>
            </a:r>
            <a:br>
              <a:rPr lang="en-GB">
                <a:solidFill>
                  <a:srgbClr val="811B6F"/>
                </a:solidFill>
              </a:rPr>
            </a:br>
            <a:endParaRPr lang="en-US"/>
          </a:p>
        </p:txBody>
      </p:sp>
      <p:sp>
        <p:nvSpPr>
          <p:cNvPr id="3" name="Rectangle: Rounded Corners 2">
            <a:extLst>
              <a:ext uri="{FF2B5EF4-FFF2-40B4-BE49-F238E27FC236}">
                <a16:creationId xmlns:a16="http://schemas.microsoft.com/office/drawing/2014/main" id="{0FD95D44-CD74-FE85-CA9A-D281E7FFE32E}"/>
              </a:ext>
            </a:extLst>
          </p:cNvPr>
          <p:cNvSpPr/>
          <p:nvPr/>
        </p:nvSpPr>
        <p:spPr>
          <a:xfrm>
            <a:off x="312823" y="1587971"/>
            <a:ext cx="1246231" cy="755404"/>
          </a:xfrm>
          <a:prstGeom prst="roundRect">
            <a:avLst/>
          </a:prstGeom>
          <a:solidFill>
            <a:srgbClr val="A12980"/>
          </a:solidFill>
          <a:ln w="12700" cap="flat" cmpd="sng" algn="ctr">
            <a:solidFill>
              <a:srgbClr val="0070AD">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srgbClr val="FFFFFF"/>
                </a:solidFill>
                <a:effectLst/>
                <a:uLnTx/>
                <a:uFillTx/>
                <a:latin typeface="Ubuntu"/>
                <a:ea typeface="+mn-ea"/>
                <a:cs typeface="+mn-cs"/>
              </a:rPr>
              <a:t>Automated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Ubuntu"/>
                <a:ea typeface="+mn-ea"/>
                <a:cs typeface="+mn-cs"/>
              </a:rPr>
              <a:t>Synthetic Test Data Creation</a:t>
            </a:r>
          </a:p>
        </p:txBody>
      </p:sp>
      <p:cxnSp>
        <p:nvCxnSpPr>
          <p:cNvPr id="4" name="Straight Arrow Connector 3">
            <a:extLst>
              <a:ext uri="{FF2B5EF4-FFF2-40B4-BE49-F238E27FC236}">
                <a16:creationId xmlns:a16="http://schemas.microsoft.com/office/drawing/2014/main" id="{671F4A92-1A79-7409-B3F0-3B68420682D0}"/>
              </a:ext>
            </a:extLst>
          </p:cNvPr>
          <p:cNvCxnSpPr>
            <a:cxnSpLocks/>
          </p:cNvCxnSpPr>
          <p:nvPr/>
        </p:nvCxnSpPr>
        <p:spPr>
          <a:xfrm>
            <a:off x="3836597" y="2410428"/>
            <a:ext cx="593342" cy="0"/>
          </a:xfrm>
          <a:prstGeom prst="straightConnector1">
            <a:avLst/>
          </a:prstGeom>
          <a:noFill/>
          <a:ln w="12700" cap="flat" cmpd="sng" algn="ctr">
            <a:solidFill>
              <a:srgbClr val="CC0099"/>
            </a:solidFill>
            <a:prstDash val="solid"/>
            <a:miter lim="800000"/>
            <a:tailEnd type="triangle"/>
          </a:ln>
          <a:effectLst/>
        </p:spPr>
      </p:cxnSp>
      <p:sp>
        <p:nvSpPr>
          <p:cNvPr id="5" name="Oval 4">
            <a:extLst>
              <a:ext uri="{FF2B5EF4-FFF2-40B4-BE49-F238E27FC236}">
                <a16:creationId xmlns:a16="http://schemas.microsoft.com/office/drawing/2014/main" id="{20201BCE-8D93-BAFD-7FC1-A950C1EEAD40}"/>
              </a:ext>
            </a:extLst>
          </p:cNvPr>
          <p:cNvSpPr/>
          <p:nvPr/>
        </p:nvSpPr>
        <p:spPr>
          <a:xfrm>
            <a:off x="2015973" y="2114088"/>
            <a:ext cx="347563" cy="241111"/>
          </a:xfrm>
          <a:prstGeom prst="ellipse">
            <a:avLst/>
          </a:prstGeom>
          <a:solidFill>
            <a:srgbClr val="FFCC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a:ln>
                  <a:noFill/>
                </a:ln>
                <a:solidFill>
                  <a:srgbClr val="811B6F"/>
                </a:solidFill>
                <a:effectLst/>
                <a:uLnTx/>
                <a:uFillTx/>
                <a:latin typeface="Ubuntu"/>
                <a:ea typeface="+mn-ea"/>
                <a:cs typeface="+mn-cs"/>
              </a:rPr>
              <a:t>1</a:t>
            </a:r>
          </a:p>
        </p:txBody>
      </p:sp>
      <p:sp>
        <p:nvSpPr>
          <p:cNvPr id="6" name="Oval 5">
            <a:extLst>
              <a:ext uri="{FF2B5EF4-FFF2-40B4-BE49-F238E27FC236}">
                <a16:creationId xmlns:a16="http://schemas.microsoft.com/office/drawing/2014/main" id="{2E780FDB-EFDB-9935-2AD0-A944D0588C37}"/>
              </a:ext>
            </a:extLst>
          </p:cNvPr>
          <p:cNvSpPr/>
          <p:nvPr/>
        </p:nvSpPr>
        <p:spPr>
          <a:xfrm>
            <a:off x="3923947" y="2078732"/>
            <a:ext cx="347563" cy="241111"/>
          </a:xfrm>
          <a:prstGeom prst="ellipse">
            <a:avLst/>
          </a:prstGeom>
          <a:solidFill>
            <a:srgbClr val="FFCC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a:ln>
                  <a:noFill/>
                </a:ln>
                <a:solidFill>
                  <a:srgbClr val="811B6F"/>
                </a:solidFill>
                <a:effectLst/>
                <a:uLnTx/>
                <a:uFillTx/>
                <a:latin typeface="Ubuntu"/>
                <a:ea typeface="+mn-ea"/>
                <a:cs typeface="+mn-cs"/>
              </a:rPr>
              <a:t>2</a:t>
            </a:r>
          </a:p>
        </p:txBody>
      </p:sp>
      <p:sp>
        <p:nvSpPr>
          <p:cNvPr id="7" name="Rectangle: Rounded Corners 6">
            <a:extLst>
              <a:ext uri="{FF2B5EF4-FFF2-40B4-BE49-F238E27FC236}">
                <a16:creationId xmlns:a16="http://schemas.microsoft.com/office/drawing/2014/main" id="{9FC9C7B5-D083-935B-63A3-365B3BE0E53C}"/>
              </a:ext>
            </a:extLst>
          </p:cNvPr>
          <p:cNvSpPr/>
          <p:nvPr/>
        </p:nvSpPr>
        <p:spPr>
          <a:xfrm>
            <a:off x="10881263" y="2090732"/>
            <a:ext cx="1183850" cy="655170"/>
          </a:xfrm>
          <a:prstGeom prst="roundRect">
            <a:avLst/>
          </a:prstGeom>
          <a:solidFill>
            <a:srgbClr val="A12980"/>
          </a:solidFill>
          <a:ln w="12700" cap="flat" cmpd="sng" algn="ctr">
            <a:solidFill>
              <a:srgbClr val="0070AD">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Ubuntu"/>
                <a:ea typeface="+mn-ea"/>
                <a:cs typeface="+mn-cs"/>
              </a:rPr>
              <a:t>Guidewire (PC / BC)</a:t>
            </a:r>
          </a:p>
        </p:txBody>
      </p:sp>
      <p:sp>
        <p:nvSpPr>
          <p:cNvPr id="8" name="Rectangle: Rounded Corners 7">
            <a:extLst>
              <a:ext uri="{FF2B5EF4-FFF2-40B4-BE49-F238E27FC236}">
                <a16:creationId xmlns:a16="http://schemas.microsoft.com/office/drawing/2014/main" id="{9CFACF55-9BB2-1C73-E949-404822FDBD28}"/>
              </a:ext>
            </a:extLst>
          </p:cNvPr>
          <p:cNvSpPr/>
          <p:nvPr/>
        </p:nvSpPr>
        <p:spPr>
          <a:xfrm>
            <a:off x="8427359" y="2099407"/>
            <a:ext cx="1814315" cy="592918"/>
          </a:xfrm>
          <a:prstGeom prst="roundRect">
            <a:avLst/>
          </a:prstGeom>
          <a:solidFill>
            <a:srgbClr val="A12980"/>
          </a:solidFill>
          <a:ln w="12700" cap="flat" cmpd="sng" algn="ctr">
            <a:solidFill>
              <a:srgbClr val="0070AD">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Ubuntu"/>
                <a:ea typeface="+mn-ea"/>
                <a:cs typeface="+mn-cs"/>
              </a:rPr>
              <a:t>GW Integration Gateway</a:t>
            </a:r>
          </a:p>
        </p:txBody>
      </p:sp>
      <p:sp>
        <p:nvSpPr>
          <p:cNvPr id="9" name="Rectangle: Rounded Corners 8">
            <a:extLst>
              <a:ext uri="{FF2B5EF4-FFF2-40B4-BE49-F238E27FC236}">
                <a16:creationId xmlns:a16="http://schemas.microsoft.com/office/drawing/2014/main" id="{3550F9E5-B55E-D5C5-38AB-380535CA5ABD}"/>
              </a:ext>
            </a:extLst>
          </p:cNvPr>
          <p:cNvSpPr/>
          <p:nvPr/>
        </p:nvSpPr>
        <p:spPr>
          <a:xfrm>
            <a:off x="4452654" y="2115520"/>
            <a:ext cx="1338181" cy="630382"/>
          </a:xfrm>
          <a:prstGeom prst="roundRect">
            <a:avLst/>
          </a:prstGeom>
          <a:solidFill>
            <a:srgbClr val="A12980"/>
          </a:solidFill>
          <a:ln w="12700" cap="flat" cmpd="sng" algn="ctr">
            <a:solidFill>
              <a:srgbClr val="0070AD">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Ubuntu"/>
                <a:ea typeface="+mn-ea"/>
                <a:cs typeface="+mn-cs"/>
              </a:rPr>
              <a:t>Insight/UWWB</a:t>
            </a:r>
          </a:p>
        </p:txBody>
      </p:sp>
      <p:cxnSp>
        <p:nvCxnSpPr>
          <p:cNvPr id="10" name="Straight Arrow Connector 9">
            <a:extLst>
              <a:ext uri="{FF2B5EF4-FFF2-40B4-BE49-F238E27FC236}">
                <a16:creationId xmlns:a16="http://schemas.microsoft.com/office/drawing/2014/main" id="{46DA92C1-1DDD-B0BA-D940-3A41C5D3E2FF}"/>
              </a:ext>
            </a:extLst>
          </p:cNvPr>
          <p:cNvCxnSpPr>
            <a:cxnSpLocks/>
          </p:cNvCxnSpPr>
          <p:nvPr/>
        </p:nvCxnSpPr>
        <p:spPr>
          <a:xfrm>
            <a:off x="7505494" y="2416062"/>
            <a:ext cx="844800" cy="0"/>
          </a:xfrm>
          <a:prstGeom prst="straightConnector1">
            <a:avLst/>
          </a:prstGeom>
          <a:noFill/>
          <a:ln w="12700" cap="flat" cmpd="sng" algn="ctr">
            <a:solidFill>
              <a:srgbClr val="CC0099"/>
            </a:solidFill>
            <a:prstDash val="solid"/>
            <a:miter lim="800000"/>
            <a:tailEnd type="triangle"/>
          </a:ln>
          <a:effectLst/>
        </p:spPr>
      </p:cxnSp>
      <p:cxnSp>
        <p:nvCxnSpPr>
          <p:cNvPr id="11" name="Straight Arrow Connector 10">
            <a:extLst>
              <a:ext uri="{FF2B5EF4-FFF2-40B4-BE49-F238E27FC236}">
                <a16:creationId xmlns:a16="http://schemas.microsoft.com/office/drawing/2014/main" id="{B141D88B-3C04-EC65-85AE-39C86A0BF63E}"/>
              </a:ext>
            </a:extLst>
          </p:cNvPr>
          <p:cNvCxnSpPr>
            <a:cxnSpLocks/>
          </p:cNvCxnSpPr>
          <p:nvPr/>
        </p:nvCxnSpPr>
        <p:spPr>
          <a:xfrm flipH="1">
            <a:off x="10246407" y="2527460"/>
            <a:ext cx="736604" cy="0"/>
          </a:xfrm>
          <a:prstGeom prst="straightConnector1">
            <a:avLst/>
          </a:prstGeom>
          <a:noFill/>
          <a:ln w="12700" cap="flat" cmpd="sng" algn="ctr">
            <a:solidFill>
              <a:srgbClr val="CC0099"/>
            </a:solidFill>
            <a:prstDash val="solid"/>
            <a:miter lim="800000"/>
            <a:tailEnd type="triangle"/>
          </a:ln>
          <a:effectLst/>
        </p:spPr>
      </p:cxnSp>
      <p:sp>
        <p:nvSpPr>
          <p:cNvPr id="13" name="Oval 12">
            <a:extLst>
              <a:ext uri="{FF2B5EF4-FFF2-40B4-BE49-F238E27FC236}">
                <a16:creationId xmlns:a16="http://schemas.microsoft.com/office/drawing/2014/main" id="{E204D2D0-FDB7-392A-7FE2-844C3A40859E}"/>
              </a:ext>
            </a:extLst>
          </p:cNvPr>
          <p:cNvSpPr/>
          <p:nvPr/>
        </p:nvSpPr>
        <p:spPr>
          <a:xfrm>
            <a:off x="5971979" y="2090732"/>
            <a:ext cx="347563" cy="241111"/>
          </a:xfrm>
          <a:prstGeom prst="ellipse">
            <a:avLst/>
          </a:prstGeom>
          <a:solidFill>
            <a:srgbClr val="FFCC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a:ln>
                  <a:noFill/>
                </a:ln>
                <a:solidFill>
                  <a:srgbClr val="811B6F"/>
                </a:solidFill>
                <a:effectLst/>
                <a:uLnTx/>
                <a:uFillTx/>
                <a:latin typeface="Ubuntu"/>
                <a:ea typeface="+mn-ea"/>
                <a:cs typeface="+mn-cs"/>
              </a:rPr>
              <a:t>3</a:t>
            </a:r>
          </a:p>
        </p:txBody>
      </p:sp>
      <p:sp>
        <p:nvSpPr>
          <p:cNvPr id="14" name="Oval 13">
            <a:extLst>
              <a:ext uri="{FF2B5EF4-FFF2-40B4-BE49-F238E27FC236}">
                <a16:creationId xmlns:a16="http://schemas.microsoft.com/office/drawing/2014/main" id="{6A9869FD-85F2-A43C-2F7C-3EFE877180EC}"/>
              </a:ext>
            </a:extLst>
          </p:cNvPr>
          <p:cNvSpPr/>
          <p:nvPr/>
        </p:nvSpPr>
        <p:spPr>
          <a:xfrm>
            <a:off x="8026152" y="2032426"/>
            <a:ext cx="347563" cy="241111"/>
          </a:xfrm>
          <a:prstGeom prst="ellipse">
            <a:avLst/>
          </a:prstGeom>
          <a:solidFill>
            <a:srgbClr val="FFCC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a:ln>
                  <a:noFill/>
                </a:ln>
                <a:solidFill>
                  <a:srgbClr val="811B6F"/>
                </a:solidFill>
                <a:effectLst/>
                <a:uLnTx/>
                <a:uFillTx/>
                <a:latin typeface="Ubuntu"/>
                <a:ea typeface="+mn-ea"/>
                <a:cs typeface="+mn-cs"/>
              </a:rPr>
              <a:t>4</a:t>
            </a:r>
          </a:p>
        </p:txBody>
      </p:sp>
      <p:sp>
        <p:nvSpPr>
          <p:cNvPr id="15" name="TextBox 14">
            <a:extLst>
              <a:ext uri="{FF2B5EF4-FFF2-40B4-BE49-F238E27FC236}">
                <a16:creationId xmlns:a16="http://schemas.microsoft.com/office/drawing/2014/main" id="{82F6DFDD-58C4-E1DB-B496-18AEFD07645B}"/>
              </a:ext>
            </a:extLst>
          </p:cNvPr>
          <p:cNvSpPr txBox="1"/>
          <p:nvPr/>
        </p:nvSpPr>
        <p:spPr>
          <a:xfrm>
            <a:off x="312823" y="3241991"/>
            <a:ext cx="6898187" cy="32316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Ubuntu"/>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Ubuntu"/>
                <a:ea typeface="+mn-ea"/>
                <a:cs typeface="+mn-cs"/>
              </a:rPr>
              <a:t>Orchestration options: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Ubuntu"/>
                <a:ea typeface="+mn-ea"/>
                <a:cs typeface="+mn-cs"/>
              </a:rPr>
              <a:t>A. </a:t>
            </a:r>
            <a:r>
              <a:rPr kumimoji="0" lang="en-GB" sz="1200" b="0" i="0" u="sng" strike="noStrike" kern="0" cap="none" spc="0" normalizeH="0" baseline="0" noProof="0">
                <a:ln>
                  <a:noFill/>
                </a:ln>
                <a:solidFill>
                  <a:prstClr val="black"/>
                </a:solidFill>
                <a:effectLst/>
                <a:uLnTx/>
                <a:uFillTx/>
                <a:latin typeface="Ubuntu"/>
                <a:ea typeface="+mn-ea"/>
                <a:cs typeface="+mn-cs"/>
              </a:rPr>
              <a:t>Get/update/delete via API:</a:t>
            </a:r>
            <a:r>
              <a:rPr kumimoji="0" lang="en-GB" sz="1200" b="0" i="0" u="none" strike="noStrike" kern="0" cap="none" spc="0" normalizeH="0" baseline="0" noProof="0">
                <a:ln>
                  <a:noFill/>
                </a:ln>
                <a:solidFill>
                  <a:prstClr val="black"/>
                </a:solidFill>
                <a:effectLst/>
                <a:uLnTx/>
                <a:uFillTx/>
                <a:latin typeface="Ubuntu"/>
                <a:ea typeface="+mn-ea"/>
                <a:cs typeface="+mn-cs"/>
              </a:rPr>
              <a:t> Any system to make API call to get required test data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Ubuntu"/>
                <a:ea typeface="+mn-ea"/>
                <a:cs typeface="+mn-cs"/>
              </a:rPr>
              <a:t>B. </a:t>
            </a:r>
            <a:r>
              <a:rPr kumimoji="0" lang="en-GB" sz="1200" b="0" i="0" u="sng" strike="noStrike" kern="0" cap="none" spc="0" normalizeH="0" baseline="0" noProof="0">
                <a:ln>
                  <a:noFill/>
                </a:ln>
                <a:solidFill>
                  <a:prstClr val="black"/>
                </a:solidFill>
                <a:effectLst/>
                <a:uLnTx/>
                <a:uFillTx/>
                <a:latin typeface="Ubuntu"/>
                <a:ea typeface="+mn-ea"/>
                <a:cs typeface="+mn-cs"/>
              </a:rPr>
              <a:t>DB Connection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Ubuntu"/>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0" cap="none" spc="0" normalizeH="0" baseline="0" noProof="0">
                <a:ln>
                  <a:noFill/>
                </a:ln>
                <a:solidFill>
                  <a:prstClr val="black"/>
                </a:solidFill>
                <a:effectLst/>
                <a:uLnTx/>
                <a:uFillTx/>
                <a:latin typeface="Ubuntu"/>
                <a:ea typeface="+mn-ea"/>
                <a:cs typeface="+mn-cs"/>
              </a:rPr>
              <a:t>Test Data Generation tool – Generate synthetic data and publish on DynamoDB</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0" cap="none" spc="0" normalizeH="0" baseline="0" noProof="0">
                <a:ln>
                  <a:noFill/>
                </a:ln>
                <a:solidFill>
                  <a:prstClr val="black"/>
                </a:solidFill>
                <a:effectLst/>
                <a:uLnTx/>
                <a:uFillTx/>
                <a:latin typeface="Ubuntu"/>
                <a:ea typeface="+mn-ea"/>
                <a:cs typeface="+mn-cs"/>
              </a:rPr>
              <a:t>Transform data from DynamoDB in required structure / format for ingestion in application</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0" cap="none" spc="0" normalizeH="0" baseline="0" noProof="0">
                <a:ln>
                  <a:noFill/>
                </a:ln>
                <a:solidFill>
                  <a:prstClr val="black"/>
                </a:solidFill>
                <a:effectLst/>
                <a:uLnTx/>
                <a:uFillTx/>
                <a:latin typeface="Ubuntu"/>
                <a:ea typeface="+mn-ea"/>
                <a:cs typeface="+mn-cs"/>
              </a:rPr>
              <a:t>MDA consumes data processed in source system and enriches the data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0" cap="none" spc="0" normalizeH="0" baseline="0" noProof="0">
                <a:ln>
                  <a:noFill/>
                </a:ln>
                <a:solidFill>
                  <a:prstClr val="black"/>
                </a:solidFill>
                <a:effectLst/>
                <a:uLnTx/>
                <a:uFillTx/>
                <a:latin typeface="Ubuntu"/>
                <a:ea typeface="+mn-ea"/>
                <a:cs typeface="+mn-cs"/>
              </a:rPr>
              <a:t>Bind event / Submission published on Kafka topic for Guidewire (GW) integration gateway</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0" cap="none" spc="0" normalizeH="0" baseline="0" noProof="0">
                <a:ln>
                  <a:noFill/>
                </a:ln>
                <a:solidFill>
                  <a:prstClr val="black"/>
                </a:solidFill>
                <a:effectLst/>
                <a:uLnTx/>
                <a:uFillTx/>
                <a:latin typeface="Ubuntu"/>
                <a:ea typeface="+mn-ea"/>
                <a:cs typeface="+mn-cs"/>
              </a:rPr>
              <a:t>Guidewire Policy </a:t>
            </a:r>
            <a:r>
              <a:rPr kumimoji="0" lang="en-GB" sz="1200" b="0" i="0" u="none" strike="noStrike" kern="0" cap="none" spc="0" normalizeH="0" baseline="0" noProof="0" err="1">
                <a:ln>
                  <a:noFill/>
                </a:ln>
                <a:solidFill>
                  <a:prstClr val="black"/>
                </a:solidFill>
                <a:effectLst/>
                <a:uLnTx/>
                <a:uFillTx/>
                <a:latin typeface="Ubuntu"/>
                <a:ea typeface="+mn-ea"/>
                <a:cs typeface="+mn-cs"/>
              </a:rPr>
              <a:t>Center</a:t>
            </a:r>
            <a:r>
              <a:rPr kumimoji="0" lang="en-GB" sz="1200" b="0" i="0" u="none" strike="noStrike" kern="0" cap="none" spc="0" normalizeH="0" baseline="0" noProof="0">
                <a:ln>
                  <a:noFill/>
                </a:ln>
                <a:solidFill>
                  <a:prstClr val="black"/>
                </a:solidFill>
                <a:effectLst/>
                <a:uLnTx/>
                <a:uFillTx/>
                <a:latin typeface="Ubuntu"/>
                <a:ea typeface="+mn-ea"/>
                <a:cs typeface="+mn-cs"/>
              </a:rPr>
              <a:t> consumes data from GW Integration gateway</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0" cap="none" spc="0" normalizeH="0" baseline="0" noProof="0">
                <a:ln>
                  <a:noFill/>
                </a:ln>
                <a:solidFill>
                  <a:prstClr val="black"/>
                </a:solidFill>
                <a:effectLst/>
                <a:uLnTx/>
                <a:uFillTx/>
                <a:latin typeface="Ubuntu"/>
                <a:ea typeface="+mn-ea"/>
                <a:cs typeface="+mn-cs"/>
              </a:rPr>
              <a:t>Guidewire Bind success message sent to GW integration gateway</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0" cap="none" spc="0" normalizeH="0" baseline="0" noProof="0">
                <a:ln>
                  <a:noFill/>
                </a:ln>
                <a:solidFill>
                  <a:prstClr val="black"/>
                </a:solidFill>
                <a:effectLst/>
                <a:uLnTx/>
                <a:uFillTx/>
                <a:latin typeface="Ubuntu"/>
                <a:ea typeface="+mn-ea"/>
                <a:cs typeface="+mn-cs"/>
              </a:rPr>
              <a:t>GW integration Gateway publish data on MDA</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0" cap="none" spc="0" normalizeH="0" baseline="0" noProof="0">
                <a:ln>
                  <a:noFill/>
                </a:ln>
                <a:solidFill>
                  <a:prstClr val="black"/>
                </a:solidFill>
                <a:effectLst/>
                <a:uLnTx/>
                <a:uFillTx/>
                <a:latin typeface="Ubuntu"/>
                <a:ea typeface="+mn-ea"/>
                <a:cs typeface="+mn-cs"/>
              </a:rPr>
              <a:t>UWWB/Insight consume from MDA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Ubuntu"/>
                <a:ea typeface="+mn-ea"/>
                <a:cs typeface="+mn-cs"/>
              </a:rPr>
              <a:t>Agresso workflow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black"/>
                </a:solidFill>
                <a:effectLst/>
                <a:uLnTx/>
                <a:uFillTx/>
                <a:latin typeface="Ubuntu"/>
                <a:ea typeface="+mn-ea"/>
                <a:cs typeface="+mn-cs"/>
              </a:rPr>
              <a:t>A.     GW integration to CDA replication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black"/>
                </a:solidFill>
                <a:effectLst/>
                <a:uLnTx/>
                <a:uFillTx/>
                <a:latin typeface="Ubuntu"/>
                <a:ea typeface="+mn-ea"/>
                <a:cs typeface="+mn-cs"/>
              </a:rPr>
              <a:t>B.     </a:t>
            </a:r>
            <a:r>
              <a:rPr kumimoji="0" lang="en-GB" sz="1200" b="0" i="0" u="none" strike="noStrike" kern="0" cap="none" spc="0" normalizeH="0" baseline="0" noProof="0" err="1">
                <a:ln>
                  <a:noFill/>
                </a:ln>
                <a:solidFill>
                  <a:prstClr val="black"/>
                </a:solidFill>
                <a:effectLst/>
                <a:uLnTx/>
                <a:uFillTx/>
                <a:latin typeface="Ubuntu"/>
                <a:ea typeface="+mn-ea"/>
                <a:cs typeface="+mn-cs"/>
              </a:rPr>
              <a:t>Fivetran</a:t>
            </a:r>
            <a:r>
              <a:rPr kumimoji="0" lang="en-GB" sz="1200" b="0" i="0" u="none" strike="noStrike" kern="0" cap="none" spc="0" normalizeH="0" baseline="0" noProof="0">
                <a:ln>
                  <a:noFill/>
                </a:ln>
                <a:solidFill>
                  <a:prstClr val="black"/>
                </a:solidFill>
                <a:effectLst/>
                <a:uLnTx/>
                <a:uFillTx/>
                <a:latin typeface="Ubuntu"/>
                <a:ea typeface="+mn-ea"/>
                <a:cs typeface="+mn-cs"/>
              </a:rPr>
              <a:t> to pull the data  and send to Snowflake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black"/>
                </a:solidFill>
                <a:effectLst/>
                <a:uLnTx/>
                <a:uFillTx/>
                <a:latin typeface="Ubuntu"/>
                <a:ea typeface="+mn-ea"/>
                <a:cs typeface="+mn-cs"/>
              </a:rPr>
              <a:t>C.     Snowflake to Agresso</a:t>
            </a:r>
          </a:p>
        </p:txBody>
      </p:sp>
      <p:sp>
        <p:nvSpPr>
          <p:cNvPr id="16" name="Rectangle: Rounded Corners 15">
            <a:extLst>
              <a:ext uri="{FF2B5EF4-FFF2-40B4-BE49-F238E27FC236}">
                <a16:creationId xmlns:a16="http://schemas.microsoft.com/office/drawing/2014/main" id="{87E742FB-33E6-F806-97B7-ADA0F835F31E}"/>
              </a:ext>
            </a:extLst>
          </p:cNvPr>
          <p:cNvSpPr/>
          <p:nvPr/>
        </p:nvSpPr>
        <p:spPr>
          <a:xfrm>
            <a:off x="294535" y="2627632"/>
            <a:ext cx="1264519" cy="681034"/>
          </a:xfrm>
          <a:prstGeom prst="roundRect">
            <a:avLst/>
          </a:prstGeom>
          <a:solidFill>
            <a:srgbClr val="A12980"/>
          </a:solidFill>
          <a:ln w="12700" cap="flat" cmpd="sng" algn="ctr">
            <a:solidFill>
              <a:srgbClr val="0070AD">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srgbClr val="FFFFFF"/>
                </a:solidFill>
                <a:effectLst/>
                <a:uLnTx/>
                <a:uFillTx/>
                <a:latin typeface="Ubuntu"/>
                <a:ea typeface="+mn-ea"/>
                <a:cs typeface="+mn-cs"/>
              </a:rPr>
              <a:t>Pre-Requisite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Ubuntu"/>
                <a:ea typeface="+mn-ea"/>
                <a:cs typeface="+mn-cs"/>
              </a:rPr>
              <a:t>Reference Test Data</a:t>
            </a:r>
          </a:p>
        </p:txBody>
      </p:sp>
      <p:cxnSp>
        <p:nvCxnSpPr>
          <p:cNvPr id="17" name="Straight Arrow Connector 16">
            <a:extLst>
              <a:ext uri="{FF2B5EF4-FFF2-40B4-BE49-F238E27FC236}">
                <a16:creationId xmlns:a16="http://schemas.microsoft.com/office/drawing/2014/main" id="{13B9F204-0211-D557-FB52-FDCC0BF45141}"/>
              </a:ext>
            </a:extLst>
          </p:cNvPr>
          <p:cNvCxnSpPr>
            <a:cxnSpLocks/>
          </p:cNvCxnSpPr>
          <p:nvPr/>
        </p:nvCxnSpPr>
        <p:spPr>
          <a:xfrm>
            <a:off x="1815781" y="2445164"/>
            <a:ext cx="747945" cy="0"/>
          </a:xfrm>
          <a:prstGeom prst="straightConnector1">
            <a:avLst/>
          </a:prstGeom>
          <a:noFill/>
          <a:ln w="12700" cap="flat" cmpd="sng" algn="ctr">
            <a:solidFill>
              <a:srgbClr val="CC0099"/>
            </a:solidFill>
            <a:prstDash val="solid"/>
            <a:miter lim="800000"/>
            <a:tailEnd type="triangle"/>
          </a:ln>
          <a:effectLst/>
        </p:spPr>
      </p:cxnSp>
      <p:sp>
        <p:nvSpPr>
          <p:cNvPr id="18" name="Right Brace 17">
            <a:extLst>
              <a:ext uri="{FF2B5EF4-FFF2-40B4-BE49-F238E27FC236}">
                <a16:creationId xmlns:a16="http://schemas.microsoft.com/office/drawing/2014/main" id="{6E703A89-A6CE-BB37-D484-CA0AAD7A4CF0}"/>
              </a:ext>
            </a:extLst>
          </p:cNvPr>
          <p:cNvSpPr/>
          <p:nvPr/>
        </p:nvSpPr>
        <p:spPr>
          <a:xfrm>
            <a:off x="1632951" y="1859950"/>
            <a:ext cx="116814" cy="1335020"/>
          </a:xfrm>
          <a:prstGeom prst="rightBrace">
            <a:avLst/>
          </a:prstGeom>
          <a:solidFill>
            <a:srgbClr val="A12980"/>
          </a:solidFill>
          <a:ln w="12700" cap="flat" cmpd="sng" algn="ctr">
            <a:solidFill>
              <a:srgbClr val="FFFFFF">
                <a:lumMod val="6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Ubuntu"/>
              <a:ea typeface="+mn-ea"/>
              <a:cs typeface="+mn-cs"/>
            </a:endParaRPr>
          </a:p>
        </p:txBody>
      </p:sp>
      <p:cxnSp>
        <p:nvCxnSpPr>
          <p:cNvPr id="19" name="Straight Arrow Connector 18">
            <a:extLst>
              <a:ext uri="{FF2B5EF4-FFF2-40B4-BE49-F238E27FC236}">
                <a16:creationId xmlns:a16="http://schemas.microsoft.com/office/drawing/2014/main" id="{208F1E45-96D0-EBB7-11D1-00F48FFC65B8}"/>
              </a:ext>
            </a:extLst>
          </p:cNvPr>
          <p:cNvCxnSpPr>
            <a:cxnSpLocks/>
          </p:cNvCxnSpPr>
          <p:nvPr/>
        </p:nvCxnSpPr>
        <p:spPr>
          <a:xfrm>
            <a:off x="10046005" y="2337239"/>
            <a:ext cx="844800" cy="0"/>
          </a:xfrm>
          <a:prstGeom prst="straightConnector1">
            <a:avLst/>
          </a:prstGeom>
          <a:noFill/>
          <a:ln w="12700" cap="flat" cmpd="sng" algn="ctr">
            <a:solidFill>
              <a:srgbClr val="CC0099"/>
            </a:solidFill>
            <a:prstDash val="solid"/>
            <a:miter lim="800000"/>
            <a:tailEnd type="triangle"/>
          </a:ln>
          <a:effectLst/>
        </p:spPr>
      </p:cxnSp>
      <p:sp>
        <p:nvSpPr>
          <p:cNvPr id="20" name="Oval 19">
            <a:extLst>
              <a:ext uri="{FF2B5EF4-FFF2-40B4-BE49-F238E27FC236}">
                <a16:creationId xmlns:a16="http://schemas.microsoft.com/office/drawing/2014/main" id="{6FAE207B-4448-029D-60EF-365F7C4C3233}"/>
              </a:ext>
            </a:extLst>
          </p:cNvPr>
          <p:cNvSpPr/>
          <p:nvPr/>
        </p:nvSpPr>
        <p:spPr>
          <a:xfrm>
            <a:off x="10323925" y="1994964"/>
            <a:ext cx="347563" cy="241111"/>
          </a:xfrm>
          <a:prstGeom prst="ellipse">
            <a:avLst/>
          </a:prstGeom>
          <a:solidFill>
            <a:srgbClr val="FFCC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a:ln>
                  <a:noFill/>
                </a:ln>
                <a:solidFill>
                  <a:srgbClr val="811B6F"/>
                </a:solidFill>
                <a:effectLst/>
                <a:uLnTx/>
                <a:uFillTx/>
                <a:latin typeface="Ubuntu"/>
                <a:ea typeface="+mn-ea"/>
                <a:cs typeface="+mn-cs"/>
              </a:rPr>
              <a:t>5</a:t>
            </a:r>
          </a:p>
        </p:txBody>
      </p:sp>
      <p:sp>
        <p:nvSpPr>
          <p:cNvPr id="21" name="Rectangle: Rounded Corners 20">
            <a:extLst>
              <a:ext uri="{FF2B5EF4-FFF2-40B4-BE49-F238E27FC236}">
                <a16:creationId xmlns:a16="http://schemas.microsoft.com/office/drawing/2014/main" id="{A1B34BB1-07DB-EE2F-457C-8FFAF9D69396}"/>
              </a:ext>
            </a:extLst>
          </p:cNvPr>
          <p:cNvSpPr/>
          <p:nvPr/>
        </p:nvSpPr>
        <p:spPr>
          <a:xfrm>
            <a:off x="6467401" y="2152982"/>
            <a:ext cx="1475750" cy="592917"/>
          </a:xfrm>
          <a:prstGeom prst="roundRect">
            <a:avLst/>
          </a:prstGeom>
          <a:solidFill>
            <a:srgbClr val="A12980"/>
          </a:solidFill>
          <a:ln w="12700" cap="flat" cmpd="sng" algn="ctr">
            <a:solidFill>
              <a:srgbClr val="0070AD">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Ubuntu"/>
                <a:ea typeface="+mn-ea"/>
                <a:cs typeface="+mn-cs"/>
              </a:rPr>
              <a:t>MDA</a:t>
            </a:r>
          </a:p>
        </p:txBody>
      </p:sp>
      <p:cxnSp>
        <p:nvCxnSpPr>
          <p:cNvPr id="22" name="Straight Arrow Connector 21">
            <a:extLst>
              <a:ext uri="{FF2B5EF4-FFF2-40B4-BE49-F238E27FC236}">
                <a16:creationId xmlns:a16="http://schemas.microsoft.com/office/drawing/2014/main" id="{B69D64FC-7590-3846-4076-5DC15104CEBC}"/>
              </a:ext>
            </a:extLst>
          </p:cNvPr>
          <p:cNvCxnSpPr>
            <a:cxnSpLocks/>
          </p:cNvCxnSpPr>
          <p:nvPr/>
        </p:nvCxnSpPr>
        <p:spPr>
          <a:xfrm>
            <a:off x="5874059" y="2458656"/>
            <a:ext cx="593342" cy="0"/>
          </a:xfrm>
          <a:prstGeom prst="straightConnector1">
            <a:avLst/>
          </a:prstGeom>
          <a:noFill/>
          <a:ln w="12700" cap="flat" cmpd="sng" algn="ctr">
            <a:solidFill>
              <a:srgbClr val="CC0099"/>
            </a:solidFill>
            <a:prstDash val="solid"/>
            <a:miter lim="800000"/>
            <a:tailEnd type="triangle"/>
          </a:ln>
          <a:effectLst/>
        </p:spPr>
      </p:cxnSp>
      <p:cxnSp>
        <p:nvCxnSpPr>
          <p:cNvPr id="23" name="Straight Arrow Connector 22">
            <a:extLst>
              <a:ext uri="{FF2B5EF4-FFF2-40B4-BE49-F238E27FC236}">
                <a16:creationId xmlns:a16="http://schemas.microsoft.com/office/drawing/2014/main" id="{27131EDF-1B67-3D8C-965E-4CFC446BFC22}"/>
              </a:ext>
            </a:extLst>
          </p:cNvPr>
          <p:cNvCxnSpPr>
            <a:cxnSpLocks/>
          </p:cNvCxnSpPr>
          <p:nvPr/>
        </p:nvCxnSpPr>
        <p:spPr>
          <a:xfrm flipH="1">
            <a:off x="7943151" y="2627632"/>
            <a:ext cx="736604" cy="0"/>
          </a:xfrm>
          <a:prstGeom prst="straightConnector1">
            <a:avLst/>
          </a:prstGeom>
          <a:noFill/>
          <a:ln w="12700" cap="flat" cmpd="sng" algn="ctr">
            <a:solidFill>
              <a:srgbClr val="CC0099"/>
            </a:solidFill>
            <a:prstDash val="solid"/>
            <a:miter lim="800000"/>
            <a:tailEnd type="triangle"/>
          </a:ln>
          <a:effectLst/>
        </p:spPr>
      </p:cxnSp>
      <p:sp>
        <p:nvSpPr>
          <p:cNvPr id="24" name="Oval 23">
            <a:extLst>
              <a:ext uri="{FF2B5EF4-FFF2-40B4-BE49-F238E27FC236}">
                <a16:creationId xmlns:a16="http://schemas.microsoft.com/office/drawing/2014/main" id="{17D0B91E-0991-FE49-3BE7-8D549D0C9A6B}"/>
              </a:ext>
            </a:extLst>
          </p:cNvPr>
          <p:cNvSpPr/>
          <p:nvPr/>
        </p:nvSpPr>
        <p:spPr>
          <a:xfrm>
            <a:off x="10350974" y="2685843"/>
            <a:ext cx="347563" cy="241111"/>
          </a:xfrm>
          <a:prstGeom prst="ellipse">
            <a:avLst/>
          </a:prstGeom>
          <a:solidFill>
            <a:srgbClr val="FFCC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a:ln>
                  <a:noFill/>
                </a:ln>
                <a:solidFill>
                  <a:srgbClr val="811B6F"/>
                </a:solidFill>
                <a:effectLst/>
                <a:uLnTx/>
                <a:uFillTx/>
                <a:latin typeface="Ubuntu"/>
                <a:ea typeface="+mn-ea"/>
                <a:cs typeface="+mn-cs"/>
              </a:rPr>
              <a:t>6</a:t>
            </a:r>
          </a:p>
        </p:txBody>
      </p:sp>
      <p:sp>
        <p:nvSpPr>
          <p:cNvPr id="25" name="Oval 24">
            <a:extLst>
              <a:ext uri="{FF2B5EF4-FFF2-40B4-BE49-F238E27FC236}">
                <a16:creationId xmlns:a16="http://schemas.microsoft.com/office/drawing/2014/main" id="{1A9B573E-5DFA-E209-D58A-5256E78D94B2}"/>
              </a:ext>
            </a:extLst>
          </p:cNvPr>
          <p:cNvSpPr/>
          <p:nvPr/>
        </p:nvSpPr>
        <p:spPr>
          <a:xfrm>
            <a:off x="8062626" y="2718646"/>
            <a:ext cx="347563" cy="241111"/>
          </a:xfrm>
          <a:prstGeom prst="ellipse">
            <a:avLst/>
          </a:prstGeom>
          <a:solidFill>
            <a:srgbClr val="FFCC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a:ln>
                  <a:noFill/>
                </a:ln>
                <a:solidFill>
                  <a:srgbClr val="811B6F"/>
                </a:solidFill>
                <a:effectLst/>
                <a:uLnTx/>
                <a:uFillTx/>
                <a:latin typeface="Ubuntu"/>
                <a:ea typeface="+mn-ea"/>
                <a:cs typeface="+mn-cs"/>
              </a:rPr>
              <a:t>7</a:t>
            </a:r>
          </a:p>
        </p:txBody>
      </p:sp>
      <p:sp>
        <p:nvSpPr>
          <p:cNvPr id="26" name="Rectangle: Rounded Corners 25">
            <a:extLst>
              <a:ext uri="{FF2B5EF4-FFF2-40B4-BE49-F238E27FC236}">
                <a16:creationId xmlns:a16="http://schemas.microsoft.com/office/drawing/2014/main" id="{8CA76509-F502-563A-DB99-101BB204C142}"/>
              </a:ext>
            </a:extLst>
          </p:cNvPr>
          <p:cNvSpPr/>
          <p:nvPr/>
        </p:nvSpPr>
        <p:spPr>
          <a:xfrm>
            <a:off x="8500466" y="3145931"/>
            <a:ext cx="945323" cy="402475"/>
          </a:xfrm>
          <a:prstGeom prst="roundRect">
            <a:avLst/>
          </a:prstGeom>
          <a:solidFill>
            <a:srgbClr val="A12980"/>
          </a:solidFill>
          <a:ln w="12700" cap="flat" cmpd="sng" algn="ctr">
            <a:solidFill>
              <a:srgbClr val="0070AD">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Ubuntu"/>
                <a:ea typeface="+mn-ea"/>
                <a:cs typeface="+mn-cs"/>
              </a:rPr>
              <a:t>CDA</a:t>
            </a:r>
          </a:p>
        </p:txBody>
      </p:sp>
      <p:sp>
        <p:nvSpPr>
          <p:cNvPr id="27" name="Rectangle: Rounded Corners 26">
            <a:extLst>
              <a:ext uri="{FF2B5EF4-FFF2-40B4-BE49-F238E27FC236}">
                <a16:creationId xmlns:a16="http://schemas.microsoft.com/office/drawing/2014/main" id="{D737AB97-122E-6EA9-93E5-8615B843B473}"/>
              </a:ext>
            </a:extLst>
          </p:cNvPr>
          <p:cNvSpPr/>
          <p:nvPr/>
        </p:nvSpPr>
        <p:spPr>
          <a:xfrm>
            <a:off x="9664623" y="3169982"/>
            <a:ext cx="1226182" cy="402475"/>
          </a:xfrm>
          <a:prstGeom prst="roundRect">
            <a:avLst/>
          </a:prstGeom>
          <a:solidFill>
            <a:srgbClr val="A12980"/>
          </a:solidFill>
          <a:ln w="12700" cap="flat" cmpd="sng" algn="ctr">
            <a:solidFill>
              <a:srgbClr val="0070AD">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Ubuntu"/>
                <a:ea typeface="+mn-ea"/>
                <a:cs typeface="+mn-cs"/>
              </a:rPr>
              <a:t>MDA-Snowflake</a:t>
            </a:r>
          </a:p>
        </p:txBody>
      </p:sp>
      <p:sp>
        <p:nvSpPr>
          <p:cNvPr id="28" name="Rectangle: Rounded Corners 27">
            <a:extLst>
              <a:ext uri="{FF2B5EF4-FFF2-40B4-BE49-F238E27FC236}">
                <a16:creationId xmlns:a16="http://schemas.microsoft.com/office/drawing/2014/main" id="{A5D732D3-6C37-D3F2-B0B3-A4C395354E17}"/>
              </a:ext>
            </a:extLst>
          </p:cNvPr>
          <p:cNvSpPr/>
          <p:nvPr/>
        </p:nvSpPr>
        <p:spPr>
          <a:xfrm>
            <a:off x="11077667" y="3164470"/>
            <a:ext cx="987446" cy="402475"/>
          </a:xfrm>
          <a:prstGeom prst="roundRect">
            <a:avLst/>
          </a:prstGeom>
          <a:solidFill>
            <a:srgbClr val="A12980"/>
          </a:solidFill>
          <a:ln w="12700" cap="flat" cmpd="sng" algn="ctr">
            <a:solidFill>
              <a:srgbClr val="0070AD">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Ubuntu"/>
                <a:ea typeface="+mn-ea"/>
                <a:cs typeface="+mn-cs"/>
              </a:rPr>
              <a:t>Agresso</a:t>
            </a:r>
          </a:p>
        </p:txBody>
      </p:sp>
      <p:cxnSp>
        <p:nvCxnSpPr>
          <p:cNvPr id="29" name="Straight Arrow Connector 28">
            <a:extLst>
              <a:ext uri="{FF2B5EF4-FFF2-40B4-BE49-F238E27FC236}">
                <a16:creationId xmlns:a16="http://schemas.microsoft.com/office/drawing/2014/main" id="{82EAABF7-86AF-61A0-D877-9A475E52D122}"/>
              </a:ext>
            </a:extLst>
          </p:cNvPr>
          <p:cNvCxnSpPr>
            <a:cxnSpLocks/>
          </p:cNvCxnSpPr>
          <p:nvPr/>
        </p:nvCxnSpPr>
        <p:spPr>
          <a:xfrm>
            <a:off x="9006325" y="2704529"/>
            <a:ext cx="0" cy="402475"/>
          </a:xfrm>
          <a:prstGeom prst="straightConnector1">
            <a:avLst/>
          </a:prstGeom>
          <a:noFill/>
          <a:ln w="12700" cap="flat" cmpd="sng" algn="ctr">
            <a:solidFill>
              <a:srgbClr val="CC0099"/>
            </a:solidFill>
            <a:prstDash val="solid"/>
            <a:miter lim="800000"/>
            <a:tailEnd type="triangle"/>
          </a:ln>
          <a:effectLst/>
        </p:spPr>
      </p:cxnSp>
      <p:cxnSp>
        <p:nvCxnSpPr>
          <p:cNvPr id="30" name="Straight Arrow Connector 29">
            <a:extLst>
              <a:ext uri="{FF2B5EF4-FFF2-40B4-BE49-F238E27FC236}">
                <a16:creationId xmlns:a16="http://schemas.microsoft.com/office/drawing/2014/main" id="{F2F15AC8-B454-F4A9-49A3-87D3976AAE94}"/>
              </a:ext>
            </a:extLst>
          </p:cNvPr>
          <p:cNvCxnSpPr>
            <a:cxnSpLocks/>
          </p:cNvCxnSpPr>
          <p:nvPr/>
        </p:nvCxnSpPr>
        <p:spPr>
          <a:xfrm>
            <a:off x="9365501" y="3365707"/>
            <a:ext cx="250922" cy="0"/>
          </a:xfrm>
          <a:prstGeom prst="straightConnector1">
            <a:avLst/>
          </a:prstGeom>
          <a:noFill/>
          <a:ln w="12700" cap="flat" cmpd="sng" algn="ctr">
            <a:solidFill>
              <a:srgbClr val="CC0099"/>
            </a:solidFill>
            <a:prstDash val="solid"/>
            <a:miter lim="800000"/>
            <a:tailEnd type="triangle"/>
          </a:ln>
          <a:effectLst/>
        </p:spPr>
      </p:cxnSp>
      <p:sp>
        <p:nvSpPr>
          <p:cNvPr id="31" name="Oval 30">
            <a:extLst>
              <a:ext uri="{FF2B5EF4-FFF2-40B4-BE49-F238E27FC236}">
                <a16:creationId xmlns:a16="http://schemas.microsoft.com/office/drawing/2014/main" id="{C9BFB241-F46A-3CC1-80A3-6DEB190185D9}"/>
              </a:ext>
            </a:extLst>
          </p:cNvPr>
          <p:cNvSpPr/>
          <p:nvPr/>
        </p:nvSpPr>
        <p:spPr>
          <a:xfrm>
            <a:off x="5983193" y="2736755"/>
            <a:ext cx="347563" cy="241111"/>
          </a:xfrm>
          <a:prstGeom prst="ellipse">
            <a:avLst/>
          </a:prstGeom>
          <a:solidFill>
            <a:srgbClr val="FFCC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a:ln>
                  <a:noFill/>
                </a:ln>
                <a:solidFill>
                  <a:srgbClr val="811B6F"/>
                </a:solidFill>
                <a:effectLst/>
                <a:uLnTx/>
                <a:uFillTx/>
                <a:latin typeface="Ubuntu"/>
                <a:ea typeface="+mn-ea"/>
                <a:cs typeface="+mn-cs"/>
              </a:rPr>
              <a:t>8</a:t>
            </a:r>
          </a:p>
        </p:txBody>
      </p:sp>
      <p:sp>
        <p:nvSpPr>
          <p:cNvPr id="32" name="Oval 31">
            <a:extLst>
              <a:ext uri="{FF2B5EF4-FFF2-40B4-BE49-F238E27FC236}">
                <a16:creationId xmlns:a16="http://schemas.microsoft.com/office/drawing/2014/main" id="{ECB86F12-1B7A-1319-79EC-567B8628832D}"/>
              </a:ext>
            </a:extLst>
          </p:cNvPr>
          <p:cNvSpPr/>
          <p:nvPr/>
        </p:nvSpPr>
        <p:spPr>
          <a:xfrm>
            <a:off x="8832544" y="3611901"/>
            <a:ext cx="347563" cy="241111"/>
          </a:xfrm>
          <a:prstGeom prst="ellipse">
            <a:avLst/>
          </a:prstGeom>
          <a:solidFill>
            <a:srgbClr val="FFCC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a:ln>
                  <a:noFill/>
                </a:ln>
                <a:solidFill>
                  <a:srgbClr val="811B6F"/>
                </a:solidFill>
                <a:effectLst/>
                <a:uLnTx/>
                <a:uFillTx/>
                <a:latin typeface="Ubuntu"/>
                <a:ea typeface="+mn-ea"/>
                <a:cs typeface="+mn-cs"/>
              </a:rPr>
              <a:t>A</a:t>
            </a:r>
          </a:p>
        </p:txBody>
      </p:sp>
      <p:sp>
        <p:nvSpPr>
          <p:cNvPr id="33" name="Oval 32">
            <a:extLst>
              <a:ext uri="{FF2B5EF4-FFF2-40B4-BE49-F238E27FC236}">
                <a16:creationId xmlns:a16="http://schemas.microsoft.com/office/drawing/2014/main" id="{FEACF9FA-9DED-3FDA-AFA4-F03B09949C75}"/>
              </a:ext>
            </a:extLst>
          </p:cNvPr>
          <p:cNvSpPr/>
          <p:nvPr/>
        </p:nvSpPr>
        <p:spPr>
          <a:xfrm>
            <a:off x="10103932" y="3611900"/>
            <a:ext cx="347563" cy="241111"/>
          </a:xfrm>
          <a:prstGeom prst="ellipse">
            <a:avLst/>
          </a:prstGeom>
          <a:solidFill>
            <a:srgbClr val="FFCC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a:ln>
                  <a:noFill/>
                </a:ln>
                <a:solidFill>
                  <a:srgbClr val="811B6F"/>
                </a:solidFill>
                <a:effectLst/>
                <a:uLnTx/>
                <a:uFillTx/>
                <a:latin typeface="Ubuntu"/>
                <a:ea typeface="+mn-ea"/>
                <a:cs typeface="+mn-cs"/>
              </a:rPr>
              <a:t>B</a:t>
            </a:r>
          </a:p>
        </p:txBody>
      </p:sp>
      <p:sp>
        <p:nvSpPr>
          <p:cNvPr id="34" name="Oval 33">
            <a:extLst>
              <a:ext uri="{FF2B5EF4-FFF2-40B4-BE49-F238E27FC236}">
                <a16:creationId xmlns:a16="http://schemas.microsoft.com/office/drawing/2014/main" id="{93DCFB81-55DA-1ECC-8FC3-839ADA6F2ADE}"/>
              </a:ext>
            </a:extLst>
          </p:cNvPr>
          <p:cNvSpPr/>
          <p:nvPr/>
        </p:nvSpPr>
        <p:spPr>
          <a:xfrm>
            <a:off x="11473188" y="3611900"/>
            <a:ext cx="347563" cy="241111"/>
          </a:xfrm>
          <a:prstGeom prst="ellipse">
            <a:avLst/>
          </a:prstGeom>
          <a:solidFill>
            <a:srgbClr val="FFCC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a:ln>
                  <a:noFill/>
                </a:ln>
                <a:solidFill>
                  <a:srgbClr val="811B6F"/>
                </a:solidFill>
                <a:effectLst/>
                <a:uLnTx/>
                <a:uFillTx/>
                <a:latin typeface="Ubuntu"/>
                <a:ea typeface="+mn-ea"/>
                <a:cs typeface="+mn-cs"/>
              </a:rPr>
              <a:t>C</a:t>
            </a:r>
          </a:p>
        </p:txBody>
      </p:sp>
      <p:cxnSp>
        <p:nvCxnSpPr>
          <p:cNvPr id="35" name="Straight Arrow Connector 34">
            <a:extLst>
              <a:ext uri="{FF2B5EF4-FFF2-40B4-BE49-F238E27FC236}">
                <a16:creationId xmlns:a16="http://schemas.microsoft.com/office/drawing/2014/main" id="{694992A1-B075-2FE3-CF2F-6CD9976017A3}"/>
              </a:ext>
            </a:extLst>
          </p:cNvPr>
          <p:cNvCxnSpPr>
            <a:cxnSpLocks/>
          </p:cNvCxnSpPr>
          <p:nvPr/>
        </p:nvCxnSpPr>
        <p:spPr>
          <a:xfrm flipH="1">
            <a:off x="5809061" y="2618744"/>
            <a:ext cx="736604" cy="0"/>
          </a:xfrm>
          <a:prstGeom prst="straightConnector1">
            <a:avLst/>
          </a:prstGeom>
          <a:noFill/>
          <a:ln w="12700" cap="flat" cmpd="sng" algn="ctr">
            <a:solidFill>
              <a:srgbClr val="CC0099"/>
            </a:solidFill>
            <a:prstDash val="solid"/>
            <a:miter lim="800000"/>
            <a:tailEnd type="triangle"/>
          </a:ln>
          <a:effectLst/>
        </p:spPr>
      </p:cxnSp>
      <p:cxnSp>
        <p:nvCxnSpPr>
          <p:cNvPr id="36" name="Straight Arrow Connector 35">
            <a:extLst>
              <a:ext uri="{FF2B5EF4-FFF2-40B4-BE49-F238E27FC236}">
                <a16:creationId xmlns:a16="http://schemas.microsoft.com/office/drawing/2014/main" id="{3172E069-EFCA-ED7D-34B7-18EDC9E72885}"/>
              </a:ext>
            </a:extLst>
          </p:cNvPr>
          <p:cNvCxnSpPr>
            <a:cxnSpLocks/>
          </p:cNvCxnSpPr>
          <p:nvPr/>
        </p:nvCxnSpPr>
        <p:spPr>
          <a:xfrm flipV="1">
            <a:off x="10778545" y="3388423"/>
            <a:ext cx="299122" cy="5198"/>
          </a:xfrm>
          <a:prstGeom prst="straightConnector1">
            <a:avLst/>
          </a:prstGeom>
          <a:noFill/>
          <a:ln w="12700" cap="flat" cmpd="sng" algn="ctr">
            <a:solidFill>
              <a:srgbClr val="CC0099"/>
            </a:solidFill>
            <a:prstDash val="solid"/>
            <a:miter lim="800000"/>
            <a:tailEnd type="triangle"/>
          </a:ln>
          <a:effectLst/>
        </p:spPr>
      </p:cxnSp>
      <p:sp>
        <p:nvSpPr>
          <p:cNvPr id="37" name="Rectangle 36">
            <a:extLst>
              <a:ext uri="{FF2B5EF4-FFF2-40B4-BE49-F238E27FC236}">
                <a16:creationId xmlns:a16="http://schemas.microsoft.com/office/drawing/2014/main" id="{358266A1-D087-BFA0-E6F8-8E17C334B033}"/>
              </a:ext>
            </a:extLst>
          </p:cNvPr>
          <p:cNvSpPr/>
          <p:nvPr/>
        </p:nvSpPr>
        <p:spPr>
          <a:xfrm>
            <a:off x="7459643" y="4368526"/>
            <a:ext cx="4636008" cy="2105119"/>
          </a:xfrm>
          <a:prstGeom prst="rect">
            <a:avLst/>
          </a:prstGeom>
          <a:solidFill>
            <a:srgbClr val="FFFFFF">
              <a:lumMod val="95000"/>
            </a:srgbClr>
          </a:soli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Ubuntu"/>
                <a:ea typeface="+mn-ea"/>
                <a:cs typeface="+mn-cs"/>
              </a:rPr>
              <a:t>Validation of the approach – Proof of concept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prstClr val="black"/>
                </a:solidFill>
                <a:effectLst/>
                <a:uLnTx/>
                <a:uFillTx/>
                <a:latin typeface="Ubuntu"/>
                <a:ea typeface="+mn-ea"/>
                <a:cs typeface="+mn-cs"/>
              </a:rPr>
              <a:t>Created synthetic test data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prstClr val="black"/>
                </a:solidFill>
                <a:effectLst/>
                <a:uLnTx/>
                <a:uFillTx/>
                <a:latin typeface="Ubuntu"/>
                <a:ea typeface="+mn-ea"/>
                <a:cs typeface="+mn-cs"/>
              </a:rPr>
              <a:t>Reference data setup (Org, Producer) – MDM, CRM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prstClr val="black"/>
                </a:solidFill>
                <a:effectLst/>
                <a:uLnTx/>
                <a:uFillTx/>
                <a:latin typeface="Ubuntu"/>
                <a:ea typeface="+mn-ea"/>
                <a:cs typeface="+mn-cs"/>
              </a:rPr>
              <a:t>Used Playwright to structure the payload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prstClr val="black"/>
                </a:solidFill>
                <a:effectLst/>
                <a:uLnTx/>
                <a:uFillTx/>
                <a:latin typeface="Ubuntu"/>
                <a:ea typeface="+mn-ea"/>
                <a:cs typeface="+mn-cs"/>
              </a:rPr>
              <a:t>Ingest data into Guidewire API</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prstClr val="black"/>
                </a:solidFill>
                <a:effectLst/>
                <a:uLnTx/>
                <a:uFillTx/>
                <a:latin typeface="Ubuntu"/>
                <a:ea typeface="+mn-ea"/>
                <a:cs typeface="+mn-cs"/>
              </a:rPr>
              <a:t>Bind and Issue &gt; Billing Centre &gt; CDA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prstClr val="black"/>
                </a:solidFill>
                <a:effectLst/>
                <a:uLnTx/>
                <a:uFillTx/>
                <a:latin typeface="Ubuntu"/>
                <a:ea typeface="+mn-ea"/>
                <a:cs typeface="+mn-cs"/>
              </a:rPr>
              <a:t>Data successful loaded in Snowflake for finance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Ubuntu"/>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Ubuntu"/>
                <a:ea typeface="+mn-ea"/>
                <a:cs typeface="+mn-cs"/>
              </a:rPr>
              <a:t>Reconciliation</a:t>
            </a:r>
          </a:p>
          <a:p>
            <a:pPr marL="171450" indent="-171450">
              <a:buFont typeface="Arial" panose="020B0604020202020204" pitchFamily="34" charset="0"/>
              <a:buChar char="•"/>
            </a:pPr>
            <a:r>
              <a:rPr lang="en-US" sz="1200" kern="0">
                <a:solidFill>
                  <a:prstClr val="black"/>
                </a:solidFill>
              </a:rPr>
              <a:t>Confluent control center, Datadog, S3 bucket, Snowflake dashboard to reconcile record counts</a:t>
            </a:r>
          </a:p>
        </p:txBody>
      </p:sp>
      <p:sp>
        <p:nvSpPr>
          <p:cNvPr id="38" name="TextBox 37">
            <a:extLst>
              <a:ext uri="{FF2B5EF4-FFF2-40B4-BE49-F238E27FC236}">
                <a16:creationId xmlns:a16="http://schemas.microsoft.com/office/drawing/2014/main" id="{EB4B067A-C11E-3DF1-8B3E-DB36A01CBB27}"/>
              </a:ext>
            </a:extLst>
          </p:cNvPr>
          <p:cNvSpPr txBox="1"/>
          <p:nvPr/>
        </p:nvSpPr>
        <p:spPr>
          <a:xfrm>
            <a:off x="294535" y="816918"/>
            <a:ext cx="2183489" cy="309958"/>
          </a:xfrm>
          <a:prstGeom prst="rect">
            <a:avLst/>
          </a:prstGeom>
          <a:noFill/>
        </p:spPr>
        <p:txBody>
          <a:bodyPr vert="horz" wrap="square" lIns="90000" tIns="46800" rIns="90000" bIns="4680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400" b="1" i="0" u="none" strike="noStrike" kern="0" cap="none" spc="0" normalizeH="0" baseline="0" noProof="0">
                <a:ln>
                  <a:noFill/>
                </a:ln>
                <a:solidFill>
                  <a:srgbClr val="811B6F"/>
                </a:solidFill>
                <a:effectLst/>
                <a:uLnTx/>
                <a:uFillTx/>
                <a:latin typeface="Ubuntu"/>
                <a:ea typeface="+mn-ea"/>
                <a:cs typeface="+mn-cs"/>
              </a:rPr>
              <a:t>Key Principles </a:t>
            </a:r>
            <a:endParaRPr kumimoji="0" lang="en-GB" sz="1400" b="1" i="0" u="none" strike="noStrike" kern="0" cap="none" spc="0" normalizeH="0" baseline="0" noProof="0" err="1">
              <a:ln>
                <a:noFill/>
              </a:ln>
              <a:solidFill>
                <a:srgbClr val="811B6F"/>
              </a:solidFill>
              <a:effectLst/>
              <a:uLnTx/>
              <a:uFillTx/>
              <a:latin typeface="Ubuntu"/>
              <a:ea typeface="+mn-ea"/>
              <a:cs typeface="+mn-cs"/>
            </a:endParaRPr>
          </a:p>
        </p:txBody>
      </p:sp>
      <p:sp>
        <p:nvSpPr>
          <p:cNvPr id="39" name="Flowchart: Magnetic Disk 38">
            <a:extLst>
              <a:ext uri="{FF2B5EF4-FFF2-40B4-BE49-F238E27FC236}">
                <a16:creationId xmlns:a16="http://schemas.microsoft.com/office/drawing/2014/main" id="{EFE2D5E2-4EB0-87BA-2260-AF251E7228CD}"/>
              </a:ext>
            </a:extLst>
          </p:cNvPr>
          <p:cNvSpPr/>
          <p:nvPr/>
        </p:nvSpPr>
        <p:spPr>
          <a:xfrm>
            <a:off x="2644460" y="2094448"/>
            <a:ext cx="533240" cy="671272"/>
          </a:xfrm>
          <a:prstGeom prst="flowChartMagneticDisk">
            <a:avLst/>
          </a:prstGeom>
          <a:solidFill>
            <a:srgbClr val="811B6F"/>
          </a:solidFill>
          <a:ln w="9525" cap="flat" cmpd="sng" algn="ctr">
            <a:solidFill>
              <a:srgbClr val="FFCC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err="1">
              <a:ln>
                <a:noFill/>
              </a:ln>
              <a:solidFill>
                <a:prstClr val="black"/>
              </a:solidFill>
              <a:effectLst/>
              <a:uLnTx/>
              <a:uFillTx/>
              <a:latin typeface="Ubuntu"/>
              <a:ea typeface="+mn-ea"/>
              <a:cs typeface="+mn-cs"/>
            </a:endParaRPr>
          </a:p>
        </p:txBody>
      </p:sp>
      <p:sp>
        <p:nvSpPr>
          <p:cNvPr id="40" name="TextBox 39">
            <a:extLst>
              <a:ext uri="{FF2B5EF4-FFF2-40B4-BE49-F238E27FC236}">
                <a16:creationId xmlns:a16="http://schemas.microsoft.com/office/drawing/2014/main" id="{52C30E84-39B2-812F-CCC4-5C286E0DE533}"/>
              </a:ext>
            </a:extLst>
          </p:cNvPr>
          <p:cNvSpPr txBox="1"/>
          <p:nvPr/>
        </p:nvSpPr>
        <p:spPr>
          <a:xfrm>
            <a:off x="3162969" y="2264316"/>
            <a:ext cx="931509" cy="579262"/>
          </a:xfrm>
          <a:prstGeom prst="rect">
            <a:avLst/>
          </a:prstGeom>
          <a:noFill/>
        </p:spPr>
        <p:txBody>
          <a:bodyPr vert="horz" wrap="square" lIns="90000" tIns="46800" rIns="90000" bIns="4680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050" b="0" i="0" u="none" strike="noStrike" kern="0" cap="none" spc="0" normalizeH="0" baseline="0" noProof="0">
                <a:ln>
                  <a:noFill/>
                </a:ln>
                <a:solidFill>
                  <a:srgbClr val="811B6F"/>
                </a:solidFill>
                <a:effectLst/>
                <a:uLnTx/>
                <a:uFillTx/>
                <a:latin typeface="Ubuntu"/>
                <a:ea typeface="+mn-ea"/>
                <a:cs typeface="+mn-cs"/>
              </a:rPr>
              <a:t>Amazon</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050" b="0" i="0" u="none" strike="noStrike" kern="0" cap="none" spc="0" normalizeH="0" baseline="0" noProof="0">
                <a:ln>
                  <a:noFill/>
                </a:ln>
                <a:solidFill>
                  <a:srgbClr val="811B6F"/>
                </a:solidFill>
                <a:effectLst/>
                <a:uLnTx/>
                <a:uFillTx/>
                <a:latin typeface="Ubuntu"/>
                <a:ea typeface="+mn-ea"/>
                <a:cs typeface="+mn-cs"/>
              </a:rPr>
              <a:t>DynamoDB or similar</a:t>
            </a:r>
            <a:endParaRPr kumimoji="0" lang="en-GB" sz="1050" b="0" i="0" u="none" strike="noStrike" kern="0" cap="none" spc="0" normalizeH="0" baseline="0" noProof="0" err="1">
              <a:ln>
                <a:noFill/>
              </a:ln>
              <a:solidFill>
                <a:srgbClr val="811B6F"/>
              </a:solidFill>
              <a:effectLst/>
              <a:uLnTx/>
              <a:uFillTx/>
              <a:latin typeface="Ubuntu"/>
              <a:ea typeface="+mn-ea"/>
              <a:cs typeface="+mn-cs"/>
            </a:endParaRPr>
          </a:p>
        </p:txBody>
      </p:sp>
      <p:sp>
        <p:nvSpPr>
          <p:cNvPr id="41" name="TextBox 40">
            <a:extLst>
              <a:ext uri="{FF2B5EF4-FFF2-40B4-BE49-F238E27FC236}">
                <a16:creationId xmlns:a16="http://schemas.microsoft.com/office/drawing/2014/main" id="{7137F3A5-B401-5D7F-6AFC-DAF807536787}"/>
              </a:ext>
            </a:extLst>
          </p:cNvPr>
          <p:cNvSpPr txBox="1"/>
          <p:nvPr/>
        </p:nvSpPr>
        <p:spPr>
          <a:xfrm>
            <a:off x="1843194" y="816918"/>
            <a:ext cx="409636" cy="371513"/>
          </a:xfrm>
          <a:prstGeom prst="rect">
            <a:avLst/>
          </a:prstGeom>
          <a:noFill/>
        </p:spPr>
        <p:txBody>
          <a:bodyPr vert="horz" wrap="square" lIns="90000" tIns="46800" rIns="90000" bIns="4680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srgbClr val="811B6F"/>
                </a:solidFill>
                <a:effectLst/>
                <a:uLnTx/>
                <a:uFillTx/>
                <a:latin typeface="Wingdings" panose="05000000000000000000" pitchFamily="2" charset="2"/>
                <a:ea typeface="+mn-ea"/>
                <a:cs typeface="+mn-cs"/>
              </a:rPr>
              <a:t>ü</a:t>
            </a:r>
          </a:p>
        </p:txBody>
      </p:sp>
      <p:sp>
        <p:nvSpPr>
          <p:cNvPr id="42" name="TextBox 41">
            <a:extLst>
              <a:ext uri="{FF2B5EF4-FFF2-40B4-BE49-F238E27FC236}">
                <a16:creationId xmlns:a16="http://schemas.microsoft.com/office/drawing/2014/main" id="{EDB5A2A4-F39E-F1AE-D07B-5D53BE6293F9}"/>
              </a:ext>
            </a:extLst>
          </p:cNvPr>
          <p:cNvSpPr txBox="1"/>
          <p:nvPr/>
        </p:nvSpPr>
        <p:spPr>
          <a:xfrm>
            <a:off x="2095207" y="722231"/>
            <a:ext cx="2683192" cy="525401"/>
          </a:xfrm>
          <a:prstGeom prst="rect">
            <a:avLst/>
          </a:prstGeom>
          <a:noFill/>
        </p:spPr>
        <p:txBody>
          <a:bodyPr vert="horz" wrap="square" lIns="90000" tIns="46800" rIns="90000" bIns="4680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400" b="0" i="0" u="none" strike="noStrike" kern="0" cap="none" spc="0" normalizeH="0" baseline="0" noProof="0">
                <a:ln>
                  <a:noFill/>
                </a:ln>
                <a:solidFill>
                  <a:srgbClr val="811B6F"/>
                </a:solidFill>
                <a:effectLst/>
                <a:uLnTx/>
                <a:uFillTx/>
                <a:latin typeface="Ubuntu"/>
                <a:ea typeface="+mn-ea"/>
                <a:cs typeface="+mn-cs"/>
              </a:rPr>
              <a:t>Data ingestion at source</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400" b="0" i="0" u="none" strike="noStrike" kern="0" cap="none" spc="0" normalizeH="0" baseline="0" noProof="0">
                <a:ln>
                  <a:noFill/>
                </a:ln>
                <a:solidFill>
                  <a:srgbClr val="811B6F"/>
                </a:solidFill>
                <a:effectLst/>
                <a:uLnTx/>
                <a:uFillTx/>
                <a:latin typeface="Ubuntu"/>
                <a:ea typeface="+mn-ea"/>
                <a:cs typeface="+mn-cs"/>
              </a:rPr>
              <a:t>Aligned to event driven arch.</a:t>
            </a:r>
          </a:p>
        </p:txBody>
      </p:sp>
      <p:sp>
        <p:nvSpPr>
          <p:cNvPr id="43" name="TextBox 42">
            <a:extLst>
              <a:ext uri="{FF2B5EF4-FFF2-40B4-BE49-F238E27FC236}">
                <a16:creationId xmlns:a16="http://schemas.microsoft.com/office/drawing/2014/main" id="{C77943CB-A5E0-C68E-32EC-3D91851BB780}"/>
              </a:ext>
            </a:extLst>
          </p:cNvPr>
          <p:cNvSpPr txBox="1"/>
          <p:nvPr/>
        </p:nvSpPr>
        <p:spPr>
          <a:xfrm>
            <a:off x="4621058" y="804554"/>
            <a:ext cx="409636" cy="371513"/>
          </a:xfrm>
          <a:prstGeom prst="rect">
            <a:avLst/>
          </a:prstGeom>
          <a:noFill/>
        </p:spPr>
        <p:txBody>
          <a:bodyPr vert="horz" wrap="square" lIns="90000" tIns="46800" rIns="90000" bIns="4680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srgbClr val="811B6F"/>
                </a:solidFill>
                <a:effectLst/>
                <a:uLnTx/>
                <a:uFillTx/>
                <a:latin typeface="Wingdings" panose="05000000000000000000" pitchFamily="2" charset="2"/>
                <a:ea typeface="+mn-ea"/>
                <a:cs typeface="+mn-cs"/>
              </a:rPr>
              <a:t>ü</a:t>
            </a:r>
          </a:p>
        </p:txBody>
      </p:sp>
      <p:sp>
        <p:nvSpPr>
          <p:cNvPr id="44" name="TextBox 43">
            <a:extLst>
              <a:ext uri="{FF2B5EF4-FFF2-40B4-BE49-F238E27FC236}">
                <a16:creationId xmlns:a16="http://schemas.microsoft.com/office/drawing/2014/main" id="{8BE10826-82EB-5E01-A358-94DC95799DEE}"/>
              </a:ext>
            </a:extLst>
          </p:cNvPr>
          <p:cNvSpPr txBox="1"/>
          <p:nvPr/>
        </p:nvSpPr>
        <p:spPr>
          <a:xfrm>
            <a:off x="4878616" y="827505"/>
            <a:ext cx="2042900" cy="309958"/>
          </a:xfrm>
          <a:prstGeom prst="rect">
            <a:avLst/>
          </a:prstGeom>
          <a:noFill/>
        </p:spPr>
        <p:txBody>
          <a:bodyPr vert="horz" wrap="square" lIns="90000" tIns="46800" rIns="90000" bIns="4680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400" b="0" i="0" u="none" strike="noStrike" kern="0" cap="none" spc="0" normalizeH="0" baseline="0" noProof="0">
                <a:ln>
                  <a:noFill/>
                </a:ln>
                <a:solidFill>
                  <a:srgbClr val="811B6F"/>
                </a:solidFill>
                <a:effectLst/>
                <a:uLnTx/>
                <a:uFillTx/>
                <a:latin typeface="Ubuntu"/>
                <a:ea typeface="+mn-ea"/>
                <a:cs typeface="+mn-cs"/>
              </a:rPr>
              <a:t>Synthetic test data</a:t>
            </a:r>
            <a:endParaRPr kumimoji="0" lang="en-GB" sz="1400" b="0" i="0" u="none" strike="noStrike" kern="0" cap="none" spc="0" normalizeH="0" baseline="0" noProof="0" err="1">
              <a:ln>
                <a:noFill/>
              </a:ln>
              <a:solidFill>
                <a:srgbClr val="811B6F"/>
              </a:solidFill>
              <a:effectLst/>
              <a:uLnTx/>
              <a:uFillTx/>
              <a:latin typeface="Ubuntu"/>
              <a:ea typeface="+mn-ea"/>
              <a:cs typeface="+mn-cs"/>
            </a:endParaRPr>
          </a:p>
        </p:txBody>
      </p:sp>
      <p:sp>
        <p:nvSpPr>
          <p:cNvPr id="45" name="TextBox 44">
            <a:extLst>
              <a:ext uri="{FF2B5EF4-FFF2-40B4-BE49-F238E27FC236}">
                <a16:creationId xmlns:a16="http://schemas.microsoft.com/office/drawing/2014/main" id="{DDE8ECEB-C3CA-81EF-4C92-35A9E12C4ACF}"/>
              </a:ext>
            </a:extLst>
          </p:cNvPr>
          <p:cNvSpPr txBox="1"/>
          <p:nvPr/>
        </p:nvSpPr>
        <p:spPr>
          <a:xfrm>
            <a:off x="6723512" y="838549"/>
            <a:ext cx="409636" cy="371513"/>
          </a:xfrm>
          <a:prstGeom prst="rect">
            <a:avLst/>
          </a:prstGeom>
          <a:noFill/>
        </p:spPr>
        <p:txBody>
          <a:bodyPr vert="horz" wrap="square" lIns="90000" tIns="46800" rIns="90000" bIns="4680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srgbClr val="811B6F"/>
                </a:solidFill>
                <a:effectLst/>
                <a:uLnTx/>
                <a:uFillTx/>
                <a:latin typeface="Wingdings" panose="05000000000000000000" pitchFamily="2" charset="2"/>
                <a:ea typeface="+mn-ea"/>
                <a:cs typeface="+mn-cs"/>
              </a:rPr>
              <a:t>ü</a:t>
            </a:r>
          </a:p>
        </p:txBody>
      </p:sp>
      <p:sp>
        <p:nvSpPr>
          <p:cNvPr id="46" name="TextBox 45">
            <a:extLst>
              <a:ext uri="{FF2B5EF4-FFF2-40B4-BE49-F238E27FC236}">
                <a16:creationId xmlns:a16="http://schemas.microsoft.com/office/drawing/2014/main" id="{C518C0B7-5B5B-D6FF-BFFD-73FFF443FA53}"/>
              </a:ext>
            </a:extLst>
          </p:cNvPr>
          <p:cNvSpPr txBox="1"/>
          <p:nvPr/>
        </p:nvSpPr>
        <p:spPr>
          <a:xfrm>
            <a:off x="6972423" y="839380"/>
            <a:ext cx="1249159" cy="309958"/>
          </a:xfrm>
          <a:prstGeom prst="rect">
            <a:avLst/>
          </a:prstGeom>
          <a:noFill/>
        </p:spPr>
        <p:txBody>
          <a:bodyPr vert="horz" wrap="square" lIns="90000" tIns="46800" rIns="90000" bIns="4680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400" b="0" i="0" u="none" strike="noStrike" kern="0" cap="none" spc="0" normalizeH="0" baseline="0" noProof="0">
                <a:ln>
                  <a:noFill/>
                </a:ln>
                <a:solidFill>
                  <a:srgbClr val="811B6F"/>
                </a:solidFill>
                <a:effectLst/>
                <a:uLnTx/>
                <a:uFillTx/>
                <a:latin typeface="Ubuntu"/>
                <a:ea typeface="+mn-ea"/>
                <a:cs typeface="+mn-cs"/>
              </a:rPr>
              <a:t>Automation</a:t>
            </a:r>
            <a:endParaRPr kumimoji="0" lang="en-GB" sz="1400" b="0" i="0" u="none" strike="noStrike" kern="0" cap="none" spc="0" normalizeH="0" baseline="0" noProof="0" err="1">
              <a:ln>
                <a:noFill/>
              </a:ln>
              <a:solidFill>
                <a:srgbClr val="811B6F"/>
              </a:solidFill>
              <a:effectLst/>
              <a:uLnTx/>
              <a:uFillTx/>
              <a:latin typeface="Ubuntu"/>
              <a:ea typeface="+mn-ea"/>
              <a:cs typeface="+mn-cs"/>
            </a:endParaRPr>
          </a:p>
        </p:txBody>
      </p:sp>
      <p:sp>
        <p:nvSpPr>
          <p:cNvPr id="47" name="TextBox 46">
            <a:extLst>
              <a:ext uri="{FF2B5EF4-FFF2-40B4-BE49-F238E27FC236}">
                <a16:creationId xmlns:a16="http://schemas.microsoft.com/office/drawing/2014/main" id="{66E66641-DBD2-72B3-AD29-675AC441AE73}"/>
              </a:ext>
            </a:extLst>
          </p:cNvPr>
          <p:cNvSpPr txBox="1"/>
          <p:nvPr/>
        </p:nvSpPr>
        <p:spPr>
          <a:xfrm>
            <a:off x="10143988" y="838549"/>
            <a:ext cx="409636" cy="371513"/>
          </a:xfrm>
          <a:prstGeom prst="rect">
            <a:avLst/>
          </a:prstGeom>
          <a:noFill/>
        </p:spPr>
        <p:txBody>
          <a:bodyPr vert="horz" wrap="square" lIns="90000" tIns="46800" rIns="90000" bIns="4680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srgbClr val="811B6F"/>
                </a:solidFill>
                <a:effectLst/>
                <a:uLnTx/>
                <a:uFillTx/>
                <a:latin typeface="Wingdings" panose="05000000000000000000" pitchFamily="2" charset="2"/>
                <a:ea typeface="+mn-ea"/>
                <a:cs typeface="+mn-cs"/>
              </a:rPr>
              <a:t>ü</a:t>
            </a:r>
          </a:p>
        </p:txBody>
      </p:sp>
      <p:sp>
        <p:nvSpPr>
          <p:cNvPr id="48" name="TextBox 47">
            <a:extLst>
              <a:ext uri="{FF2B5EF4-FFF2-40B4-BE49-F238E27FC236}">
                <a16:creationId xmlns:a16="http://schemas.microsoft.com/office/drawing/2014/main" id="{3F0FAC6F-BF80-314A-D7A9-75A19CC6E438}"/>
              </a:ext>
            </a:extLst>
          </p:cNvPr>
          <p:cNvSpPr txBox="1"/>
          <p:nvPr/>
        </p:nvSpPr>
        <p:spPr>
          <a:xfrm>
            <a:off x="10392899" y="830875"/>
            <a:ext cx="1520195" cy="309958"/>
          </a:xfrm>
          <a:prstGeom prst="rect">
            <a:avLst/>
          </a:prstGeom>
          <a:noFill/>
        </p:spPr>
        <p:txBody>
          <a:bodyPr vert="horz" wrap="square" lIns="90000" tIns="46800" rIns="90000" bIns="4680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400" b="0" i="0" u="none" strike="noStrike" kern="0" cap="none" spc="0" normalizeH="0" baseline="0" noProof="0">
                <a:ln>
                  <a:noFill/>
                </a:ln>
                <a:solidFill>
                  <a:srgbClr val="811B6F"/>
                </a:solidFill>
                <a:effectLst/>
                <a:uLnTx/>
                <a:uFillTx/>
                <a:latin typeface="Ubuntu"/>
                <a:ea typeface="+mn-ea"/>
                <a:cs typeface="+mn-cs"/>
              </a:rPr>
              <a:t>Reconciliation</a:t>
            </a:r>
            <a:endParaRPr kumimoji="0" lang="en-GB" sz="1400" b="0" i="0" u="none" strike="noStrike" kern="0" cap="none" spc="0" normalizeH="0" baseline="0" noProof="0" err="1">
              <a:ln>
                <a:noFill/>
              </a:ln>
              <a:solidFill>
                <a:srgbClr val="811B6F"/>
              </a:solidFill>
              <a:effectLst/>
              <a:uLnTx/>
              <a:uFillTx/>
              <a:latin typeface="Ubuntu"/>
              <a:ea typeface="+mn-ea"/>
              <a:cs typeface="+mn-cs"/>
            </a:endParaRPr>
          </a:p>
        </p:txBody>
      </p:sp>
      <p:sp>
        <p:nvSpPr>
          <p:cNvPr id="49" name="TextBox 48">
            <a:extLst>
              <a:ext uri="{FF2B5EF4-FFF2-40B4-BE49-F238E27FC236}">
                <a16:creationId xmlns:a16="http://schemas.microsoft.com/office/drawing/2014/main" id="{F1F836F7-878C-F154-B728-0EB3A2231F23}"/>
              </a:ext>
            </a:extLst>
          </p:cNvPr>
          <p:cNvSpPr txBox="1"/>
          <p:nvPr/>
        </p:nvSpPr>
        <p:spPr>
          <a:xfrm>
            <a:off x="8326378" y="838549"/>
            <a:ext cx="409636" cy="371513"/>
          </a:xfrm>
          <a:prstGeom prst="rect">
            <a:avLst/>
          </a:prstGeom>
          <a:noFill/>
        </p:spPr>
        <p:txBody>
          <a:bodyPr vert="horz" wrap="square" lIns="90000" tIns="46800" rIns="90000" bIns="4680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srgbClr val="811B6F"/>
                </a:solidFill>
                <a:effectLst/>
                <a:uLnTx/>
                <a:uFillTx/>
                <a:latin typeface="Wingdings" panose="05000000000000000000" pitchFamily="2" charset="2"/>
                <a:ea typeface="+mn-ea"/>
                <a:cs typeface="+mn-cs"/>
              </a:rPr>
              <a:t>ü</a:t>
            </a:r>
          </a:p>
        </p:txBody>
      </p:sp>
      <p:sp>
        <p:nvSpPr>
          <p:cNvPr id="50" name="TextBox 49">
            <a:extLst>
              <a:ext uri="{FF2B5EF4-FFF2-40B4-BE49-F238E27FC236}">
                <a16:creationId xmlns:a16="http://schemas.microsoft.com/office/drawing/2014/main" id="{ABADB067-DE4B-D422-26C5-A84384F74E25}"/>
              </a:ext>
            </a:extLst>
          </p:cNvPr>
          <p:cNvSpPr txBox="1"/>
          <p:nvPr/>
        </p:nvSpPr>
        <p:spPr>
          <a:xfrm>
            <a:off x="8575289" y="839380"/>
            <a:ext cx="1773517" cy="309958"/>
          </a:xfrm>
          <a:prstGeom prst="rect">
            <a:avLst/>
          </a:prstGeom>
          <a:noFill/>
        </p:spPr>
        <p:txBody>
          <a:bodyPr vert="horz" wrap="square" lIns="90000" tIns="46800" rIns="90000" bIns="4680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400" b="0" i="0" u="none" strike="noStrike" kern="0" cap="none" spc="0" normalizeH="0" baseline="0" noProof="0">
                <a:ln>
                  <a:noFill/>
                </a:ln>
                <a:solidFill>
                  <a:srgbClr val="811B6F"/>
                </a:solidFill>
                <a:effectLst/>
                <a:uLnTx/>
                <a:uFillTx/>
                <a:latin typeface="Ubuntu"/>
                <a:ea typeface="+mn-ea"/>
                <a:cs typeface="+mn-cs"/>
              </a:rPr>
              <a:t>Data integrity</a:t>
            </a:r>
            <a:endParaRPr kumimoji="0" lang="en-GB" sz="1400" b="0" i="0" u="none" strike="noStrike" kern="0" cap="none" spc="0" normalizeH="0" baseline="0" noProof="0" err="1">
              <a:ln>
                <a:noFill/>
              </a:ln>
              <a:solidFill>
                <a:srgbClr val="811B6F"/>
              </a:solidFill>
              <a:effectLst/>
              <a:uLnTx/>
              <a:uFillTx/>
              <a:latin typeface="Ubuntu"/>
              <a:ea typeface="+mn-ea"/>
              <a:cs typeface="+mn-cs"/>
            </a:endParaRPr>
          </a:p>
        </p:txBody>
      </p:sp>
    </p:spTree>
    <p:extLst>
      <p:ext uri="{BB962C8B-B14F-4D97-AF65-F5344CB8AC3E}">
        <p14:creationId xmlns:p14="http://schemas.microsoft.com/office/powerpoint/2010/main" val="2414768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5B3B4-ADAE-8907-C4CA-3A580025B452}"/>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832044C-F702-7A90-7CB3-C36599147765}"/>
              </a:ext>
            </a:extLst>
          </p:cNvPr>
          <p:cNvSpPr>
            <a:spLocks noGrp="1"/>
          </p:cNvSpPr>
          <p:nvPr>
            <p:ph type="title"/>
          </p:nvPr>
        </p:nvSpPr>
        <p:spPr>
          <a:xfrm>
            <a:off x="414338" y="140604"/>
            <a:ext cx="11009312" cy="792163"/>
          </a:xfrm>
        </p:spPr>
        <p:txBody>
          <a:bodyPr/>
          <a:lstStyle/>
          <a:p>
            <a:r>
              <a:rPr lang="en-US"/>
              <a:t>Process Flows – Pattern C </a:t>
            </a:r>
            <a:endParaRPr lang="en-GB"/>
          </a:p>
        </p:txBody>
      </p:sp>
      <p:pic>
        <p:nvPicPr>
          <p:cNvPr id="5" name="Picture 4">
            <a:extLst>
              <a:ext uri="{FF2B5EF4-FFF2-40B4-BE49-F238E27FC236}">
                <a16:creationId xmlns:a16="http://schemas.microsoft.com/office/drawing/2014/main" id="{5679C1EA-4362-E639-95D6-9D15A373DB25}"/>
              </a:ext>
            </a:extLst>
          </p:cNvPr>
          <p:cNvPicPr>
            <a:picLocks noChangeAspect="1"/>
          </p:cNvPicPr>
          <p:nvPr/>
        </p:nvPicPr>
        <p:blipFill>
          <a:blip r:embed="rId2"/>
          <a:stretch>
            <a:fillRect/>
          </a:stretch>
        </p:blipFill>
        <p:spPr>
          <a:xfrm>
            <a:off x="414338" y="1186543"/>
            <a:ext cx="11440205" cy="4931228"/>
          </a:xfrm>
          <a:prstGeom prst="rect">
            <a:avLst/>
          </a:prstGeom>
        </p:spPr>
      </p:pic>
    </p:spTree>
    <p:extLst>
      <p:ext uri="{BB962C8B-B14F-4D97-AF65-F5344CB8AC3E}">
        <p14:creationId xmlns:p14="http://schemas.microsoft.com/office/powerpoint/2010/main" val="2180554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F69E1-2CAA-60CB-B15E-5500D34AD489}"/>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AD32FA5-F0E2-8509-91AF-D8C2AD1E1CD9}"/>
              </a:ext>
            </a:extLst>
          </p:cNvPr>
          <p:cNvSpPr>
            <a:spLocks noGrp="1"/>
          </p:cNvSpPr>
          <p:nvPr>
            <p:ph type="title"/>
          </p:nvPr>
        </p:nvSpPr>
        <p:spPr>
          <a:xfrm>
            <a:off x="414338" y="140604"/>
            <a:ext cx="11009312" cy="792163"/>
          </a:xfrm>
        </p:spPr>
        <p:txBody>
          <a:bodyPr/>
          <a:lstStyle/>
          <a:p>
            <a:r>
              <a:rPr lang="en-US"/>
              <a:t>Process Flows – Pattern C </a:t>
            </a:r>
            <a:endParaRPr lang="en-GB"/>
          </a:p>
        </p:txBody>
      </p:sp>
      <p:pic>
        <p:nvPicPr>
          <p:cNvPr id="9" name="Picture 8">
            <a:extLst>
              <a:ext uri="{FF2B5EF4-FFF2-40B4-BE49-F238E27FC236}">
                <a16:creationId xmlns:a16="http://schemas.microsoft.com/office/drawing/2014/main" id="{AB01C103-5938-F21D-19B9-33778AF14F41}"/>
              </a:ext>
            </a:extLst>
          </p:cNvPr>
          <p:cNvPicPr>
            <a:picLocks noChangeAspect="1"/>
          </p:cNvPicPr>
          <p:nvPr/>
        </p:nvPicPr>
        <p:blipFill>
          <a:blip r:embed="rId2"/>
          <a:stretch>
            <a:fillRect/>
          </a:stretch>
        </p:blipFill>
        <p:spPr>
          <a:xfrm>
            <a:off x="-1" y="1021062"/>
            <a:ext cx="12205939" cy="4959114"/>
          </a:xfrm>
          <a:prstGeom prst="rect">
            <a:avLst/>
          </a:prstGeom>
        </p:spPr>
      </p:pic>
    </p:spTree>
    <p:extLst>
      <p:ext uri="{BB962C8B-B14F-4D97-AF65-F5344CB8AC3E}">
        <p14:creationId xmlns:p14="http://schemas.microsoft.com/office/powerpoint/2010/main" val="2474442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6DF30-2761-8E82-BE2E-0B3770E93DC2}"/>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795FA58-DAA7-8076-7C2E-0D6C30E644CC}"/>
              </a:ext>
            </a:extLst>
          </p:cNvPr>
          <p:cNvSpPr>
            <a:spLocks noGrp="1"/>
          </p:cNvSpPr>
          <p:nvPr>
            <p:ph type="title"/>
          </p:nvPr>
        </p:nvSpPr>
        <p:spPr>
          <a:xfrm>
            <a:off x="414338" y="140604"/>
            <a:ext cx="11009312" cy="792163"/>
          </a:xfrm>
        </p:spPr>
        <p:txBody>
          <a:bodyPr/>
          <a:lstStyle/>
          <a:p>
            <a:r>
              <a:rPr lang="en-US"/>
              <a:t>Process Flows – Pattern C </a:t>
            </a:r>
            <a:endParaRPr lang="en-GB"/>
          </a:p>
        </p:txBody>
      </p:sp>
      <p:pic>
        <p:nvPicPr>
          <p:cNvPr id="15" name="Picture 14">
            <a:extLst>
              <a:ext uri="{FF2B5EF4-FFF2-40B4-BE49-F238E27FC236}">
                <a16:creationId xmlns:a16="http://schemas.microsoft.com/office/drawing/2014/main" id="{3710D4D8-876F-B4FC-23E5-CF7D4D1684FB}"/>
              </a:ext>
            </a:extLst>
          </p:cNvPr>
          <p:cNvPicPr>
            <a:picLocks noChangeAspect="1"/>
          </p:cNvPicPr>
          <p:nvPr/>
        </p:nvPicPr>
        <p:blipFill>
          <a:blip r:embed="rId2"/>
          <a:stretch>
            <a:fillRect/>
          </a:stretch>
        </p:blipFill>
        <p:spPr>
          <a:xfrm>
            <a:off x="518160" y="1036321"/>
            <a:ext cx="11330939" cy="4259580"/>
          </a:xfrm>
          <a:prstGeom prst="rect">
            <a:avLst/>
          </a:prstGeom>
        </p:spPr>
      </p:pic>
    </p:spTree>
    <p:extLst>
      <p:ext uri="{BB962C8B-B14F-4D97-AF65-F5344CB8AC3E}">
        <p14:creationId xmlns:p14="http://schemas.microsoft.com/office/powerpoint/2010/main" val="1586781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A11A4-63EF-1B58-9E29-3BE3AA5CBB3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B78F13A-5C9B-55B6-DADE-E6EB537A8A39}"/>
              </a:ext>
            </a:extLst>
          </p:cNvPr>
          <p:cNvPicPr>
            <a:picLocks noChangeAspect="1"/>
          </p:cNvPicPr>
          <p:nvPr/>
        </p:nvPicPr>
        <p:blipFill>
          <a:blip r:embed="rId2"/>
          <a:stretch>
            <a:fillRect/>
          </a:stretch>
        </p:blipFill>
        <p:spPr>
          <a:xfrm>
            <a:off x="2534961" y="182378"/>
            <a:ext cx="7404567" cy="2004442"/>
          </a:xfrm>
          <a:prstGeom prst="rect">
            <a:avLst/>
          </a:prstGeom>
        </p:spPr>
      </p:pic>
      <p:sp>
        <p:nvSpPr>
          <p:cNvPr id="6" name="Title 1">
            <a:extLst>
              <a:ext uri="{FF2B5EF4-FFF2-40B4-BE49-F238E27FC236}">
                <a16:creationId xmlns:a16="http://schemas.microsoft.com/office/drawing/2014/main" id="{4C205F43-6620-7AD8-0598-14977E024D25}"/>
              </a:ext>
            </a:extLst>
          </p:cNvPr>
          <p:cNvSpPr txBox="1">
            <a:spLocks/>
          </p:cNvSpPr>
          <p:nvPr/>
        </p:nvSpPr>
        <p:spPr>
          <a:xfrm>
            <a:off x="230673" y="182378"/>
            <a:ext cx="11008413" cy="413045"/>
          </a:xfrm>
          <a:prstGeom prst="rect">
            <a:avLst/>
          </a:prstGeom>
        </p:spPr>
        <p:txBody>
          <a:bodyPr vert="horz" lIns="0" tIns="0" rIns="0" bIns="0" rtlCol="0" anchor="ctr" anchorCtr="0">
            <a:noAutofit/>
          </a:bodyPr>
          <a:lstStyle>
            <a:lvl1pPr marL="0" marR="0" indent="0" algn="l" defTabSz="914400" rtl="0" eaLnBrk="1" fontAlgn="auto" latinLnBrk="0" hangingPunct="1">
              <a:lnSpc>
                <a:spcPct val="80000"/>
              </a:lnSpc>
              <a:spcBef>
                <a:spcPct val="0"/>
              </a:spcBef>
              <a:spcAft>
                <a:spcPts val="0"/>
              </a:spcAft>
              <a:buClrTx/>
              <a:buSzTx/>
              <a:buFontTx/>
              <a:buNone/>
              <a:tabLst/>
              <a:defRPr kumimoji="0" lang="en-US" sz="8000" b="1" i="0" u="none" strike="noStrike" kern="1200" cap="none" spc="0" normalizeH="0" baseline="0" noProof="0">
                <a:ln>
                  <a:noFill/>
                </a:ln>
                <a:solidFill>
                  <a:schemeClr val="tx1"/>
                </a:solidFill>
                <a:effectLst/>
                <a:uLnTx/>
                <a:uFillTx/>
                <a:latin typeface="+mj-lt"/>
                <a:ea typeface="+mj-ea"/>
                <a:cs typeface="+mj-cs"/>
              </a:defRPr>
            </a:lvl1pPr>
          </a:lstStyle>
          <a:p>
            <a:pPr>
              <a:lnSpc>
                <a:spcPct val="90000"/>
              </a:lnSpc>
            </a:pPr>
            <a:r>
              <a:rPr lang="en-GB" sz="2800" b="0">
                <a:solidFill>
                  <a:schemeClr val="bg1"/>
                </a:solidFill>
              </a:rPr>
              <a:t>CIT</a:t>
            </a:r>
          </a:p>
        </p:txBody>
      </p:sp>
      <p:sp>
        <p:nvSpPr>
          <p:cNvPr id="8" name="TextBox 7">
            <a:extLst>
              <a:ext uri="{FF2B5EF4-FFF2-40B4-BE49-F238E27FC236}">
                <a16:creationId xmlns:a16="http://schemas.microsoft.com/office/drawing/2014/main" id="{4A90CE42-92BD-624E-E7F3-EBB7D2D381E7}"/>
              </a:ext>
            </a:extLst>
          </p:cNvPr>
          <p:cNvSpPr txBox="1"/>
          <p:nvPr/>
        </p:nvSpPr>
        <p:spPr>
          <a:xfrm>
            <a:off x="5334000" y="204036"/>
            <a:ext cx="2185416" cy="309958"/>
          </a:xfrm>
          <a:prstGeom prst="rect">
            <a:avLst/>
          </a:prstGeom>
          <a:noFill/>
        </p:spPr>
        <p:txBody>
          <a:bodyPr vert="horz" wrap="square" lIns="90000" tIns="46800" rIns="90000" bIns="46800" rtlCol="0" anchor="ctr">
            <a:spAutoFit/>
          </a:bodyPr>
          <a:lstStyle/>
          <a:p>
            <a:pPr algn="ctr">
              <a:spcBef>
                <a:spcPct val="0"/>
              </a:spcBef>
            </a:pPr>
            <a:r>
              <a:rPr lang="en-US" sz="1400" b="1">
                <a:solidFill>
                  <a:schemeClr val="accent1"/>
                </a:solidFill>
              </a:rPr>
              <a:t>CRM Integration</a:t>
            </a:r>
            <a:endParaRPr lang="en-GB" sz="1400" b="1" err="1">
              <a:solidFill>
                <a:schemeClr val="accent1"/>
              </a:solidFill>
            </a:endParaRPr>
          </a:p>
        </p:txBody>
      </p:sp>
      <p:pic>
        <p:nvPicPr>
          <p:cNvPr id="12" name="Picture 11">
            <a:extLst>
              <a:ext uri="{FF2B5EF4-FFF2-40B4-BE49-F238E27FC236}">
                <a16:creationId xmlns:a16="http://schemas.microsoft.com/office/drawing/2014/main" id="{85652432-0403-AD06-CF67-318E5CAFEEFC}"/>
              </a:ext>
            </a:extLst>
          </p:cNvPr>
          <p:cNvPicPr>
            <a:picLocks noChangeAspect="1"/>
          </p:cNvPicPr>
          <p:nvPr/>
        </p:nvPicPr>
        <p:blipFill>
          <a:blip r:embed="rId3"/>
          <a:stretch>
            <a:fillRect/>
          </a:stretch>
        </p:blipFill>
        <p:spPr>
          <a:xfrm>
            <a:off x="2534961" y="2408694"/>
            <a:ext cx="7404567" cy="1668250"/>
          </a:xfrm>
          <a:prstGeom prst="rect">
            <a:avLst/>
          </a:prstGeom>
        </p:spPr>
      </p:pic>
      <p:sp>
        <p:nvSpPr>
          <p:cNvPr id="13" name="TextBox 12">
            <a:extLst>
              <a:ext uri="{FF2B5EF4-FFF2-40B4-BE49-F238E27FC236}">
                <a16:creationId xmlns:a16="http://schemas.microsoft.com/office/drawing/2014/main" id="{E1C46DF4-1792-2A9D-DC25-5F36A6172FEA}"/>
              </a:ext>
            </a:extLst>
          </p:cNvPr>
          <p:cNvSpPr txBox="1"/>
          <p:nvPr/>
        </p:nvSpPr>
        <p:spPr>
          <a:xfrm>
            <a:off x="3346704" y="2563673"/>
            <a:ext cx="2185416" cy="309958"/>
          </a:xfrm>
          <a:prstGeom prst="rect">
            <a:avLst/>
          </a:prstGeom>
          <a:noFill/>
        </p:spPr>
        <p:txBody>
          <a:bodyPr vert="horz" wrap="square" lIns="90000" tIns="46800" rIns="90000" bIns="46800" rtlCol="0" anchor="ctr">
            <a:spAutoFit/>
          </a:bodyPr>
          <a:lstStyle/>
          <a:p>
            <a:pPr algn="ctr">
              <a:spcBef>
                <a:spcPct val="0"/>
              </a:spcBef>
            </a:pPr>
            <a:r>
              <a:rPr lang="en-US" sz="1400" b="1">
                <a:solidFill>
                  <a:schemeClr val="accent1"/>
                </a:solidFill>
              </a:rPr>
              <a:t>MDM Integration</a:t>
            </a:r>
            <a:endParaRPr lang="en-GB" sz="1400" b="1" err="1">
              <a:solidFill>
                <a:schemeClr val="accent1"/>
              </a:solidFill>
            </a:endParaRPr>
          </a:p>
        </p:txBody>
      </p:sp>
      <p:pic>
        <p:nvPicPr>
          <p:cNvPr id="15" name="Picture 14">
            <a:extLst>
              <a:ext uri="{FF2B5EF4-FFF2-40B4-BE49-F238E27FC236}">
                <a16:creationId xmlns:a16="http://schemas.microsoft.com/office/drawing/2014/main" id="{C66E63F8-D4EC-09D0-7546-59F737D44F1F}"/>
              </a:ext>
            </a:extLst>
          </p:cNvPr>
          <p:cNvPicPr>
            <a:picLocks noChangeAspect="1"/>
          </p:cNvPicPr>
          <p:nvPr/>
        </p:nvPicPr>
        <p:blipFill>
          <a:blip r:embed="rId4"/>
          <a:stretch>
            <a:fillRect/>
          </a:stretch>
        </p:blipFill>
        <p:spPr>
          <a:xfrm>
            <a:off x="2534961" y="4231922"/>
            <a:ext cx="5810463" cy="2370057"/>
          </a:xfrm>
          <a:prstGeom prst="rect">
            <a:avLst/>
          </a:prstGeom>
        </p:spPr>
      </p:pic>
      <p:sp>
        <p:nvSpPr>
          <p:cNvPr id="16" name="TextBox 15">
            <a:extLst>
              <a:ext uri="{FF2B5EF4-FFF2-40B4-BE49-F238E27FC236}">
                <a16:creationId xmlns:a16="http://schemas.microsoft.com/office/drawing/2014/main" id="{A46B5D06-1A79-1D1F-0EDA-11FEEA970F08}"/>
              </a:ext>
            </a:extLst>
          </p:cNvPr>
          <p:cNvSpPr txBox="1"/>
          <p:nvPr/>
        </p:nvSpPr>
        <p:spPr>
          <a:xfrm>
            <a:off x="6160008" y="4444481"/>
            <a:ext cx="2185416" cy="309958"/>
          </a:xfrm>
          <a:prstGeom prst="rect">
            <a:avLst/>
          </a:prstGeom>
          <a:noFill/>
        </p:spPr>
        <p:txBody>
          <a:bodyPr vert="horz" wrap="square" lIns="90000" tIns="46800" rIns="90000" bIns="46800" rtlCol="0" anchor="ctr">
            <a:spAutoFit/>
          </a:bodyPr>
          <a:lstStyle/>
          <a:p>
            <a:pPr algn="ctr">
              <a:spcBef>
                <a:spcPct val="0"/>
              </a:spcBef>
            </a:pPr>
            <a:r>
              <a:rPr lang="en-US" sz="1400" b="1">
                <a:solidFill>
                  <a:schemeClr val="accent1"/>
                </a:solidFill>
              </a:rPr>
              <a:t>Agresso</a:t>
            </a:r>
            <a:endParaRPr lang="en-GB" sz="1400" b="1" err="1">
              <a:solidFill>
                <a:schemeClr val="accent1"/>
              </a:solidFill>
            </a:endParaRPr>
          </a:p>
        </p:txBody>
      </p:sp>
    </p:spTree>
    <p:extLst>
      <p:ext uri="{BB962C8B-B14F-4D97-AF65-F5344CB8AC3E}">
        <p14:creationId xmlns:p14="http://schemas.microsoft.com/office/powerpoint/2010/main" val="33638436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BF2CD-173A-061F-9BEC-492008A213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0EFAE7-9AE4-FCAE-F0D8-7147B0762C72}"/>
              </a:ext>
            </a:extLst>
          </p:cNvPr>
          <p:cNvSpPr>
            <a:spLocks noGrp="1"/>
          </p:cNvSpPr>
          <p:nvPr>
            <p:ph type="title"/>
          </p:nvPr>
        </p:nvSpPr>
        <p:spPr>
          <a:xfrm>
            <a:off x="486705" y="410978"/>
            <a:ext cx="11008413" cy="413045"/>
          </a:xfrm>
        </p:spPr>
        <p:txBody>
          <a:bodyPr/>
          <a:lstStyle/>
          <a:p>
            <a:r>
              <a:rPr lang="en-US"/>
              <a:t>Team capability - Empowering Excellence through continuous learning and upskilling</a:t>
            </a:r>
            <a:endParaRPr lang="en-GB"/>
          </a:p>
        </p:txBody>
      </p:sp>
      <p:graphicFrame>
        <p:nvGraphicFramePr>
          <p:cNvPr id="7" name="Diagram 6">
            <a:extLst>
              <a:ext uri="{FF2B5EF4-FFF2-40B4-BE49-F238E27FC236}">
                <a16:creationId xmlns:a16="http://schemas.microsoft.com/office/drawing/2014/main" id="{6DB8DE57-F049-A865-4F78-4A1729795E40}"/>
              </a:ext>
            </a:extLst>
          </p:cNvPr>
          <p:cNvGraphicFramePr/>
          <p:nvPr>
            <p:extLst>
              <p:ext uri="{D42A27DB-BD31-4B8C-83A1-F6EECF244321}">
                <p14:modId xmlns:p14="http://schemas.microsoft.com/office/powerpoint/2010/main" val="2628444036"/>
              </p:ext>
            </p:extLst>
          </p:nvPr>
        </p:nvGraphicFramePr>
        <p:xfrm>
          <a:off x="1830391" y="978408"/>
          <a:ext cx="7808976" cy="57972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69512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783C0D7-6285-AAD9-E151-70DABA013CD7}"/>
              </a:ext>
            </a:extLst>
          </p:cNvPr>
          <p:cNvSpPr>
            <a:spLocks noGrp="1"/>
          </p:cNvSpPr>
          <p:nvPr>
            <p:ph type="ctrTitle"/>
          </p:nvPr>
        </p:nvSpPr>
        <p:spPr/>
        <p:txBody>
          <a:bodyPr/>
          <a:lstStyle/>
          <a:p>
            <a:r>
              <a:rPr lang="en-GB"/>
              <a:t>Performance simplified tool</a:t>
            </a:r>
          </a:p>
        </p:txBody>
      </p:sp>
      <p:sp>
        <p:nvSpPr>
          <p:cNvPr id="2" name="Text Placeholder 1">
            <a:extLst>
              <a:ext uri="{FF2B5EF4-FFF2-40B4-BE49-F238E27FC236}">
                <a16:creationId xmlns:a16="http://schemas.microsoft.com/office/drawing/2014/main" id="{BD9BF80F-A2C7-3D9F-68C7-50E0EC26CE62}"/>
              </a:ext>
            </a:extLst>
          </p:cNvPr>
          <p:cNvSpPr>
            <a:spLocks noGrp="1"/>
          </p:cNvSpPr>
          <p:nvPr>
            <p:ph type="body" sz="quarter" idx="10"/>
          </p:nvPr>
        </p:nvSpPr>
        <p:spPr/>
        <p:txBody>
          <a:bodyPr/>
          <a:lstStyle/>
          <a:p>
            <a:r>
              <a:rPr lang="en-US"/>
              <a:t>02</a:t>
            </a:r>
          </a:p>
        </p:txBody>
      </p:sp>
    </p:spTree>
    <p:extLst>
      <p:ext uri="{BB962C8B-B14F-4D97-AF65-F5344CB8AC3E}">
        <p14:creationId xmlns:p14="http://schemas.microsoft.com/office/powerpoint/2010/main" val="3502000949"/>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538700-A564-4B36-A067-552769DCE933}"/>
              </a:ext>
            </a:extLst>
          </p:cNvPr>
          <p:cNvSpPr>
            <a:spLocks noGrp="1"/>
          </p:cNvSpPr>
          <p:nvPr>
            <p:ph type="title"/>
          </p:nvPr>
        </p:nvSpPr>
        <p:spPr>
          <a:xfrm>
            <a:off x="63797" y="47166"/>
            <a:ext cx="10947772" cy="716711"/>
          </a:xfrm>
        </p:spPr>
        <p:txBody>
          <a:bodyPr/>
          <a:lstStyle/>
          <a:p>
            <a:pPr marL="0" marR="0" lvl="0" indent="0" defTabSz="1218987" rtl="0" eaLnBrk="1" fontAlgn="auto" latinLnBrk="0" hangingPunct="1">
              <a:lnSpc>
                <a:spcPct val="100000"/>
              </a:lnSpc>
              <a:spcBef>
                <a:spcPts val="0"/>
              </a:spcBef>
              <a:spcAft>
                <a:spcPts val="0"/>
              </a:spcAft>
              <a:buClrTx/>
              <a:buSzTx/>
              <a:buFontTx/>
              <a:buNone/>
              <a:tabLst/>
              <a:defRPr/>
            </a:pPr>
            <a:r>
              <a:rPr kumimoji="0" lang="en-IN" sz="2800" i="0" u="none" strike="noStrike" kern="1200" cap="none" spc="0" normalizeH="0" baseline="0" noProof="0">
                <a:ln>
                  <a:noFill/>
                </a:ln>
                <a:solidFill>
                  <a:schemeClr val="tx1"/>
                </a:solidFill>
                <a:effectLst/>
                <a:uLnTx/>
                <a:uFillTx/>
                <a:ea typeface="+mn-ea"/>
                <a:cs typeface="+mn-cs"/>
              </a:rPr>
              <a:t>Performance Simplified </a:t>
            </a:r>
          </a:p>
        </p:txBody>
      </p:sp>
      <p:grpSp>
        <p:nvGrpSpPr>
          <p:cNvPr id="78" name="Group 77">
            <a:extLst>
              <a:ext uri="{FF2B5EF4-FFF2-40B4-BE49-F238E27FC236}">
                <a16:creationId xmlns:a16="http://schemas.microsoft.com/office/drawing/2014/main" id="{EE380587-958A-7531-7268-24F16B6E0287}"/>
              </a:ext>
            </a:extLst>
          </p:cNvPr>
          <p:cNvGrpSpPr/>
          <p:nvPr/>
        </p:nvGrpSpPr>
        <p:grpSpPr>
          <a:xfrm>
            <a:off x="5601140" y="799797"/>
            <a:ext cx="6237400" cy="5693334"/>
            <a:chOff x="6114265" y="750215"/>
            <a:chExt cx="6237400" cy="5580798"/>
          </a:xfrm>
        </p:grpSpPr>
        <p:grpSp>
          <p:nvGrpSpPr>
            <p:cNvPr id="77" name="Group 76">
              <a:extLst>
                <a:ext uri="{FF2B5EF4-FFF2-40B4-BE49-F238E27FC236}">
                  <a16:creationId xmlns:a16="http://schemas.microsoft.com/office/drawing/2014/main" id="{F0C2EB3C-6BFA-559D-8CE3-1032CD5A32FE}"/>
                </a:ext>
              </a:extLst>
            </p:cNvPr>
            <p:cNvGrpSpPr/>
            <p:nvPr/>
          </p:nvGrpSpPr>
          <p:grpSpPr>
            <a:xfrm>
              <a:off x="6571389" y="1836969"/>
              <a:ext cx="5487668" cy="4494044"/>
              <a:chOff x="6607444" y="1282470"/>
              <a:chExt cx="5487668" cy="4494044"/>
            </a:xfrm>
          </p:grpSpPr>
          <p:sp>
            <p:nvSpPr>
              <p:cNvPr id="73" name="Rectangle 72">
                <a:extLst>
                  <a:ext uri="{FF2B5EF4-FFF2-40B4-BE49-F238E27FC236}">
                    <a16:creationId xmlns:a16="http://schemas.microsoft.com/office/drawing/2014/main" id="{8B529B4B-C774-E441-DFBD-11E367D7DAE8}"/>
                  </a:ext>
                </a:extLst>
              </p:cNvPr>
              <p:cNvSpPr/>
              <p:nvPr/>
            </p:nvSpPr>
            <p:spPr>
              <a:xfrm>
                <a:off x="6630174" y="2048861"/>
                <a:ext cx="5464938" cy="3727653"/>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grpSp>
            <p:nvGrpSpPr>
              <p:cNvPr id="53" name="Group 52">
                <a:extLst>
                  <a:ext uri="{FF2B5EF4-FFF2-40B4-BE49-F238E27FC236}">
                    <a16:creationId xmlns:a16="http://schemas.microsoft.com/office/drawing/2014/main" id="{9325F4FF-DFDD-5A51-6168-D3C2491F6407}"/>
                  </a:ext>
                </a:extLst>
              </p:cNvPr>
              <p:cNvGrpSpPr/>
              <p:nvPr/>
            </p:nvGrpSpPr>
            <p:grpSpPr>
              <a:xfrm>
                <a:off x="6607444" y="2324706"/>
                <a:ext cx="2916726" cy="1736726"/>
                <a:chOff x="1484871" y="1981816"/>
                <a:chExt cx="2916726" cy="1736726"/>
              </a:xfrm>
            </p:grpSpPr>
            <p:grpSp>
              <p:nvGrpSpPr>
                <p:cNvPr id="44" name="Group 43">
                  <a:extLst>
                    <a:ext uri="{FF2B5EF4-FFF2-40B4-BE49-F238E27FC236}">
                      <a16:creationId xmlns:a16="http://schemas.microsoft.com/office/drawing/2014/main" id="{00BA1B3D-84FD-3BC0-F108-0A293F7FC856}"/>
                    </a:ext>
                  </a:extLst>
                </p:cNvPr>
                <p:cNvGrpSpPr/>
                <p:nvPr/>
              </p:nvGrpSpPr>
              <p:grpSpPr>
                <a:xfrm>
                  <a:off x="1507602" y="1981816"/>
                  <a:ext cx="2476500" cy="513449"/>
                  <a:chOff x="385369" y="1984325"/>
                  <a:chExt cx="2721050" cy="824400"/>
                </a:xfrm>
              </p:grpSpPr>
              <p:sp>
                <p:nvSpPr>
                  <p:cNvPr id="49" name="Freeform 31">
                    <a:extLst>
                      <a:ext uri="{FF2B5EF4-FFF2-40B4-BE49-F238E27FC236}">
                        <a16:creationId xmlns:a16="http://schemas.microsoft.com/office/drawing/2014/main" id="{3F5482D1-E493-864F-37E3-4394F60F9EA9}"/>
                      </a:ext>
                    </a:extLst>
                  </p:cNvPr>
                  <p:cNvSpPr>
                    <a:spLocks/>
                  </p:cNvSpPr>
                  <p:nvPr/>
                </p:nvSpPr>
                <p:spPr bwMode="auto">
                  <a:xfrm>
                    <a:off x="534802" y="1984325"/>
                    <a:ext cx="2422185" cy="824400"/>
                  </a:xfrm>
                  <a:prstGeom prst="roundRect">
                    <a:avLst/>
                  </a:prstGeom>
                  <a:solidFill>
                    <a:srgbClr val="0070AD"/>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pt-PT">
                      <a:latin typeface="Calibri" panose="020F0502020204030204" pitchFamily="34" charset="0"/>
                      <a:cs typeface="Calibri" panose="020F0502020204030204" pitchFamily="34" charset="0"/>
                    </a:endParaRPr>
                  </a:p>
                </p:txBody>
              </p:sp>
              <p:sp>
                <p:nvSpPr>
                  <p:cNvPr id="51" name="TextBox 50">
                    <a:extLst>
                      <a:ext uri="{FF2B5EF4-FFF2-40B4-BE49-F238E27FC236}">
                        <a16:creationId xmlns:a16="http://schemas.microsoft.com/office/drawing/2014/main" id="{571FEBCB-E1C7-8C12-624D-CCDB106E18D9}"/>
                      </a:ext>
                    </a:extLst>
                  </p:cNvPr>
                  <p:cNvSpPr txBox="1"/>
                  <p:nvPr/>
                </p:nvSpPr>
                <p:spPr>
                  <a:xfrm>
                    <a:off x="385369" y="2139352"/>
                    <a:ext cx="2721050" cy="514345"/>
                  </a:xfrm>
                  <a:prstGeom prst="rect">
                    <a:avLst/>
                  </a:prstGeom>
                  <a:noFill/>
                </p:spPr>
                <p:txBody>
                  <a:bodyPr wrap="square" lIns="103882" tIns="51942" rIns="103882" bIns="51942" rtlCol="0">
                    <a:spAutoFit/>
                  </a:bodyPr>
                  <a:lstStyle/>
                  <a:p>
                    <a:pPr algn="ctr" defTabSz="957648"/>
                    <a:r>
                      <a:rPr lang="en-US" sz="1400" b="1">
                        <a:solidFill>
                          <a:prstClr val="white"/>
                        </a:solidFill>
                        <a:latin typeface="Calibri" panose="020F0502020204030204" pitchFamily="34" charset="0"/>
                        <a:cs typeface="Calibri" panose="020F0502020204030204" pitchFamily="34" charset="0"/>
                      </a:rPr>
                      <a:t>Execution Platform</a:t>
                    </a:r>
                  </a:p>
                </p:txBody>
              </p:sp>
            </p:grpSp>
            <p:sp>
              <p:nvSpPr>
                <p:cNvPr id="52" name="TextBox 51">
                  <a:extLst>
                    <a:ext uri="{FF2B5EF4-FFF2-40B4-BE49-F238E27FC236}">
                      <a16:creationId xmlns:a16="http://schemas.microsoft.com/office/drawing/2014/main" id="{9587E0CC-EA52-60EC-FD76-45426A41FD69}"/>
                    </a:ext>
                  </a:extLst>
                </p:cNvPr>
                <p:cNvSpPr txBox="1"/>
                <p:nvPr/>
              </p:nvSpPr>
              <p:spPr>
                <a:xfrm>
                  <a:off x="1484871" y="2519312"/>
                  <a:ext cx="2916726" cy="1199230"/>
                </a:xfrm>
                <a:prstGeom prst="rect">
                  <a:avLst/>
                </a:prstGeom>
                <a:noFill/>
              </p:spPr>
              <p:txBody>
                <a:bodyPr wrap="square" rtlCol="0">
                  <a:spAutoFit/>
                </a:bodyPr>
                <a:lstStyle/>
                <a:p>
                  <a:pPr algn="ctr"/>
                  <a:r>
                    <a:rPr lang="en-IN" sz="1050" b="1"/>
                    <a:t>Web Based Execution Platform</a:t>
                  </a:r>
                </a:p>
                <a:p>
                  <a:pPr algn="ctr"/>
                  <a:r>
                    <a:rPr lang="en-IN" sz="1050" b="1"/>
                    <a:t>Upload Script </a:t>
                  </a:r>
                  <a:r>
                    <a:rPr lang="en-IN" sz="1050"/>
                    <a:t>– manually or via GIT</a:t>
                  </a:r>
                </a:p>
                <a:p>
                  <a:pPr algn="ctr"/>
                  <a:r>
                    <a:rPr lang="en-IN" sz="1050" b="1"/>
                    <a:t>LG Setup </a:t>
                  </a:r>
                  <a:r>
                    <a:rPr lang="en-IN" sz="1050"/>
                    <a:t>– </a:t>
                  </a:r>
                </a:p>
                <a:p>
                  <a:pPr algn="ctr"/>
                  <a:r>
                    <a:rPr lang="en-IN" sz="1050"/>
                    <a:t>On Premise &amp; Cloud (On Demand)</a:t>
                  </a:r>
                </a:p>
                <a:p>
                  <a:pPr algn="ctr"/>
                  <a:r>
                    <a:rPr lang="en-IN" sz="1050" b="1"/>
                    <a:t>Test Executions – </a:t>
                  </a:r>
                  <a:r>
                    <a:rPr lang="en-IN" sz="1050"/>
                    <a:t>Different Scenario Types</a:t>
                  </a:r>
                </a:p>
                <a:p>
                  <a:pPr algn="ctr"/>
                  <a:r>
                    <a:rPr lang="en-IN" sz="1050" b="1"/>
                    <a:t>Realtime Test Monitoring</a:t>
                  </a:r>
                </a:p>
                <a:p>
                  <a:pPr algn="ctr"/>
                  <a:r>
                    <a:rPr lang="en-IN" sz="1050" b="1"/>
                    <a:t>Save Results &amp; Scenarios</a:t>
                  </a:r>
                </a:p>
              </p:txBody>
            </p:sp>
          </p:grpSp>
          <p:grpSp>
            <p:nvGrpSpPr>
              <p:cNvPr id="54" name="Group 53">
                <a:extLst>
                  <a:ext uri="{FF2B5EF4-FFF2-40B4-BE49-F238E27FC236}">
                    <a16:creationId xmlns:a16="http://schemas.microsoft.com/office/drawing/2014/main" id="{828413EC-521A-A442-9219-3059B5E8D32A}"/>
                  </a:ext>
                </a:extLst>
              </p:cNvPr>
              <p:cNvGrpSpPr/>
              <p:nvPr/>
            </p:nvGrpSpPr>
            <p:grpSpPr>
              <a:xfrm>
                <a:off x="6755379" y="4277146"/>
                <a:ext cx="2476501" cy="1245981"/>
                <a:chOff x="4341825" y="3899081"/>
                <a:chExt cx="2476501" cy="1245981"/>
              </a:xfrm>
            </p:grpSpPr>
            <p:grpSp>
              <p:nvGrpSpPr>
                <p:cNvPr id="55" name="Group 54">
                  <a:extLst>
                    <a:ext uri="{FF2B5EF4-FFF2-40B4-BE49-F238E27FC236}">
                      <a16:creationId xmlns:a16="http://schemas.microsoft.com/office/drawing/2014/main" id="{FE0F5C56-46C2-DD1C-7FE9-3A2BFDB05C17}"/>
                    </a:ext>
                  </a:extLst>
                </p:cNvPr>
                <p:cNvGrpSpPr/>
                <p:nvPr/>
              </p:nvGrpSpPr>
              <p:grpSpPr>
                <a:xfrm>
                  <a:off x="4442636" y="3899081"/>
                  <a:ext cx="2094630" cy="513448"/>
                  <a:chOff x="4331387" y="5000682"/>
                  <a:chExt cx="2301471" cy="824399"/>
                </a:xfrm>
              </p:grpSpPr>
              <p:sp>
                <p:nvSpPr>
                  <p:cNvPr id="57" name="Freeform 31">
                    <a:extLst>
                      <a:ext uri="{FF2B5EF4-FFF2-40B4-BE49-F238E27FC236}">
                        <a16:creationId xmlns:a16="http://schemas.microsoft.com/office/drawing/2014/main" id="{24DFBA19-731C-5B6E-CD81-B8843798E04A}"/>
                      </a:ext>
                    </a:extLst>
                  </p:cNvPr>
                  <p:cNvSpPr>
                    <a:spLocks/>
                  </p:cNvSpPr>
                  <p:nvPr/>
                </p:nvSpPr>
                <p:spPr bwMode="auto">
                  <a:xfrm>
                    <a:off x="4331387" y="5000682"/>
                    <a:ext cx="2301471" cy="824399"/>
                  </a:xfrm>
                  <a:prstGeom prst="roundRect">
                    <a:avLst/>
                  </a:prstGeom>
                  <a:solidFill>
                    <a:schemeClr val="accent6"/>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pt-PT">
                      <a:latin typeface="Calibri" panose="020F0502020204030204" pitchFamily="34" charset="0"/>
                      <a:cs typeface="Calibri" panose="020F0502020204030204" pitchFamily="34" charset="0"/>
                    </a:endParaRPr>
                  </a:p>
                </p:txBody>
              </p:sp>
              <p:sp>
                <p:nvSpPr>
                  <p:cNvPr id="58" name="TextBox 57">
                    <a:extLst>
                      <a:ext uri="{FF2B5EF4-FFF2-40B4-BE49-F238E27FC236}">
                        <a16:creationId xmlns:a16="http://schemas.microsoft.com/office/drawing/2014/main" id="{731FFC24-A2AD-AD04-A0C3-130952C6BC78}"/>
                      </a:ext>
                    </a:extLst>
                  </p:cNvPr>
                  <p:cNvSpPr txBox="1"/>
                  <p:nvPr/>
                </p:nvSpPr>
                <p:spPr>
                  <a:xfrm>
                    <a:off x="4550977" y="5155706"/>
                    <a:ext cx="1944001" cy="514344"/>
                  </a:xfrm>
                  <a:prstGeom prst="rect">
                    <a:avLst/>
                  </a:prstGeom>
                  <a:noFill/>
                </p:spPr>
                <p:txBody>
                  <a:bodyPr wrap="square" lIns="103882" tIns="51942" rIns="103882" bIns="51942" rtlCol="0">
                    <a:spAutoFit/>
                  </a:bodyPr>
                  <a:lstStyle/>
                  <a:p>
                    <a:pPr algn="ctr" defTabSz="957648"/>
                    <a:r>
                      <a:rPr lang="en-US" sz="1400" b="1">
                        <a:solidFill>
                          <a:prstClr val="white"/>
                        </a:solidFill>
                        <a:latin typeface="Calibri" panose="020F0502020204030204" pitchFamily="34" charset="0"/>
                        <a:cs typeface="Calibri" panose="020F0502020204030204" pitchFamily="34" charset="0"/>
                      </a:rPr>
                      <a:t>Script Design</a:t>
                    </a:r>
                  </a:p>
                </p:txBody>
              </p:sp>
            </p:grpSp>
            <p:sp>
              <p:nvSpPr>
                <p:cNvPr id="56" name="TextBox 55">
                  <a:extLst>
                    <a:ext uri="{FF2B5EF4-FFF2-40B4-BE49-F238E27FC236}">
                      <a16:creationId xmlns:a16="http://schemas.microsoft.com/office/drawing/2014/main" id="{209F5BCF-ABF4-66E0-8A01-BC20C7BFC759}"/>
                    </a:ext>
                  </a:extLst>
                </p:cNvPr>
                <p:cNvSpPr txBox="1"/>
                <p:nvPr/>
              </p:nvSpPr>
              <p:spPr>
                <a:xfrm>
                  <a:off x="4341825" y="4420999"/>
                  <a:ext cx="2476501" cy="724063"/>
                </a:xfrm>
                <a:prstGeom prst="rect">
                  <a:avLst/>
                </a:prstGeom>
                <a:noFill/>
              </p:spPr>
              <p:txBody>
                <a:bodyPr wrap="square" rtlCol="0">
                  <a:spAutoFit/>
                </a:bodyPr>
                <a:lstStyle/>
                <a:p>
                  <a:pPr algn="ctr"/>
                  <a:r>
                    <a:rPr lang="en-IN" sz="1050" b="1"/>
                    <a:t>Generate JMeter Scripts effortlessly</a:t>
                  </a:r>
                  <a:r>
                    <a:rPr lang="en-IN" sz="1050"/>
                    <a:t>. No requirement for port opening or additional configuration adjustments.</a:t>
                  </a:r>
                </a:p>
              </p:txBody>
            </p:sp>
          </p:grpSp>
          <p:grpSp>
            <p:nvGrpSpPr>
              <p:cNvPr id="68" name="Group 67">
                <a:extLst>
                  <a:ext uri="{FF2B5EF4-FFF2-40B4-BE49-F238E27FC236}">
                    <a16:creationId xmlns:a16="http://schemas.microsoft.com/office/drawing/2014/main" id="{A387902E-2992-0383-55F8-BE2FE6725044}"/>
                  </a:ext>
                </a:extLst>
              </p:cNvPr>
              <p:cNvGrpSpPr/>
              <p:nvPr/>
            </p:nvGrpSpPr>
            <p:grpSpPr>
              <a:xfrm>
                <a:off x="9501243" y="2333475"/>
                <a:ext cx="2364576" cy="1577072"/>
                <a:chOff x="9629763" y="657502"/>
                <a:chExt cx="2364576" cy="1577072"/>
              </a:xfrm>
            </p:grpSpPr>
            <p:grpSp>
              <p:nvGrpSpPr>
                <p:cNvPr id="64" name="Group 63">
                  <a:extLst>
                    <a:ext uri="{FF2B5EF4-FFF2-40B4-BE49-F238E27FC236}">
                      <a16:creationId xmlns:a16="http://schemas.microsoft.com/office/drawing/2014/main" id="{AA7BC9B4-72A3-72E2-1E0A-DDC2AE938792}"/>
                    </a:ext>
                  </a:extLst>
                </p:cNvPr>
                <p:cNvGrpSpPr/>
                <p:nvPr/>
              </p:nvGrpSpPr>
              <p:grpSpPr>
                <a:xfrm>
                  <a:off x="9932312" y="657502"/>
                  <a:ext cx="1759463" cy="623694"/>
                  <a:chOff x="9517230" y="-142012"/>
                  <a:chExt cx="1933208" cy="1001411"/>
                </a:xfrm>
              </p:grpSpPr>
              <p:sp>
                <p:nvSpPr>
                  <p:cNvPr id="65" name="Freeform 20">
                    <a:extLst>
                      <a:ext uri="{FF2B5EF4-FFF2-40B4-BE49-F238E27FC236}">
                        <a16:creationId xmlns:a16="http://schemas.microsoft.com/office/drawing/2014/main" id="{B7DBE789-7CFE-C5BF-C03F-FA0075D49755}"/>
                      </a:ext>
                    </a:extLst>
                  </p:cNvPr>
                  <p:cNvSpPr>
                    <a:spLocks/>
                  </p:cNvSpPr>
                  <p:nvPr/>
                </p:nvSpPr>
                <p:spPr bwMode="auto">
                  <a:xfrm>
                    <a:off x="9517230" y="-142012"/>
                    <a:ext cx="1933200" cy="824400"/>
                  </a:xfrm>
                  <a:prstGeom prst="roundRect">
                    <a:avLst/>
                  </a:prstGeom>
                  <a:solidFill>
                    <a:schemeClr val="accent3">
                      <a:lumMod val="50000"/>
                      <a:lumOff val="50000"/>
                    </a:scheme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pt-PT">
                      <a:latin typeface="Calibri" panose="020F0502020204030204" pitchFamily="34" charset="0"/>
                      <a:cs typeface="Calibri" panose="020F0502020204030204" pitchFamily="34" charset="0"/>
                    </a:endParaRPr>
                  </a:p>
                </p:txBody>
              </p:sp>
              <p:sp>
                <p:nvSpPr>
                  <p:cNvPr id="66" name="TextBox 65">
                    <a:extLst>
                      <a:ext uri="{FF2B5EF4-FFF2-40B4-BE49-F238E27FC236}">
                        <a16:creationId xmlns:a16="http://schemas.microsoft.com/office/drawing/2014/main" id="{0F246F56-7AA5-7F08-0736-356F519A02AC}"/>
                      </a:ext>
                    </a:extLst>
                  </p:cNvPr>
                  <p:cNvSpPr txBox="1"/>
                  <p:nvPr/>
                </p:nvSpPr>
                <p:spPr>
                  <a:xfrm>
                    <a:off x="9542437" y="16139"/>
                    <a:ext cx="1908001" cy="843260"/>
                  </a:xfrm>
                  <a:prstGeom prst="rect">
                    <a:avLst/>
                  </a:prstGeom>
                  <a:noFill/>
                </p:spPr>
                <p:txBody>
                  <a:bodyPr wrap="square" lIns="103882" tIns="51942" rIns="103882" bIns="51942" rtlCol="0">
                    <a:spAutoFit/>
                  </a:bodyPr>
                  <a:lstStyle/>
                  <a:p>
                    <a:pPr algn="ctr" defTabSz="957648"/>
                    <a:r>
                      <a:rPr lang="en-US" sz="1400" b="1">
                        <a:solidFill>
                          <a:prstClr val="white"/>
                        </a:solidFill>
                        <a:latin typeface="Calibri" panose="020F0502020204030204" pitchFamily="34" charset="0"/>
                        <a:cs typeface="Calibri" panose="020F0502020204030204" pitchFamily="34" charset="0"/>
                      </a:rPr>
                      <a:t>Analytics</a:t>
                    </a:r>
                  </a:p>
                  <a:p>
                    <a:pPr algn="ctr" defTabSz="957648"/>
                    <a:endParaRPr lang="en-US" sz="1400" b="1">
                      <a:solidFill>
                        <a:prstClr val="white"/>
                      </a:solidFill>
                      <a:latin typeface="Calibri" panose="020F0502020204030204" pitchFamily="34" charset="0"/>
                      <a:cs typeface="Calibri" panose="020F0502020204030204" pitchFamily="34" charset="0"/>
                    </a:endParaRPr>
                  </a:p>
                </p:txBody>
              </p:sp>
            </p:grpSp>
            <p:sp>
              <p:nvSpPr>
                <p:cNvPr id="67" name="TextBox 66">
                  <a:extLst>
                    <a:ext uri="{FF2B5EF4-FFF2-40B4-BE49-F238E27FC236}">
                      <a16:creationId xmlns:a16="http://schemas.microsoft.com/office/drawing/2014/main" id="{3AA95B14-0E38-54A5-5170-83050FA9C5F9}"/>
                    </a:ext>
                  </a:extLst>
                </p:cNvPr>
                <p:cNvSpPr txBox="1"/>
                <p:nvPr/>
              </p:nvSpPr>
              <p:spPr>
                <a:xfrm>
                  <a:off x="9629763" y="1193734"/>
                  <a:ext cx="2364576" cy="1040840"/>
                </a:xfrm>
                <a:prstGeom prst="rect">
                  <a:avLst/>
                </a:prstGeom>
                <a:noFill/>
              </p:spPr>
              <p:txBody>
                <a:bodyPr wrap="square" rtlCol="0">
                  <a:spAutoFit/>
                </a:bodyPr>
                <a:lstStyle/>
                <a:p>
                  <a:pPr algn="ctr"/>
                  <a:r>
                    <a:rPr lang="en-IN" sz="1050"/>
                    <a:t>Readily available Results </a:t>
                  </a:r>
                </a:p>
                <a:p>
                  <a:pPr algn="ctr"/>
                  <a:r>
                    <a:rPr lang="en-IN" sz="1050"/>
                    <a:t>In Built </a:t>
                  </a:r>
                  <a:r>
                    <a:rPr lang="en-IN" sz="1050" b="1"/>
                    <a:t>Heap Memory </a:t>
                  </a:r>
                  <a:r>
                    <a:rPr lang="en-IN" sz="1050"/>
                    <a:t>Analysis</a:t>
                  </a:r>
                </a:p>
                <a:p>
                  <a:pPr algn="ctr"/>
                  <a:r>
                    <a:rPr lang="en-IN" sz="1050" b="1"/>
                    <a:t>Trend &amp; Comparative </a:t>
                  </a:r>
                  <a:r>
                    <a:rPr lang="en-IN" sz="1050"/>
                    <a:t>reports</a:t>
                  </a:r>
                </a:p>
                <a:p>
                  <a:pPr algn="ctr"/>
                  <a:r>
                    <a:rPr lang="en-IN" sz="1050"/>
                    <a:t>Well-designed merged graphs with result summary download functionality </a:t>
                  </a:r>
                </a:p>
              </p:txBody>
            </p:sp>
          </p:grpSp>
          <p:pic>
            <p:nvPicPr>
              <p:cNvPr id="69" name="Picture 6">
                <a:extLst>
                  <a:ext uri="{FF2B5EF4-FFF2-40B4-BE49-F238E27FC236}">
                    <a16:creationId xmlns:a16="http://schemas.microsoft.com/office/drawing/2014/main" id="{78439335-4DF4-6873-C561-F34CF503EB43}"/>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0" b="100000" l="0" r="100000"/>
                        </a14:imgEffect>
                      </a14:imgLayer>
                    </a14:imgProps>
                  </a:ext>
                  <a:ext uri="{28A0092B-C50C-407E-A947-70E740481C1C}">
                    <a14:useLocalDpi xmlns:a14="http://schemas.microsoft.com/office/drawing/2010/main" val="0"/>
                  </a:ext>
                </a:extLst>
              </a:blip>
              <a:srcRect l="3161" t="4968" r="3138"/>
              <a:stretch/>
            </p:blipFill>
            <p:spPr bwMode="auto">
              <a:xfrm>
                <a:off x="6834442" y="1282470"/>
                <a:ext cx="3479963" cy="731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0" name="TextBox 69">
                <a:extLst>
                  <a:ext uri="{FF2B5EF4-FFF2-40B4-BE49-F238E27FC236}">
                    <a16:creationId xmlns:a16="http://schemas.microsoft.com/office/drawing/2014/main" id="{285A4249-C93C-8F18-C06D-8D80EE4BFD73}"/>
                  </a:ext>
                </a:extLst>
              </p:cNvPr>
              <p:cNvSpPr txBox="1"/>
              <p:nvPr/>
            </p:nvSpPr>
            <p:spPr>
              <a:xfrm>
                <a:off x="7517007" y="1587142"/>
                <a:ext cx="2342348" cy="338554"/>
              </a:xfrm>
              <a:prstGeom prst="rect">
                <a:avLst/>
              </a:prstGeom>
              <a:noFill/>
            </p:spPr>
            <p:txBody>
              <a:bodyPr wrap="square" rtlCol="0">
                <a:spAutoFit/>
              </a:bodyPr>
              <a:lstStyle/>
              <a:p>
                <a:r>
                  <a:rPr lang="en-US" sz="1600" b="1" i="1">
                    <a:solidFill>
                      <a:srgbClr val="FFFFFF"/>
                    </a:solidFill>
                    <a:latin typeface="Ubuntu "/>
                    <a:ea typeface="Arial Unicode MS" panose="020B0604020202020204" pitchFamily="34" charset="-128"/>
                    <a:cs typeface="Arial Unicode MS" panose="020B0604020202020204" pitchFamily="34" charset="-128"/>
                  </a:rPr>
                  <a:t>Key Features</a:t>
                </a:r>
              </a:p>
            </p:txBody>
          </p:sp>
          <p:pic>
            <p:nvPicPr>
              <p:cNvPr id="71" name="Picture 8" descr="http://1.bp.blogspot.com/-9afmh7oOA7E/VZpPmmNrgFI/AAAAAAAABdc/8b4KO9YTaAo/s320/key-clipart-key.png">
                <a:extLst>
                  <a:ext uri="{FF2B5EF4-FFF2-40B4-BE49-F238E27FC236}">
                    <a16:creationId xmlns:a16="http://schemas.microsoft.com/office/drawing/2014/main" id="{97333906-6A76-AF70-C163-EBD122BA6541}"/>
                  </a:ext>
                </a:extLst>
              </p:cNvPr>
              <p:cNvPicPr>
                <a:picLocks noChangeAspect="1" noChangeArrowheads="1"/>
              </p:cNvPicPr>
              <p:nvPr/>
            </p:nvPicPr>
            <p:blipFill>
              <a:blip r:embed="rId5" cstate="print">
                <a:duotone>
                  <a:prstClr val="black"/>
                  <a:schemeClr val="bg1">
                    <a:tint val="45000"/>
                    <a:satMod val="400000"/>
                  </a:schemeClr>
                </a:duotone>
                <a:extLst>
                  <a:ext uri="{28A0092B-C50C-407E-A947-70E740481C1C}">
                    <a14:useLocalDpi xmlns:a14="http://schemas.microsoft.com/office/drawing/2010/main" val="0"/>
                  </a:ext>
                </a:extLst>
              </a:blip>
              <a:srcRect/>
              <a:stretch>
                <a:fillRect/>
              </a:stretch>
            </p:blipFill>
            <p:spPr bwMode="auto">
              <a:xfrm rot="3735054">
                <a:off x="7157929" y="1581407"/>
                <a:ext cx="602111" cy="274320"/>
              </a:xfrm>
              <a:prstGeom prst="rect">
                <a:avLst/>
              </a:prstGeom>
              <a:noFill/>
              <a:extLst>
                <a:ext uri="{909E8E84-426E-40DD-AFC4-6F175D3DCCD1}">
                  <a14:hiddenFill xmlns:a14="http://schemas.microsoft.com/office/drawing/2010/main">
                    <a:solidFill>
                      <a:srgbClr val="FFFFFF"/>
                    </a:solidFill>
                  </a14:hiddenFill>
                </a:ext>
              </a:extLst>
            </p:spPr>
          </p:pic>
        </p:grpSp>
        <p:sp>
          <p:nvSpPr>
            <p:cNvPr id="76" name="TextBox 75">
              <a:extLst>
                <a:ext uri="{FF2B5EF4-FFF2-40B4-BE49-F238E27FC236}">
                  <a16:creationId xmlns:a16="http://schemas.microsoft.com/office/drawing/2014/main" id="{EA889A7E-C266-4DA4-895D-A2D698BEFADB}"/>
                </a:ext>
              </a:extLst>
            </p:cNvPr>
            <p:cNvSpPr txBox="1"/>
            <p:nvPr/>
          </p:nvSpPr>
          <p:spPr>
            <a:xfrm>
              <a:off x="6114265" y="750215"/>
              <a:ext cx="6237400" cy="1077218"/>
            </a:xfrm>
            <a:prstGeom prst="rect">
              <a:avLst/>
            </a:prstGeom>
            <a:solidFill>
              <a:schemeClr val="bg2"/>
            </a:solidFill>
          </p:spPr>
          <p:txBody>
            <a:bodyPr wrap="square">
              <a:spAutoFit/>
            </a:bodyPr>
            <a:lstStyle/>
            <a:p>
              <a:pPr algn="ctr"/>
              <a:r>
                <a:rPr lang="en-US" sz="1600" i="1">
                  <a:solidFill>
                    <a:srgbClr val="998C85">
                      <a:lumMod val="50000"/>
                    </a:srgbClr>
                  </a:solidFill>
                </a:rPr>
                <a:t>“</a:t>
              </a:r>
              <a:r>
                <a:rPr lang="en-US" sz="1600" b="1" i="1">
                  <a:solidFill>
                    <a:srgbClr val="998C85">
                      <a:lumMod val="50000"/>
                    </a:srgbClr>
                  </a:solidFill>
                </a:rPr>
                <a:t>Performance Simplified </a:t>
              </a:r>
              <a:r>
                <a:rPr lang="en-US" sz="1600" i="1">
                  <a:solidFill>
                    <a:srgbClr val="998C85">
                      <a:lumMod val="50000"/>
                    </a:srgbClr>
                  </a:solidFill>
                </a:rPr>
                <a:t>is Capgemini in-house web-based tooling solution built on JMeter to orchestrate performance executions leveraging automation and driving maximum efficiencies &amp; future transformation”</a:t>
              </a:r>
            </a:p>
          </p:txBody>
        </p:sp>
      </p:grpSp>
      <p:sp>
        <p:nvSpPr>
          <p:cNvPr id="80" name="Right Arrow 47">
            <a:extLst>
              <a:ext uri="{FF2B5EF4-FFF2-40B4-BE49-F238E27FC236}">
                <a16:creationId xmlns:a16="http://schemas.microsoft.com/office/drawing/2014/main" id="{E68210F4-7908-7908-4827-A69056E02FBD}"/>
              </a:ext>
            </a:extLst>
          </p:cNvPr>
          <p:cNvSpPr/>
          <p:nvPr/>
        </p:nvSpPr>
        <p:spPr>
          <a:xfrm rot="10800000">
            <a:off x="4396569" y="5467859"/>
            <a:ext cx="1656000" cy="582243"/>
          </a:xfrm>
          <a:prstGeom prst="rightArrow">
            <a:avLst>
              <a:gd name="adj1" fmla="val 50000"/>
              <a:gd name="adj2" fmla="val 58337"/>
            </a:avLst>
          </a:prstGeom>
          <a:ln/>
        </p:spPr>
        <p:style>
          <a:lnRef idx="0">
            <a:schemeClr val="accent6"/>
          </a:lnRef>
          <a:fillRef idx="3">
            <a:schemeClr val="accent6"/>
          </a:fillRef>
          <a:effectRef idx="3">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1" name="TextBox 80">
            <a:extLst>
              <a:ext uri="{FF2B5EF4-FFF2-40B4-BE49-F238E27FC236}">
                <a16:creationId xmlns:a16="http://schemas.microsoft.com/office/drawing/2014/main" id="{AFBD4FD4-3B2F-A9E0-3D88-F2C007EB1FAC}"/>
              </a:ext>
            </a:extLst>
          </p:cNvPr>
          <p:cNvSpPr txBox="1"/>
          <p:nvPr/>
        </p:nvSpPr>
        <p:spPr>
          <a:xfrm>
            <a:off x="4550198" y="5590892"/>
            <a:ext cx="1974971" cy="307777"/>
          </a:xfrm>
          <a:prstGeom prst="rect">
            <a:avLst/>
          </a:prstGeom>
          <a:noFill/>
          <a:effectLst>
            <a:outerShdw blurRad="63500" sx="102000" sy="102000" algn="ctr" rotWithShape="0">
              <a:prstClr val="black">
                <a:alpha val="40000"/>
              </a:prstClr>
            </a:outerShdw>
          </a:effectLst>
        </p:spPr>
        <p:txBody>
          <a:bodyPr wrap="square" rtlCol="0" anchor="ctr">
            <a:spAutoFit/>
          </a:bodyPr>
          <a:lstStyle/>
          <a:p>
            <a:pPr algn="ctr"/>
            <a:r>
              <a:rPr lang="en-US" altLang="ko-KR" sz="1400" b="1">
                <a:solidFill>
                  <a:schemeClr val="bg1"/>
                </a:solidFill>
                <a:cs typeface="Arial" pitchFamily="34" charset="0"/>
              </a:rPr>
              <a:t>Benefits</a:t>
            </a:r>
            <a:endParaRPr lang="ko-KR" altLang="en-US" sz="1400" b="1">
              <a:solidFill>
                <a:schemeClr val="bg1"/>
              </a:solidFill>
              <a:cs typeface="Arial" pitchFamily="34" charset="0"/>
            </a:endParaRPr>
          </a:p>
        </p:txBody>
      </p:sp>
      <p:sp>
        <p:nvSpPr>
          <p:cNvPr id="83" name="TextBox 82">
            <a:extLst>
              <a:ext uri="{FF2B5EF4-FFF2-40B4-BE49-F238E27FC236}">
                <a16:creationId xmlns:a16="http://schemas.microsoft.com/office/drawing/2014/main" id="{180B2822-9BC4-E1B4-CC5C-01014CB209F6}"/>
              </a:ext>
            </a:extLst>
          </p:cNvPr>
          <p:cNvSpPr txBox="1"/>
          <p:nvPr/>
        </p:nvSpPr>
        <p:spPr>
          <a:xfrm>
            <a:off x="108209" y="4843756"/>
            <a:ext cx="4268505" cy="1569660"/>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marL="171450" indent="-171450">
              <a:buFont typeface="Wingdings" panose="05000000000000000000" pitchFamily="2" charset="2"/>
              <a:buChar char="§"/>
            </a:pPr>
            <a:r>
              <a:rPr lang="en-IN" sz="1200" b="1"/>
              <a:t>One Stop </a:t>
            </a:r>
            <a:r>
              <a:rPr lang="en-IN" sz="1200"/>
              <a:t>solution for performance execution &amp; analysis.</a:t>
            </a:r>
          </a:p>
          <a:p>
            <a:pPr marL="171450" indent="-171450">
              <a:buFont typeface="Wingdings" panose="05000000000000000000" pitchFamily="2" charset="2"/>
              <a:buChar char="§"/>
            </a:pPr>
            <a:r>
              <a:rPr lang="en-IN" sz="1200" b="1"/>
              <a:t>Real time analytics. 10-15% effort reduction</a:t>
            </a:r>
            <a:r>
              <a:rPr lang="en-IN" sz="1200"/>
              <a:t> in execution &amp; analysis efforts</a:t>
            </a:r>
          </a:p>
          <a:p>
            <a:pPr marL="171450" indent="-171450">
              <a:buFont typeface="Wingdings" panose="05000000000000000000" pitchFamily="2" charset="2"/>
              <a:buChar char="§"/>
            </a:pPr>
            <a:r>
              <a:rPr lang="en-IN" sz="1200"/>
              <a:t> Analytics features like </a:t>
            </a:r>
            <a:r>
              <a:rPr lang="en-IN" sz="1200" b="1"/>
              <a:t>heap dump </a:t>
            </a:r>
            <a:r>
              <a:rPr lang="en-IN" sz="1200"/>
              <a:t>or </a:t>
            </a:r>
            <a:r>
              <a:rPr lang="en-IN" sz="1200" b="1"/>
              <a:t>comparison/trend</a:t>
            </a:r>
            <a:r>
              <a:rPr lang="en-IN" sz="1200"/>
              <a:t> report with a single click.</a:t>
            </a:r>
          </a:p>
          <a:p>
            <a:pPr marL="171450" indent="-171450">
              <a:buFont typeface="Wingdings" panose="05000000000000000000" pitchFamily="2" charset="2"/>
              <a:buChar char="§"/>
            </a:pPr>
            <a:r>
              <a:rPr lang="en-IN" sz="1200"/>
              <a:t>20% </a:t>
            </a:r>
            <a:r>
              <a:rPr lang="en-IN" sz="1200" b="1"/>
              <a:t>infrastructure cost reduction </a:t>
            </a:r>
            <a:r>
              <a:rPr lang="en-IN" sz="1200"/>
              <a:t>(applicable for cloud LGs)</a:t>
            </a:r>
          </a:p>
        </p:txBody>
      </p:sp>
      <p:sp>
        <p:nvSpPr>
          <p:cNvPr id="84" name="TextBox 83">
            <a:extLst>
              <a:ext uri="{FF2B5EF4-FFF2-40B4-BE49-F238E27FC236}">
                <a16:creationId xmlns:a16="http://schemas.microsoft.com/office/drawing/2014/main" id="{766B4A48-6271-C8CE-C542-91B12229CAD6}"/>
              </a:ext>
            </a:extLst>
          </p:cNvPr>
          <p:cNvSpPr txBox="1"/>
          <p:nvPr/>
        </p:nvSpPr>
        <p:spPr>
          <a:xfrm>
            <a:off x="46220" y="1348860"/>
            <a:ext cx="3624511" cy="2677656"/>
          </a:xfrm>
          <a:prstGeom prst="rect">
            <a:avLst/>
          </a:prstGeom>
          <a:solidFill>
            <a:srgbClr val="FFFFFF"/>
          </a:solidFill>
          <a:ln>
            <a:solidFill>
              <a:schemeClr val="accent1"/>
            </a:solidFill>
          </a:ln>
        </p:spPr>
        <p:txBody>
          <a:bodyPr wrap="square" rtlCol="0">
            <a:spAutoFit/>
          </a:bodyPr>
          <a:lstStyle/>
          <a:p>
            <a:r>
              <a:rPr lang="en-IN" sz="1400" b="1"/>
              <a:t>Challenges with JMeter:</a:t>
            </a:r>
          </a:p>
          <a:p>
            <a:pPr marL="171450" indent="-171450">
              <a:buFont typeface="Wingdings" panose="05000000000000000000" pitchFamily="2" charset="2"/>
              <a:buChar char="§"/>
            </a:pPr>
            <a:r>
              <a:rPr lang="en-IN" sz="1100" b="1"/>
              <a:t>Dependency on user machine</a:t>
            </a:r>
            <a:r>
              <a:rPr lang="en-IN" sz="1100"/>
              <a:t>: The test must be triggered from the user's machine, which can be limiting.</a:t>
            </a:r>
          </a:p>
          <a:p>
            <a:pPr marL="171450" indent="-171450">
              <a:buFont typeface="Wingdings" panose="05000000000000000000" pitchFamily="2" charset="2"/>
              <a:buChar char="§"/>
            </a:pPr>
            <a:r>
              <a:rPr lang="en-IN" sz="1100" b="1"/>
              <a:t>Complex setup</a:t>
            </a:r>
            <a:r>
              <a:rPr lang="en-IN" sz="1100"/>
              <a:t>: Setting up the master/slave configuration for higher load execution is cumbersome.</a:t>
            </a:r>
          </a:p>
          <a:p>
            <a:pPr marL="171450" indent="-171450">
              <a:buFont typeface="Wingdings" panose="05000000000000000000" pitchFamily="2" charset="2"/>
              <a:buChar char="§"/>
            </a:pPr>
            <a:r>
              <a:rPr lang="en-IN" sz="1100" b="1"/>
              <a:t>Lack of real-time monitoring</a:t>
            </a:r>
            <a:r>
              <a:rPr lang="en-IN" sz="1100"/>
              <a:t>: There's no real-time monitoring available.</a:t>
            </a:r>
          </a:p>
          <a:p>
            <a:pPr marL="171450" indent="-171450">
              <a:buFont typeface="Wingdings" panose="05000000000000000000" pitchFamily="2" charset="2"/>
              <a:buChar char="§"/>
            </a:pPr>
            <a:r>
              <a:rPr lang="en-IN" sz="1100" b="1"/>
              <a:t>Poor test reporting</a:t>
            </a:r>
            <a:r>
              <a:rPr lang="en-IN" sz="1100"/>
              <a:t>: The test reporting is not up to the mark.</a:t>
            </a:r>
          </a:p>
          <a:p>
            <a:pPr marL="171450" indent="-171450">
              <a:buFont typeface="Wingdings" panose="05000000000000000000" pitchFamily="2" charset="2"/>
              <a:buChar char="§"/>
            </a:pPr>
            <a:r>
              <a:rPr lang="en-IN" sz="1100" b="1"/>
              <a:t>Tool freezes</a:t>
            </a:r>
            <a:r>
              <a:rPr lang="en-IN" sz="1100"/>
              <a:t>: JMeter tends to freeze during tests, often due to running out of memory.</a:t>
            </a:r>
          </a:p>
          <a:p>
            <a:pPr marL="171450" indent="-171450">
              <a:buFont typeface="Wingdings" panose="05000000000000000000" pitchFamily="2" charset="2"/>
              <a:buChar char="§"/>
            </a:pPr>
            <a:r>
              <a:rPr lang="en-IN" sz="1100" b="1"/>
              <a:t>Challenges with generating scripts</a:t>
            </a:r>
            <a:r>
              <a:rPr lang="en-IN" sz="1100"/>
              <a:t> that necessitate enabling the browser port.</a:t>
            </a:r>
          </a:p>
        </p:txBody>
      </p:sp>
      <p:sp>
        <p:nvSpPr>
          <p:cNvPr id="85" name="Freeform 20">
            <a:extLst>
              <a:ext uri="{FF2B5EF4-FFF2-40B4-BE49-F238E27FC236}">
                <a16:creationId xmlns:a16="http://schemas.microsoft.com/office/drawing/2014/main" id="{3F5707E6-D622-C036-518B-2D29048ACCA2}"/>
              </a:ext>
            </a:extLst>
          </p:cNvPr>
          <p:cNvSpPr>
            <a:spLocks/>
          </p:cNvSpPr>
          <p:nvPr/>
        </p:nvSpPr>
        <p:spPr bwMode="auto">
          <a:xfrm>
            <a:off x="9277554" y="4875378"/>
            <a:ext cx="1759457" cy="513449"/>
          </a:xfrm>
          <a:prstGeom prst="roundRect">
            <a:avLst/>
          </a:prstGeom>
          <a:solidFill>
            <a:srgbClr val="57CF8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pt-PT">
              <a:latin typeface="Calibri" panose="020F0502020204030204" pitchFamily="34" charset="0"/>
              <a:cs typeface="Calibri" panose="020F0502020204030204" pitchFamily="34" charset="0"/>
            </a:endParaRPr>
          </a:p>
        </p:txBody>
      </p:sp>
      <p:sp>
        <p:nvSpPr>
          <p:cNvPr id="86" name="TextBox 85">
            <a:extLst>
              <a:ext uri="{FF2B5EF4-FFF2-40B4-BE49-F238E27FC236}">
                <a16:creationId xmlns:a16="http://schemas.microsoft.com/office/drawing/2014/main" id="{3303091B-8323-A651-D51C-7FC49D563A5B}"/>
              </a:ext>
            </a:extLst>
          </p:cNvPr>
          <p:cNvSpPr txBox="1"/>
          <p:nvPr/>
        </p:nvSpPr>
        <p:spPr>
          <a:xfrm>
            <a:off x="9323669" y="4944830"/>
            <a:ext cx="1736522" cy="320341"/>
          </a:xfrm>
          <a:prstGeom prst="rect">
            <a:avLst/>
          </a:prstGeom>
          <a:noFill/>
        </p:spPr>
        <p:txBody>
          <a:bodyPr wrap="square" lIns="103882" tIns="51942" rIns="103882" bIns="51942" rtlCol="0">
            <a:spAutoFit/>
          </a:bodyPr>
          <a:lstStyle/>
          <a:p>
            <a:pPr algn="ctr" defTabSz="957648"/>
            <a:r>
              <a:rPr lang="en-US" sz="1400" b="1">
                <a:solidFill>
                  <a:prstClr val="white"/>
                </a:solidFill>
                <a:latin typeface="Calibri" panose="020F0502020204030204" pitchFamily="34" charset="0"/>
                <a:cs typeface="Calibri" panose="020F0502020204030204" pitchFamily="34" charset="0"/>
              </a:rPr>
              <a:t>Cognitive</a:t>
            </a:r>
          </a:p>
        </p:txBody>
      </p:sp>
      <p:sp>
        <p:nvSpPr>
          <p:cNvPr id="87" name="TextBox 86">
            <a:extLst>
              <a:ext uri="{FF2B5EF4-FFF2-40B4-BE49-F238E27FC236}">
                <a16:creationId xmlns:a16="http://schemas.microsoft.com/office/drawing/2014/main" id="{02F06F59-6ABB-7182-86A9-D938517AD5E9}"/>
              </a:ext>
            </a:extLst>
          </p:cNvPr>
          <p:cNvSpPr txBox="1"/>
          <p:nvPr/>
        </p:nvSpPr>
        <p:spPr>
          <a:xfrm>
            <a:off x="9090334" y="5408975"/>
            <a:ext cx="2364576" cy="738664"/>
          </a:xfrm>
          <a:prstGeom prst="rect">
            <a:avLst/>
          </a:prstGeom>
          <a:noFill/>
        </p:spPr>
        <p:txBody>
          <a:bodyPr wrap="square" rtlCol="0">
            <a:spAutoFit/>
          </a:bodyPr>
          <a:lstStyle/>
          <a:p>
            <a:pPr algn="ctr"/>
            <a:r>
              <a:rPr lang="en-IN" sz="1050"/>
              <a:t>No need to setup tool or worry for  tool infrastructure setup. </a:t>
            </a:r>
          </a:p>
          <a:p>
            <a:pPr algn="ctr"/>
            <a:r>
              <a:rPr lang="en-IN" sz="1050"/>
              <a:t>CI/CD integrations (need customization)</a:t>
            </a:r>
          </a:p>
        </p:txBody>
      </p:sp>
      <p:grpSp>
        <p:nvGrpSpPr>
          <p:cNvPr id="34" name="Group 33">
            <a:extLst>
              <a:ext uri="{FF2B5EF4-FFF2-40B4-BE49-F238E27FC236}">
                <a16:creationId xmlns:a16="http://schemas.microsoft.com/office/drawing/2014/main" id="{C1B21A6D-B73D-3B08-A498-C879DA2C9501}"/>
              </a:ext>
            </a:extLst>
          </p:cNvPr>
          <p:cNvGrpSpPr/>
          <p:nvPr/>
        </p:nvGrpSpPr>
        <p:grpSpPr>
          <a:xfrm>
            <a:off x="3335077" y="1460690"/>
            <a:ext cx="2516624" cy="2625887"/>
            <a:chOff x="2837308" y="1627909"/>
            <a:chExt cx="4255967" cy="3739834"/>
          </a:xfrm>
        </p:grpSpPr>
        <p:grpSp>
          <p:nvGrpSpPr>
            <p:cNvPr id="8" name="Group 7">
              <a:extLst>
                <a:ext uri="{FF2B5EF4-FFF2-40B4-BE49-F238E27FC236}">
                  <a16:creationId xmlns:a16="http://schemas.microsoft.com/office/drawing/2014/main" id="{9C57349D-FA5C-A8F0-6D52-058DD476D278}"/>
                </a:ext>
              </a:extLst>
            </p:cNvPr>
            <p:cNvGrpSpPr/>
            <p:nvPr/>
          </p:nvGrpSpPr>
          <p:grpSpPr>
            <a:xfrm>
              <a:off x="2837308" y="1627909"/>
              <a:ext cx="4255967" cy="3739834"/>
              <a:chOff x="3968016" y="2266160"/>
              <a:chExt cx="4255967" cy="3739834"/>
            </a:xfrm>
          </p:grpSpPr>
          <p:sp>
            <p:nvSpPr>
              <p:cNvPr id="11" name="Flowchart: Process 10">
                <a:extLst>
                  <a:ext uri="{FF2B5EF4-FFF2-40B4-BE49-F238E27FC236}">
                    <a16:creationId xmlns:a16="http://schemas.microsoft.com/office/drawing/2014/main" id="{82B6E0A3-5447-97E5-19AD-9F478E241A67}"/>
                  </a:ext>
                </a:extLst>
              </p:cNvPr>
              <p:cNvSpPr/>
              <p:nvPr/>
            </p:nvSpPr>
            <p:spPr>
              <a:xfrm rot="1935207">
                <a:off x="5957684" y="3764178"/>
                <a:ext cx="264563" cy="788459"/>
              </a:xfrm>
              <a:prstGeom prst="flowChartProcess">
                <a:avLst/>
              </a:prstGeom>
              <a:gradFill>
                <a:gsLst>
                  <a:gs pos="0">
                    <a:schemeClr val="accent1"/>
                  </a:gs>
                  <a:gs pos="100000">
                    <a:schemeClr val="accent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12" name="Freeform: Shape 11">
                <a:extLst>
                  <a:ext uri="{FF2B5EF4-FFF2-40B4-BE49-F238E27FC236}">
                    <a16:creationId xmlns:a16="http://schemas.microsoft.com/office/drawing/2014/main" id="{991C4245-F80D-19F5-1FF1-AFF7D71EB0C5}"/>
                  </a:ext>
                </a:extLst>
              </p:cNvPr>
              <p:cNvSpPr/>
              <p:nvPr/>
            </p:nvSpPr>
            <p:spPr>
              <a:xfrm rot="1800000">
                <a:off x="4492507" y="4287922"/>
                <a:ext cx="2134907" cy="1285545"/>
              </a:xfrm>
              <a:custGeom>
                <a:avLst/>
                <a:gdLst>
                  <a:gd name="connsiteX0" fmla="*/ 547095 w 2134907"/>
                  <a:gd name="connsiteY0" fmla="*/ 135358 h 1285545"/>
                  <a:gd name="connsiteX1" fmla="*/ 1048029 w 2134907"/>
                  <a:gd name="connsiteY1" fmla="*/ 187 h 1285545"/>
                  <a:gd name="connsiteX2" fmla="*/ 2134907 w 2134907"/>
                  <a:gd name="connsiteY2" fmla="*/ 1028249 h 1285545"/>
                  <a:gd name="connsiteX3" fmla="*/ 1985073 w 2134907"/>
                  <a:gd name="connsiteY3" fmla="*/ 1057537 h 1285545"/>
                  <a:gd name="connsiteX4" fmla="*/ 1983298 w 2134907"/>
                  <a:gd name="connsiteY4" fmla="*/ 1057923 h 1285545"/>
                  <a:gd name="connsiteX5" fmla="*/ 1052482 w 2134907"/>
                  <a:gd name="connsiteY5" fmla="*/ 1285545 h 1285545"/>
                  <a:gd name="connsiteX6" fmla="*/ 1794830 w 2134907"/>
                  <a:gd name="connsiteY6" fmla="*/ 856951 h 1285545"/>
                  <a:gd name="connsiteX7" fmla="*/ 1771101 w 2134907"/>
                  <a:gd name="connsiteY7" fmla="*/ 786433 h 1285545"/>
                  <a:gd name="connsiteX8" fmla="*/ 1053521 w 2134907"/>
                  <a:gd name="connsiteY8" fmla="*/ 296499 h 1285545"/>
                  <a:gd name="connsiteX9" fmla="*/ 296362 w 2134907"/>
                  <a:gd name="connsiteY9" fmla="*/ 1067823 h 1285545"/>
                  <a:gd name="connsiteX10" fmla="*/ 0 w 2134907"/>
                  <a:gd name="connsiteY10" fmla="*/ 1067823 h 1285545"/>
                  <a:gd name="connsiteX11" fmla="*/ 547095 w 2134907"/>
                  <a:gd name="connsiteY11" fmla="*/ 135358 h 1285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34907" h="1285545">
                    <a:moveTo>
                      <a:pt x="547095" y="135358"/>
                    </a:moveTo>
                    <a:cubicBezTo>
                      <a:pt x="695636" y="52245"/>
                      <a:pt x="866177" y="3558"/>
                      <a:pt x="1048029" y="187"/>
                    </a:cubicBezTo>
                    <a:cubicBezTo>
                      <a:pt x="1629956" y="-10601"/>
                      <a:pt x="2113336" y="446622"/>
                      <a:pt x="2134907" y="1028249"/>
                    </a:cubicBezTo>
                    <a:cubicBezTo>
                      <a:pt x="2077556" y="1038339"/>
                      <a:pt x="2030775" y="1047793"/>
                      <a:pt x="1985073" y="1057537"/>
                    </a:cubicBezTo>
                    <a:lnTo>
                      <a:pt x="1983298" y="1057923"/>
                    </a:lnTo>
                    <a:lnTo>
                      <a:pt x="1052482" y="1285545"/>
                    </a:lnTo>
                    <a:lnTo>
                      <a:pt x="1794830" y="856951"/>
                    </a:lnTo>
                    <a:lnTo>
                      <a:pt x="1771101" y="786433"/>
                    </a:lnTo>
                    <a:cubicBezTo>
                      <a:pt x="1645767" y="502748"/>
                      <a:pt x="1368835" y="290653"/>
                      <a:pt x="1053521" y="296499"/>
                    </a:cubicBezTo>
                    <a:cubicBezTo>
                      <a:pt x="633103" y="304292"/>
                      <a:pt x="296362" y="647332"/>
                      <a:pt x="296362" y="1067823"/>
                    </a:cubicBezTo>
                    <a:lnTo>
                      <a:pt x="0" y="1067823"/>
                    </a:lnTo>
                    <a:cubicBezTo>
                      <a:pt x="0" y="667680"/>
                      <a:pt x="220306" y="318207"/>
                      <a:pt x="547095" y="135358"/>
                    </a:cubicBezTo>
                    <a:close/>
                  </a:path>
                </a:pathLst>
              </a:custGeom>
              <a:gradFill>
                <a:gsLst>
                  <a:gs pos="0">
                    <a:schemeClr val="accent2"/>
                  </a:gs>
                  <a:gs pos="100000">
                    <a:schemeClr val="accent2">
                      <a:lumMod val="75000"/>
                    </a:schemeClr>
                  </a:gs>
                </a:gsLst>
                <a:lin ang="21594000" scaled="0"/>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sz="2400"/>
              </a:p>
            </p:txBody>
          </p:sp>
          <p:sp>
            <p:nvSpPr>
              <p:cNvPr id="13" name="Donut 50">
                <a:extLst>
                  <a:ext uri="{FF2B5EF4-FFF2-40B4-BE49-F238E27FC236}">
                    <a16:creationId xmlns:a16="http://schemas.microsoft.com/office/drawing/2014/main" id="{405A596F-5AC0-6567-3498-A4E1F06BBE2A}"/>
                  </a:ext>
                </a:extLst>
              </p:cNvPr>
              <p:cNvSpPr/>
              <p:nvPr/>
            </p:nvSpPr>
            <p:spPr>
              <a:xfrm>
                <a:off x="4654541" y="4619569"/>
                <a:ext cx="1386424" cy="1386425"/>
              </a:xfrm>
              <a:prstGeom prst="donut">
                <a:avLst/>
              </a:prstGeom>
              <a:solidFill>
                <a:schemeClr val="accent2"/>
              </a:solidFill>
              <a:ln>
                <a:noFill/>
              </a:ln>
              <a:effectLst>
                <a:outerShdw blurRad="1270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tx1"/>
                  </a:solidFill>
                </a:endParaRPr>
              </a:p>
            </p:txBody>
          </p:sp>
          <p:sp>
            <p:nvSpPr>
              <p:cNvPr id="14" name="Right Arrow 51">
                <a:extLst>
                  <a:ext uri="{FF2B5EF4-FFF2-40B4-BE49-F238E27FC236}">
                    <a16:creationId xmlns:a16="http://schemas.microsoft.com/office/drawing/2014/main" id="{61B39B4E-064C-85F8-75E1-827292D75731}"/>
                  </a:ext>
                </a:extLst>
              </p:cNvPr>
              <p:cNvSpPr/>
              <p:nvPr/>
            </p:nvSpPr>
            <p:spPr>
              <a:xfrm>
                <a:off x="5225608" y="4823733"/>
                <a:ext cx="2998375" cy="881777"/>
              </a:xfrm>
              <a:prstGeom prst="rightArrow">
                <a:avLst>
                  <a:gd name="adj1" fmla="val 50000"/>
                  <a:gd name="adj2" fmla="val 58337"/>
                </a:avLst>
              </a:prstGeom>
              <a:solidFill>
                <a:schemeClr val="accent2"/>
              </a:solidFill>
              <a:ln>
                <a:noFill/>
              </a:ln>
              <a:effectLst>
                <a:outerShdw blurRad="1270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400"/>
              </a:p>
            </p:txBody>
          </p:sp>
          <p:sp>
            <p:nvSpPr>
              <p:cNvPr id="17" name="Freeform: Shape 16">
                <a:extLst>
                  <a:ext uri="{FF2B5EF4-FFF2-40B4-BE49-F238E27FC236}">
                    <a16:creationId xmlns:a16="http://schemas.microsoft.com/office/drawing/2014/main" id="{FDD8E64C-36B6-4B5F-B46E-B29417E5A9AB}"/>
                  </a:ext>
                </a:extLst>
              </p:cNvPr>
              <p:cNvSpPr/>
              <p:nvPr/>
            </p:nvSpPr>
            <p:spPr>
              <a:xfrm>
                <a:off x="5775903" y="2473900"/>
                <a:ext cx="1992773" cy="1567268"/>
              </a:xfrm>
              <a:custGeom>
                <a:avLst/>
                <a:gdLst>
                  <a:gd name="connsiteX0" fmla="*/ 124102 w 1992773"/>
                  <a:gd name="connsiteY0" fmla="*/ 0 h 1567268"/>
                  <a:gd name="connsiteX1" fmla="*/ 255090 w 1992773"/>
                  <a:gd name="connsiteY1" fmla="*/ 43239 h 1567268"/>
                  <a:gd name="connsiteX2" fmla="*/ 297280 w 1992773"/>
                  <a:gd name="connsiteY2" fmla="*/ 57993 h 1567268"/>
                  <a:gd name="connsiteX3" fmla="*/ 1190160 w 1992773"/>
                  <a:gd name="connsiteY3" fmla="*/ 318388 h 1567268"/>
                  <a:gd name="connsiteX4" fmla="*/ 321082 w 1992773"/>
                  <a:gd name="connsiteY4" fmla="*/ 318388 h 1567268"/>
                  <a:gd name="connsiteX5" fmla="*/ 307603 w 1992773"/>
                  <a:gd name="connsiteY5" fmla="*/ 388658 h 1567268"/>
                  <a:gd name="connsiteX6" fmla="*/ 694734 w 1992773"/>
                  <a:gd name="connsiteY6" fmla="*/ 1174407 h 1567268"/>
                  <a:gd name="connsiteX7" fmla="*/ 1736116 w 1992773"/>
                  <a:gd name="connsiteY7" fmla="*/ 885000 h 1567268"/>
                  <a:gd name="connsiteX8" fmla="*/ 1992773 w 1992773"/>
                  <a:gd name="connsiteY8" fmla="*/ 1033181 h 1567268"/>
                  <a:gd name="connsiteX9" fmla="*/ 551335 w 1992773"/>
                  <a:gd name="connsiteY9" fmla="*/ 1433766 h 1567268"/>
                  <a:gd name="connsiteX10" fmla="*/ 124102 w 1992773"/>
                  <a:gd name="connsiteY10" fmla="*/ 0 h 156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2773" h="1567268">
                    <a:moveTo>
                      <a:pt x="124102" y="0"/>
                    </a:moveTo>
                    <a:cubicBezTo>
                      <a:pt x="183552" y="18360"/>
                      <a:pt x="218532" y="30405"/>
                      <a:pt x="255090" y="43239"/>
                    </a:cubicBezTo>
                    <a:lnTo>
                      <a:pt x="297280" y="57993"/>
                    </a:lnTo>
                    <a:lnTo>
                      <a:pt x="1190160" y="318388"/>
                    </a:lnTo>
                    <a:lnTo>
                      <a:pt x="321082" y="318388"/>
                    </a:lnTo>
                    <a:lnTo>
                      <a:pt x="307603" y="388658"/>
                    </a:lnTo>
                    <a:cubicBezTo>
                      <a:pt x="277855" y="697891"/>
                      <a:pt x="418742" y="1021812"/>
                      <a:pt x="694734" y="1174407"/>
                    </a:cubicBezTo>
                    <a:cubicBezTo>
                      <a:pt x="1062724" y="1377867"/>
                      <a:pt x="1525871" y="1249155"/>
                      <a:pt x="1736116" y="885000"/>
                    </a:cubicBezTo>
                    <a:lnTo>
                      <a:pt x="1992773" y="1033181"/>
                    </a:lnTo>
                    <a:cubicBezTo>
                      <a:pt x="1701760" y="1537230"/>
                      <a:pt x="1060692" y="1715388"/>
                      <a:pt x="551335" y="1433766"/>
                    </a:cubicBezTo>
                    <a:cubicBezTo>
                      <a:pt x="41978" y="1152145"/>
                      <a:pt x="-148031" y="514489"/>
                      <a:pt x="124102" y="0"/>
                    </a:cubicBezTo>
                    <a:close/>
                  </a:path>
                </a:pathLst>
              </a:custGeom>
              <a:gradFill flip="none" rotWithShape="1">
                <a:gsLst>
                  <a:gs pos="0">
                    <a:schemeClr val="accent1"/>
                  </a:gs>
                  <a:gs pos="50000">
                    <a:schemeClr val="accent1"/>
                  </a:gs>
                  <a:gs pos="100000">
                    <a:schemeClr val="accent1">
                      <a:lumMod val="7500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sz="2400"/>
              </a:p>
            </p:txBody>
          </p:sp>
          <p:sp>
            <p:nvSpPr>
              <p:cNvPr id="18" name="Donut 46">
                <a:extLst>
                  <a:ext uri="{FF2B5EF4-FFF2-40B4-BE49-F238E27FC236}">
                    <a16:creationId xmlns:a16="http://schemas.microsoft.com/office/drawing/2014/main" id="{55E0A6F5-BFE3-0071-1429-15059908595D}"/>
                  </a:ext>
                </a:extLst>
              </p:cNvPr>
              <p:cNvSpPr/>
              <p:nvPr/>
            </p:nvSpPr>
            <p:spPr>
              <a:xfrm rot="10800000">
                <a:off x="6150706" y="2266160"/>
                <a:ext cx="1386424" cy="1386425"/>
              </a:xfrm>
              <a:prstGeom prst="donut">
                <a:avLst/>
              </a:prstGeom>
              <a:solidFill>
                <a:schemeClr val="accent1"/>
              </a:solidFill>
              <a:ln>
                <a:noFill/>
              </a:ln>
              <a:effectLst>
                <a:outerShdw blurRad="1270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tx1"/>
                  </a:solidFill>
                </a:endParaRPr>
              </a:p>
            </p:txBody>
          </p:sp>
          <p:sp>
            <p:nvSpPr>
              <p:cNvPr id="19" name="Right Arrow 47">
                <a:extLst>
                  <a:ext uri="{FF2B5EF4-FFF2-40B4-BE49-F238E27FC236}">
                    <a16:creationId xmlns:a16="http://schemas.microsoft.com/office/drawing/2014/main" id="{D5F53134-9511-28ED-A90B-4498129045BF}"/>
                  </a:ext>
                </a:extLst>
              </p:cNvPr>
              <p:cNvSpPr/>
              <p:nvPr/>
            </p:nvSpPr>
            <p:spPr>
              <a:xfrm rot="10800000">
                <a:off x="3968016" y="2566644"/>
                <a:ext cx="2998042" cy="881777"/>
              </a:xfrm>
              <a:prstGeom prst="rightArrow">
                <a:avLst>
                  <a:gd name="adj1" fmla="val 50000"/>
                  <a:gd name="adj2" fmla="val 58337"/>
                </a:avLst>
              </a:prstGeom>
              <a:solidFill>
                <a:schemeClr val="accent1"/>
              </a:solidFill>
              <a:ln>
                <a:noFill/>
              </a:ln>
              <a:effectLst>
                <a:outerShdw blurRad="1270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400"/>
              </a:p>
            </p:txBody>
          </p:sp>
        </p:grpSp>
        <p:sp>
          <p:nvSpPr>
            <p:cNvPr id="22" name="TextBox 21">
              <a:extLst>
                <a:ext uri="{FF2B5EF4-FFF2-40B4-BE49-F238E27FC236}">
                  <a16:creationId xmlns:a16="http://schemas.microsoft.com/office/drawing/2014/main" id="{B027D628-0C41-0726-6AF9-6396FC5151B1}"/>
                </a:ext>
              </a:extLst>
            </p:cNvPr>
            <p:cNvSpPr txBox="1"/>
            <p:nvPr/>
          </p:nvSpPr>
          <p:spPr>
            <a:xfrm>
              <a:off x="3494793" y="2143530"/>
              <a:ext cx="2189379" cy="394507"/>
            </a:xfrm>
            <a:prstGeom prst="rect">
              <a:avLst/>
            </a:prstGeom>
            <a:noFill/>
            <a:effectLst>
              <a:outerShdw blurRad="63500" sx="102000" sy="102000" algn="ctr" rotWithShape="0">
                <a:prstClr val="black">
                  <a:alpha val="40000"/>
                </a:prstClr>
              </a:outerShdw>
            </a:effectLst>
          </p:spPr>
          <p:txBody>
            <a:bodyPr wrap="square" rtlCol="0" anchor="ctr">
              <a:spAutoFit/>
            </a:bodyPr>
            <a:lstStyle/>
            <a:p>
              <a:r>
                <a:rPr lang="en-US" altLang="ko-KR" sz="1200" b="1">
                  <a:solidFill>
                    <a:schemeClr val="bg1"/>
                  </a:solidFill>
                  <a:cs typeface="Arial" pitchFamily="34" charset="0"/>
                </a:rPr>
                <a:t>Business Need</a:t>
              </a:r>
              <a:endParaRPr lang="ko-KR" altLang="en-US" sz="1200" b="1">
                <a:solidFill>
                  <a:schemeClr val="bg1"/>
                </a:solidFill>
                <a:cs typeface="Arial" pitchFamily="34" charset="0"/>
              </a:endParaRPr>
            </a:p>
          </p:txBody>
        </p:sp>
        <p:sp>
          <p:nvSpPr>
            <p:cNvPr id="23" name="TextBox 22">
              <a:extLst>
                <a:ext uri="{FF2B5EF4-FFF2-40B4-BE49-F238E27FC236}">
                  <a16:creationId xmlns:a16="http://schemas.microsoft.com/office/drawing/2014/main" id="{3CF381B4-9139-A11A-E10C-D9D124C54917}"/>
                </a:ext>
              </a:extLst>
            </p:cNvPr>
            <p:cNvSpPr txBox="1"/>
            <p:nvPr/>
          </p:nvSpPr>
          <p:spPr>
            <a:xfrm>
              <a:off x="4422224" y="4405046"/>
              <a:ext cx="2505713" cy="394507"/>
            </a:xfrm>
            <a:prstGeom prst="rect">
              <a:avLst/>
            </a:prstGeom>
            <a:noFill/>
            <a:effectLst>
              <a:outerShdw blurRad="63500" sx="102000" sy="102000" algn="ctr" rotWithShape="0">
                <a:prstClr val="black">
                  <a:alpha val="40000"/>
                </a:prstClr>
              </a:outerShdw>
            </a:effectLst>
          </p:spPr>
          <p:txBody>
            <a:bodyPr wrap="square" rtlCol="0" anchor="ctr">
              <a:spAutoFit/>
            </a:bodyPr>
            <a:lstStyle/>
            <a:p>
              <a:r>
                <a:rPr lang="en-US" altLang="ko-KR" sz="1200" b="1">
                  <a:solidFill>
                    <a:schemeClr val="bg1"/>
                  </a:solidFill>
                  <a:cs typeface="Arial" pitchFamily="34" charset="0"/>
                </a:rPr>
                <a:t>Solution</a:t>
              </a:r>
              <a:endParaRPr lang="ko-KR" altLang="en-US" sz="1200" b="1">
                <a:solidFill>
                  <a:schemeClr val="bg1"/>
                </a:solidFill>
                <a:cs typeface="Arial" pitchFamily="34" charset="0"/>
              </a:endParaRPr>
            </a:p>
          </p:txBody>
        </p:sp>
      </p:grpSp>
      <p:pic>
        <p:nvPicPr>
          <p:cNvPr id="89" name="Graphic 88" descr="Thumbs up sign with solid fill">
            <a:extLst>
              <a:ext uri="{FF2B5EF4-FFF2-40B4-BE49-F238E27FC236}">
                <a16:creationId xmlns:a16="http://schemas.microsoft.com/office/drawing/2014/main" id="{5333CA27-430F-A5E2-D7C7-01BB365BAF2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851997" y="4823457"/>
            <a:ext cx="805129" cy="805129"/>
          </a:xfrm>
          <a:prstGeom prst="rect">
            <a:avLst/>
          </a:prstGeom>
        </p:spPr>
      </p:pic>
    </p:spTree>
    <p:extLst>
      <p:ext uri="{BB962C8B-B14F-4D97-AF65-F5344CB8AC3E}">
        <p14:creationId xmlns:p14="http://schemas.microsoft.com/office/powerpoint/2010/main" val="2592134926"/>
      </p:ext>
    </p:extLst>
  </p:cSld>
  <p:clrMapOvr>
    <a:masterClrMapping/>
  </p:clrMapOvr>
  <p:transition advClick="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6806D-7169-A4C0-AC32-BD4682C3466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8BEDB0E-53DA-6ED2-FC6D-99CBCBC46674}"/>
              </a:ext>
            </a:extLst>
          </p:cNvPr>
          <p:cNvSpPr>
            <a:spLocks noGrp="1"/>
          </p:cNvSpPr>
          <p:nvPr>
            <p:ph type="ctrTitle"/>
          </p:nvPr>
        </p:nvSpPr>
        <p:spPr/>
        <p:txBody>
          <a:bodyPr/>
          <a:lstStyle/>
          <a:p>
            <a:r>
              <a:rPr lang="en-GB"/>
              <a:t>Data reconciliation</a:t>
            </a:r>
          </a:p>
        </p:txBody>
      </p:sp>
      <p:sp>
        <p:nvSpPr>
          <p:cNvPr id="2" name="Text Placeholder 1">
            <a:extLst>
              <a:ext uri="{FF2B5EF4-FFF2-40B4-BE49-F238E27FC236}">
                <a16:creationId xmlns:a16="http://schemas.microsoft.com/office/drawing/2014/main" id="{D594A855-D5B1-A4DA-3D24-53475513DA31}"/>
              </a:ext>
            </a:extLst>
          </p:cNvPr>
          <p:cNvSpPr>
            <a:spLocks noGrp="1"/>
          </p:cNvSpPr>
          <p:nvPr>
            <p:ph type="body" sz="quarter" idx="10"/>
          </p:nvPr>
        </p:nvSpPr>
        <p:spPr/>
        <p:txBody>
          <a:bodyPr/>
          <a:lstStyle/>
          <a:p>
            <a:r>
              <a:rPr lang="en-US"/>
              <a:t>03</a:t>
            </a:r>
          </a:p>
        </p:txBody>
      </p:sp>
    </p:spTree>
    <p:extLst>
      <p:ext uri="{BB962C8B-B14F-4D97-AF65-F5344CB8AC3E}">
        <p14:creationId xmlns:p14="http://schemas.microsoft.com/office/powerpoint/2010/main" val="3117829531"/>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E310F-B2A5-A13B-4098-F73730DB95FC}"/>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7ADD409C-5674-BEFE-8C9B-40DCA6AFDBD7}"/>
              </a:ext>
            </a:extLst>
          </p:cNvPr>
          <p:cNvSpPr/>
          <p:nvPr/>
        </p:nvSpPr>
        <p:spPr>
          <a:xfrm>
            <a:off x="281008" y="3454165"/>
            <a:ext cx="12198821" cy="938058"/>
          </a:xfrm>
          <a:prstGeom prst="rect">
            <a:avLst/>
          </a:prstGeom>
          <a:gradFill flip="none" rotWithShape="1">
            <a:gsLst>
              <a:gs pos="0">
                <a:schemeClr val="tx1">
                  <a:lumMod val="72000"/>
                  <a:lumOff val="28000"/>
                  <a:alpha val="15000"/>
                </a:schemeClr>
              </a:gs>
              <a:gs pos="71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8074A30-F8B5-1E75-888E-603C8DC65D32}"/>
              </a:ext>
            </a:extLst>
          </p:cNvPr>
          <p:cNvSpPr>
            <a:spLocks noGrp="1"/>
          </p:cNvSpPr>
          <p:nvPr>
            <p:ph type="title"/>
          </p:nvPr>
        </p:nvSpPr>
        <p:spPr>
          <a:xfrm>
            <a:off x="304980" y="164664"/>
            <a:ext cx="10820400" cy="480131"/>
          </a:xfrm>
        </p:spPr>
        <p: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GB" sz="2800" kern="1200">
                <a:latin typeface="Ubuntu"/>
                <a:ea typeface="+mn-ea"/>
                <a:cs typeface="+mn-cs"/>
              </a:rPr>
              <a:t>Reconciliation Process</a:t>
            </a:r>
            <a:endParaRPr kumimoji="0" lang="en-GB" sz="2800" i="0" u="none" strike="noStrike" kern="1200" cap="none" spc="0" normalizeH="0" baseline="0" noProof="0">
              <a:ln>
                <a:noFill/>
              </a:ln>
              <a:effectLst/>
              <a:uLnTx/>
              <a:uFillTx/>
              <a:latin typeface="Ubuntu"/>
              <a:ea typeface="+mn-ea"/>
              <a:cs typeface="+mn-cs"/>
            </a:endParaRPr>
          </a:p>
        </p:txBody>
      </p:sp>
      <p:cxnSp>
        <p:nvCxnSpPr>
          <p:cNvPr id="4" name="Straight Connector 3">
            <a:extLst>
              <a:ext uri="{FF2B5EF4-FFF2-40B4-BE49-F238E27FC236}">
                <a16:creationId xmlns:a16="http://schemas.microsoft.com/office/drawing/2014/main" id="{D253170B-EEA5-4E98-3EB5-553DB85C36C5}"/>
              </a:ext>
            </a:extLst>
          </p:cNvPr>
          <p:cNvCxnSpPr>
            <a:cxnSpLocks/>
          </p:cNvCxnSpPr>
          <p:nvPr/>
        </p:nvCxnSpPr>
        <p:spPr>
          <a:xfrm>
            <a:off x="0" y="3431757"/>
            <a:ext cx="12192000" cy="0"/>
          </a:xfrm>
          <a:prstGeom prst="line">
            <a:avLst/>
          </a:prstGeom>
          <a:ln w="698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TextBox 118">
            <a:extLst>
              <a:ext uri="{FF2B5EF4-FFF2-40B4-BE49-F238E27FC236}">
                <a16:creationId xmlns:a16="http://schemas.microsoft.com/office/drawing/2014/main" id="{BADD0B70-46AB-5176-EC64-D7DF935BED69}"/>
              </a:ext>
            </a:extLst>
          </p:cNvPr>
          <p:cNvSpPr txBox="1"/>
          <p:nvPr/>
        </p:nvSpPr>
        <p:spPr>
          <a:xfrm>
            <a:off x="1770266" y="3575370"/>
            <a:ext cx="2289049"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ED7D31"/>
                </a:solidFill>
                <a:effectLst/>
                <a:uLnTx/>
                <a:uFillTx/>
                <a:latin typeface="Calibri" panose="020F0502020204030204"/>
                <a:ea typeface="+mn-ea"/>
                <a:cs typeface="+mn-cs"/>
              </a:rPr>
              <a:t>MDA </a:t>
            </a:r>
          </a:p>
        </p:txBody>
      </p:sp>
      <p:sp>
        <p:nvSpPr>
          <p:cNvPr id="51" name="TextBox 57">
            <a:extLst>
              <a:ext uri="{FF2B5EF4-FFF2-40B4-BE49-F238E27FC236}">
                <a16:creationId xmlns:a16="http://schemas.microsoft.com/office/drawing/2014/main" id="{A8ADDFBE-6692-56AB-BE96-BDDDBC5EDFC3}"/>
              </a:ext>
            </a:extLst>
          </p:cNvPr>
          <p:cNvSpPr txBox="1"/>
          <p:nvPr/>
        </p:nvSpPr>
        <p:spPr>
          <a:xfrm>
            <a:off x="123460" y="4040879"/>
            <a:ext cx="1849733" cy="230832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black"/>
                </a:solidFill>
                <a:effectLst/>
                <a:uLnTx/>
                <a:uFillTx/>
                <a:latin typeface="Calibri" panose="020F0502020204030204"/>
                <a:ea typeface="+mn-ea"/>
                <a:cs typeface="+mn-cs"/>
              </a:rPr>
              <a:t>Insights-</a:t>
            </a: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 Data submission via API call/automation script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black"/>
                </a:solidFill>
                <a:effectLst/>
                <a:uLnTx/>
                <a:uFillTx/>
                <a:latin typeface="Calibri" panose="020F0502020204030204"/>
                <a:ea typeface="+mn-ea"/>
                <a:cs typeface="+mn-cs"/>
              </a:rPr>
              <a:t>UWWB</a:t>
            </a: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 – Data should reflect in UWWB</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Box 58">
            <a:extLst>
              <a:ext uri="{FF2B5EF4-FFF2-40B4-BE49-F238E27FC236}">
                <a16:creationId xmlns:a16="http://schemas.microsoft.com/office/drawing/2014/main" id="{AC64C156-1B62-7F6E-72EE-F7EFF184EEAE}"/>
              </a:ext>
            </a:extLst>
          </p:cNvPr>
          <p:cNvSpPr txBox="1"/>
          <p:nvPr/>
        </p:nvSpPr>
        <p:spPr>
          <a:xfrm>
            <a:off x="-79023" y="3575370"/>
            <a:ext cx="1769424"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2B5"/>
                </a:solidFill>
                <a:effectLst/>
                <a:uLnTx/>
                <a:uFillTx/>
                <a:latin typeface="Calibri" panose="020F0502020204030204"/>
                <a:ea typeface="+mn-ea"/>
                <a:cs typeface="+mn-cs"/>
              </a:rPr>
              <a:t>Insight/UWWB</a:t>
            </a:r>
          </a:p>
        </p:txBody>
      </p:sp>
      <p:sp>
        <p:nvSpPr>
          <p:cNvPr id="39" name="Teardrop 38">
            <a:extLst>
              <a:ext uri="{FF2B5EF4-FFF2-40B4-BE49-F238E27FC236}">
                <a16:creationId xmlns:a16="http://schemas.microsoft.com/office/drawing/2014/main" id="{7FE74CE0-A22D-EC74-9454-77B9F37FA069}"/>
              </a:ext>
            </a:extLst>
          </p:cNvPr>
          <p:cNvSpPr/>
          <p:nvPr/>
        </p:nvSpPr>
        <p:spPr>
          <a:xfrm rot="8100000">
            <a:off x="371245" y="1687766"/>
            <a:ext cx="1275682" cy="1275682"/>
          </a:xfrm>
          <a:prstGeom prst="teardrop">
            <a:avLst>
              <a:gd name="adj" fmla="val 109962"/>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Oval 39">
            <a:extLst>
              <a:ext uri="{FF2B5EF4-FFF2-40B4-BE49-F238E27FC236}">
                <a16:creationId xmlns:a16="http://schemas.microsoft.com/office/drawing/2014/main" id="{B118D3FC-3C09-B229-EA15-7AAE25618E0F}"/>
              </a:ext>
            </a:extLst>
          </p:cNvPr>
          <p:cNvSpPr/>
          <p:nvPr/>
        </p:nvSpPr>
        <p:spPr>
          <a:xfrm>
            <a:off x="564243" y="1891878"/>
            <a:ext cx="889686" cy="889686"/>
          </a:xfrm>
          <a:prstGeom prst="ellipse">
            <a:avLst/>
          </a:prstGeom>
          <a:gradFill flip="none" rotWithShape="1">
            <a:gsLst>
              <a:gs pos="100000">
                <a:srgbClr val="BDC3C7"/>
              </a:gs>
              <a:gs pos="0">
                <a:srgbClr val="ECF0F1"/>
              </a:gs>
            </a:gsLst>
            <a:path path="circle">
              <a:fillToRect l="100000" t="100000"/>
            </a:path>
            <a:tileRect r="-100000" b="-100000"/>
          </a:gradFill>
          <a:ln>
            <a:noFill/>
          </a:ln>
          <a:effectLst>
            <a:outerShdw blurRad="381000" dist="38100" dir="2700000" sx="101000" sy="101000" algn="tl" rotWithShape="0">
              <a:schemeClr val="tx1">
                <a:lumMod val="75000"/>
                <a:lumOff val="25000"/>
                <a:alpha val="40000"/>
              </a:schemeClr>
            </a:outerShdw>
          </a:effectLst>
          <a:scene3d>
            <a:camera prst="orthographicFront"/>
            <a:lightRig rig="threePt" dir="t"/>
          </a:scene3d>
          <a:sp3d>
            <a:bevelT w="279400" h="1905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1</a:t>
            </a:r>
          </a:p>
        </p:txBody>
      </p:sp>
      <p:sp>
        <p:nvSpPr>
          <p:cNvPr id="49" name="TextBox 117">
            <a:extLst>
              <a:ext uri="{FF2B5EF4-FFF2-40B4-BE49-F238E27FC236}">
                <a16:creationId xmlns:a16="http://schemas.microsoft.com/office/drawing/2014/main" id="{8213D7B2-92A6-985E-43C3-D178791ABA16}"/>
              </a:ext>
            </a:extLst>
          </p:cNvPr>
          <p:cNvSpPr txBox="1"/>
          <p:nvPr/>
        </p:nvSpPr>
        <p:spPr>
          <a:xfrm>
            <a:off x="2192851" y="3997971"/>
            <a:ext cx="1799611" cy="304698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black"/>
                </a:solidFill>
                <a:effectLst/>
                <a:uLnTx/>
                <a:uFillTx/>
                <a:latin typeface="Calibri" panose="020F0502020204030204"/>
                <a:ea typeface="+mn-ea"/>
                <a:cs typeface="+mn-cs"/>
              </a:rPr>
              <a:t>MDA Private Cluster- </a:t>
            </a: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Access restricted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black"/>
                </a:solidFill>
                <a:effectLst/>
                <a:uLnTx/>
                <a:uFillTx/>
                <a:latin typeface="Calibri" panose="020F0502020204030204"/>
                <a:ea typeface="+mn-ea"/>
                <a:cs typeface="+mn-cs"/>
              </a:rPr>
              <a:t>MDA Public cluster </a:t>
            </a: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Enriched data should reflect via cluster linking. Verify using confluent control </a:t>
            </a:r>
            <a:r>
              <a:rPr kumimoji="0" lang="en-GB" sz="1600" b="0" i="0" u="none" strike="noStrike" kern="1200" cap="none" spc="0" normalizeH="0" baseline="0" noProof="0" err="1">
                <a:ln>
                  <a:noFill/>
                </a:ln>
                <a:solidFill>
                  <a:prstClr val="black"/>
                </a:solidFill>
                <a:effectLst/>
                <a:uLnTx/>
                <a:uFillTx/>
                <a:latin typeface="Calibri" panose="020F0502020204030204"/>
                <a:ea typeface="+mn-ea"/>
                <a:cs typeface="+mn-cs"/>
              </a:rPr>
              <a:t>center</a:t>
            </a: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/python script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46ADE8EE-58AA-EDE2-9F2F-1F921A000CCE}"/>
              </a:ext>
            </a:extLst>
          </p:cNvPr>
          <p:cNvGrpSpPr/>
          <p:nvPr/>
        </p:nvGrpSpPr>
        <p:grpSpPr>
          <a:xfrm>
            <a:off x="2834370" y="3332780"/>
            <a:ext cx="211094" cy="211094"/>
            <a:chOff x="3855819" y="4248152"/>
            <a:chExt cx="211094" cy="211094"/>
          </a:xfrm>
        </p:grpSpPr>
        <p:sp>
          <p:nvSpPr>
            <p:cNvPr id="58" name="Oval 57">
              <a:extLst>
                <a:ext uri="{FF2B5EF4-FFF2-40B4-BE49-F238E27FC236}">
                  <a16:creationId xmlns:a16="http://schemas.microsoft.com/office/drawing/2014/main" id="{9A2A4E65-E1E4-849C-7EB6-5AA10C775270}"/>
                </a:ext>
              </a:extLst>
            </p:cNvPr>
            <p:cNvSpPr/>
            <p:nvPr/>
          </p:nvSpPr>
          <p:spPr>
            <a:xfrm>
              <a:off x="3855819" y="4248152"/>
              <a:ext cx="211094" cy="21109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9" name="Oval 58">
              <a:extLst>
                <a:ext uri="{FF2B5EF4-FFF2-40B4-BE49-F238E27FC236}">
                  <a16:creationId xmlns:a16="http://schemas.microsoft.com/office/drawing/2014/main" id="{5A8F980B-7937-B136-194A-E2A895B319A7}"/>
                </a:ext>
              </a:extLst>
            </p:cNvPr>
            <p:cNvSpPr/>
            <p:nvPr/>
          </p:nvSpPr>
          <p:spPr>
            <a:xfrm>
              <a:off x="3886107" y="4278440"/>
              <a:ext cx="150518" cy="15051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36" name="Teardrop 35">
            <a:extLst>
              <a:ext uri="{FF2B5EF4-FFF2-40B4-BE49-F238E27FC236}">
                <a16:creationId xmlns:a16="http://schemas.microsoft.com/office/drawing/2014/main" id="{DE643ED4-ECBD-E32B-226F-74F427FE730A}"/>
              </a:ext>
            </a:extLst>
          </p:cNvPr>
          <p:cNvSpPr/>
          <p:nvPr/>
        </p:nvSpPr>
        <p:spPr>
          <a:xfrm rot="8100000">
            <a:off x="2302076" y="1671813"/>
            <a:ext cx="1275682" cy="1275682"/>
          </a:xfrm>
          <a:prstGeom prst="teardrop">
            <a:avLst>
              <a:gd name="adj" fmla="val 109962"/>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Oval 36">
            <a:extLst>
              <a:ext uri="{FF2B5EF4-FFF2-40B4-BE49-F238E27FC236}">
                <a16:creationId xmlns:a16="http://schemas.microsoft.com/office/drawing/2014/main" id="{3AE62BB6-B982-EECA-9CCA-D171B9F836F3}"/>
              </a:ext>
            </a:extLst>
          </p:cNvPr>
          <p:cNvSpPr/>
          <p:nvPr/>
        </p:nvSpPr>
        <p:spPr>
          <a:xfrm>
            <a:off x="2486789" y="1864811"/>
            <a:ext cx="889686" cy="889686"/>
          </a:xfrm>
          <a:prstGeom prst="ellipse">
            <a:avLst/>
          </a:prstGeom>
          <a:gradFill flip="none" rotWithShape="1">
            <a:gsLst>
              <a:gs pos="100000">
                <a:srgbClr val="BDC3C7"/>
              </a:gs>
              <a:gs pos="0">
                <a:srgbClr val="ECF0F1"/>
              </a:gs>
            </a:gsLst>
            <a:path path="circle">
              <a:fillToRect l="100000" t="100000"/>
            </a:path>
            <a:tileRect r="-100000" b="-100000"/>
          </a:gradFill>
          <a:ln>
            <a:noFill/>
          </a:ln>
          <a:effectLst>
            <a:outerShdw blurRad="381000" dist="38100" dir="2700000" sx="101000" sy="101000" algn="tl" rotWithShape="0">
              <a:schemeClr val="tx1">
                <a:lumMod val="75000"/>
                <a:lumOff val="25000"/>
                <a:alpha val="40000"/>
              </a:schemeClr>
            </a:outerShdw>
          </a:effectLst>
          <a:scene3d>
            <a:camera prst="orthographicFront"/>
            <a:lightRig rig="threePt" dir="t"/>
          </a:scene3d>
          <a:sp3d>
            <a:bevelT w="279400" h="1905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2</a:t>
            </a:r>
          </a:p>
        </p:txBody>
      </p:sp>
      <p:grpSp>
        <p:nvGrpSpPr>
          <p:cNvPr id="73" name="Group 72">
            <a:extLst>
              <a:ext uri="{FF2B5EF4-FFF2-40B4-BE49-F238E27FC236}">
                <a16:creationId xmlns:a16="http://schemas.microsoft.com/office/drawing/2014/main" id="{B3898906-083E-90B3-4E4A-E610F0B7D1DA}"/>
              </a:ext>
            </a:extLst>
          </p:cNvPr>
          <p:cNvGrpSpPr/>
          <p:nvPr/>
        </p:nvGrpSpPr>
        <p:grpSpPr>
          <a:xfrm>
            <a:off x="887710" y="3326210"/>
            <a:ext cx="211094" cy="211094"/>
            <a:chOff x="1709032" y="3631010"/>
            <a:chExt cx="211094" cy="211094"/>
          </a:xfrm>
        </p:grpSpPr>
        <p:sp>
          <p:nvSpPr>
            <p:cNvPr id="60" name="Oval 59">
              <a:extLst>
                <a:ext uri="{FF2B5EF4-FFF2-40B4-BE49-F238E27FC236}">
                  <a16:creationId xmlns:a16="http://schemas.microsoft.com/office/drawing/2014/main" id="{11563269-4507-7338-A538-1172D0762515}"/>
                </a:ext>
              </a:extLst>
            </p:cNvPr>
            <p:cNvSpPr/>
            <p:nvPr/>
          </p:nvSpPr>
          <p:spPr>
            <a:xfrm>
              <a:off x="1709032" y="3631010"/>
              <a:ext cx="211094" cy="21109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Oval 60">
              <a:extLst>
                <a:ext uri="{FF2B5EF4-FFF2-40B4-BE49-F238E27FC236}">
                  <a16:creationId xmlns:a16="http://schemas.microsoft.com/office/drawing/2014/main" id="{727398D9-2910-C91D-52D1-82A99120796D}"/>
                </a:ext>
              </a:extLst>
            </p:cNvPr>
            <p:cNvSpPr/>
            <p:nvPr/>
          </p:nvSpPr>
          <p:spPr>
            <a:xfrm>
              <a:off x="1739320" y="3661298"/>
              <a:ext cx="150518" cy="15051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75" name="Group 74">
            <a:extLst>
              <a:ext uri="{FF2B5EF4-FFF2-40B4-BE49-F238E27FC236}">
                <a16:creationId xmlns:a16="http://schemas.microsoft.com/office/drawing/2014/main" id="{7D4312D8-4DCD-0007-6791-A306616A1F47}"/>
              </a:ext>
            </a:extLst>
          </p:cNvPr>
          <p:cNvGrpSpPr/>
          <p:nvPr/>
        </p:nvGrpSpPr>
        <p:grpSpPr>
          <a:xfrm>
            <a:off x="6680598" y="3326210"/>
            <a:ext cx="211094" cy="211094"/>
            <a:chOff x="10264849" y="3631010"/>
            <a:chExt cx="211094" cy="211094"/>
          </a:xfrm>
        </p:grpSpPr>
        <p:sp>
          <p:nvSpPr>
            <p:cNvPr id="52" name="Oval 51">
              <a:extLst>
                <a:ext uri="{FF2B5EF4-FFF2-40B4-BE49-F238E27FC236}">
                  <a16:creationId xmlns:a16="http://schemas.microsoft.com/office/drawing/2014/main" id="{AB1C9CB8-E060-5463-C7CC-D72A0F70DAC7}"/>
                </a:ext>
              </a:extLst>
            </p:cNvPr>
            <p:cNvSpPr/>
            <p:nvPr/>
          </p:nvSpPr>
          <p:spPr>
            <a:xfrm>
              <a:off x="10264849" y="3631010"/>
              <a:ext cx="211094" cy="21109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 name="Oval 52">
              <a:extLst>
                <a:ext uri="{FF2B5EF4-FFF2-40B4-BE49-F238E27FC236}">
                  <a16:creationId xmlns:a16="http://schemas.microsoft.com/office/drawing/2014/main" id="{DE477546-0EC8-C563-BA53-C4494EF2616F}"/>
                </a:ext>
              </a:extLst>
            </p:cNvPr>
            <p:cNvSpPr/>
            <p:nvPr/>
          </p:nvSpPr>
          <p:spPr>
            <a:xfrm>
              <a:off x="10295137" y="3661298"/>
              <a:ext cx="150518" cy="15051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1" name="TextBox 130">
            <a:extLst>
              <a:ext uri="{FF2B5EF4-FFF2-40B4-BE49-F238E27FC236}">
                <a16:creationId xmlns:a16="http://schemas.microsoft.com/office/drawing/2014/main" id="{87B15633-0672-CC39-9283-18537A8A8714}"/>
              </a:ext>
            </a:extLst>
          </p:cNvPr>
          <p:cNvSpPr txBox="1"/>
          <p:nvPr/>
        </p:nvSpPr>
        <p:spPr>
          <a:xfrm>
            <a:off x="9585777" y="3517659"/>
            <a:ext cx="2289049"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FFC000"/>
                </a:solidFill>
                <a:effectLst/>
                <a:uLnTx/>
                <a:uFillTx/>
                <a:latin typeface="Calibri" panose="020F0502020204030204"/>
                <a:ea typeface="+mn-ea"/>
                <a:cs typeface="+mn-cs"/>
              </a:rPr>
              <a:t>Agresso</a:t>
            </a:r>
          </a:p>
        </p:txBody>
      </p:sp>
      <p:sp>
        <p:nvSpPr>
          <p:cNvPr id="33" name="Teardrop 32">
            <a:extLst>
              <a:ext uri="{FF2B5EF4-FFF2-40B4-BE49-F238E27FC236}">
                <a16:creationId xmlns:a16="http://schemas.microsoft.com/office/drawing/2014/main" id="{65D27E54-0E7E-1916-260E-5B6394C54D41}"/>
              </a:ext>
            </a:extLst>
          </p:cNvPr>
          <p:cNvSpPr/>
          <p:nvPr/>
        </p:nvSpPr>
        <p:spPr>
          <a:xfrm rot="8100000">
            <a:off x="6148304" y="1665977"/>
            <a:ext cx="1275682" cy="1275682"/>
          </a:xfrm>
          <a:prstGeom prst="teardrop">
            <a:avLst>
              <a:gd name="adj" fmla="val 109962"/>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Oval 33">
            <a:extLst>
              <a:ext uri="{FF2B5EF4-FFF2-40B4-BE49-F238E27FC236}">
                <a16:creationId xmlns:a16="http://schemas.microsoft.com/office/drawing/2014/main" id="{8BE8E9D5-359A-9E7F-C197-0E213024092B}"/>
              </a:ext>
            </a:extLst>
          </p:cNvPr>
          <p:cNvSpPr/>
          <p:nvPr/>
        </p:nvSpPr>
        <p:spPr>
          <a:xfrm>
            <a:off x="6341302" y="1822229"/>
            <a:ext cx="889686" cy="889686"/>
          </a:xfrm>
          <a:prstGeom prst="ellipse">
            <a:avLst/>
          </a:prstGeom>
          <a:gradFill flip="none" rotWithShape="1">
            <a:gsLst>
              <a:gs pos="100000">
                <a:srgbClr val="BDC3C7"/>
              </a:gs>
              <a:gs pos="0">
                <a:srgbClr val="ECF0F1"/>
              </a:gs>
            </a:gsLst>
            <a:path path="circle">
              <a:fillToRect l="100000" t="100000"/>
            </a:path>
            <a:tileRect r="-100000" b="-100000"/>
          </a:gradFill>
          <a:ln>
            <a:noFill/>
          </a:ln>
          <a:effectLst>
            <a:outerShdw blurRad="381000" dist="38100" dir="2700000" sx="101000" sy="101000" algn="tl" rotWithShape="0">
              <a:schemeClr val="tx1">
                <a:lumMod val="75000"/>
                <a:lumOff val="25000"/>
                <a:alpha val="40000"/>
              </a:schemeClr>
            </a:outerShdw>
          </a:effectLst>
          <a:scene3d>
            <a:camera prst="orthographicFront"/>
            <a:lightRig rig="threePt" dir="t"/>
          </a:scene3d>
          <a:sp3d>
            <a:bevelT w="279400" h="1905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4</a:t>
            </a:r>
          </a:p>
        </p:txBody>
      </p:sp>
      <p:grpSp>
        <p:nvGrpSpPr>
          <p:cNvPr id="74" name="Group 73">
            <a:extLst>
              <a:ext uri="{FF2B5EF4-FFF2-40B4-BE49-F238E27FC236}">
                <a16:creationId xmlns:a16="http://schemas.microsoft.com/office/drawing/2014/main" id="{0B92DD72-418D-F8F4-ECFA-B3968591B10C}"/>
              </a:ext>
            </a:extLst>
          </p:cNvPr>
          <p:cNvGrpSpPr/>
          <p:nvPr/>
        </p:nvGrpSpPr>
        <p:grpSpPr>
          <a:xfrm>
            <a:off x="4709755" y="3318574"/>
            <a:ext cx="211094" cy="211094"/>
            <a:chOff x="7402193" y="3631010"/>
            <a:chExt cx="211094" cy="211094"/>
          </a:xfrm>
        </p:grpSpPr>
        <p:sp>
          <p:nvSpPr>
            <p:cNvPr id="56" name="Oval 55">
              <a:extLst>
                <a:ext uri="{FF2B5EF4-FFF2-40B4-BE49-F238E27FC236}">
                  <a16:creationId xmlns:a16="http://schemas.microsoft.com/office/drawing/2014/main" id="{9CCB119E-B174-0A69-31FC-5C7E635DAEB8}"/>
                </a:ext>
              </a:extLst>
            </p:cNvPr>
            <p:cNvSpPr/>
            <p:nvPr/>
          </p:nvSpPr>
          <p:spPr>
            <a:xfrm>
              <a:off x="7402193" y="3631010"/>
              <a:ext cx="211094" cy="21109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7" name="Oval 56">
              <a:extLst>
                <a:ext uri="{FF2B5EF4-FFF2-40B4-BE49-F238E27FC236}">
                  <a16:creationId xmlns:a16="http://schemas.microsoft.com/office/drawing/2014/main" id="{ACBB7FBB-A4E6-9604-E61D-4A47638D150D}"/>
                </a:ext>
              </a:extLst>
            </p:cNvPr>
            <p:cNvSpPr/>
            <p:nvPr/>
          </p:nvSpPr>
          <p:spPr>
            <a:xfrm>
              <a:off x="7432481" y="3661298"/>
              <a:ext cx="150518" cy="15051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 name="TextBox 122">
            <a:extLst>
              <a:ext uri="{FF2B5EF4-FFF2-40B4-BE49-F238E27FC236}">
                <a16:creationId xmlns:a16="http://schemas.microsoft.com/office/drawing/2014/main" id="{57B8D40B-55F7-E1E7-5504-0DEB01EAF33D}"/>
              </a:ext>
            </a:extLst>
          </p:cNvPr>
          <p:cNvSpPr txBox="1"/>
          <p:nvPr/>
        </p:nvSpPr>
        <p:spPr>
          <a:xfrm>
            <a:off x="3765457" y="3517659"/>
            <a:ext cx="2289049"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A5A5A5"/>
                </a:solidFill>
                <a:effectLst/>
                <a:uLnTx/>
                <a:uFillTx/>
                <a:latin typeface="Calibri" panose="020F0502020204030204"/>
                <a:ea typeface="+mn-ea"/>
                <a:cs typeface="+mn-cs"/>
              </a:rPr>
              <a:t>GPAS</a:t>
            </a:r>
          </a:p>
        </p:txBody>
      </p:sp>
      <p:sp>
        <p:nvSpPr>
          <p:cNvPr id="30" name="Teardrop 29">
            <a:extLst>
              <a:ext uri="{FF2B5EF4-FFF2-40B4-BE49-F238E27FC236}">
                <a16:creationId xmlns:a16="http://schemas.microsoft.com/office/drawing/2014/main" id="{D02FACE4-7017-8E47-C4F3-15F64C21E899}"/>
              </a:ext>
            </a:extLst>
          </p:cNvPr>
          <p:cNvSpPr/>
          <p:nvPr/>
        </p:nvSpPr>
        <p:spPr>
          <a:xfrm rot="8100000">
            <a:off x="4174213" y="1622857"/>
            <a:ext cx="1275682" cy="1275682"/>
          </a:xfrm>
          <a:prstGeom prst="teardrop">
            <a:avLst>
              <a:gd name="adj" fmla="val 109962"/>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Oval 30">
            <a:extLst>
              <a:ext uri="{FF2B5EF4-FFF2-40B4-BE49-F238E27FC236}">
                <a16:creationId xmlns:a16="http://schemas.microsoft.com/office/drawing/2014/main" id="{A9B06E20-F118-1DD5-BEC6-C906D32FA147}"/>
              </a:ext>
            </a:extLst>
          </p:cNvPr>
          <p:cNvSpPr/>
          <p:nvPr/>
        </p:nvSpPr>
        <p:spPr>
          <a:xfrm>
            <a:off x="4367211" y="1815855"/>
            <a:ext cx="889686" cy="889686"/>
          </a:xfrm>
          <a:prstGeom prst="ellipse">
            <a:avLst/>
          </a:prstGeom>
          <a:gradFill flip="none" rotWithShape="1">
            <a:gsLst>
              <a:gs pos="100000">
                <a:srgbClr val="BDC3C7"/>
              </a:gs>
              <a:gs pos="0">
                <a:srgbClr val="ECF0F1"/>
              </a:gs>
            </a:gsLst>
            <a:path path="circle">
              <a:fillToRect l="100000" t="100000"/>
            </a:path>
            <a:tileRect r="-100000" b="-100000"/>
          </a:gradFill>
          <a:ln>
            <a:noFill/>
          </a:ln>
          <a:effectLst>
            <a:outerShdw blurRad="381000" dist="38100" dir="2700000" sx="101000" sy="101000" algn="tl" rotWithShape="0">
              <a:schemeClr val="tx1">
                <a:lumMod val="75000"/>
                <a:lumOff val="25000"/>
                <a:alpha val="40000"/>
              </a:schemeClr>
            </a:outerShdw>
          </a:effectLst>
          <a:scene3d>
            <a:camera prst="orthographicFront"/>
            <a:lightRig rig="threePt" dir="t"/>
          </a:scene3d>
          <a:sp3d>
            <a:bevelT w="279400" h="1905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3</a:t>
            </a:r>
          </a:p>
        </p:txBody>
      </p:sp>
      <p:sp>
        <p:nvSpPr>
          <p:cNvPr id="8" name="TextBox 117">
            <a:extLst>
              <a:ext uri="{FF2B5EF4-FFF2-40B4-BE49-F238E27FC236}">
                <a16:creationId xmlns:a16="http://schemas.microsoft.com/office/drawing/2014/main" id="{188BE471-EDAC-76D5-83F7-091106CA0346}"/>
              </a:ext>
            </a:extLst>
          </p:cNvPr>
          <p:cNvSpPr txBox="1"/>
          <p:nvPr/>
        </p:nvSpPr>
        <p:spPr>
          <a:xfrm>
            <a:off x="4047182" y="3971635"/>
            <a:ext cx="2028587" cy="255454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black"/>
                </a:solidFill>
                <a:effectLst/>
                <a:uLnTx/>
                <a:uFillTx/>
                <a:latin typeface="Calibri" panose="020F0502020204030204"/>
                <a:ea typeface="+mn-ea"/>
                <a:cs typeface="+mn-cs"/>
              </a:rPr>
              <a:t>Guidewire Integration gateway</a:t>
            </a: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 consume data from MDA public cluster- Refer to the Datadog Dashboard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black"/>
                </a:solidFill>
                <a:effectLst/>
                <a:uLnTx/>
                <a:uFillTx/>
                <a:latin typeface="Calibri" panose="020F0502020204030204"/>
                <a:ea typeface="+mn-ea"/>
                <a:cs typeface="+mn-cs"/>
              </a:rPr>
              <a:t>Guidewire PC/BC- </a:t>
            </a:r>
            <a:endParaRPr kumimoji="0" lang="en-GB" sz="16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Refer to the Datadog Dashboard</a:t>
            </a:r>
          </a:p>
        </p:txBody>
      </p:sp>
      <p:sp>
        <p:nvSpPr>
          <p:cNvPr id="11" name="Teardrop 10">
            <a:extLst>
              <a:ext uri="{FF2B5EF4-FFF2-40B4-BE49-F238E27FC236}">
                <a16:creationId xmlns:a16="http://schemas.microsoft.com/office/drawing/2014/main" id="{651730F7-0DC1-4BC8-95D5-2A56124F47FC}"/>
              </a:ext>
            </a:extLst>
          </p:cNvPr>
          <p:cNvSpPr/>
          <p:nvPr/>
        </p:nvSpPr>
        <p:spPr>
          <a:xfrm rot="8100000">
            <a:off x="8205878" y="1658715"/>
            <a:ext cx="1275682" cy="1275682"/>
          </a:xfrm>
          <a:prstGeom prst="teardrop">
            <a:avLst>
              <a:gd name="adj" fmla="val 109962"/>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64D3696D-F6F4-B1A3-BA85-4B7483A147C6}"/>
              </a:ext>
            </a:extLst>
          </p:cNvPr>
          <p:cNvSpPr/>
          <p:nvPr/>
        </p:nvSpPr>
        <p:spPr>
          <a:xfrm>
            <a:off x="8398876" y="1851713"/>
            <a:ext cx="889686" cy="889686"/>
          </a:xfrm>
          <a:prstGeom prst="ellipse">
            <a:avLst/>
          </a:prstGeom>
          <a:gradFill flip="none" rotWithShape="1">
            <a:gsLst>
              <a:gs pos="100000">
                <a:srgbClr val="BDC3C7"/>
              </a:gs>
              <a:gs pos="0">
                <a:srgbClr val="ECF0F1"/>
              </a:gs>
            </a:gsLst>
            <a:path path="circle">
              <a:fillToRect l="100000" t="100000"/>
            </a:path>
            <a:tileRect r="-100000" b="-100000"/>
          </a:gradFill>
          <a:ln>
            <a:noFill/>
          </a:ln>
          <a:effectLst>
            <a:outerShdw blurRad="381000" dist="38100" dir="2700000" sx="101000" sy="101000" algn="tl" rotWithShape="0">
              <a:schemeClr val="tx1">
                <a:lumMod val="75000"/>
                <a:lumOff val="25000"/>
                <a:alpha val="40000"/>
              </a:schemeClr>
            </a:outerShdw>
          </a:effectLst>
          <a:scene3d>
            <a:camera prst="orthographicFront"/>
            <a:lightRig rig="threePt" dir="t"/>
          </a:scene3d>
          <a:sp3d>
            <a:bevelT w="279400" h="1905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5</a:t>
            </a:r>
          </a:p>
        </p:txBody>
      </p:sp>
      <p:sp>
        <p:nvSpPr>
          <p:cNvPr id="19" name="TextBox 122">
            <a:extLst>
              <a:ext uri="{FF2B5EF4-FFF2-40B4-BE49-F238E27FC236}">
                <a16:creationId xmlns:a16="http://schemas.microsoft.com/office/drawing/2014/main" id="{C16D902B-3991-B11D-A0C5-FC86F24343B1}"/>
              </a:ext>
            </a:extLst>
          </p:cNvPr>
          <p:cNvSpPr txBox="1"/>
          <p:nvPr/>
        </p:nvSpPr>
        <p:spPr>
          <a:xfrm>
            <a:off x="7782090" y="3549209"/>
            <a:ext cx="2289049"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A5A5A5"/>
                </a:solidFill>
                <a:effectLst/>
                <a:uLnTx/>
                <a:uFillTx/>
                <a:latin typeface="Calibri" panose="020F0502020204030204"/>
                <a:ea typeface="+mn-ea"/>
                <a:cs typeface="+mn-cs"/>
              </a:rPr>
              <a:t>MDA</a:t>
            </a:r>
          </a:p>
        </p:txBody>
      </p:sp>
      <p:grpSp>
        <p:nvGrpSpPr>
          <p:cNvPr id="22" name="Group 21">
            <a:extLst>
              <a:ext uri="{FF2B5EF4-FFF2-40B4-BE49-F238E27FC236}">
                <a16:creationId xmlns:a16="http://schemas.microsoft.com/office/drawing/2014/main" id="{7D90CC63-A57C-7C8D-E7EA-CE8C60970D37}"/>
              </a:ext>
            </a:extLst>
          </p:cNvPr>
          <p:cNvGrpSpPr/>
          <p:nvPr/>
        </p:nvGrpSpPr>
        <p:grpSpPr>
          <a:xfrm>
            <a:off x="8771526" y="3332306"/>
            <a:ext cx="211094" cy="211094"/>
            <a:chOff x="10264849" y="3631010"/>
            <a:chExt cx="211094" cy="211094"/>
          </a:xfrm>
        </p:grpSpPr>
        <p:sp>
          <p:nvSpPr>
            <p:cNvPr id="23" name="Oval 22">
              <a:extLst>
                <a:ext uri="{FF2B5EF4-FFF2-40B4-BE49-F238E27FC236}">
                  <a16:creationId xmlns:a16="http://schemas.microsoft.com/office/drawing/2014/main" id="{DFA7A507-1CAC-B7AD-EF16-1C8FECB06E72}"/>
                </a:ext>
              </a:extLst>
            </p:cNvPr>
            <p:cNvSpPr/>
            <p:nvPr/>
          </p:nvSpPr>
          <p:spPr>
            <a:xfrm>
              <a:off x="10264849" y="3631010"/>
              <a:ext cx="211094" cy="21109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Oval 23">
              <a:extLst>
                <a:ext uri="{FF2B5EF4-FFF2-40B4-BE49-F238E27FC236}">
                  <a16:creationId xmlns:a16="http://schemas.microsoft.com/office/drawing/2014/main" id="{2FF6E821-CC80-65F3-768A-60544585A598}"/>
                </a:ext>
              </a:extLst>
            </p:cNvPr>
            <p:cNvSpPr/>
            <p:nvPr/>
          </p:nvSpPr>
          <p:spPr>
            <a:xfrm>
              <a:off x="10295137" y="3661298"/>
              <a:ext cx="150518" cy="15051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5" name="TextBox 122">
            <a:extLst>
              <a:ext uri="{FF2B5EF4-FFF2-40B4-BE49-F238E27FC236}">
                <a16:creationId xmlns:a16="http://schemas.microsoft.com/office/drawing/2014/main" id="{E91964D7-52E9-F6B9-CEA2-0EEB5A2FFDEF}"/>
              </a:ext>
            </a:extLst>
          </p:cNvPr>
          <p:cNvSpPr txBox="1"/>
          <p:nvPr/>
        </p:nvSpPr>
        <p:spPr>
          <a:xfrm>
            <a:off x="5687915" y="3546515"/>
            <a:ext cx="2289049"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A5A5A5"/>
                </a:solidFill>
                <a:effectLst/>
                <a:uLnTx/>
                <a:uFillTx/>
                <a:latin typeface="Calibri" panose="020F0502020204030204"/>
                <a:ea typeface="+mn-ea"/>
                <a:cs typeface="+mn-cs"/>
              </a:rPr>
              <a:t>GPAS</a:t>
            </a:r>
          </a:p>
        </p:txBody>
      </p:sp>
      <p:sp>
        <p:nvSpPr>
          <p:cNvPr id="26" name="Teardrop 25">
            <a:extLst>
              <a:ext uri="{FF2B5EF4-FFF2-40B4-BE49-F238E27FC236}">
                <a16:creationId xmlns:a16="http://schemas.microsoft.com/office/drawing/2014/main" id="{752FDDDA-9AC0-C4B3-A034-6B6DCB753ABD}"/>
              </a:ext>
            </a:extLst>
          </p:cNvPr>
          <p:cNvSpPr/>
          <p:nvPr/>
        </p:nvSpPr>
        <p:spPr>
          <a:xfrm rot="8100000">
            <a:off x="10179969" y="1665976"/>
            <a:ext cx="1275682" cy="1275682"/>
          </a:xfrm>
          <a:prstGeom prst="teardrop">
            <a:avLst>
              <a:gd name="adj" fmla="val 109962"/>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7" name="Group 26">
            <a:extLst>
              <a:ext uri="{FF2B5EF4-FFF2-40B4-BE49-F238E27FC236}">
                <a16:creationId xmlns:a16="http://schemas.microsoft.com/office/drawing/2014/main" id="{54516369-ED01-6D7D-16ED-1C659450F026}"/>
              </a:ext>
            </a:extLst>
          </p:cNvPr>
          <p:cNvGrpSpPr/>
          <p:nvPr/>
        </p:nvGrpSpPr>
        <p:grpSpPr>
          <a:xfrm>
            <a:off x="10730301" y="3339220"/>
            <a:ext cx="211094" cy="211094"/>
            <a:chOff x="10264849" y="3631010"/>
            <a:chExt cx="211094" cy="211094"/>
          </a:xfrm>
        </p:grpSpPr>
        <p:sp>
          <p:nvSpPr>
            <p:cNvPr id="28" name="Oval 27">
              <a:extLst>
                <a:ext uri="{FF2B5EF4-FFF2-40B4-BE49-F238E27FC236}">
                  <a16:creationId xmlns:a16="http://schemas.microsoft.com/office/drawing/2014/main" id="{4A9B0BAB-743C-0C7D-4E09-4936B90717A5}"/>
                </a:ext>
              </a:extLst>
            </p:cNvPr>
            <p:cNvSpPr/>
            <p:nvPr/>
          </p:nvSpPr>
          <p:spPr>
            <a:xfrm>
              <a:off x="10264849" y="3631010"/>
              <a:ext cx="211094" cy="21109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Oval 28">
              <a:extLst>
                <a:ext uri="{FF2B5EF4-FFF2-40B4-BE49-F238E27FC236}">
                  <a16:creationId xmlns:a16="http://schemas.microsoft.com/office/drawing/2014/main" id="{22ABD36D-0E39-5325-9F71-926B4B4C80EB}"/>
                </a:ext>
              </a:extLst>
            </p:cNvPr>
            <p:cNvSpPr/>
            <p:nvPr/>
          </p:nvSpPr>
          <p:spPr>
            <a:xfrm>
              <a:off x="10295137" y="3661298"/>
              <a:ext cx="150518" cy="15051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32" name="Oval 31">
            <a:extLst>
              <a:ext uri="{FF2B5EF4-FFF2-40B4-BE49-F238E27FC236}">
                <a16:creationId xmlns:a16="http://schemas.microsoft.com/office/drawing/2014/main" id="{CB2EB40F-E448-2062-6EAA-3898DBD7606B}"/>
              </a:ext>
            </a:extLst>
          </p:cNvPr>
          <p:cNvSpPr/>
          <p:nvPr/>
        </p:nvSpPr>
        <p:spPr>
          <a:xfrm>
            <a:off x="10391005" y="1864811"/>
            <a:ext cx="889686" cy="889686"/>
          </a:xfrm>
          <a:prstGeom prst="ellipse">
            <a:avLst/>
          </a:prstGeom>
          <a:gradFill flip="none" rotWithShape="1">
            <a:gsLst>
              <a:gs pos="100000">
                <a:srgbClr val="BDC3C7"/>
              </a:gs>
              <a:gs pos="0">
                <a:srgbClr val="ECF0F1"/>
              </a:gs>
            </a:gsLst>
            <a:path path="circle">
              <a:fillToRect l="100000" t="100000"/>
            </a:path>
            <a:tileRect r="-100000" b="-100000"/>
          </a:gradFill>
          <a:ln>
            <a:noFill/>
          </a:ln>
          <a:effectLst>
            <a:outerShdw blurRad="381000" dist="38100" dir="2700000" sx="101000" sy="101000" algn="tl" rotWithShape="0">
              <a:schemeClr val="tx1">
                <a:lumMod val="75000"/>
                <a:lumOff val="25000"/>
                <a:alpha val="40000"/>
              </a:schemeClr>
            </a:outerShdw>
          </a:effectLst>
          <a:scene3d>
            <a:camera prst="orthographicFront"/>
            <a:lightRig rig="threePt" dir="t"/>
          </a:scene3d>
          <a:sp3d>
            <a:bevelT w="279400" h="1905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6</a:t>
            </a:r>
          </a:p>
        </p:txBody>
      </p:sp>
      <p:sp>
        <p:nvSpPr>
          <p:cNvPr id="35" name="TextBox 117">
            <a:extLst>
              <a:ext uri="{FF2B5EF4-FFF2-40B4-BE49-F238E27FC236}">
                <a16:creationId xmlns:a16="http://schemas.microsoft.com/office/drawing/2014/main" id="{A3CA42F9-2F3A-2A77-D7BA-DBE5783DA9B9}"/>
              </a:ext>
            </a:extLst>
          </p:cNvPr>
          <p:cNvSpPr txBox="1"/>
          <p:nvPr/>
        </p:nvSpPr>
        <p:spPr>
          <a:xfrm>
            <a:off x="6249540" y="3971635"/>
            <a:ext cx="2028587" cy="181588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black"/>
                </a:solidFill>
                <a:effectLst/>
                <a:uLnTx/>
                <a:uFillTx/>
                <a:latin typeface="Calibri" panose="020F0502020204030204"/>
                <a:ea typeface="+mn-ea"/>
                <a:cs typeface="+mn-cs"/>
              </a:rPr>
              <a:t>CDA </a:t>
            </a: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Verify records in AWS S3 bucket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black"/>
                </a:solidFill>
                <a:effectLst/>
                <a:uLnTx/>
                <a:uFillTx/>
                <a:latin typeface="Calibri" panose="020F0502020204030204"/>
                <a:ea typeface="+mn-ea"/>
                <a:cs typeface="+mn-cs"/>
              </a:rPr>
              <a:t>Guidewire Integration gateway</a:t>
            </a: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 Refer to the Datadog Dashboard</a:t>
            </a:r>
          </a:p>
        </p:txBody>
      </p:sp>
      <p:sp>
        <p:nvSpPr>
          <p:cNvPr id="38" name="TextBox 117">
            <a:extLst>
              <a:ext uri="{FF2B5EF4-FFF2-40B4-BE49-F238E27FC236}">
                <a16:creationId xmlns:a16="http://schemas.microsoft.com/office/drawing/2014/main" id="{7892651B-8EA9-0106-C200-17955B952DFC}"/>
              </a:ext>
            </a:extLst>
          </p:cNvPr>
          <p:cNvSpPr txBox="1"/>
          <p:nvPr/>
        </p:nvSpPr>
        <p:spPr>
          <a:xfrm>
            <a:off x="8194164" y="3951257"/>
            <a:ext cx="2028587" cy="181588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black"/>
                </a:solidFill>
                <a:effectLst/>
                <a:uLnTx/>
                <a:uFillTx/>
                <a:latin typeface="Calibri" panose="020F0502020204030204"/>
                <a:ea typeface="+mn-ea"/>
                <a:cs typeface="+mn-cs"/>
              </a:rPr>
              <a:t>Snowflake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Calibri" panose="020F0502020204030204"/>
                <a:ea typeface="+mn-ea"/>
                <a:cs typeface="+mn-cs"/>
              </a:rPr>
              <a:t>Fivetran connector should pull data from CDA and send to Snowflake- Verify records in Snowflake dashboard</a:t>
            </a:r>
          </a:p>
        </p:txBody>
      </p:sp>
      <p:sp>
        <p:nvSpPr>
          <p:cNvPr id="41" name="TextBox 117">
            <a:extLst>
              <a:ext uri="{FF2B5EF4-FFF2-40B4-BE49-F238E27FC236}">
                <a16:creationId xmlns:a16="http://schemas.microsoft.com/office/drawing/2014/main" id="{D4E3422D-8C38-2633-BE91-A62A41ED961B}"/>
              </a:ext>
            </a:extLst>
          </p:cNvPr>
          <p:cNvSpPr txBox="1"/>
          <p:nvPr/>
        </p:nvSpPr>
        <p:spPr>
          <a:xfrm>
            <a:off x="10272343" y="3986351"/>
            <a:ext cx="1706074"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TBD</a:t>
            </a:r>
          </a:p>
        </p:txBody>
      </p:sp>
      <p:sp>
        <p:nvSpPr>
          <p:cNvPr id="10" name="TextBox 117">
            <a:extLst>
              <a:ext uri="{FF2B5EF4-FFF2-40B4-BE49-F238E27FC236}">
                <a16:creationId xmlns:a16="http://schemas.microsoft.com/office/drawing/2014/main" id="{A51D95C9-343F-86A3-9132-E6F4EAAF478B}"/>
              </a:ext>
            </a:extLst>
          </p:cNvPr>
          <p:cNvSpPr txBox="1"/>
          <p:nvPr/>
        </p:nvSpPr>
        <p:spPr>
          <a:xfrm>
            <a:off x="8236146" y="5767139"/>
            <a:ext cx="2028587"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GB" sz="1600" b="1">
                <a:solidFill>
                  <a:prstClr val="black"/>
                </a:solidFill>
              </a:rPr>
              <a:t>MDA Public cluster </a:t>
            </a:r>
            <a:r>
              <a:rPr lang="en-GB" sz="1600">
                <a:solidFill>
                  <a:prstClr val="black"/>
                </a:solidFill>
                <a:latin typeface="Calibri" panose="020F0502020204030204"/>
              </a:rPr>
              <a:t>Guidewire processed data </a:t>
            </a:r>
            <a:endParaRPr kumimoji="0" lang="en-GB"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3492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3C7BADAE-1167-22D7-9606-5F96D8670BFE}"/>
              </a:ext>
            </a:extLst>
          </p:cNvPr>
          <p:cNvGrpSpPr/>
          <p:nvPr/>
        </p:nvGrpSpPr>
        <p:grpSpPr>
          <a:xfrm>
            <a:off x="1681318" y="1066259"/>
            <a:ext cx="8986684" cy="4725481"/>
            <a:chOff x="2894330" y="789335"/>
            <a:chExt cx="6835961" cy="5384347"/>
          </a:xfrm>
        </p:grpSpPr>
        <p:pic>
          <p:nvPicPr>
            <p:cNvPr id="5" name="Graphic 4" descr="Television with solid fill">
              <a:extLst>
                <a:ext uri="{FF2B5EF4-FFF2-40B4-BE49-F238E27FC236}">
                  <a16:creationId xmlns:a16="http://schemas.microsoft.com/office/drawing/2014/main" id="{1301A431-7908-A49C-9045-D05C9260499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94330" y="789335"/>
              <a:ext cx="6835961" cy="5384347"/>
            </a:xfrm>
            <a:prstGeom prst="rect">
              <a:avLst/>
            </a:prstGeom>
          </p:spPr>
        </p:pic>
        <p:pic>
          <p:nvPicPr>
            <p:cNvPr id="6" name="Picture 5">
              <a:extLst>
                <a:ext uri="{FF2B5EF4-FFF2-40B4-BE49-F238E27FC236}">
                  <a16:creationId xmlns:a16="http://schemas.microsoft.com/office/drawing/2014/main" id="{43C8E4E2-C601-D5B7-2B99-60DF18BB4B65}"/>
                </a:ext>
              </a:extLst>
            </p:cNvPr>
            <p:cNvPicPr>
              <a:picLocks noChangeAspect="1"/>
            </p:cNvPicPr>
            <p:nvPr/>
          </p:nvPicPr>
          <p:blipFill>
            <a:blip r:embed="rId4"/>
            <a:stretch>
              <a:fillRect/>
            </a:stretch>
          </p:blipFill>
          <p:spPr>
            <a:xfrm>
              <a:off x="3264311" y="1725255"/>
              <a:ext cx="6092020" cy="2823355"/>
            </a:xfrm>
            <a:prstGeom prst="rect">
              <a:avLst/>
            </a:prstGeom>
          </p:spPr>
        </p:pic>
      </p:grpSp>
      <p:sp>
        <p:nvSpPr>
          <p:cNvPr id="8" name="Title 3">
            <a:extLst>
              <a:ext uri="{FF2B5EF4-FFF2-40B4-BE49-F238E27FC236}">
                <a16:creationId xmlns:a16="http://schemas.microsoft.com/office/drawing/2014/main" id="{E5B29C14-D35E-B9C9-DD5F-B4828C6AAACA}"/>
              </a:ext>
            </a:extLst>
          </p:cNvPr>
          <p:cNvSpPr>
            <a:spLocks noGrp="1"/>
          </p:cNvSpPr>
          <p:nvPr>
            <p:ph type="title"/>
          </p:nvPr>
        </p:nvSpPr>
        <p:spPr>
          <a:xfrm>
            <a:off x="2678019" y="637457"/>
            <a:ext cx="6835961" cy="716711"/>
          </a:xfrm>
        </p:spPr>
        <p: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IN" sz="4800" i="0" u="none" strike="noStrike" kern="1200" cap="none" spc="0" normalizeH="0" baseline="0" noProof="0">
                <a:ln>
                  <a:noFill/>
                </a:ln>
                <a:effectLst/>
                <a:uLnTx/>
                <a:uFillTx/>
                <a:ea typeface="+mn-ea"/>
                <a:cs typeface="+mn-cs"/>
              </a:rPr>
              <a:t>Demo</a:t>
            </a:r>
          </a:p>
        </p:txBody>
      </p:sp>
      <p:sp>
        <p:nvSpPr>
          <p:cNvPr id="2" name="TextBox 1">
            <a:hlinkClick r:id="" action="ppaction://noaction"/>
            <a:extLst>
              <a:ext uri="{FF2B5EF4-FFF2-40B4-BE49-F238E27FC236}">
                <a16:creationId xmlns:a16="http://schemas.microsoft.com/office/drawing/2014/main" id="{DCF26F95-D2E5-D079-CDC5-913E7DCD9D28}"/>
              </a:ext>
            </a:extLst>
          </p:cNvPr>
          <p:cNvSpPr txBox="1"/>
          <p:nvPr/>
        </p:nvSpPr>
        <p:spPr>
          <a:xfrm>
            <a:off x="9622366" y="6354396"/>
            <a:ext cx="2319858" cy="230832"/>
          </a:xfrm>
          <a:prstGeom prst="rect">
            <a:avLst/>
          </a:prstGeom>
          <a:noFill/>
        </p:spPr>
        <p:txBody>
          <a:bodyPr wrap="square" rtlCol="0">
            <a:spAutoFit/>
          </a:bodyPr>
          <a:lstStyle/>
          <a:p>
            <a:r>
              <a:rPr lang="en-IN" sz="900">
                <a:solidFill>
                  <a:srgbClr val="FFFF00"/>
                </a:solidFill>
              </a:rPr>
              <a:t>Back to Outside In Perspective Slide</a:t>
            </a:r>
          </a:p>
        </p:txBody>
      </p:sp>
    </p:spTree>
    <p:extLst>
      <p:ext uri="{BB962C8B-B14F-4D97-AF65-F5344CB8AC3E}">
        <p14:creationId xmlns:p14="http://schemas.microsoft.com/office/powerpoint/2010/main" val="34645423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225C2AA1-D2BE-93A4-6E0E-2E6C84C4B643}"/>
              </a:ext>
            </a:extLst>
          </p:cNvPr>
          <p:cNvSpPr>
            <a:spLocks noGrp="1"/>
          </p:cNvSpPr>
          <p:nvPr>
            <p:ph type="subTitle" idx="1"/>
          </p:nvPr>
        </p:nvSpPr>
        <p:spPr>
          <a:xfrm>
            <a:off x="429141" y="218498"/>
            <a:ext cx="5545138" cy="369332"/>
          </a:xfrm>
        </p:spPr>
        <p:txBody>
          <a:bodyPr/>
          <a:lstStyle/>
          <a:p>
            <a:r>
              <a:rPr lang="en-IN" sz="2400" b="1"/>
              <a:t>GPAS Data Migration</a:t>
            </a:r>
          </a:p>
        </p:txBody>
      </p:sp>
      <p:pic>
        <p:nvPicPr>
          <p:cNvPr id="6" name="Picture 5">
            <a:extLst>
              <a:ext uri="{FF2B5EF4-FFF2-40B4-BE49-F238E27FC236}">
                <a16:creationId xmlns:a16="http://schemas.microsoft.com/office/drawing/2014/main" id="{B556A280-9823-6AC6-F0D3-D724B7403C74}"/>
              </a:ext>
            </a:extLst>
          </p:cNvPr>
          <p:cNvPicPr>
            <a:picLocks noChangeAspect="1"/>
          </p:cNvPicPr>
          <p:nvPr/>
        </p:nvPicPr>
        <p:blipFill>
          <a:blip r:embed="rId2"/>
          <a:stretch>
            <a:fillRect/>
          </a:stretch>
        </p:blipFill>
        <p:spPr>
          <a:xfrm>
            <a:off x="429141" y="696686"/>
            <a:ext cx="11501602" cy="5268685"/>
          </a:xfrm>
          <a:prstGeom prst="rect">
            <a:avLst/>
          </a:prstGeom>
        </p:spPr>
      </p:pic>
    </p:spTree>
    <p:extLst>
      <p:ext uri="{BB962C8B-B14F-4D97-AF65-F5344CB8AC3E}">
        <p14:creationId xmlns:p14="http://schemas.microsoft.com/office/powerpoint/2010/main" val="229887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Graphic 1">
            <a:extLst>
              <a:ext uri="{FF2B5EF4-FFF2-40B4-BE49-F238E27FC236}">
                <a16:creationId xmlns:a16="http://schemas.microsoft.com/office/drawing/2014/main" id="{FADFFB33-41E2-47E0-8705-23E9F22ABF31}"/>
              </a:ext>
              <a:ext uri="{C183D7F6-B498-43B3-948B-1728B52AA6E4}">
                <adec:decorative xmlns:adec="http://schemas.microsoft.com/office/drawing/2017/decorative" val="1"/>
              </a:ext>
            </a:extLst>
          </p:cNvPr>
          <p:cNvSpPr/>
          <p:nvPr/>
        </p:nvSpPr>
        <p:spPr>
          <a:xfrm rot="20535171">
            <a:off x="750792" y="415918"/>
            <a:ext cx="14823531" cy="6713585"/>
          </a:xfrm>
          <a:custGeom>
            <a:avLst/>
            <a:gdLst>
              <a:gd name="connsiteX0" fmla="*/ 7215188 w 7239000"/>
              <a:gd name="connsiteY0" fmla="*/ 3278548 h 3278547"/>
              <a:gd name="connsiteX1" fmla="*/ 6557010 w 7239000"/>
              <a:gd name="connsiteY1" fmla="*/ 2329858 h 3278547"/>
              <a:gd name="connsiteX2" fmla="*/ 4255770 w 7239000"/>
              <a:gd name="connsiteY2" fmla="*/ 41000 h 3278547"/>
              <a:gd name="connsiteX3" fmla="*/ 4255770 w 7239000"/>
              <a:gd name="connsiteY3" fmla="*/ 41000 h 3278547"/>
              <a:gd name="connsiteX4" fmla="*/ 4247198 w 7239000"/>
              <a:gd name="connsiteY4" fmla="*/ 40048 h 3278547"/>
              <a:gd name="connsiteX5" fmla="*/ 4245293 w 7239000"/>
              <a:gd name="connsiteY5" fmla="*/ 40048 h 3278547"/>
              <a:gd name="connsiteX6" fmla="*/ 2178368 w 7239000"/>
              <a:gd name="connsiteY6" fmla="*/ 949685 h 3278547"/>
              <a:gd name="connsiteX7" fmla="*/ 2162175 w 7239000"/>
              <a:gd name="connsiteY7" fmla="*/ 963973 h 3278547"/>
              <a:gd name="connsiteX8" fmla="*/ 2172653 w 7239000"/>
              <a:gd name="connsiteY8" fmla="*/ 985880 h 3278547"/>
              <a:gd name="connsiteX9" fmla="*/ 2628900 w 7239000"/>
              <a:gd name="connsiteY9" fmla="*/ 2749910 h 3278547"/>
              <a:gd name="connsiteX10" fmla="*/ 1949768 w 7239000"/>
              <a:gd name="connsiteY10" fmla="*/ 2512738 h 3278547"/>
              <a:gd name="connsiteX11" fmla="*/ 1019175 w 7239000"/>
              <a:gd name="connsiteY11" fmla="*/ 2072683 h 3278547"/>
              <a:gd name="connsiteX12" fmla="*/ 36195 w 7239000"/>
              <a:gd name="connsiteY12" fmla="*/ 3269023 h 3278547"/>
              <a:gd name="connsiteX13" fmla="*/ 0 w 7239000"/>
              <a:gd name="connsiteY13" fmla="*/ 3257593 h 3278547"/>
              <a:gd name="connsiteX14" fmla="*/ 270510 w 7239000"/>
              <a:gd name="connsiteY14" fmla="*/ 2655613 h 3278547"/>
              <a:gd name="connsiteX15" fmla="*/ 1018223 w 7239000"/>
              <a:gd name="connsiteY15" fmla="*/ 2034583 h 3278547"/>
              <a:gd name="connsiteX16" fmla="*/ 1971675 w 7239000"/>
              <a:gd name="connsiteY16" fmla="*/ 2481305 h 3278547"/>
              <a:gd name="connsiteX17" fmla="*/ 2599373 w 7239000"/>
              <a:gd name="connsiteY17" fmla="*/ 2725146 h 3278547"/>
              <a:gd name="connsiteX18" fmla="*/ 2138363 w 7239000"/>
              <a:gd name="connsiteY18" fmla="*/ 1002073 h 3278547"/>
              <a:gd name="connsiteX19" fmla="*/ 2122170 w 7239000"/>
              <a:gd name="connsiteY19" fmla="*/ 967783 h 3278547"/>
              <a:gd name="connsiteX20" fmla="*/ 2116455 w 7239000"/>
              <a:gd name="connsiteY20" fmla="*/ 955400 h 3278547"/>
              <a:gd name="connsiteX21" fmla="*/ 2126933 w 7239000"/>
              <a:gd name="connsiteY21" fmla="*/ 945875 h 3278547"/>
              <a:gd name="connsiteX22" fmla="*/ 2152650 w 7239000"/>
              <a:gd name="connsiteY22" fmla="*/ 922063 h 3278547"/>
              <a:gd name="connsiteX23" fmla="*/ 2890838 w 7239000"/>
              <a:gd name="connsiteY23" fmla="*/ 369613 h 3278547"/>
              <a:gd name="connsiteX24" fmla="*/ 4248150 w 7239000"/>
              <a:gd name="connsiteY24" fmla="*/ 2900 h 3278547"/>
              <a:gd name="connsiteX25" fmla="*/ 4252913 w 7239000"/>
              <a:gd name="connsiteY25" fmla="*/ 2900 h 3278547"/>
              <a:gd name="connsiteX26" fmla="*/ 4252913 w 7239000"/>
              <a:gd name="connsiteY26" fmla="*/ 2900 h 3278547"/>
              <a:gd name="connsiteX27" fmla="*/ 6590348 w 7239000"/>
              <a:gd name="connsiteY27" fmla="*/ 2310808 h 3278547"/>
              <a:gd name="connsiteX28" fmla="*/ 7239000 w 7239000"/>
              <a:gd name="connsiteY28" fmla="*/ 3249021 h 3278547"/>
              <a:gd name="connsiteX29" fmla="*/ 7215188 w 7239000"/>
              <a:gd name="connsiteY29" fmla="*/ 3278548 h 327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239000" h="3278547">
                <a:moveTo>
                  <a:pt x="7215188" y="3278548"/>
                </a:moveTo>
                <a:cubicBezTo>
                  <a:pt x="7036118" y="3138530"/>
                  <a:pt x="6814185" y="2764198"/>
                  <a:pt x="6557010" y="2329858"/>
                </a:cubicBezTo>
                <a:cubicBezTo>
                  <a:pt x="5998845" y="1386883"/>
                  <a:pt x="5233988" y="96245"/>
                  <a:pt x="4255770" y="41000"/>
                </a:cubicBezTo>
                <a:lnTo>
                  <a:pt x="4255770" y="41000"/>
                </a:lnTo>
                <a:lnTo>
                  <a:pt x="4247198" y="40048"/>
                </a:lnTo>
                <a:cubicBezTo>
                  <a:pt x="4246245" y="40048"/>
                  <a:pt x="4245293" y="40048"/>
                  <a:pt x="4245293" y="40048"/>
                </a:cubicBezTo>
                <a:cubicBezTo>
                  <a:pt x="3781425" y="14330"/>
                  <a:pt x="3046095" y="151490"/>
                  <a:pt x="2178368" y="949685"/>
                </a:cubicBezTo>
                <a:cubicBezTo>
                  <a:pt x="2172653" y="955400"/>
                  <a:pt x="2166938" y="960163"/>
                  <a:pt x="2162175" y="963973"/>
                </a:cubicBezTo>
                <a:cubicBezTo>
                  <a:pt x="2165033" y="970640"/>
                  <a:pt x="2168843" y="977308"/>
                  <a:pt x="2172653" y="985880"/>
                </a:cubicBezTo>
                <a:cubicBezTo>
                  <a:pt x="2486025" y="1663108"/>
                  <a:pt x="2820353" y="2519405"/>
                  <a:pt x="2628900" y="2749910"/>
                </a:cubicBezTo>
                <a:cubicBezTo>
                  <a:pt x="2499360" y="2905168"/>
                  <a:pt x="2245043" y="2723240"/>
                  <a:pt x="1949768" y="2512738"/>
                </a:cubicBezTo>
                <a:cubicBezTo>
                  <a:pt x="1655445" y="2302235"/>
                  <a:pt x="1322070" y="2064110"/>
                  <a:pt x="1019175" y="2072683"/>
                </a:cubicBezTo>
                <a:cubicBezTo>
                  <a:pt x="422910" y="2089828"/>
                  <a:pt x="40005" y="3257593"/>
                  <a:pt x="36195" y="3269023"/>
                </a:cubicBezTo>
                <a:lnTo>
                  <a:pt x="0" y="3257593"/>
                </a:lnTo>
                <a:cubicBezTo>
                  <a:pt x="953" y="3254735"/>
                  <a:pt x="98108" y="2953746"/>
                  <a:pt x="270510" y="2655613"/>
                </a:cubicBezTo>
                <a:cubicBezTo>
                  <a:pt x="503873" y="2250800"/>
                  <a:pt x="755333" y="2042203"/>
                  <a:pt x="1018223" y="2034583"/>
                </a:cubicBezTo>
                <a:cubicBezTo>
                  <a:pt x="1334453" y="2026010"/>
                  <a:pt x="1672590" y="2267945"/>
                  <a:pt x="1971675" y="2481305"/>
                </a:cubicBezTo>
                <a:cubicBezTo>
                  <a:pt x="2250758" y="2681330"/>
                  <a:pt x="2492693" y="2853733"/>
                  <a:pt x="2599373" y="2725146"/>
                </a:cubicBezTo>
                <a:cubicBezTo>
                  <a:pt x="2739390" y="2557505"/>
                  <a:pt x="2575560" y="1945048"/>
                  <a:pt x="2138363" y="1002073"/>
                </a:cubicBezTo>
                <a:cubicBezTo>
                  <a:pt x="2131695" y="986833"/>
                  <a:pt x="2125980" y="975403"/>
                  <a:pt x="2122170" y="967783"/>
                </a:cubicBezTo>
                <a:lnTo>
                  <a:pt x="2116455" y="955400"/>
                </a:lnTo>
                <a:lnTo>
                  <a:pt x="2126933" y="945875"/>
                </a:lnTo>
                <a:cubicBezTo>
                  <a:pt x="2133600" y="939208"/>
                  <a:pt x="2143125" y="931588"/>
                  <a:pt x="2152650" y="922063"/>
                </a:cubicBezTo>
                <a:cubicBezTo>
                  <a:pt x="2253615" y="828718"/>
                  <a:pt x="2522220" y="582020"/>
                  <a:pt x="2890838" y="369613"/>
                </a:cubicBezTo>
                <a:cubicBezTo>
                  <a:pt x="3353753" y="101960"/>
                  <a:pt x="3810000" y="-20912"/>
                  <a:pt x="4248150" y="2900"/>
                </a:cubicBezTo>
                <a:lnTo>
                  <a:pt x="4252913" y="2900"/>
                </a:lnTo>
                <a:lnTo>
                  <a:pt x="4252913" y="2900"/>
                </a:lnTo>
                <a:cubicBezTo>
                  <a:pt x="5253990" y="55288"/>
                  <a:pt x="6026468" y="1359260"/>
                  <a:pt x="6590348" y="2310808"/>
                </a:cubicBezTo>
                <a:cubicBezTo>
                  <a:pt x="6845618" y="2741338"/>
                  <a:pt x="7065645" y="3113765"/>
                  <a:pt x="7239000" y="3249021"/>
                </a:cubicBezTo>
                <a:lnTo>
                  <a:pt x="7215188" y="3278548"/>
                </a:lnTo>
                <a:close/>
              </a:path>
            </a:pathLst>
          </a:custGeom>
          <a:gradFill>
            <a:gsLst>
              <a:gs pos="63000">
                <a:schemeClr val="accent2">
                  <a:alpha val="0"/>
                </a:schemeClr>
              </a:gs>
              <a:gs pos="12000">
                <a:schemeClr val="accent2">
                  <a:alpha val="0"/>
                </a:schemeClr>
              </a:gs>
              <a:gs pos="39000">
                <a:srgbClr val="12ABDB"/>
              </a:gs>
            </a:gsLst>
            <a:lin ang="54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p:txBody>
      </p:sp>
      <p:sp>
        <p:nvSpPr>
          <p:cNvPr id="3" name="Title 2">
            <a:extLst>
              <a:ext uri="{FF2B5EF4-FFF2-40B4-BE49-F238E27FC236}">
                <a16:creationId xmlns:a16="http://schemas.microsoft.com/office/drawing/2014/main" id="{C848BA6D-2927-44B8-ACA6-7A2F73E5B792}"/>
              </a:ext>
            </a:extLst>
          </p:cNvPr>
          <p:cNvSpPr>
            <a:spLocks noGrp="1"/>
          </p:cNvSpPr>
          <p:nvPr>
            <p:ph type="ctrTitle"/>
          </p:nvPr>
        </p:nvSpPr>
        <p:spPr>
          <a:xfrm>
            <a:off x="204188" y="2258965"/>
            <a:ext cx="6960092" cy="1661993"/>
          </a:xfrm>
        </p:spPr>
        <p:txBody>
          <a:bodyPr/>
          <a:lstStyle/>
          <a:p>
            <a:pPr algn="ctr">
              <a:lnSpc>
                <a:spcPct val="100000"/>
              </a:lnSpc>
            </a:pPr>
            <a:r>
              <a:rPr lang="en-GB" sz="2800" b="0"/>
              <a:t> </a:t>
            </a:r>
            <a:br>
              <a:rPr lang="en-GB" sz="2800" b="0"/>
            </a:br>
            <a:r>
              <a:rPr lang="en-GB" sz="2800" cap="none"/>
              <a:t>TESTING Framework</a:t>
            </a:r>
            <a:br>
              <a:rPr lang="en-GB" sz="2800" cap="none"/>
            </a:br>
            <a:br>
              <a:rPr lang="en-GB" sz="2800"/>
            </a:br>
            <a:r>
              <a:rPr lang="en-GB" sz="2400"/>
              <a:t>L</a:t>
            </a:r>
            <a:r>
              <a:rPr lang="en-GB" sz="2400" cap="none"/>
              <a:t>ondon</a:t>
            </a:r>
            <a:r>
              <a:rPr lang="en-GB" sz="2400"/>
              <a:t> I</a:t>
            </a:r>
            <a:r>
              <a:rPr lang="en-GB" sz="2400" cap="none"/>
              <a:t>nsurance</a:t>
            </a:r>
            <a:r>
              <a:rPr lang="en-GB" sz="2400"/>
              <a:t> M</a:t>
            </a:r>
            <a:r>
              <a:rPr lang="en-GB" sz="2400" cap="none"/>
              <a:t>arket</a:t>
            </a:r>
            <a:r>
              <a:rPr lang="en-GB" sz="2400"/>
              <a:t> I</a:t>
            </a:r>
            <a:r>
              <a:rPr lang="en-GB" sz="2400" cap="none"/>
              <a:t>ntegration Testing</a:t>
            </a:r>
            <a:endParaRPr lang="en-GB" sz="2800"/>
          </a:p>
        </p:txBody>
      </p:sp>
      <p:pic>
        <p:nvPicPr>
          <p:cNvPr id="1026" name="Picture 2" descr="undefined">
            <a:extLst>
              <a:ext uri="{FF2B5EF4-FFF2-40B4-BE49-F238E27FC236}">
                <a16:creationId xmlns:a16="http://schemas.microsoft.com/office/drawing/2014/main" id="{ED83D0E3-0382-E9EA-EFBE-AB312C768A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6729" y="-25877"/>
            <a:ext cx="5105828" cy="345487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8B54F40E-6D9C-FB14-8FB0-1959EAC1B556}"/>
              </a:ext>
            </a:extLst>
          </p:cNvPr>
          <p:cNvPicPr>
            <a:picLocks noChangeAspect="1"/>
          </p:cNvPicPr>
          <p:nvPr/>
        </p:nvPicPr>
        <p:blipFill>
          <a:blip r:embed="rId4"/>
          <a:stretch>
            <a:fillRect/>
          </a:stretch>
        </p:blipFill>
        <p:spPr>
          <a:xfrm>
            <a:off x="7071232" y="3459197"/>
            <a:ext cx="5129394" cy="3312544"/>
          </a:xfrm>
          <a:prstGeom prst="rect">
            <a:avLst/>
          </a:prstGeom>
        </p:spPr>
      </p:pic>
    </p:spTree>
    <p:extLst>
      <p:ext uri="{BB962C8B-B14F-4D97-AF65-F5344CB8AC3E}">
        <p14:creationId xmlns:p14="http://schemas.microsoft.com/office/powerpoint/2010/main" val="2101722029"/>
      </p:ext>
    </p:extLst>
  </p:cSld>
  <p:clrMapOvr>
    <a:masterClrMapping/>
  </p:clrMapOvr>
  <p:transition spd="slow">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A44C2-E2AF-D831-DB83-F0FD5E5F1E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790CEC-90C1-16A6-CC64-6D4707F9F732}"/>
              </a:ext>
            </a:extLst>
          </p:cNvPr>
          <p:cNvSpPr>
            <a:spLocks noGrp="1"/>
          </p:cNvSpPr>
          <p:nvPr>
            <p:ph type="title"/>
          </p:nvPr>
        </p:nvSpPr>
        <p:spPr>
          <a:xfrm>
            <a:off x="501885" y="265756"/>
            <a:ext cx="9545359" cy="376885"/>
          </a:xfrm>
        </p:spPr>
        <p:txBody>
          <a:bodyPr>
            <a:normAutofit fontScale="90000"/>
          </a:bodyPr>
          <a:lstStyle/>
          <a:p>
            <a:r>
              <a:rPr lang="en-US" b="1">
                <a:solidFill>
                  <a:schemeClr val="tx1"/>
                </a:solidFill>
                <a:latin typeface="Ubuntu" panose="020B0504030602030204" pitchFamily="34" charset="0"/>
              </a:rPr>
              <a:t>Key features of the Framework</a:t>
            </a:r>
            <a:endParaRPr lang="en-GB" b="1">
              <a:solidFill>
                <a:schemeClr val="tx1"/>
              </a:solidFill>
              <a:latin typeface="Ubuntu" panose="020B0504030602030204" pitchFamily="34" charset="0"/>
              <a:ea typeface="+mj-ea"/>
              <a:cs typeface="+mj-cs"/>
            </a:endParaRPr>
          </a:p>
        </p:txBody>
      </p:sp>
      <p:sp>
        <p:nvSpPr>
          <p:cNvPr id="17" name="Espace réservé du texte 3">
            <a:extLst>
              <a:ext uri="{FF2B5EF4-FFF2-40B4-BE49-F238E27FC236}">
                <a16:creationId xmlns:a16="http://schemas.microsoft.com/office/drawing/2014/main" id="{A4084E4C-79D3-2D3D-2A03-B4CF1F82FE5B}"/>
              </a:ext>
            </a:extLst>
          </p:cNvPr>
          <p:cNvSpPr txBox="1">
            <a:spLocks/>
          </p:cNvSpPr>
          <p:nvPr/>
        </p:nvSpPr>
        <p:spPr>
          <a:xfrm>
            <a:off x="501885" y="1054937"/>
            <a:ext cx="11369042" cy="3465477"/>
          </a:xfrm>
          <a:prstGeom prst="rect">
            <a:avLst/>
          </a:prstGeom>
        </p:spPr>
        <p:txBody>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kern="0">
                <a:latin typeface="Ubuntu" panose="020B0504030602030204" pitchFamily="34" charset="0"/>
              </a:rPr>
              <a:t>Model based- </a:t>
            </a:r>
            <a:r>
              <a:rPr lang="en-GB" sz="1600" kern="0">
                <a:latin typeface="Ubuntu" panose="020B0504030602030204" pitchFamily="34" charset="0"/>
              </a:rPr>
              <a:t>Helps </a:t>
            </a:r>
            <a:r>
              <a:rPr lang="en-GB" sz="1600">
                <a:latin typeface="Ubuntu" panose="020B0504030602030204" pitchFamily="34" charset="0"/>
              </a:rPr>
              <a:t>creation of test scripts in a modular way. This will ensure </a:t>
            </a:r>
            <a:r>
              <a:rPr lang="en-US" sz="1600">
                <a:latin typeface="Ubuntu" panose="020B0504030602030204" pitchFamily="34" charset="0"/>
              </a:rPr>
              <a:t>progressive testing of London Market integrated process stages incrementally, leading into e2e process validation.</a:t>
            </a:r>
          </a:p>
          <a:p>
            <a:endParaRPr lang="en-US" sz="1600" kern="0">
              <a:latin typeface="Ubuntu" panose="020B0504030602030204" pitchFamily="34" charset="0"/>
            </a:endParaRPr>
          </a:p>
          <a:p>
            <a:r>
              <a:rPr lang="en-US" sz="2400" b="1" kern="0">
                <a:latin typeface="Ubuntu" panose="020B0504030602030204" pitchFamily="34" charset="0"/>
              </a:rPr>
              <a:t>Automation enabled- </a:t>
            </a:r>
            <a:r>
              <a:rPr lang="en-US" sz="1600" kern="0">
                <a:latin typeface="Ubuntu" panose="020B0504030602030204" pitchFamily="34" charset="0"/>
              </a:rPr>
              <a:t>Process incorporated to Identify automatable candidates pertaining to London Market scenarios upfront to enable automation as a continuous process.</a:t>
            </a:r>
          </a:p>
          <a:p>
            <a:endParaRPr lang="en-US" sz="2400" b="1" kern="0">
              <a:latin typeface="Ubuntu" panose="020B0504030602030204" pitchFamily="34" charset="0"/>
            </a:endParaRPr>
          </a:p>
          <a:p>
            <a:r>
              <a:rPr lang="en-US" sz="2400" b="1" kern="0">
                <a:latin typeface="Ubuntu" panose="020B0504030602030204" pitchFamily="34" charset="0"/>
              </a:rPr>
              <a:t>Market Standards aligned- </a:t>
            </a:r>
            <a:r>
              <a:rPr lang="en-US" sz="1600" kern="0">
                <a:latin typeface="Ubuntu" panose="020B0504030602030204" pitchFamily="34" charset="0"/>
              </a:rPr>
              <a:t>Ensures that the applicable London Market processing guidelines (Quality) are adhered in testing. E.g. Feeds, Workflow , Data, Environment, Documents, Interoperability …</a:t>
            </a:r>
          </a:p>
          <a:p>
            <a:endParaRPr lang="en-US" sz="2400" b="1" kern="0">
              <a:latin typeface="Ubuntu" panose="020B0504030602030204" pitchFamily="34" charset="0"/>
            </a:endParaRPr>
          </a:p>
          <a:p>
            <a:r>
              <a:rPr lang="en-US" sz="2400" b="1" kern="0">
                <a:latin typeface="Ubuntu" panose="020B0504030602030204" pitchFamily="34" charset="0"/>
              </a:rPr>
              <a:t>Assurance incorporated- </a:t>
            </a:r>
            <a:r>
              <a:rPr lang="en-GB" sz="1600" kern="0">
                <a:latin typeface="Ubuntu" panose="020B0504030602030204" pitchFamily="34" charset="0"/>
              </a:rPr>
              <a:t>Quality Standards, Process improvements, Value stream mapping, Metrices, Quality gates, signoffs, reports</a:t>
            </a:r>
            <a:r>
              <a:rPr lang="en-US" sz="1600" kern="0">
                <a:latin typeface="Ubuntu" panose="020B0504030602030204" pitchFamily="34" charset="0"/>
              </a:rPr>
              <a:t> suited to organization specific ways of working</a:t>
            </a:r>
          </a:p>
          <a:p>
            <a:endParaRPr lang="en-US" sz="2400" b="1" kern="0">
              <a:latin typeface="Ubuntu" panose="020B0504030602030204" pitchFamily="34" charset="0"/>
            </a:endParaRPr>
          </a:p>
          <a:p>
            <a:r>
              <a:rPr lang="en-US" sz="2400" b="1" kern="0">
                <a:latin typeface="Ubuntu" panose="020B0504030602030204" pitchFamily="34" charset="0"/>
              </a:rPr>
              <a:t>Reusable Artefacts- </a:t>
            </a:r>
            <a:r>
              <a:rPr lang="en-US" sz="1600" kern="0">
                <a:latin typeface="Ubuntu" panose="020B0504030602030204" pitchFamily="34" charset="0"/>
              </a:rPr>
              <a:t>Assets which can be adapted for different implementations</a:t>
            </a:r>
          </a:p>
          <a:p>
            <a:endParaRPr lang="en-US"/>
          </a:p>
        </p:txBody>
      </p:sp>
    </p:spTree>
    <p:extLst>
      <p:ext uri="{BB962C8B-B14F-4D97-AF65-F5344CB8AC3E}">
        <p14:creationId xmlns:p14="http://schemas.microsoft.com/office/powerpoint/2010/main" val="3262779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1" name="Straight Connector 230">
            <a:extLst>
              <a:ext uri="{FF2B5EF4-FFF2-40B4-BE49-F238E27FC236}">
                <a16:creationId xmlns:a16="http://schemas.microsoft.com/office/drawing/2014/main" id="{DF87D23E-B3CE-628A-212B-8EC5F742E4C5}"/>
              </a:ext>
            </a:extLst>
          </p:cNvPr>
          <p:cNvCxnSpPr>
            <a:cxnSpLocks/>
          </p:cNvCxnSpPr>
          <p:nvPr/>
        </p:nvCxnSpPr>
        <p:spPr>
          <a:xfrm>
            <a:off x="968058" y="1560840"/>
            <a:ext cx="0" cy="371527"/>
          </a:xfrm>
          <a:prstGeom prst="line">
            <a:avLst/>
          </a:prstGeom>
          <a:ln w="34925">
            <a:solidFill>
              <a:srgbClr val="7030A0"/>
            </a:solidFill>
          </a:ln>
        </p:spPr>
        <p:style>
          <a:lnRef idx="2">
            <a:schemeClr val="accent6"/>
          </a:lnRef>
          <a:fillRef idx="0">
            <a:schemeClr val="accent6"/>
          </a:fillRef>
          <a:effectRef idx="1">
            <a:schemeClr val="accent6"/>
          </a:effectRef>
          <a:fontRef idx="minor">
            <a:schemeClr val="tx1"/>
          </a:fontRef>
        </p:style>
      </p:cxnSp>
      <p:cxnSp>
        <p:nvCxnSpPr>
          <p:cNvPr id="91" name="Straight Connector 90">
            <a:extLst>
              <a:ext uri="{FF2B5EF4-FFF2-40B4-BE49-F238E27FC236}">
                <a16:creationId xmlns:a16="http://schemas.microsoft.com/office/drawing/2014/main" id="{11F7B378-5432-66D9-E73C-BA0D657B3934}"/>
              </a:ext>
            </a:extLst>
          </p:cNvPr>
          <p:cNvCxnSpPr>
            <a:cxnSpLocks/>
          </p:cNvCxnSpPr>
          <p:nvPr/>
        </p:nvCxnSpPr>
        <p:spPr>
          <a:xfrm>
            <a:off x="2167019" y="3151840"/>
            <a:ext cx="4872575" cy="16623"/>
          </a:xfrm>
          <a:prstGeom prst="line">
            <a:avLst/>
          </a:prstGeom>
          <a:ln w="34925">
            <a:solidFill>
              <a:srgbClr val="7030A0"/>
            </a:solidFill>
          </a:ln>
        </p:spPr>
        <p:style>
          <a:lnRef idx="1">
            <a:schemeClr val="accent1"/>
          </a:lnRef>
          <a:fillRef idx="0">
            <a:schemeClr val="accent1"/>
          </a:fillRef>
          <a:effectRef idx="0">
            <a:schemeClr val="accent1"/>
          </a:effectRef>
          <a:fontRef idx="minor">
            <a:schemeClr val="tx1"/>
          </a:fontRef>
        </p:style>
      </p:cxnSp>
      <p:pic>
        <p:nvPicPr>
          <p:cNvPr id="279" name="Picture 278">
            <a:extLst>
              <a:ext uri="{FF2B5EF4-FFF2-40B4-BE49-F238E27FC236}">
                <a16:creationId xmlns:a16="http://schemas.microsoft.com/office/drawing/2014/main" id="{9D0E9A7F-6E74-AEBE-2325-C0E0DB6C6172}"/>
              </a:ext>
            </a:extLst>
          </p:cNvPr>
          <p:cNvPicPr>
            <a:picLocks noChangeAspect="1"/>
          </p:cNvPicPr>
          <p:nvPr/>
        </p:nvPicPr>
        <p:blipFill>
          <a:blip r:embed="rId8"/>
          <a:stretch>
            <a:fillRect/>
          </a:stretch>
        </p:blipFill>
        <p:spPr>
          <a:xfrm>
            <a:off x="7387537" y="626644"/>
            <a:ext cx="900201" cy="720161"/>
          </a:xfrm>
          <a:prstGeom prst="rect">
            <a:avLst/>
          </a:prstGeom>
        </p:spPr>
      </p:pic>
      <p:sp>
        <p:nvSpPr>
          <p:cNvPr id="2" name="Title 1">
            <a:extLst>
              <a:ext uri="{FF2B5EF4-FFF2-40B4-BE49-F238E27FC236}">
                <a16:creationId xmlns:a16="http://schemas.microsoft.com/office/drawing/2014/main" id="{2BA55678-8C6A-A9CB-9F6D-14B6EB6DE954}"/>
              </a:ext>
            </a:extLst>
          </p:cNvPr>
          <p:cNvSpPr>
            <a:spLocks noGrp="1"/>
          </p:cNvSpPr>
          <p:nvPr>
            <p:ph type="title"/>
          </p:nvPr>
        </p:nvSpPr>
        <p:spPr>
          <a:xfrm>
            <a:off x="184150" y="73732"/>
            <a:ext cx="9545359" cy="376885"/>
          </a:xfrm>
        </p:spPr>
        <p:txBody>
          <a:bodyPr>
            <a:normAutofit fontScale="90000"/>
          </a:bodyPr>
          <a:lstStyle/>
          <a:p>
            <a:r>
              <a:rPr lang="en-GB" b="1">
                <a:solidFill>
                  <a:schemeClr val="tx1"/>
                </a:solidFill>
                <a:latin typeface="Ubuntu" panose="020B0504030602030204" pitchFamily="34" charset="0"/>
                <a:ea typeface="+mj-ea"/>
                <a:cs typeface="+mj-cs"/>
              </a:rPr>
              <a:t>London Insurance Market – E2E process stages</a:t>
            </a:r>
          </a:p>
        </p:txBody>
      </p:sp>
      <p:grpSp>
        <p:nvGrpSpPr>
          <p:cNvPr id="8" name="Group 7">
            <a:extLst>
              <a:ext uri="{FF2B5EF4-FFF2-40B4-BE49-F238E27FC236}">
                <a16:creationId xmlns:a16="http://schemas.microsoft.com/office/drawing/2014/main" id="{E716EA46-3A69-A7DC-265F-4BC3C39EC336}"/>
              </a:ext>
            </a:extLst>
          </p:cNvPr>
          <p:cNvGrpSpPr>
            <a:grpSpLocks/>
          </p:cNvGrpSpPr>
          <p:nvPr/>
        </p:nvGrpSpPr>
        <p:grpSpPr>
          <a:xfrm>
            <a:off x="9917816" y="1512651"/>
            <a:ext cx="1960098" cy="1632609"/>
            <a:chOff x="9268877" y="1596791"/>
            <a:chExt cx="1005840" cy="1014737"/>
          </a:xfrm>
        </p:grpSpPr>
        <p:sp>
          <p:nvSpPr>
            <p:cNvPr id="9" name="Arc 8">
              <a:extLst>
                <a:ext uri="{FF2B5EF4-FFF2-40B4-BE49-F238E27FC236}">
                  <a16:creationId xmlns:a16="http://schemas.microsoft.com/office/drawing/2014/main" id="{E0362BDE-E002-5939-F10E-8EB144AABE34}"/>
                </a:ext>
              </a:extLst>
            </p:cNvPr>
            <p:cNvSpPr>
              <a:spLocks noChangeAspect="1"/>
            </p:cNvSpPr>
            <p:nvPr/>
          </p:nvSpPr>
          <p:spPr>
            <a:xfrm rot="5400000">
              <a:off x="9268877" y="1605688"/>
              <a:ext cx="1005840" cy="1005840"/>
            </a:xfrm>
            <a:prstGeom prst="arc">
              <a:avLst>
                <a:gd name="adj1" fmla="val 16200000"/>
                <a:gd name="adj2" fmla="val 66898"/>
              </a:avLst>
            </a:prstGeom>
            <a:ln w="3492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10" name="Arc 9">
              <a:extLst>
                <a:ext uri="{FF2B5EF4-FFF2-40B4-BE49-F238E27FC236}">
                  <a16:creationId xmlns:a16="http://schemas.microsoft.com/office/drawing/2014/main" id="{AA0051CB-8A4F-3804-BB6A-E0F80C50B8DF}"/>
                </a:ext>
              </a:extLst>
            </p:cNvPr>
            <p:cNvSpPr>
              <a:spLocks noChangeAspect="1"/>
            </p:cNvSpPr>
            <p:nvPr/>
          </p:nvSpPr>
          <p:spPr>
            <a:xfrm>
              <a:off x="9268877" y="1596791"/>
              <a:ext cx="1005840" cy="1005840"/>
            </a:xfrm>
            <a:prstGeom prst="arc">
              <a:avLst>
                <a:gd name="adj1" fmla="val 16200000"/>
                <a:gd name="adj2" fmla="val 66898"/>
              </a:avLst>
            </a:prstGeom>
            <a:ln w="3492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grpSp>
      <p:cxnSp>
        <p:nvCxnSpPr>
          <p:cNvPr id="11" name="Straight Connector 10">
            <a:extLst>
              <a:ext uri="{FF2B5EF4-FFF2-40B4-BE49-F238E27FC236}">
                <a16:creationId xmlns:a16="http://schemas.microsoft.com/office/drawing/2014/main" id="{6879B9D0-B86C-0391-C894-257AEF22E3EE}"/>
              </a:ext>
            </a:extLst>
          </p:cNvPr>
          <p:cNvCxnSpPr>
            <a:cxnSpLocks/>
          </p:cNvCxnSpPr>
          <p:nvPr/>
        </p:nvCxnSpPr>
        <p:spPr>
          <a:xfrm flipV="1">
            <a:off x="379253" y="1512651"/>
            <a:ext cx="10543287" cy="10466"/>
          </a:xfrm>
          <a:prstGeom prst="line">
            <a:avLst/>
          </a:prstGeom>
          <a:ln w="34925">
            <a:solidFill>
              <a:srgbClr val="92D050"/>
            </a:solidFill>
            <a:headEnd type="ova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078A09C6-FE98-EC18-1037-594B32EC5AED}"/>
              </a:ext>
            </a:extLst>
          </p:cNvPr>
          <p:cNvSpPr>
            <a:spLocks noChangeAspect="1"/>
          </p:cNvSpPr>
          <p:nvPr/>
        </p:nvSpPr>
        <p:spPr>
          <a:xfrm>
            <a:off x="3091997" y="1424300"/>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3</a:t>
            </a:r>
          </a:p>
        </p:txBody>
      </p:sp>
      <p:sp>
        <p:nvSpPr>
          <p:cNvPr id="13" name="Oval 12">
            <a:extLst>
              <a:ext uri="{FF2B5EF4-FFF2-40B4-BE49-F238E27FC236}">
                <a16:creationId xmlns:a16="http://schemas.microsoft.com/office/drawing/2014/main" id="{DFC26381-D4B0-1DF3-169B-53129D89CB57}"/>
              </a:ext>
            </a:extLst>
          </p:cNvPr>
          <p:cNvSpPr>
            <a:spLocks noChangeAspect="1"/>
          </p:cNvSpPr>
          <p:nvPr/>
        </p:nvSpPr>
        <p:spPr>
          <a:xfrm>
            <a:off x="4990944" y="1401792"/>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5A</a:t>
            </a:r>
          </a:p>
        </p:txBody>
      </p:sp>
      <p:sp>
        <p:nvSpPr>
          <p:cNvPr id="14" name="Oval 13">
            <a:extLst>
              <a:ext uri="{FF2B5EF4-FFF2-40B4-BE49-F238E27FC236}">
                <a16:creationId xmlns:a16="http://schemas.microsoft.com/office/drawing/2014/main" id="{3604002A-C7B4-0CC0-F64C-485A71114711}"/>
              </a:ext>
            </a:extLst>
          </p:cNvPr>
          <p:cNvSpPr>
            <a:spLocks noChangeAspect="1"/>
          </p:cNvSpPr>
          <p:nvPr/>
        </p:nvSpPr>
        <p:spPr>
          <a:xfrm>
            <a:off x="7719879" y="1414140"/>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6</a:t>
            </a:r>
          </a:p>
        </p:txBody>
      </p:sp>
      <p:cxnSp>
        <p:nvCxnSpPr>
          <p:cNvPr id="15" name="Straight Connector 14">
            <a:extLst>
              <a:ext uri="{FF2B5EF4-FFF2-40B4-BE49-F238E27FC236}">
                <a16:creationId xmlns:a16="http://schemas.microsoft.com/office/drawing/2014/main" id="{29701103-7431-BFE2-45A0-879FF11E1991}"/>
              </a:ext>
            </a:extLst>
          </p:cNvPr>
          <p:cNvCxnSpPr>
            <a:cxnSpLocks/>
          </p:cNvCxnSpPr>
          <p:nvPr/>
        </p:nvCxnSpPr>
        <p:spPr>
          <a:xfrm flipV="1">
            <a:off x="7029434" y="3151840"/>
            <a:ext cx="3849300" cy="16623"/>
          </a:xfrm>
          <a:prstGeom prst="line">
            <a:avLst/>
          </a:prstGeom>
          <a:ln w="349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7FB3AF2-4862-C25D-E7A9-3EC838355CAB}"/>
              </a:ext>
            </a:extLst>
          </p:cNvPr>
          <p:cNvCxnSpPr>
            <a:cxnSpLocks/>
          </p:cNvCxnSpPr>
          <p:nvPr/>
        </p:nvCxnSpPr>
        <p:spPr>
          <a:xfrm>
            <a:off x="2156635" y="5020066"/>
            <a:ext cx="8997502" cy="0"/>
          </a:xfrm>
          <a:prstGeom prst="line">
            <a:avLst/>
          </a:prstGeom>
          <a:ln w="34925">
            <a:solidFill>
              <a:srgbClr val="7030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2BE365F0-F44F-6043-0209-AC9A8B25A566}"/>
              </a:ext>
            </a:extLst>
          </p:cNvPr>
          <p:cNvGrpSpPr>
            <a:grpSpLocks/>
          </p:cNvGrpSpPr>
          <p:nvPr/>
        </p:nvGrpSpPr>
        <p:grpSpPr>
          <a:xfrm rot="10800000">
            <a:off x="659238" y="3151840"/>
            <a:ext cx="3015562" cy="1872000"/>
            <a:chOff x="9268877" y="1596791"/>
            <a:chExt cx="1005841" cy="1014737"/>
          </a:xfrm>
        </p:grpSpPr>
        <p:sp>
          <p:nvSpPr>
            <p:cNvPr id="22" name="Arc 21">
              <a:extLst>
                <a:ext uri="{FF2B5EF4-FFF2-40B4-BE49-F238E27FC236}">
                  <a16:creationId xmlns:a16="http://schemas.microsoft.com/office/drawing/2014/main" id="{2DB5DDC8-8DD4-C200-14DB-BBA869129490}"/>
                </a:ext>
              </a:extLst>
            </p:cNvPr>
            <p:cNvSpPr>
              <a:spLocks noChangeAspect="1"/>
            </p:cNvSpPr>
            <p:nvPr/>
          </p:nvSpPr>
          <p:spPr>
            <a:xfrm rot="5400000">
              <a:off x="9268878" y="1605688"/>
              <a:ext cx="1005840" cy="1005840"/>
            </a:xfrm>
            <a:prstGeom prst="arc">
              <a:avLst>
                <a:gd name="adj1" fmla="val 16200000"/>
                <a:gd name="adj2" fmla="val 66898"/>
              </a:avLst>
            </a:prstGeom>
            <a:ln w="3492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23" name="Arc 22">
              <a:extLst>
                <a:ext uri="{FF2B5EF4-FFF2-40B4-BE49-F238E27FC236}">
                  <a16:creationId xmlns:a16="http://schemas.microsoft.com/office/drawing/2014/main" id="{7AA52E62-7276-8E00-AC45-2A5416D542D6}"/>
                </a:ext>
              </a:extLst>
            </p:cNvPr>
            <p:cNvSpPr>
              <a:spLocks noChangeAspect="1"/>
            </p:cNvSpPr>
            <p:nvPr/>
          </p:nvSpPr>
          <p:spPr>
            <a:xfrm>
              <a:off x="9268877" y="1596791"/>
              <a:ext cx="1005840" cy="1005840"/>
            </a:xfrm>
            <a:prstGeom prst="arc">
              <a:avLst>
                <a:gd name="adj1" fmla="val 16200000"/>
                <a:gd name="adj2" fmla="val 66898"/>
              </a:avLst>
            </a:prstGeom>
            <a:ln w="3492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grpSp>
      <p:sp>
        <p:nvSpPr>
          <p:cNvPr id="24" name="Oval 23">
            <a:extLst>
              <a:ext uri="{FF2B5EF4-FFF2-40B4-BE49-F238E27FC236}">
                <a16:creationId xmlns:a16="http://schemas.microsoft.com/office/drawing/2014/main" id="{725B8F05-2D98-0458-C976-E3BE0F8FD368}"/>
              </a:ext>
            </a:extLst>
          </p:cNvPr>
          <p:cNvSpPr>
            <a:spLocks noChangeAspect="1"/>
          </p:cNvSpPr>
          <p:nvPr/>
        </p:nvSpPr>
        <p:spPr>
          <a:xfrm>
            <a:off x="3314043" y="3049478"/>
            <a:ext cx="230776" cy="230776"/>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10</a:t>
            </a:r>
          </a:p>
        </p:txBody>
      </p:sp>
      <p:sp>
        <p:nvSpPr>
          <p:cNvPr id="25" name="Oval 24">
            <a:extLst>
              <a:ext uri="{FF2B5EF4-FFF2-40B4-BE49-F238E27FC236}">
                <a16:creationId xmlns:a16="http://schemas.microsoft.com/office/drawing/2014/main" id="{8DC42DA0-02E6-2989-74E7-F457FE5EC5E5}"/>
              </a:ext>
            </a:extLst>
          </p:cNvPr>
          <p:cNvSpPr>
            <a:spLocks noChangeAspect="1"/>
          </p:cNvSpPr>
          <p:nvPr/>
        </p:nvSpPr>
        <p:spPr>
          <a:xfrm>
            <a:off x="6269066" y="3049478"/>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26" name="Oval 25">
            <a:extLst>
              <a:ext uri="{FF2B5EF4-FFF2-40B4-BE49-F238E27FC236}">
                <a16:creationId xmlns:a16="http://schemas.microsoft.com/office/drawing/2014/main" id="{7B2E1D0E-9134-5BD8-9D32-01FAC22241D3}"/>
              </a:ext>
            </a:extLst>
          </p:cNvPr>
          <p:cNvSpPr>
            <a:spLocks noChangeAspect="1"/>
          </p:cNvSpPr>
          <p:nvPr/>
        </p:nvSpPr>
        <p:spPr>
          <a:xfrm>
            <a:off x="9609376" y="3058122"/>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8</a:t>
            </a:r>
          </a:p>
        </p:txBody>
      </p:sp>
      <p:sp>
        <p:nvSpPr>
          <p:cNvPr id="27" name="Oval 26">
            <a:extLst>
              <a:ext uri="{FF2B5EF4-FFF2-40B4-BE49-F238E27FC236}">
                <a16:creationId xmlns:a16="http://schemas.microsoft.com/office/drawing/2014/main" id="{AA87C633-A338-F180-2B69-7CD89456D259}"/>
              </a:ext>
            </a:extLst>
          </p:cNvPr>
          <p:cNvSpPr>
            <a:spLocks noChangeAspect="1"/>
          </p:cNvSpPr>
          <p:nvPr/>
        </p:nvSpPr>
        <p:spPr>
          <a:xfrm>
            <a:off x="2176019" y="4939655"/>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11</a:t>
            </a:r>
          </a:p>
        </p:txBody>
      </p:sp>
      <p:sp>
        <p:nvSpPr>
          <p:cNvPr id="28" name="Oval 27">
            <a:extLst>
              <a:ext uri="{FF2B5EF4-FFF2-40B4-BE49-F238E27FC236}">
                <a16:creationId xmlns:a16="http://schemas.microsoft.com/office/drawing/2014/main" id="{F3135255-2653-A927-AADC-78B998033031}"/>
              </a:ext>
            </a:extLst>
          </p:cNvPr>
          <p:cNvSpPr>
            <a:spLocks noChangeAspect="1"/>
          </p:cNvSpPr>
          <p:nvPr/>
        </p:nvSpPr>
        <p:spPr>
          <a:xfrm>
            <a:off x="3993789" y="4929631"/>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12</a:t>
            </a:r>
          </a:p>
        </p:txBody>
      </p:sp>
      <p:sp>
        <p:nvSpPr>
          <p:cNvPr id="29" name="Oval 28">
            <a:extLst>
              <a:ext uri="{FF2B5EF4-FFF2-40B4-BE49-F238E27FC236}">
                <a16:creationId xmlns:a16="http://schemas.microsoft.com/office/drawing/2014/main" id="{A602B3D2-2B34-8F1B-E136-BBB4BE44D2C1}"/>
              </a:ext>
            </a:extLst>
          </p:cNvPr>
          <p:cNvSpPr>
            <a:spLocks noChangeAspect="1"/>
          </p:cNvSpPr>
          <p:nvPr/>
        </p:nvSpPr>
        <p:spPr>
          <a:xfrm>
            <a:off x="7528214" y="4918998"/>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14</a:t>
            </a:r>
          </a:p>
        </p:txBody>
      </p:sp>
      <p:sp>
        <p:nvSpPr>
          <p:cNvPr id="34" name="TextBox 33">
            <a:extLst>
              <a:ext uri="{FF2B5EF4-FFF2-40B4-BE49-F238E27FC236}">
                <a16:creationId xmlns:a16="http://schemas.microsoft.com/office/drawing/2014/main" id="{4F899264-B1FB-D911-3AA2-B0EF924AFAD6}"/>
              </a:ext>
            </a:extLst>
          </p:cNvPr>
          <p:cNvSpPr txBox="1"/>
          <p:nvPr/>
        </p:nvSpPr>
        <p:spPr>
          <a:xfrm>
            <a:off x="6010086" y="3304304"/>
            <a:ext cx="849913"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srgbClr val="4A66AC"/>
                </a:solidFill>
                <a:effectLst/>
                <a:uLnTx/>
                <a:uFillTx/>
                <a:latin typeface="Calibri" panose="020F0502020204030204"/>
                <a:ea typeface="+mn-ea"/>
                <a:cs typeface="+mn-cs"/>
              </a:rPr>
              <a:t>ECF - FNoL</a:t>
            </a:r>
          </a:p>
        </p:txBody>
      </p:sp>
      <p:sp>
        <p:nvSpPr>
          <p:cNvPr id="36" name="TextBox 35">
            <a:extLst>
              <a:ext uri="{FF2B5EF4-FFF2-40B4-BE49-F238E27FC236}">
                <a16:creationId xmlns:a16="http://schemas.microsoft.com/office/drawing/2014/main" id="{338785A2-A6C4-3E84-C669-58BC4C6F2046}"/>
              </a:ext>
            </a:extLst>
          </p:cNvPr>
          <p:cNvSpPr txBox="1"/>
          <p:nvPr/>
        </p:nvSpPr>
        <p:spPr>
          <a:xfrm>
            <a:off x="2685332" y="3412361"/>
            <a:ext cx="1499128"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4A66AC"/>
                </a:solidFill>
                <a:effectLst/>
                <a:uLnTx/>
                <a:uFillTx/>
                <a:latin typeface="Calibri" panose="020F0502020204030204"/>
                <a:ea typeface="+mn-ea"/>
                <a:cs typeface="+mn-cs"/>
              </a:rPr>
              <a:t>Claim Update &amp; Retrieve</a:t>
            </a:r>
          </a:p>
        </p:txBody>
      </p:sp>
      <p:sp>
        <p:nvSpPr>
          <p:cNvPr id="38" name="TextBox 37">
            <a:extLst>
              <a:ext uri="{FF2B5EF4-FFF2-40B4-BE49-F238E27FC236}">
                <a16:creationId xmlns:a16="http://schemas.microsoft.com/office/drawing/2014/main" id="{A81E1DC3-D82D-994B-0104-DA5DBDF175DE}"/>
              </a:ext>
            </a:extLst>
          </p:cNvPr>
          <p:cNvSpPr txBox="1"/>
          <p:nvPr/>
        </p:nvSpPr>
        <p:spPr>
          <a:xfrm>
            <a:off x="1761833" y="5155061"/>
            <a:ext cx="1103187"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4A66AC"/>
                </a:solidFill>
                <a:effectLst/>
                <a:uLnTx/>
                <a:uFillTx/>
                <a:latin typeface="Calibri" panose="020F0502020204030204"/>
                <a:ea typeface="+mn-ea"/>
                <a:cs typeface="+mn-cs"/>
              </a:rPr>
              <a:t>Documents - IMR</a:t>
            </a:r>
          </a:p>
        </p:txBody>
      </p:sp>
      <p:sp>
        <p:nvSpPr>
          <p:cNvPr id="40" name="TextBox 39">
            <a:extLst>
              <a:ext uri="{FF2B5EF4-FFF2-40B4-BE49-F238E27FC236}">
                <a16:creationId xmlns:a16="http://schemas.microsoft.com/office/drawing/2014/main" id="{5F1F98C0-DB88-5BCD-ECA1-1BCB87449BEB}"/>
              </a:ext>
            </a:extLst>
          </p:cNvPr>
          <p:cNvSpPr txBox="1"/>
          <p:nvPr/>
        </p:nvSpPr>
        <p:spPr>
          <a:xfrm>
            <a:off x="3616449" y="5114516"/>
            <a:ext cx="1099980"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4A66AC"/>
                </a:solidFill>
                <a:effectLst/>
                <a:uLnTx/>
                <a:uFillTx/>
                <a:latin typeface="Calibri" panose="020F0502020204030204"/>
                <a:ea typeface="+mn-ea"/>
                <a:cs typeface="+mn-cs"/>
              </a:rPr>
              <a:t>Claim Movement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4A66AC"/>
                </a:solidFill>
                <a:effectLst/>
                <a:uLnTx/>
                <a:uFillTx/>
                <a:latin typeface="Calibri" panose="020F0502020204030204"/>
                <a:ea typeface="+mn-ea"/>
                <a:cs typeface="+mn-cs"/>
              </a:rPr>
              <a:t> &amp; Reserve</a:t>
            </a:r>
          </a:p>
        </p:txBody>
      </p:sp>
      <p:sp>
        <p:nvSpPr>
          <p:cNvPr id="42" name="TextBox 41">
            <a:extLst>
              <a:ext uri="{FF2B5EF4-FFF2-40B4-BE49-F238E27FC236}">
                <a16:creationId xmlns:a16="http://schemas.microsoft.com/office/drawing/2014/main" id="{057AC712-221C-9BE2-50A6-5A44AC572A19}"/>
              </a:ext>
            </a:extLst>
          </p:cNvPr>
          <p:cNvSpPr txBox="1"/>
          <p:nvPr/>
        </p:nvSpPr>
        <p:spPr>
          <a:xfrm>
            <a:off x="5289991" y="5190427"/>
            <a:ext cx="1808507"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4A66AC"/>
                </a:solidFill>
                <a:effectLst/>
                <a:uLnTx/>
                <a:uFillTx/>
                <a:latin typeface="Calibri" panose="020F0502020204030204"/>
                <a:ea typeface="+mn-ea"/>
                <a:cs typeface="+mn-cs"/>
              </a:rPr>
              <a:t>Claim Settlement (Partial/Full)</a:t>
            </a:r>
          </a:p>
        </p:txBody>
      </p:sp>
      <p:grpSp>
        <p:nvGrpSpPr>
          <p:cNvPr id="43" name="Play2" descr="{&quot;Key&quot;:&quot;POWER_USER_SHAPE_ICON&quot;,&quot;Value&quot;:&quot;POWER_USER_SHAPE_ICON_STYLE_1&quot;}">
            <a:extLst>
              <a:ext uri="{FF2B5EF4-FFF2-40B4-BE49-F238E27FC236}">
                <a16:creationId xmlns:a16="http://schemas.microsoft.com/office/drawing/2014/main" id="{DC695784-4837-9A30-C6B4-6CD309EF4608}"/>
              </a:ext>
            </a:extLst>
          </p:cNvPr>
          <p:cNvGrpSpPr>
            <a:grpSpLocks noChangeAspect="1"/>
          </p:cNvGrpSpPr>
          <p:nvPr>
            <p:custDataLst>
              <p:tags r:id="rId1"/>
            </p:custDataLst>
          </p:nvPr>
        </p:nvGrpSpPr>
        <p:grpSpPr bwMode="auto">
          <a:xfrm>
            <a:off x="84694" y="1590207"/>
            <a:ext cx="423853" cy="424727"/>
            <a:chOff x="2347" y="664"/>
            <a:chExt cx="2910" cy="2916"/>
          </a:xfrm>
          <a:solidFill>
            <a:schemeClr val="accent1"/>
          </a:solidFill>
        </p:grpSpPr>
        <p:sp>
          <p:nvSpPr>
            <p:cNvPr id="44" name="Freeform 496">
              <a:extLst>
                <a:ext uri="{FF2B5EF4-FFF2-40B4-BE49-F238E27FC236}">
                  <a16:creationId xmlns:a16="http://schemas.microsoft.com/office/drawing/2014/main" id="{B32DDF27-0C93-25B7-14B0-1434997B16A5}"/>
                </a:ext>
              </a:extLst>
            </p:cNvPr>
            <p:cNvSpPr>
              <a:spLocks noEditPoints="1"/>
            </p:cNvSpPr>
            <p:nvPr/>
          </p:nvSpPr>
          <p:spPr bwMode="auto">
            <a:xfrm>
              <a:off x="2347" y="664"/>
              <a:ext cx="2910" cy="2916"/>
            </a:xfrm>
            <a:custGeom>
              <a:avLst/>
              <a:gdLst>
                <a:gd name="T0" fmla="*/ 366 w 733"/>
                <a:gd name="T1" fmla="*/ 66 h 733"/>
                <a:gd name="T2" fmla="*/ 666 w 733"/>
                <a:gd name="T3" fmla="*/ 366 h 733"/>
                <a:gd name="T4" fmla="*/ 366 w 733"/>
                <a:gd name="T5" fmla="*/ 666 h 733"/>
                <a:gd name="T6" fmla="*/ 66 w 733"/>
                <a:gd name="T7" fmla="*/ 366 h 733"/>
                <a:gd name="T8" fmla="*/ 366 w 733"/>
                <a:gd name="T9" fmla="*/ 66 h 733"/>
                <a:gd name="T10" fmla="*/ 366 w 733"/>
                <a:gd name="T11" fmla="*/ 733 h 733"/>
                <a:gd name="T12" fmla="*/ 733 w 733"/>
                <a:gd name="T13" fmla="*/ 366 h 733"/>
                <a:gd name="T14" fmla="*/ 366 w 733"/>
                <a:gd name="T15" fmla="*/ 0 h 733"/>
                <a:gd name="T16" fmla="*/ 0 w 733"/>
                <a:gd name="T17" fmla="*/ 366 h 733"/>
                <a:gd name="T18" fmla="*/ 366 w 733"/>
                <a:gd name="T19" fmla="*/ 733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33" h="733">
                  <a:moveTo>
                    <a:pt x="366" y="66"/>
                  </a:moveTo>
                  <a:cubicBezTo>
                    <a:pt x="532" y="66"/>
                    <a:pt x="666" y="201"/>
                    <a:pt x="666" y="366"/>
                  </a:cubicBezTo>
                  <a:cubicBezTo>
                    <a:pt x="666" y="532"/>
                    <a:pt x="532" y="666"/>
                    <a:pt x="366" y="666"/>
                  </a:cubicBezTo>
                  <a:cubicBezTo>
                    <a:pt x="201" y="666"/>
                    <a:pt x="66" y="532"/>
                    <a:pt x="66" y="366"/>
                  </a:cubicBezTo>
                  <a:cubicBezTo>
                    <a:pt x="66" y="201"/>
                    <a:pt x="201" y="66"/>
                    <a:pt x="366" y="66"/>
                  </a:cubicBezTo>
                  <a:close/>
                  <a:moveTo>
                    <a:pt x="366" y="733"/>
                  </a:moveTo>
                  <a:cubicBezTo>
                    <a:pt x="569" y="733"/>
                    <a:pt x="733" y="569"/>
                    <a:pt x="733" y="366"/>
                  </a:cubicBezTo>
                  <a:cubicBezTo>
                    <a:pt x="733" y="164"/>
                    <a:pt x="569" y="0"/>
                    <a:pt x="366" y="0"/>
                  </a:cubicBezTo>
                  <a:cubicBezTo>
                    <a:pt x="164" y="0"/>
                    <a:pt x="0" y="164"/>
                    <a:pt x="0" y="366"/>
                  </a:cubicBezTo>
                  <a:cubicBezTo>
                    <a:pt x="0" y="569"/>
                    <a:pt x="164" y="733"/>
                    <a:pt x="366" y="733"/>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Freeform 497">
              <a:extLst>
                <a:ext uri="{FF2B5EF4-FFF2-40B4-BE49-F238E27FC236}">
                  <a16:creationId xmlns:a16="http://schemas.microsoft.com/office/drawing/2014/main" id="{96077F29-4B0B-AE19-38E9-87BD01B235A2}"/>
                </a:ext>
              </a:extLst>
            </p:cNvPr>
            <p:cNvSpPr>
              <a:spLocks/>
            </p:cNvSpPr>
            <p:nvPr/>
          </p:nvSpPr>
          <p:spPr bwMode="auto">
            <a:xfrm>
              <a:off x="3403" y="1412"/>
              <a:ext cx="1060" cy="1412"/>
            </a:xfrm>
            <a:custGeom>
              <a:avLst/>
              <a:gdLst>
                <a:gd name="T0" fmla="*/ 17 w 267"/>
                <a:gd name="T1" fmla="*/ 351 h 355"/>
                <a:gd name="T2" fmla="*/ 34 w 267"/>
                <a:gd name="T3" fmla="*/ 355 h 355"/>
                <a:gd name="T4" fmla="*/ 50 w 267"/>
                <a:gd name="T5" fmla="*/ 351 h 355"/>
                <a:gd name="T6" fmla="*/ 250 w 267"/>
                <a:gd name="T7" fmla="*/ 207 h 355"/>
                <a:gd name="T8" fmla="*/ 267 w 267"/>
                <a:gd name="T9" fmla="*/ 178 h 355"/>
                <a:gd name="T10" fmla="*/ 250 w 267"/>
                <a:gd name="T11" fmla="*/ 149 h 355"/>
                <a:gd name="T12" fmla="*/ 50 w 267"/>
                <a:gd name="T13" fmla="*/ 6 h 355"/>
                <a:gd name="T14" fmla="*/ 17 w 267"/>
                <a:gd name="T15" fmla="*/ 6 h 355"/>
                <a:gd name="T16" fmla="*/ 0 w 267"/>
                <a:gd name="T17" fmla="*/ 35 h 355"/>
                <a:gd name="T18" fmla="*/ 0 w 267"/>
                <a:gd name="T19" fmla="*/ 322 h 355"/>
                <a:gd name="T20" fmla="*/ 17 w 267"/>
                <a:gd name="T21" fmla="*/ 351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7" h="355">
                  <a:moveTo>
                    <a:pt x="17" y="351"/>
                  </a:moveTo>
                  <a:cubicBezTo>
                    <a:pt x="22" y="354"/>
                    <a:pt x="28" y="355"/>
                    <a:pt x="34" y="355"/>
                  </a:cubicBezTo>
                  <a:cubicBezTo>
                    <a:pt x="39" y="355"/>
                    <a:pt x="45" y="354"/>
                    <a:pt x="50" y="351"/>
                  </a:cubicBezTo>
                  <a:lnTo>
                    <a:pt x="250" y="207"/>
                  </a:lnTo>
                  <a:cubicBezTo>
                    <a:pt x="261" y="201"/>
                    <a:pt x="267" y="190"/>
                    <a:pt x="267" y="178"/>
                  </a:cubicBezTo>
                  <a:cubicBezTo>
                    <a:pt x="267" y="166"/>
                    <a:pt x="261" y="155"/>
                    <a:pt x="250" y="149"/>
                  </a:cubicBezTo>
                  <a:lnTo>
                    <a:pt x="50" y="6"/>
                  </a:lnTo>
                  <a:cubicBezTo>
                    <a:pt x="40" y="0"/>
                    <a:pt x="27" y="0"/>
                    <a:pt x="17" y="6"/>
                  </a:cubicBezTo>
                  <a:cubicBezTo>
                    <a:pt x="7" y="12"/>
                    <a:pt x="0" y="23"/>
                    <a:pt x="0" y="35"/>
                  </a:cubicBezTo>
                  <a:lnTo>
                    <a:pt x="0" y="322"/>
                  </a:lnTo>
                  <a:cubicBezTo>
                    <a:pt x="0" y="334"/>
                    <a:pt x="7" y="345"/>
                    <a:pt x="17" y="35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7" name="Transfer2" descr="{&quot;Key&quot;:&quot;POWER_USER_SHAPE_ICON&quot;,&quot;Value&quot;:&quot;POWER_USER_SHAPE_ICON_STYLE_1&quot;}">
            <a:extLst>
              <a:ext uri="{FF2B5EF4-FFF2-40B4-BE49-F238E27FC236}">
                <a16:creationId xmlns:a16="http://schemas.microsoft.com/office/drawing/2014/main" id="{8EE3C766-CC28-E656-2A70-CA51B734AE86}"/>
              </a:ext>
            </a:extLst>
          </p:cNvPr>
          <p:cNvGrpSpPr>
            <a:grpSpLocks noChangeAspect="1"/>
          </p:cNvGrpSpPr>
          <p:nvPr/>
        </p:nvGrpSpPr>
        <p:grpSpPr>
          <a:xfrm>
            <a:off x="3193303" y="2888816"/>
            <a:ext cx="472255" cy="539992"/>
            <a:chOff x="8088311" y="3941769"/>
            <a:chExt cx="376240" cy="430207"/>
          </a:xfrm>
          <a:solidFill>
            <a:schemeClr val="accent1"/>
          </a:solidFill>
        </p:grpSpPr>
        <p:sp>
          <p:nvSpPr>
            <p:cNvPr id="98" name="Freeform 471">
              <a:extLst>
                <a:ext uri="{FF2B5EF4-FFF2-40B4-BE49-F238E27FC236}">
                  <a16:creationId xmlns:a16="http://schemas.microsoft.com/office/drawing/2014/main" id="{B5795FDB-3766-2B78-1C5A-D9DFEF42D088}"/>
                </a:ext>
              </a:extLst>
            </p:cNvPr>
            <p:cNvSpPr>
              <a:spLocks noEditPoints="1"/>
            </p:cNvSpPr>
            <p:nvPr/>
          </p:nvSpPr>
          <p:spPr bwMode="auto">
            <a:xfrm>
              <a:off x="8088311" y="3941769"/>
              <a:ext cx="292100" cy="311150"/>
            </a:xfrm>
            <a:custGeom>
              <a:avLst/>
              <a:gdLst>
                <a:gd name="T0" fmla="*/ 206 w 320"/>
                <a:gd name="T1" fmla="*/ 56 h 340"/>
                <a:gd name="T2" fmla="*/ 72 w 320"/>
                <a:gd name="T3" fmla="*/ 119 h 340"/>
                <a:gd name="T4" fmla="*/ 53 w 320"/>
                <a:gd name="T5" fmla="*/ 320 h 340"/>
                <a:gd name="T6" fmla="*/ 71 w 320"/>
                <a:gd name="T7" fmla="*/ 309 h 340"/>
                <a:gd name="T8" fmla="*/ 88 w 320"/>
                <a:gd name="T9" fmla="*/ 132 h 340"/>
                <a:gd name="T10" fmla="*/ 242 w 320"/>
                <a:gd name="T11" fmla="*/ 81 h 340"/>
                <a:gd name="T12" fmla="*/ 264 w 320"/>
                <a:gd name="T13" fmla="*/ 87 h 340"/>
                <a:gd name="T14" fmla="*/ 217 w 320"/>
                <a:gd name="T15" fmla="*/ 106 h 340"/>
                <a:gd name="T16" fmla="*/ 226 w 320"/>
                <a:gd name="T17" fmla="*/ 126 h 340"/>
                <a:gd name="T18" fmla="*/ 300 w 320"/>
                <a:gd name="T19" fmla="*/ 94 h 340"/>
                <a:gd name="T20" fmla="*/ 269 w 320"/>
                <a:gd name="T21" fmla="*/ 20 h 340"/>
                <a:gd name="T22" fmla="*/ 250 w 320"/>
                <a:gd name="T23" fmla="*/ 28 h 340"/>
                <a:gd name="T24" fmla="*/ 266 w 320"/>
                <a:gd name="T25" fmla="*/ 66 h 340"/>
                <a:gd name="T26" fmla="*/ 251 w 320"/>
                <a:gd name="T27" fmla="*/ 62 h 340"/>
                <a:gd name="T28" fmla="*/ 206 w 320"/>
                <a:gd name="T29" fmla="*/ 56 h 340"/>
                <a:gd name="T30" fmla="*/ 48 w 320"/>
                <a:gd name="T31" fmla="*/ 340 h 340"/>
                <a:gd name="T32" fmla="*/ 45 w 320"/>
                <a:gd name="T33" fmla="*/ 334 h 340"/>
                <a:gd name="T34" fmla="*/ 61 w 320"/>
                <a:gd name="T35" fmla="*/ 109 h 340"/>
                <a:gd name="T36" fmla="*/ 241 w 320"/>
                <a:gd name="T37" fmla="*/ 45 h 340"/>
                <a:gd name="T38" fmla="*/ 231 w 320"/>
                <a:gd name="T39" fmla="*/ 20 h 340"/>
                <a:gd name="T40" fmla="*/ 277 w 320"/>
                <a:gd name="T41" fmla="*/ 0 h 340"/>
                <a:gd name="T42" fmla="*/ 320 w 320"/>
                <a:gd name="T43" fmla="*/ 102 h 340"/>
                <a:gd name="T44" fmla="*/ 218 w 320"/>
                <a:gd name="T45" fmla="*/ 145 h 340"/>
                <a:gd name="T46" fmla="*/ 198 w 320"/>
                <a:gd name="T47" fmla="*/ 98 h 340"/>
                <a:gd name="T48" fmla="*/ 213 w 320"/>
                <a:gd name="T49" fmla="*/ 92 h 340"/>
                <a:gd name="T50" fmla="*/ 99 w 320"/>
                <a:gd name="T51" fmla="*/ 142 h 340"/>
                <a:gd name="T52" fmla="*/ 87 w 320"/>
                <a:gd name="T53" fmla="*/ 307 h 340"/>
                <a:gd name="T54" fmla="*/ 91 w 320"/>
                <a:gd name="T55" fmla="*/ 313 h 340"/>
                <a:gd name="T56" fmla="*/ 48 w 320"/>
                <a:gd name="T57" fmla="*/ 340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0" h="340">
                  <a:moveTo>
                    <a:pt x="206" y="56"/>
                  </a:moveTo>
                  <a:cubicBezTo>
                    <a:pt x="155" y="56"/>
                    <a:pt x="106" y="78"/>
                    <a:pt x="72" y="119"/>
                  </a:cubicBezTo>
                  <a:cubicBezTo>
                    <a:pt x="24" y="176"/>
                    <a:pt x="17" y="256"/>
                    <a:pt x="53" y="320"/>
                  </a:cubicBezTo>
                  <a:lnTo>
                    <a:pt x="71" y="309"/>
                  </a:lnTo>
                  <a:cubicBezTo>
                    <a:pt x="39" y="252"/>
                    <a:pt x="46" y="182"/>
                    <a:pt x="88" y="132"/>
                  </a:cubicBezTo>
                  <a:cubicBezTo>
                    <a:pt x="126" y="88"/>
                    <a:pt x="185" y="68"/>
                    <a:pt x="242" y="81"/>
                  </a:cubicBezTo>
                  <a:lnTo>
                    <a:pt x="264" y="87"/>
                  </a:lnTo>
                  <a:lnTo>
                    <a:pt x="217" y="106"/>
                  </a:lnTo>
                  <a:lnTo>
                    <a:pt x="226" y="126"/>
                  </a:lnTo>
                  <a:lnTo>
                    <a:pt x="300" y="94"/>
                  </a:lnTo>
                  <a:lnTo>
                    <a:pt x="269" y="20"/>
                  </a:lnTo>
                  <a:lnTo>
                    <a:pt x="250" y="28"/>
                  </a:lnTo>
                  <a:lnTo>
                    <a:pt x="266" y="66"/>
                  </a:lnTo>
                  <a:lnTo>
                    <a:pt x="251" y="62"/>
                  </a:lnTo>
                  <a:cubicBezTo>
                    <a:pt x="236" y="58"/>
                    <a:pt x="221" y="56"/>
                    <a:pt x="206" y="56"/>
                  </a:cubicBezTo>
                  <a:close/>
                  <a:moveTo>
                    <a:pt x="48" y="340"/>
                  </a:moveTo>
                  <a:lnTo>
                    <a:pt x="45" y="334"/>
                  </a:lnTo>
                  <a:cubicBezTo>
                    <a:pt x="0" y="263"/>
                    <a:pt x="7" y="173"/>
                    <a:pt x="61" y="109"/>
                  </a:cubicBezTo>
                  <a:cubicBezTo>
                    <a:pt x="106" y="56"/>
                    <a:pt x="174" y="32"/>
                    <a:pt x="241" y="45"/>
                  </a:cubicBezTo>
                  <a:lnTo>
                    <a:pt x="231" y="20"/>
                  </a:lnTo>
                  <a:lnTo>
                    <a:pt x="277" y="0"/>
                  </a:lnTo>
                  <a:lnTo>
                    <a:pt x="320" y="102"/>
                  </a:lnTo>
                  <a:lnTo>
                    <a:pt x="218" y="145"/>
                  </a:lnTo>
                  <a:lnTo>
                    <a:pt x="198" y="98"/>
                  </a:lnTo>
                  <a:lnTo>
                    <a:pt x="213" y="92"/>
                  </a:lnTo>
                  <a:cubicBezTo>
                    <a:pt x="170" y="90"/>
                    <a:pt x="128" y="108"/>
                    <a:pt x="99" y="142"/>
                  </a:cubicBezTo>
                  <a:cubicBezTo>
                    <a:pt x="60" y="189"/>
                    <a:pt x="55" y="255"/>
                    <a:pt x="87" y="307"/>
                  </a:cubicBezTo>
                  <a:lnTo>
                    <a:pt x="91" y="313"/>
                  </a:lnTo>
                  <a:lnTo>
                    <a:pt x="48" y="34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Freeform 472">
              <a:extLst>
                <a:ext uri="{FF2B5EF4-FFF2-40B4-BE49-F238E27FC236}">
                  <a16:creationId xmlns:a16="http://schemas.microsoft.com/office/drawing/2014/main" id="{FDB41CCB-C8B5-9923-266F-2200FF0CA11E}"/>
                </a:ext>
              </a:extLst>
            </p:cNvPr>
            <p:cNvSpPr>
              <a:spLocks noEditPoints="1"/>
            </p:cNvSpPr>
            <p:nvPr/>
          </p:nvSpPr>
          <p:spPr bwMode="auto">
            <a:xfrm>
              <a:off x="8185151" y="4056063"/>
              <a:ext cx="279400" cy="315913"/>
            </a:xfrm>
            <a:custGeom>
              <a:avLst/>
              <a:gdLst>
                <a:gd name="T0" fmla="*/ 20 w 307"/>
                <a:gd name="T1" fmla="*/ 256 h 346"/>
                <a:gd name="T2" fmla="*/ 62 w 307"/>
                <a:gd name="T3" fmla="*/ 326 h 346"/>
                <a:gd name="T4" fmla="*/ 80 w 307"/>
                <a:gd name="T5" fmla="*/ 315 h 346"/>
                <a:gd name="T6" fmla="*/ 59 w 307"/>
                <a:gd name="T7" fmla="*/ 280 h 346"/>
                <a:gd name="T8" fmla="*/ 74 w 307"/>
                <a:gd name="T9" fmla="*/ 282 h 346"/>
                <a:gd name="T10" fmla="*/ 235 w 307"/>
                <a:gd name="T11" fmla="*/ 222 h 346"/>
                <a:gd name="T12" fmla="*/ 254 w 307"/>
                <a:gd name="T13" fmla="*/ 20 h 346"/>
                <a:gd name="T14" fmla="*/ 236 w 307"/>
                <a:gd name="T15" fmla="*/ 32 h 346"/>
                <a:gd name="T16" fmla="*/ 219 w 307"/>
                <a:gd name="T17" fmla="*/ 208 h 346"/>
                <a:gd name="T18" fmla="*/ 79 w 307"/>
                <a:gd name="T19" fmla="*/ 261 h 346"/>
                <a:gd name="T20" fmla="*/ 58 w 307"/>
                <a:gd name="T21" fmla="*/ 258 h 346"/>
                <a:gd name="T22" fmla="*/ 101 w 307"/>
                <a:gd name="T23" fmla="*/ 233 h 346"/>
                <a:gd name="T24" fmla="*/ 90 w 307"/>
                <a:gd name="T25" fmla="*/ 215 h 346"/>
                <a:gd name="T26" fmla="*/ 20 w 307"/>
                <a:gd name="T27" fmla="*/ 256 h 346"/>
                <a:gd name="T28" fmla="*/ 57 w 307"/>
                <a:gd name="T29" fmla="*/ 346 h 346"/>
                <a:gd name="T30" fmla="*/ 0 w 307"/>
                <a:gd name="T31" fmla="*/ 251 h 346"/>
                <a:gd name="T32" fmla="*/ 95 w 307"/>
                <a:gd name="T33" fmla="*/ 195 h 346"/>
                <a:gd name="T34" fmla="*/ 121 w 307"/>
                <a:gd name="T35" fmla="*/ 238 h 346"/>
                <a:gd name="T36" fmla="*/ 103 w 307"/>
                <a:gd name="T37" fmla="*/ 248 h 346"/>
                <a:gd name="T38" fmla="*/ 208 w 307"/>
                <a:gd name="T39" fmla="*/ 198 h 346"/>
                <a:gd name="T40" fmla="*/ 220 w 307"/>
                <a:gd name="T41" fmla="*/ 33 h 346"/>
                <a:gd name="T42" fmla="*/ 216 w 307"/>
                <a:gd name="T43" fmla="*/ 27 h 346"/>
                <a:gd name="T44" fmla="*/ 259 w 307"/>
                <a:gd name="T45" fmla="*/ 0 h 346"/>
                <a:gd name="T46" fmla="*/ 263 w 307"/>
                <a:gd name="T47" fmla="*/ 6 h 346"/>
                <a:gd name="T48" fmla="*/ 247 w 307"/>
                <a:gd name="T49" fmla="*/ 231 h 346"/>
                <a:gd name="T50" fmla="*/ 87 w 307"/>
                <a:gd name="T51" fmla="*/ 298 h 346"/>
                <a:gd name="T52" fmla="*/ 100 w 307"/>
                <a:gd name="T53" fmla="*/ 320 h 346"/>
                <a:gd name="T54" fmla="*/ 57 w 307"/>
                <a:gd name="T55" fmla="*/ 34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07" h="346">
                  <a:moveTo>
                    <a:pt x="20" y="256"/>
                  </a:moveTo>
                  <a:lnTo>
                    <a:pt x="62" y="326"/>
                  </a:lnTo>
                  <a:lnTo>
                    <a:pt x="80" y="315"/>
                  </a:lnTo>
                  <a:lnTo>
                    <a:pt x="59" y="280"/>
                  </a:lnTo>
                  <a:lnTo>
                    <a:pt x="74" y="282"/>
                  </a:lnTo>
                  <a:cubicBezTo>
                    <a:pt x="136" y="292"/>
                    <a:pt x="196" y="268"/>
                    <a:pt x="235" y="222"/>
                  </a:cubicBezTo>
                  <a:cubicBezTo>
                    <a:pt x="284" y="165"/>
                    <a:pt x="291" y="85"/>
                    <a:pt x="254" y="20"/>
                  </a:cubicBezTo>
                  <a:lnTo>
                    <a:pt x="236" y="32"/>
                  </a:lnTo>
                  <a:cubicBezTo>
                    <a:pt x="268" y="88"/>
                    <a:pt x="261" y="158"/>
                    <a:pt x="219" y="208"/>
                  </a:cubicBezTo>
                  <a:cubicBezTo>
                    <a:pt x="184" y="249"/>
                    <a:pt x="132" y="269"/>
                    <a:pt x="79" y="261"/>
                  </a:cubicBezTo>
                  <a:lnTo>
                    <a:pt x="58" y="258"/>
                  </a:lnTo>
                  <a:lnTo>
                    <a:pt x="101" y="233"/>
                  </a:lnTo>
                  <a:lnTo>
                    <a:pt x="90" y="215"/>
                  </a:lnTo>
                  <a:lnTo>
                    <a:pt x="20" y="256"/>
                  </a:lnTo>
                  <a:close/>
                  <a:moveTo>
                    <a:pt x="57" y="346"/>
                  </a:moveTo>
                  <a:lnTo>
                    <a:pt x="0" y="251"/>
                  </a:lnTo>
                  <a:lnTo>
                    <a:pt x="95" y="195"/>
                  </a:lnTo>
                  <a:lnTo>
                    <a:pt x="121" y="238"/>
                  </a:lnTo>
                  <a:lnTo>
                    <a:pt x="103" y="248"/>
                  </a:lnTo>
                  <a:cubicBezTo>
                    <a:pt x="144" y="248"/>
                    <a:pt x="181" y="230"/>
                    <a:pt x="208" y="198"/>
                  </a:cubicBezTo>
                  <a:cubicBezTo>
                    <a:pt x="248" y="152"/>
                    <a:pt x="252" y="85"/>
                    <a:pt x="220" y="33"/>
                  </a:cubicBezTo>
                  <a:lnTo>
                    <a:pt x="216" y="27"/>
                  </a:lnTo>
                  <a:lnTo>
                    <a:pt x="259" y="0"/>
                  </a:lnTo>
                  <a:lnTo>
                    <a:pt x="263" y="6"/>
                  </a:lnTo>
                  <a:cubicBezTo>
                    <a:pt x="307" y="77"/>
                    <a:pt x="300" y="167"/>
                    <a:pt x="247" y="231"/>
                  </a:cubicBezTo>
                  <a:cubicBezTo>
                    <a:pt x="207" y="278"/>
                    <a:pt x="149" y="303"/>
                    <a:pt x="87" y="298"/>
                  </a:cubicBezTo>
                  <a:lnTo>
                    <a:pt x="100" y="320"/>
                  </a:lnTo>
                  <a:lnTo>
                    <a:pt x="57" y="346"/>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00" name="Signing2" descr="{&quot;Key&quot;:&quot;POWER_USER_SHAPE_ICON&quot;,&quot;Value&quot;:&quot;POWER_USER_SHAPE_ICON_STYLE_1&quot;}">
            <a:extLst>
              <a:ext uri="{FF2B5EF4-FFF2-40B4-BE49-F238E27FC236}">
                <a16:creationId xmlns:a16="http://schemas.microsoft.com/office/drawing/2014/main" id="{EDC2EA1E-3537-8777-11D0-12E674662EE0}"/>
              </a:ext>
            </a:extLst>
          </p:cNvPr>
          <p:cNvGrpSpPr>
            <a:grpSpLocks noChangeAspect="1"/>
          </p:cNvGrpSpPr>
          <p:nvPr/>
        </p:nvGrpSpPr>
        <p:grpSpPr>
          <a:xfrm>
            <a:off x="2079850" y="4368527"/>
            <a:ext cx="444952" cy="540000"/>
            <a:chOff x="5751513" y="5765800"/>
            <a:chExt cx="676275" cy="820738"/>
          </a:xfrm>
        </p:grpSpPr>
        <p:sp>
          <p:nvSpPr>
            <p:cNvPr id="101" name="Line 259">
              <a:extLst>
                <a:ext uri="{FF2B5EF4-FFF2-40B4-BE49-F238E27FC236}">
                  <a16:creationId xmlns:a16="http://schemas.microsoft.com/office/drawing/2014/main" id="{5DB30C4E-257C-B890-2278-8F17E31717EB}"/>
                </a:ext>
              </a:extLst>
            </p:cNvPr>
            <p:cNvSpPr>
              <a:spLocks noChangeShapeType="1"/>
            </p:cNvSpPr>
            <p:nvPr/>
          </p:nvSpPr>
          <p:spPr bwMode="auto">
            <a:xfrm>
              <a:off x="5759450" y="6411913"/>
              <a:ext cx="658813" cy="0"/>
            </a:xfrm>
            <a:prstGeom prst="line">
              <a:avLst/>
            </a:prstGeom>
            <a:noFill/>
            <a:ln w="19050" cap="flat">
              <a:solidFill>
                <a:schemeClr val="accen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Freeform 260">
              <a:extLst>
                <a:ext uri="{FF2B5EF4-FFF2-40B4-BE49-F238E27FC236}">
                  <a16:creationId xmlns:a16="http://schemas.microsoft.com/office/drawing/2014/main" id="{1ADBC47E-4B78-B190-A938-4D23596DD426}"/>
                </a:ext>
              </a:extLst>
            </p:cNvPr>
            <p:cNvSpPr>
              <a:spLocks/>
            </p:cNvSpPr>
            <p:nvPr/>
          </p:nvSpPr>
          <p:spPr bwMode="auto">
            <a:xfrm>
              <a:off x="5945188" y="6461125"/>
              <a:ext cx="276225" cy="125413"/>
            </a:xfrm>
            <a:custGeom>
              <a:avLst/>
              <a:gdLst>
                <a:gd name="T0" fmla="*/ 368 w 368"/>
                <a:gd name="T1" fmla="*/ 166 h 166"/>
                <a:gd name="T2" fmla="*/ 0 w 368"/>
                <a:gd name="T3" fmla="*/ 166 h 166"/>
                <a:gd name="T4" fmla="*/ 76 w 368"/>
                <a:gd name="T5" fmla="*/ 0 h 166"/>
                <a:gd name="T6" fmla="*/ 292 w 368"/>
                <a:gd name="T7" fmla="*/ 0 h 166"/>
                <a:gd name="T8" fmla="*/ 368 w 368"/>
                <a:gd name="T9" fmla="*/ 166 h 166"/>
              </a:gdLst>
              <a:ahLst/>
              <a:cxnLst>
                <a:cxn ang="0">
                  <a:pos x="T0" y="T1"/>
                </a:cxn>
                <a:cxn ang="0">
                  <a:pos x="T2" y="T3"/>
                </a:cxn>
                <a:cxn ang="0">
                  <a:pos x="T4" y="T5"/>
                </a:cxn>
                <a:cxn ang="0">
                  <a:pos x="T6" y="T7"/>
                </a:cxn>
                <a:cxn ang="0">
                  <a:pos x="T8" y="T9"/>
                </a:cxn>
              </a:cxnLst>
              <a:rect l="0" t="0" r="r" b="b"/>
              <a:pathLst>
                <a:path w="368" h="166">
                  <a:moveTo>
                    <a:pt x="368" y="166"/>
                  </a:moveTo>
                  <a:lnTo>
                    <a:pt x="0" y="166"/>
                  </a:lnTo>
                  <a:lnTo>
                    <a:pt x="76" y="0"/>
                  </a:lnTo>
                  <a:lnTo>
                    <a:pt x="292" y="0"/>
                  </a:lnTo>
                  <a:lnTo>
                    <a:pt x="368" y="166"/>
                  </a:lnTo>
                  <a:close/>
                </a:path>
              </a:pathLst>
            </a:custGeom>
            <a:noFill/>
            <a:ln w="19050"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 name="Line 261">
              <a:extLst>
                <a:ext uri="{FF2B5EF4-FFF2-40B4-BE49-F238E27FC236}">
                  <a16:creationId xmlns:a16="http://schemas.microsoft.com/office/drawing/2014/main" id="{A55353D5-3921-2DA4-E592-4E8121684984}"/>
                </a:ext>
              </a:extLst>
            </p:cNvPr>
            <p:cNvSpPr>
              <a:spLocks noChangeShapeType="1"/>
            </p:cNvSpPr>
            <p:nvPr/>
          </p:nvSpPr>
          <p:spPr bwMode="auto">
            <a:xfrm flipV="1">
              <a:off x="5902325" y="6477000"/>
              <a:ext cx="44450" cy="63500"/>
            </a:xfrm>
            <a:prstGeom prst="line">
              <a:avLst/>
            </a:prstGeom>
            <a:noFill/>
            <a:ln w="19050" cap="rnd">
              <a:solidFill>
                <a:schemeClr val="accen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Freeform 262">
              <a:extLst>
                <a:ext uri="{FF2B5EF4-FFF2-40B4-BE49-F238E27FC236}">
                  <a16:creationId xmlns:a16="http://schemas.microsoft.com/office/drawing/2014/main" id="{2EA6D837-44E7-B660-51BA-E4E05E5811BD}"/>
                </a:ext>
              </a:extLst>
            </p:cNvPr>
            <p:cNvSpPr>
              <a:spLocks/>
            </p:cNvSpPr>
            <p:nvPr/>
          </p:nvSpPr>
          <p:spPr bwMode="auto">
            <a:xfrm>
              <a:off x="5751513" y="5989638"/>
              <a:ext cx="303213" cy="419100"/>
            </a:xfrm>
            <a:custGeom>
              <a:avLst/>
              <a:gdLst>
                <a:gd name="T0" fmla="*/ 73 w 403"/>
                <a:gd name="T1" fmla="*/ 559 h 559"/>
                <a:gd name="T2" fmla="*/ 73 w 403"/>
                <a:gd name="T3" fmla="*/ 458 h 559"/>
                <a:gd name="T4" fmla="*/ 0 w 403"/>
                <a:gd name="T5" fmla="*/ 393 h 559"/>
                <a:gd name="T6" fmla="*/ 0 w 403"/>
                <a:gd name="T7" fmla="*/ 169 h 559"/>
                <a:gd name="T8" fmla="*/ 144 w 403"/>
                <a:gd name="T9" fmla="*/ 0 h 559"/>
                <a:gd name="T10" fmla="*/ 219 w 403"/>
                <a:gd name="T11" fmla="*/ 63 h 559"/>
                <a:gd name="T12" fmla="*/ 293 w 403"/>
                <a:gd name="T13" fmla="*/ 0 h 559"/>
                <a:gd name="T14" fmla="*/ 403 w 403"/>
                <a:gd name="T15" fmla="*/ 45 h 5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3" h="559">
                  <a:moveTo>
                    <a:pt x="73" y="559"/>
                  </a:moveTo>
                  <a:lnTo>
                    <a:pt x="73" y="458"/>
                  </a:lnTo>
                  <a:cubicBezTo>
                    <a:pt x="25" y="458"/>
                    <a:pt x="0" y="429"/>
                    <a:pt x="0" y="393"/>
                  </a:cubicBezTo>
                  <a:lnTo>
                    <a:pt x="0" y="169"/>
                  </a:lnTo>
                  <a:cubicBezTo>
                    <a:pt x="0" y="54"/>
                    <a:pt x="49" y="7"/>
                    <a:pt x="144" y="0"/>
                  </a:cubicBezTo>
                  <a:lnTo>
                    <a:pt x="219" y="63"/>
                  </a:lnTo>
                  <a:lnTo>
                    <a:pt x="293" y="0"/>
                  </a:lnTo>
                  <a:cubicBezTo>
                    <a:pt x="327" y="3"/>
                    <a:pt x="373" y="16"/>
                    <a:pt x="403" y="45"/>
                  </a:cubicBezTo>
                </a:path>
              </a:pathLst>
            </a:custGeom>
            <a:noFill/>
            <a:ln w="19050"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Oval 263">
              <a:extLst>
                <a:ext uri="{FF2B5EF4-FFF2-40B4-BE49-F238E27FC236}">
                  <a16:creationId xmlns:a16="http://schemas.microsoft.com/office/drawing/2014/main" id="{68904DC8-967A-2C00-2EEA-79CD9F742377}"/>
                </a:ext>
              </a:extLst>
            </p:cNvPr>
            <p:cNvSpPr>
              <a:spLocks noChangeArrowheads="1"/>
            </p:cNvSpPr>
            <p:nvPr/>
          </p:nvSpPr>
          <p:spPr bwMode="auto">
            <a:xfrm>
              <a:off x="5822950" y="5765800"/>
              <a:ext cx="185738" cy="185738"/>
            </a:xfrm>
            <a:prstGeom prst="ellipse">
              <a:avLst/>
            </a:prstGeom>
            <a:noFill/>
            <a:ln w="19050"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 name="Oval 264">
              <a:extLst>
                <a:ext uri="{FF2B5EF4-FFF2-40B4-BE49-F238E27FC236}">
                  <a16:creationId xmlns:a16="http://schemas.microsoft.com/office/drawing/2014/main" id="{7A478B38-F8BC-D7C9-A16B-F23CDB3CD404}"/>
                </a:ext>
              </a:extLst>
            </p:cNvPr>
            <p:cNvSpPr>
              <a:spLocks noChangeArrowheads="1"/>
            </p:cNvSpPr>
            <p:nvPr/>
          </p:nvSpPr>
          <p:spPr bwMode="auto">
            <a:xfrm>
              <a:off x="6170613" y="5765800"/>
              <a:ext cx="184150" cy="185738"/>
            </a:xfrm>
            <a:prstGeom prst="ellipse">
              <a:avLst/>
            </a:prstGeom>
            <a:noFill/>
            <a:ln w="19050"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Oval 265">
              <a:extLst>
                <a:ext uri="{FF2B5EF4-FFF2-40B4-BE49-F238E27FC236}">
                  <a16:creationId xmlns:a16="http://schemas.microsoft.com/office/drawing/2014/main" id="{95A4A003-3879-50EF-8AF9-133750D534AB}"/>
                </a:ext>
              </a:extLst>
            </p:cNvPr>
            <p:cNvSpPr>
              <a:spLocks noChangeArrowheads="1"/>
            </p:cNvSpPr>
            <p:nvPr/>
          </p:nvSpPr>
          <p:spPr bwMode="auto">
            <a:xfrm>
              <a:off x="5994400" y="6016625"/>
              <a:ext cx="184150" cy="184150"/>
            </a:xfrm>
            <a:prstGeom prst="ellipse">
              <a:avLst/>
            </a:prstGeom>
            <a:noFill/>
            <a:ln w="19050"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Freeform 266">
              <a:extLst>
                <a:ext uri="{FF2B5EF4-FFF2-40B4-BE49-F238E27FC236}">
                  <a16:creationId xmlns:a16="http://schemas.microsoft.com/office/drawing/2014/main" id="{D249FBCA-EF97-3A01-E98B-78218024FCD1}"/>
                </a:ext>
              </a:extLst>
            </p:cNvPr>
            <p:cNvSpPr>
              <a:spLocks/>
            </p:cNvSpPr>
            <p:nvPr/>
          </p:nvSpPr>
          <p:spPr bwMode="auto">
            <a:xfrm>
              <a:off x="5926138" y="6229350"/>
              <a:ext cx="320675" cy="179388"/>
            </a:xfrm>
            <a:custGeom>
              <a:avLst/>
              <a:gdLst>
                <a:gd name="T0" fmla="*/ 428 w 428"/>
                <a:gd name="T1" fmla="*/ 240 h 240"/>
                <a:gd name="T2" fmla="*/ 428 w 428"/>
                <a:gd name="T3" fmla="*/ 151 h 240"/>
                <a:gd name="T4" fmla="*/ 291 w 428"/>
                <a:gd name="T5" fmla="*/ 2 h 240"/>
                <a:gd name="T6" fmla="*/ 214 w 428"/>
                <a:gd name="T7" fmla="*/ 63 h 240"/>
                <a:gd name="T8" fmla="*/ 135 w 428"/>
                <a:gd name="T9" fmla="*/ 0 h 240"/>
                <a:gd name="T10" fmla="*/ 0 w 428"/>
                <a:gd name="T11" fmla="*/ 151 h 240"/>
                <a:gd name="T12" fmla="*/ 0 w 428"/>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428" h="240">
                  <a:moveTo>
                    <a:pt x="428" y="240"/>
                  </a:moveTo>
                  <a:lnTo>
                    <a:pt x="428" y="151"/>
                  </a:lnTo>
                  <a:cubicBezTo>
                    <a:pt x="428" y="73"/>
                    <a:pt x="371" y="22"/>
                    <a:pt x="291" y="2"/>
                  </a:cubicBezTo>
                  <a:lnTo>
                    <a:pt x="214" y="63"/>
                  </a:lnTo>
                  <a:lnTo>
                    <a:pt x="135" y="0"/>
                  </a:lnTo>
                  <a:cubicBezTo>
                    <a:pt x="56" y="16"/>
                    <a:pt x="0" y="59"/>
                    <a:pt x="0" y="151"/>
                  </a:cubicBezTo>
                  <a:lnTo>
                    <a:pt x="0" y="240"/>
                  </a:lnTo>
                </a:path>
              </a:pathLst>
            </a:custGeom>
            <a:noFill/>
            <a:ln w="19050"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Freeform 267">
              <a:extLst>
                <a:ext uri="{FF2B5EF4-FFF2-40B4-BE49-F238E27FC236}">
                  <a16:creationId xmlns:a16="http://schemas.microsoft.com/office/drawing/2014/main" id="{567766E6-4D3E-8776-E450-5F5D9F9A80FF}"/>
                </a:ext>
              </a:extLst>
            </p:cNvPr>
            <p:cNvSpPr>
              <a:spLocks/>
            </p:cNvSpPr>
            <p:nvPr/>
          </p:nvSpPr>
          <p:spPr bwMode="auto">
            <a:xfrm>
              <a:off x="6124575" y="5989638"/>
              <a:ext cx="303213" cy="419100"/>
            </a:xfrm>
            <a:custGeom>
              <a:avLst/>
              <a:gdLst>
                <a:gd name="T0" fmla="*/ 330 w 404"/>
                <a:gd name="T1" fmla="*/ 559 h 559"/>
                <a:gd name="T2" fmla="*/ 330 w 404"/>
                <a:gd name="T3" fmla="*/ 458 h 559"/>
                <a:gd name="T4" fmla="*/ 403 w 404"/>
                <a:gd name="T5" fmla="*/ 393 h 559"/>
                <a:gd name="T6" fmla="*/ 404 w 404"/>
                <a:gd name="T7" fmla="*/ 169 h 559"/>
                <a:gd name="T8" fmla="*/ 260 w 404"/>
                <a:gd name="T9" fmla="*/ 0 h 559"/>
                <a:gd name="T10" fmla="*/ 185 w 404"/>
                <a:gd name="T11" fmla="*/ 63 h 559"/>
                <a:gd name="T12" fmla="*/ 110 w 404"/>
                <a:gd name="T13" fmla="*/ 0 h 559"/>
                <a:gd name="T14" fmla="*/ 0 w 404"/>
                <a:gd name="T15" fmla="*/ 45 h 5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4" h="559">
                  <a:moveTo>
                    <a:pt x="330" y="559"/>
                  </a:moveTo>
                  <a:lnTo>
                    <a:pt x="330" y="458"/>
                  </a:lnTo>
                  <a:cubicBezTo>
                    <a:pt x="378" y="458"/>
                    <a:pt x="403" y="429"/>
                    <a:pt x="403" y="393"/>
                  </a:cubicBezTo>
                  <a:lnTo>
                    <a:pt x="404" y="169"/>
                  </a:lnTo>
                  <a:cubicBezTo>
                    <a:pt x="404" y="54"/>
                    <a:pt x="354" y="7"/>
                    <a:pt x="260" y="0"/>
                  </a:cubicBezTo>
                  <a:lnTo>
                    <a:pt x="185" y="63"/>
                  </a:lnTo>
                  <a:lnTo>
                    <a:pt x="110" y="0"/>
                  </a:lnTo>
                  <a:cubicBezTo>
                    <a:pt x="76" y="3"/>
                    <a:pt x="30" y="16"/>
                    <a:pt x="0" y="45"/>
                  </a:cubicBezTo>
                </a:path>
              </a:pathLst>
            </a:custGeom>
            <a:noFill/>
            <a:ln w="19050"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0" name="Puzzle_Pieces2" descr="{&quot;Key&quot;:&quot;POWER_USER_SHAPE_ICON&quot;,&quot;Value&quot;:&quot;POWER_USER_SHAPE_ICON_STYLE_1&quot;}">
            <a:extLst>
              <a:ext uri="{FF2B5EF4-FFF2-40B4-BE49-F238E27FC236}">
                <a16:creationId xmlns:a16="http://schemas.microsoft.com/office/drawing/2014/main" id="{050A11EB-3DE1-53FC-5D46-1F045214DCC8}"/>
              </a:ext>
            </a:extLst>
          </p:cNvPr>
          <p:cNvGrpSpPr>
            <a:grpSpLocks noChangeAspect="1"/>
          </p:cNvGrpSpPr>
          <p:nvPr>
            <p:custDataLst>
              <p:tags r:id="rId2"/>
            </p:custDataLst>
          </p:nvPr>
        </p:nvGrpSpPr>
        <p:grpSpPr>
          <a:xfrm>
            <a:off x="3899483" y="4304732"/>
            <a:ext cx="537440" cy="540000"/>
            <a:chOff x="1852612" y="1198563"/>
            <a:chExt cx="333375" cy="334963"/>
          </a:xfrm>
          <a:solidFill>
            <a:schemeClr val="accent1"/>
          </a:solidFill>
        </p:grpSpPr>
        <p:sp>
          <p:nvSpPr>
            <p:cNvPr id="111" name="Freeform 613">
              <a:extLst>
                <a:ext uri="{FF2B5EF4-FFF2-40B4-BE49-F238E27FC236}">
                  <a16:creationId xmlns:a16="http://schemas.microsoft.com/office/drawing/2014/main" id="{45B2C19D-1C2A-B0D6-26C4-D4A612F26CEA}"/>
                </a:ext>
              </a:extLst>
            </p:cNvPr>
            <p:cNvSpPr>
              <a:spLocks noEditPoints="1"/>
            </p:cNvSpPr>
            <p:nvPr/>
          </p:nvSpPr>
          <p:spPr bwMode="auto">
            <a:xfrm>
              <a:off x="1852612" y="1260476"/>
              <a:ext cx="163513" cy="141288"/>
            </a:xfrm>
            <a:custGeom>
              <a:avLst/>
              <a:gdLst>
                <a:gd name="T0" fmla="*/ 160 w 268"/>
                <a:gd name="T1" fmla="*/ 215 h 232"/>
                <a:gd name="T2" fmla="*/ 215 w 268"/>
                <a:gd name="T3" fmla="*/ 215 h 232"/>
                <a:gd name="T4" fmla="*/ 215 w 268"/>
                <a:gd name="T5" fmla="*/ 144 h 232"/>
                <a:gd name="T6" fmla="*/ 224 w 268"/>
                <a:gd name="T7" fmla="*/ 144 h 232"/>
                <a:gd name="T8" fmla="*/ 252 w 268"/>
                <a:gd name="T9" fmla="*/ 116 h 232"/>
                <a:gd name="T10" fmla="*/ 224 w 268"/>
                <a:gd name="T11" fmla="*/ 88 h 232"/>
                <a:gd name="T12" fmla="*/ 215 w 268"/>
                <a:gd name="T13" fmla="*/ 88 h 232"/>
                <a:gd name="T14" fmla="*/ 215 w 268"/>
                <a:gd name="T15" fmla="*/ 16 h 232"/>
                <a:gd name="T16" fmla="*/ 160 w 268"/>
                <a:gd name="T17" fmla="*/ 16 h 232"/>
                <a:gd name="T18" fmla="*/ 116 w 268"/>
                <a:gd name="T19" fmla="*/ 53 h 232"/>
                <a:gd name="T20" fmla="*/ 72 w 268"/>
                <a:gd name="T21" fmla="*/ 16 h 232"/>
                <a:gd name="T22" fmla="*/ 16 w 268"/>
                <a:gd name="T23" fmla="*/ 16 h 232"/>
                <a:gd name="T24" fmla="*/ 16 w 268"/>
                <a:gd name="T25" fmla="*/ 215 h 232"/>
                <a:gd name="T26" fmla="*/ 72 w 268"/>
                <a:gd name="T27" fmla="*/ 215 h 232"/>
                <a:gd name="T28" fmla="*/ 116 w 268"/>
                <a:gd name="T29" fmla="*/ 179 h 232"/>
                <a:gd name="T30" fmla="*/ 160 w 268"/>
                <a:gd name="T31" fmla="*/ 215 h 232"/>
                <a:gd name="T32" fmla="*/ 232 w 268"/>
                <a:gd name="T33" fmla="*/ 232 h 232"/>
                <a:gd name="T34" fmla="*/ 144 w 268"/>
                <a:gd name="T35" fmla="*/ 232 h 232"/>
                <a:gd name="T36" fmla="*/ 144 w 268"/>
                <a:gd name="T37" fmla="*/ 224 h 232"/>
                <a:gd name="T38" fmla="*/ 116 w 268"/>
                <a:gd name="T39" fmla="*/ 195 h 232"/>
                <a:gd name="T40" fmla="*/ 88 w 268"/>
                <a:gd name="T41" fmla="*/ 224 h 232"/>
                <a:gd name="T42" fmla="*/ 88 w 268"/>
                <a:gd name="T43" fmla="*/ 232 h 232"/>
                <a:gd name="T44" fmla="*/ 0 w 268"/>
                <a:gd name="T45" fmla="*/ 232 h 232"/>
                <a:gd name="T46" fmla="*/ 0 w 268"/>
                <a:gd name="T47" fmla="*/ 0 h 232"/>
                <a:gd name="T48" fmla="*/ 88 w 268"/>
                <a:gd name="T49" fmla="*/ 0 h 232"/>
                <a:gd name="T50" fmla="*/ 88 w 268"/>
                <a:gd name="T51" fmla="*/ 8 h 232"/>
                <a:gd name="T52" fmla="*/ 116 w 268"/>
                <a:gd name="T53" fmla="*/ 36 h 232"/>
                <a:gd name="T54" fmla="*/ 144 w 268"/>
                <a:gd name="T55" fmla="*/ 8 h 232"/>
                <a:gd name="T56" fmla="*/ 144 w 268"/>
                <a:gd name="T57" fmla="*/ 0 h 232"/>
                <a:gd name="T58" fmla="*/ 232 w 268"/>
                <a:gd name="T59" fmla="*/ 0 h 232"/>
                <a:gd name="T60" fmla="*/ 232 w 268"/>
                <a:gd name="T61" fmla="*/ 72 h 232"/>
                <a:gd name="T62" fmla="*/ 268 w 268"/>
                <a:gd name="T63" fmla="*/ 116 h 232"/>
                <a:gd name="T64" fmla="*/ 232 w 268"/>
                <a:gd name="T65" fmla="*/ 160 h 232"/>
                <a:gd name="T66" fmla="*/ 232 w 268"/>
                <a:gd name="T67" fmla="*/ 232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2">
                  <a:moveTo>
                    <a:pt x="160" y="215"/>
                  </a:moveTo>
                  <a:lnTo>
                    <a:pt x="215" y="215"/>
                  </a:lnTo>
                  <a:lnTo>
                    <a:pt x="215" y="144"/>
                  </a:lnTo>
                  <a:lnTo>
                    <a:pt x="224" y="144"/>
                  </a:lnTo>
                  <a:cubicBezTo>
                    <a:pt x="239" y="144"/>
                    <a:pt x="252" y="131"/>
                    <a:pt x="252" y="116"/>
                  </a:cubicBezTo>
                  <a:cubicBezTo>
                    <a:pt x="252" y="100"/>
                    <a:pt x="239" y="88"/>
                    <a:pt x="224" y="88"/>
                  </a:cubicBezTo>
                  <a:lnTo>
                    <a:pt x="215" y="88"/>
                  </a:lnTo>
                  <a:lnTo>
                    <a:pt x="215" y="16"/>
                  </a:lnTo>
                  <a:lnTo>
                    <a:pt x="160" y="16"/>
                  </a:lnTo>
                  <a:cubicBezTo>
                    <a:pt x="156" y="37"/>
                    <a:pt x="138" y="53"/>
                    <a:pt x="116" y="53"/>
                  </a:cubicBezTo>
                  <a:cubicBezTo>
                    <a:pt x="94" y="53"/>
                    <a:pt x="76" y="37"/>
                    <a:pt x="72" y="16"/>
                  </a:cubicBezTo>
                  <a:lnTo>
                    <a:pt x="16" y="16"/>
                  </a:lnTo>
                  <a:lnTo>
                    <a:pt x="16" y="215"/>
                  </a:lnTo>
                  <a:lnTo>
                    <a:pt x="72" y="215"/>
                  </a:lnTo>
                  <a:cubicBezTo>
                    <a:pt x="76" y="195"/>
                    <a:pt x="94" y="179"/>
                    <a:pt x="116" y="179"/>
                  </a:cubicBezTo>
                  <a:cubicBezTo>
                    <a:pt x="138" y="179"/>
                    <a:pt x="156" y="195"/>
                    <a:pt x="160" y="215"/>
                  </a:cubicBezTo>
                  <a:close/>
                  <a:moveTo>
                    <a:pt x="232" y="232"/>
                  </a:moveTo>
                  <a:lnTo>
                    <a:pt x="144" y="232"/>
                  </a:lnTo>
                  <a:lnTo>
                    <a:pt x="144" y="224"/>
                  </a:lnTo>
                  <a:cubicBezTo>
                    <a:pt x="144" y="208"/>
                    <a:pt x="131" y="195"/>
                    <a:pt x="116" y="195"/>
                  </a:cubicBezTo>
                  <a:cubicBezTo>
                    <a:pt x="100" y="195"/>
                    <a:pt x="88" y="208"/>
                    <a:pt x="88" y="224"/>
                  </a:cubicBezTo>
                  <a:lnTo>
                    <a:pt x="88" y="232"/>
                  </a:lnTo>
                  <a:lnTo>
                    <a:pt x="0" y="232"/>
                  </a:lnTo>
                  <a:lnTo>
                    <a:pt x="0" y="0"/>
                  </a:lnTo>
                  <a:lnTo>
                    <a:pt x="88" y="0"/>
                  </a:lnTo>
                  <a:lnTo>
                    <a:pt x="88" y="8"/>
                  </a:lnTo>
                  <a:cubicBezTo>
                    <a:pt x="88" y="24"/>
                    <a:pt x="100" y="36"/>
                    <a:pt x="116" y="36"/>
                  </a:cubicBezTo>
                  <a:cubicBezTo>
                    <a:pt x="131" y="36"/>
                    <a:pt x="144" y="24"/>
                    <a:pt x="144" y="8"/>
                  </a:cubicBezTo>
                  <a:lnTo>
                    <a:pt x="144" y="0"/>
                  </a:lnTo>
                  <a:lnTo>
                    <a:pt x="232" y="0"/>
                  </a:lnTo>
                  <a:lnTo>
                    <a:pt x="232" y="72"/>
                  </a:lnTo>
                  <a:cubicBezTo>
                    <a:pt x="253" y="76"/>
                    <a:pt x="268" y="94"/>
                    <a:pt x="268" y="116"/>
                  </a:cubicBezTo>
                  <a:cubicBezTo>
                    <a:pt x="268" y="138"/>
                    <a:pt x="253" y="156"/>
                    <a:pt x="232" y="160"/>
                  </a:cubicBezTo>
                  <a:lnTo>
                    <a:pt x="232" y="23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 name="Freeform 614">
              <a:extLst>
                <a:ext uri="{FF2B5EF4-FFF2-40B4-BE49-F238E27FC236}">
                  <a16:creationId xmlns:a16="http://schemas.microsoft.com/office/drawing/2014/main" id="{43779898-5EC1-C7EB-02E0-DD8713767F5B}"/>
                </a:ext>
              </a:extLst>
            </p:cNvPr>
            <p:cNvSpPr>
              <a:spLocks noEditPoints="1"/>
            </p:cNvSpPr>
            <p:nvPr/>
          </p:nvSpPr>
          <p:spPr bwMode="auto">
            <a:xfrm>
              <a:off x="1852612" y="1370013"/>
              <a:ext cx="141288" cy="163513"/>
            </a:xfrm>
            <a:custGeom>
              <a:avLst/>
              <a:gdLst>
                <a:gd name="T0" fmla="*/ 16 w 232"/>
                <a:gd name="T1" fmla="*/ 252 h 269"/>
                <a:gd name="T2" fmla="*/ 215 w 232"/>
                <a:gd name="T3" fmla="*/ 252 h 269"/>
                <a:gd name="T4" fmla="*/ 215 w 232"/>
                <a:gd name="T5" fmla="*/ 197 h 269"/>
                <a:gd name="T6" fmla="*/ 179 w 232"/>
                <a:gd name="T7" fmla="*/ 152 h 269"/>
                <a:gd name="T8" fmla="*/ 215 w 232"/>
                <a:gd name="T9" fmla="*/ 108 h 269"/>
                <a:gd name="T10" fmla="*/ 215 w 232"/>
                <a:gd name="T11" fmla="*/ 53 h 269"/>
                <a:gd name="T12" fmla="*/ 144 w 232"/>
                <a:gd name="T13" fmla="*/ 53 h 269"/>
                <a:gd name="T14" fmla="*/ 144 w 232"/>
                <a:gd name="T15" fmla="*/ 45 h 269"/>
                <a:gd name="T16" fmla="*/ 116 w 232"/>
                <a:gd name="T17" fmla="*/ 16 h 269"/>
                <a:gd name="T18" fmla="*/ 88 w 232"/>
                <a:gd name="T19" fmla="*/ 45 h 269"/>
                <a:gd name="T20" fmla="*/ 88 w 232"/>
                <a:gd name="T21" fmla="*/ 53 h 269"/>
                <a:gd name="T22" fmla="*/ 16 w 232"/>
                <a:gd name="T23" fmla="*/ 53 h 269"/>
                <a:gd name="T24" fmla="*/ 16 w 232"/>
                <a:gd name="T25" fmla="*/ 108 h 269"/>
                <a:gd name="T26" fmla="*/ 53 w 232"/>
                <a:gd name="T27" fmla="*/ 152 h 269"/>
                <a:gd name="T28" fmla="*/ 16 w 232"/>
                <a:gd name="T29" fmla="*/ 197 h 269"/>
                <a:gd name="T30" fmla="*/ 16 w 232"/>
                <a:gd name="T31" fmla="*/ 252 h 269"/>
                <a:gd name="T32" fmla="*/ 232 w 232"/>
                <a:gd name="T33" fmla="*/ 269 h 269"/>
                <a:gd name="T34" fmla="*/ 0 w 232"/>
                <a:gd name="T35" fmla="*/ 269 h 269"/>
                <a:gd name="T36" fmla="*/ 0 w 232"/>
                <a:gd name="T37" fmla="*/ 181 h 269"/>
                <a:gd name="T38" fmla="*/ 8 w 232"/>
                <a:gd name="T39" fmla="*/ 181 h 269"/>
                <a:gd name="T40" fmla="*/ 36 w 232"/>
                <a:gd name="T41" fmla="*/ 152 h 269"/>
                <a:gd name="T42" fmla="*/ 8 w 232"/>
                <a:gd name="T43" fmla="*/ 124 h 269"/>
                <a:gd name="T44" fmla="*/ 0 w 232"/>
                <a:gd name="T45" fmla="*/ 124 h 269"/>
                <a:gd name="T46" fmla="*/ 0 w 232"/>
                <a:gd name="T47" fmla="*/ 36 h 269"/>
                <a:gd name="T48" fmla="*/ 72 w 232"/>
                <a:gd name="T49" fmla="*/ 36 h 269"/>
                <a:gd name="T50" fmla="*/ 116 w 232"/>
                <a:gd name="T51" fmla="*/ 0 h 269"/>
                <a:gd name="T52" fmla="*/ 160 w 232"/>
                <a:gd name="T53" fmla="*/ 36 h 269"/>
                <a:gd name="T54" fmla="*/ 232 w 232"/>
                <a:gd name="T55" fmla="*/ 36 h 269"/>
                <a:gd name="T56" fmla="*/ 232 w 232"/>
                <a:gd name="T57" fmla="*/ 124 h 269"/>
                <a:gd name="T58" fmla="*/ 224 w 232"/>
                <a:gd name="T59" fmla="*/ 124 h 269"/>
                <a:gd name="T60" fmla="*/ 195 w 232"/>
                <a:gd name="T61" fmla="*/ 152 h 269"/>
                <a:gd name="T62" fmla="*/ 224 w 232"/>
                <a:gd name="T63" fmla="*/ 181 h 269"/>
                <a:gd name="T64" fmla="*/ 232 w 232"/>
                <a:gd name="T65" fmla="*/ 181 h 269"/>
                <a:gd name="T66" fmla="*/ 232 w 232"/>
                <a:gd name="T67" fmla="*/ 269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2" h="269">
                  <a:moveTo>
                    <a:pt x="16" y="252"/>
                  </a:moveTo>
                  <a:lnTo>
                    <a:pt x="215" y="252"/>
                  </a:lnTo>
                  <a:lnTo>
                    <a:pt x="215" y="197"/>
                  </a:lnTo>
                  <a:cubicBezTo>
                    <a:pt x="194" y="193"/>
                    <a:pt x="179" y="174"/>
                    <a:pt x="179" y="152"/>
                  </a:cubicBezTo>
                  <a:cubicBezTo>
                    <a:pt x="179" y="131"/>
                    <a:pt x="194" y="112"/>
                    <a:pt x="215" y="108"/>
                  </a:cubicBezTo>
                  <a:lnTo>
                    <a:pt x="215" y="53"/>
                  </a:lnTo>
                  <a:lnTo>
                    <a:pt x="144" y="53"/>
                  </a:lnTo>
                  <a:lnTo>
                    <a:pt x="144" y="45"/>
                  </a:lnTo>
                  <a:cubicBezTo>
                    <a:pt x="144" y="29"/>
                    <a:pt x="131" y="16"/>
                    <a:pt x="116" y="16"/>
                  </a:cubicBezTo>
                  <a:cubicBezTo>
                    <a:pt x="100" y="16"/>
                    <a:pt x="88" y="29"/>
                    <a:pt x="88" y="45"/>
                  </a:cubicBezTo>
                  <a:lnTo>
                    <a:pt x="88" y="53"/>
                  </a:lnTo>
                  <a:lnTo>
                    <a:pt x="16" y="53"/>
                  </a:lnTo>
                  <a:lnTo>
                    <a:pt x="16" y="108"/>
                  </a:lnTo>
                  <a:cubicBezTo>
                    <a:pt x="37" y="112"/>
                    <a:pt x="53" y="131"/>
                    <a:pt x="53" y="152"/>
                  </a:cubicBezTo>
                  <a:cubicBezTo>
                    <a:pt x="53" y="174"/>
                    <a:pt x="37" y="193"/>
                    <a:pt x="16" y="197"/>
                  </a:cubicBezTo>
                  <a:lnTo>
                    <a:pt x="16" y="252"/>
                  </a:lnTo>
                  <a:close/>
                  <a:moveTo>
                    <a:pt x="232" y="269"/>
                  </a:moveTo>
                  <a:lnTo>
                    <a:pt x="0" y="269"/>
                  </a:lnTo>
                  <a:lnTo>
                    <a:pt x="0" y="181"/>
                  </a:lnTo>
                  <a:lnTo>
                    <a:pt x="8" y="181"/>
                  </a:lnTo>
                  <a:cubicBezTo>
                    <a:pt x="23" y="181"/>
                    <a:pt x="36" y="168"/>
                    <a:pt x="36" y="152"/>
                  </a:cubicBezTo>
                  <a:cubicBezTo>
                    <a:pt x="36" y="137"/>
                    <a:pt x="23" y="124"/>
                    <a:pt x="8" y="124"/>
                  </a:cubicBezTo>
                  <a:lnTo>
                    <a:pt x="0" y="124"/>
                  </a:lnTo>
                  <a:lnTo>
                    <a:pt x="0" y="36"/>
                  </a:lnTo>
                  <a:lnTo>
                    <a:pt x="72" y="36"/>
                  </a:lnTo>
                  <a:cubicBezTo>
                    <a:pt x="76" y="16"/>
                    <a:pt x="94" y="0"/>
                    <a:pt x="116" y="0"/>
                  </a:cubicBezTo>
                  <a:cubicBezTo>
                    <a:pt x="138" y="0"/>
                    <a:pt x="156" y="16"/>
                    <a:pt x="160" y="36"/>
                  </a:cubicBezTo>
                  <a:lnTo>
                    <a:pt x="232" y="36"/>
                  </a:lnTo>
                  <a:lnTo>
                    <a:pt x="232" y="124"/>
                  </a:lnTo>
                  <a:lnTo>
                    <a:pt x="224" y="124"/>
                  </a:lnTo>
                  <a:cubicBezTo>
                    <a:pt x="208" y="124"/>
                    <a:pt x="195" y="137"/>
                    <a:pt x="195" y="152"/>
                  </a:cubicBezTo>
                  <a:cubicBezTo>
                    <a:pt x="195" y="168"/>
                    <a:pt x="208" y="181"/>
                    <a:pt x="224" y="181"/>
                  </a:cubicBezTo>
                  <a:lnTo>
                    <a:pt x="232" y="181"/>
                  </a:lnTo>
                  <a:lnTo>
                    <a:pt x="232" y="26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 name="Freeform 615">
              <a:extLst>
                <a:ext uri="{FF2B5EF4-FFF2-40B4-BE49-F238E27FC236}">
                  <a16:creationId xmlns:a16="http://schemas.microsoft.com/office/drawing/2014/main" id="{A5DCFB1F-E05A-D17E-265C-CB961E1ED463}"/>
                </a:ext>
              </a:extLst>
            </p:cNvPr>
            <p:cNvSpPr>
              <a:spLocks noEditPoints="1"/>
            </p:cNvSpPr>
            <p:nvPr/>
          </p:nvSpPr>
          <p:spPr bwMode="auto">
            <a:xfrm>
              <a:off x="2001837" y="1198563"/>
              <a:ext cx="184150" cy="184150"/>
            </a:xfrm>
            <a:custGeom>
              <a:avLst/>
              <a:gdLst>
                <a:gd name="T0" fmla="*/ 75 w 302"/>
                <a:gd name="T1" fmla="*/ 229 h 302"/>
                <a:gd name="T2" fmla="*/ 95 w 302"/>
                <a:gd name="T3" fmla="*/ 281 h 302"/>
                <a:gd name="T4" fmla="*/ 161 w 302"/>
                <a:gd name="T5" fmla="*/ 254 h 302"/>
                <a:gd name="T6" fmla="*/ 164 w 302"/>
                <a:gd name="T7" fmla="*/ 262 h 302"/>
                <a:gd name="T8" fmla="*/ 179 w 302"/>
                <a:gd name="T9" fmla="*/ 277 h 302"/>
                <a:gd name="T10" fmla="*/ 201 w 302"/>
                <a:gd name="T11" fmla="*/ 278 h 302"/>
                <a:gd name="T12" fmla="*/ 216 w 302"/>
                <a:gd name="T13" fmla="*/ 263 h 302"/>
                <a:gd name="T14" fmla="*/ 217 w 302"/>
                <a:gd name="T15" fmla="*/ 241 h 302"/>
                <a:gd name="T16" fmla="*/ 214 w 302"/>
                <a:gd name="T17" fmla="*/ 233 h 302"/>
                <a:gd name="T18" fmla="*/ 280 w 302"/>
                <a:gd name="T19" fmla="*/ 207 h 302"/>
                <a:gd name="T20" fmla="*/ 259 w 302"/>
                <a:gd name="T21" fmla="*/ 155 h 302"/>
                <a:gd name="T22" fmla="*/ 209 w 302"/>
                <a:gd name="T23" fmla="*/ 128 h 302"/>
                <a:gd name="T24" fmla="*/ 227 w 302"/>
                <a:gd name="T25" fmla="*/ 74 h 302"/>
                <a:gd name="T26" fmla="*/ 206 w 302"/>
                <a:gd name="T27" fmla="*/ 22 h 302"/>
                <a:gd name="T28" fmla="*/ 21 w 302"/>
                <a:gd name="T29" fmla="*/ 96 h 302"/>
                <a:gd name="T30" fmla="*/ 42 w 302"/>
                <a:gd name="T31" fmla="*/ 147 h 302"/>
                <a:gd name="T32" fmla="*/ 92 w 302"/>
                <a:gd name="T33" fmla="*/ 175 h 302"/>
                <a:gd name="T34" fmla="*/ 75 w 302"/>
                <a:gd name="T35" fmla="*/ 229 h 302"/>
                <a:gd name="T36" fmla="*/ 86 w 302"/>
                <a:gd name="T37" fmla="*/ 302 h 302"/>
                <a:gd name="T38" fmla="*/ 53 w 302"/>
                <a:gd name="T39" fmla="*/ 220 h 302"/>
                <a:gd name="T40" fmla="*/ 61 w 302"/>
                <a:gd name="T41" fmla="*/ 217 h 302"/>
                <a:gd name="T42" fmla="*/ 77 w 302"/>
                <a:gd name="T43" fmla="*/ 181 h 302"/>
                <a:gd name="T44" fmla="*/ 40 w 302"/>
                <a:gd name="T45" fmla="*/ 165 h 302"/>
                <a:gd name="T46" fmla="*/ 32 w 302"/>
                <a:gd name="T47" fmla="*/ 168 h 302"/>
                <a:gd name="T48" fmla="*/ 0 w 302"/>
                <a:gd name="T49" fmla="*/ 86 h 302"/>
                <a:gd name="T50" fmla="*/ 216 w 302"/>
                <a:gd name="T51" fmla="*/ 0 h 302"/>
                <a:gd name="T52" fmla="*/ 248 w 302"/>
                <a:gd name="T53" fmla="*/ 82 h 302"/>
                <a:gd name="T54" fmla="*/ 240 w 302"/>
                <a:gd name="T55" fmla="*/ 85 h 302"/>
                <a:gd name="T56" fmla="*/ 225 w 302"/>
                <a:gd name="T57" fmla="*/ 122 h 302"/>
                <a:gd name="T58" fmla="*/ 261 w 302"/>
                <a:gd name="T59" fmla="*/ 138 h 302"/>
                <a:gd name="T60" fmla="*/ 269 w 302"/>
                <a:gd name="T61" fmla="*/ 135 h 302"/>
                <a:gd name="T62" fmla="*/ 302 w 302"/>
                <a:gd name="T63" fmla="*/ 216 h 302"/>
                <a:gd name="T64" fmla="*/ 235 w 302"/>
                <a:gd name="T65" fmla="*/ 243 h 302"/>
                <a:gd name="T66" fmla="*/ 207 w 302"/>
                <a:gd name="T67" fmla="*/ 293 h 302"/>
                <a:gd name="T68" fmla="*/ 173 w 302"/>
                <a:gd name="T69" fmla="*/ 293 h 302"/>
                <a:gd name="T70" fmla="*/ 153 w 302"/>
                <a:gd name="T71" fmla="*/ 276 h 302"/>
                <a:gd name="T72" fmla="*/ 86 w 302"/>
                <a:gd name="T73" fmla="*/ 302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02" h="302">
                  <a:moveTo>
                    <a:pt x="75" y="229"/>
                  </a:moveTo>
                  <a:lnTo>
                    <a:pt x="95" y="281"/>
                  </a:lnTo>
                  <a:lnTo>
                    <a:pt x="161" y="254"/>
                  </a:lnTo>
                  <a:lnTo>
                    <a:pt x="164" y="262"/>
                  </a:lnTo>
                  <a:cubicBezTo>
                    <a:pt x="167" y="269"/>
                    <a:pt x="172" y="274"/>
                    <a:pt x="179" y="277"/>
                  </a:cubicBezTo>
                  <a:cubicBezTo>
                    <a:pt x="186" y="280"/>
                    <a:pt x="194" y="280"/>
                    <a:pt x="201" y="278"/>
                  </a:cubicBezTo>
                  <a:cubicBezTo>
                    <a:pt x="208" y="275"/>
                    <a:pt x="213" y="270"/>
                    <a:pt x="216" y="263"/>
                  </a:cubicBezTo>
                  <a:cubicBezTo>
                    <a:pt x="219" y="256"/>
                    <a:pt x="220" y="248"/>
                    <a:pt x="217" y="241"/>
                  </a:cubicBezTo>
                  <a:lnTo>
                    <a:pt x="214" y="233"/>
                  </a:lnTo>
                  <a:lnTo>
                    <a:pt x="280" y="207"/>
                  </a:lnTo>
                  <a:lnTo>
                    <a:pt x="259" y="155"/>
                  </a:lnTo>
                  <a:cubicBezTo>
                    <a:pt x="239" y="159"/>
                    <a:pt x="217" y="148"/>
                    <a:pt x="209" y="128"/>
                  </a:cubicBezTo>
                  <a:cubicBezTo>
                    <a:pt x="201" y="108"/>
                    <a:pt x="209" y="85"/>
                    <a:pt x="227" y="74"/>
                  </a:cubicBezTo>
                  <a:lnTo>
                    <a:pt x="206" y="22"/>
                  </a:lnTo>
                  <a:lnTo>
                    <a:pt x="21" y="96"/>
                  </a:lnTo>
                  <a:lnTo>
                    <a:pt x="42" y="147"/>
                  </a:lnTo>
                  <a:cubicBezTo>
                    <a:pt x="63" y="143"/>
                    <a:pt x="84" y="154"/>
                    <a:pt x="92" y="175"/>
                  </a:cubicBezTo>
                  <a:cubicBezTo>
                    <a:pt x="100" y="195"/>
                    <a:pt x="92" y="218"/>
                    <a:pt x="75" y="229"/>
                  </a:cubicBezTo>
                  <a:close/>
                  <a:moveTo>
                    <a:pt x="86" y="302"/>
                  </a:moveTo>
                  <a:lnTo>
                    <a:pt x="53" y="220"/>
                  </a:lnTo>
                  <a:lnTo>
                    <a:pt x="61" y="217"/>
                  </a:lnTo>
                  <a:cubicBezTo>
                    <a:pt x="75" y="212"/>
                    <a:pt x="82" y="195"/>
                    <a:pt x="77" y="181"/>
                  </a:cubicBezTo>
                  <a:cubicBezTo>
                    <a:pt x="71" y="166"/>
                    <a:pt x="54" y="159"/>
                    <a:pt x="40" y="165"/>
                  </a:cubicBezTo>
                  <a:lnTo>
                    <a:pt x="32" y="168"/>
                  </a:lnTo>
                  <a:lnTo>
                    <a:pt x="0" y="86"/>
                  </a:lnTo>
                  <a:lnTo>
                    <a:pt x="216" y="0"/>
                  </a:lnTo>
                  <a:lnTo>
                    <a:pt x="248" y="82"/>
                  </a:lnTo>
                  <a:lnTo>
                    <a:pt x="240" y="85"/>
                  </a:lnTo>
                  <a:cubicBezTo>
                    <a:pt x="226" y="91"/>
                    <a:pt x="219" y="107"/>
                    <a:pt x="225" y="122"/>
                  </a:cubicBezTo>
                  <a:cubicBezTo>
                    <a:pt x="230" y="136"/>
                    <a:pt x="247" y="143"/>
                    <a:pt x="261" y="138"/>
                  </a:cubicBezTo>
                  <a:lnTo>
                    <a:pt x="269" y="135"/>
                  </a:lnTo>
                  <a:lnTo>
                    <a:pt x="302" y="216"/>
                  </a:lnTo>
                  <a:lnTo>
                    <a:pt x="235" y="243"/>
                  </a:lnTo>
                  <a:cubicBezTo>
                    <a:pt x="239" y="264"/>
                    <a:pt x="227" y="285"/>
                    <a:pt x="207" y="293"/>
                  </a:cubicBezTo>
                  <a:cubicBezTo>
                    <a:pt x="196" y="298"/>
                    <a:pt x="184" y="297"/>
                    <a:pt x="173" y="293"/>
                  </a:cubicBezTo>
                  <a:cubicBezTo>
                    <a:pt x="164" y="289"/>
                    <a:pt x="157" y="283"/>
                    <a:pt x="153" y="276"/>
                  </a:cubicBezTo>
                  <a:lnTo>
                    <a:pt x="86" y="302"/>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 name="Freeform 616">
              <a:extLst>
                <a:ext uri="{FF2B5EF4-FFF2-40B4-BE49-F238E27FC236}">
                  <a16:creationId xmlns:a16="http://schemas.microsoft.com/office/drawing/2014/main" id="{F917272B-19A9-23DD-32E1-AEED0A6C2F3D}"/>
                </a:ext>
              </a:extLst>
            </p:cNvPr>
            <p:cNvSpPr>
              <a:spLocks noEditPoints="1"/>
            </p:cNvSpPr>
            <p:nvPr/>
          </p:nvSpPr>
          <p:spPr bwMode="auto">
            <a:xfrm>
              <a:off x="1962150" y="1390651"/>
              <a:ext cx="163513" cy="142875"/>
            </a:xfrm>
            <a:custGeom>
              <a:avLst/>
              <a:gdLst>
                <a:gd name="T0" fmla="*/ 197 w 269"/>
                <a:gd name="T1" fmla="*/ 216 h 233"/>
                <a:gd name="T2" fmla="*/ 252 w 269"/>
                <a:gd name="T3" fmla="*/ 216 h 233"/>
                <a:gd name="T4" fmla="*/ 252 w 269"/>
                <a:gd name="T5" fmla="*/ 17 h 233"/>
                <a:gd name="T6" fmla="*/ 197 w 269"/>
                <a:gd name="T7" fmla="*/ 17 h 233"/>
                <a:gd name="T8" fmla="*/ 152 w 269"/>
                <a:gd name="T9" fmla="*/ 53 h 233"/>
                <a:gd name="T10" fmla="*/ 108 w 269"/>
                <a:gd name="T11" fmla="*/ 17 h 233"/>
                <a:gd name="T12" fmla="*/ 53 w 269"/>
                <a:gd name="T13" fmla="*/ 17 h 233"/>
                <a:gd name="T14" fmla="*/ 53 w 269"/>
                <a:gd name="T15" fmla="*/ 88 h 233"/>
                <a:gd name="T16" fmla="*/ 45 w 269"/>
                <a:gd name="T17" fmla="*/ 88 h 233"/>
                <a:gd name="T18" fmla="*/ 16 w 269"/>
                <a:gd name="T19" fmla="*/ 116 h 233"/>
                <a:gd name="T20" fmla="*/ 45 w 269"/>
                <a:gd name="T21" fmla="*/ 145 h 233"/>
                <a:gd name="T22" fmla="*/ 53 w 269"/>
                <a:gd name="T23" fmla="*/ 145 h 233"/>
                <a:gd name="T24" fmla="*/ 53 w 269"/>
                <a:gd name="T25" fmla="*/ 216 h 233"/>
                <a:gd name="T26" fmla="*/ 108 w 269"/>
                <a:gd name="T27" fmla="*/ 216 h 233"/>
                <a:gd name="T28" fmla="*/ 152 w 269"/>
                <a:gd name="T29" fmla="*/ 179 h 233"/>
                <a:gd name="T30" fmla="*/ 197 w 269"/>
                <a:gd name="T31" fmla="*/ 216 h 233"/>
                <a:gd name="T32" fmla="*/ 269 w 269"/>
                <a:gd name="T33" fmla="*/ 233 h 233"/>
                <a:gd name="T34" fmla="*/ 181 w 269"/>
                <a:gd name="T35" fmla="*/ 233 h 233"/>
                <a:gd name="T36" fmla="*/ 181 w 269"/>
                <a:gd name="T37" fmla="*/ 224 h 233"/>
                <a:gd name="T38" fmla="*/ 152 w 269"/>
                <a:gd name="T39" fmla="*/ 196 h 233"/>
                <a:gd name="T40" fmla="*/ 124 w 269"/>
                <a:gd name="T41" fmla="*/ 224 h 233"/>
                <a:gd name="T42" fmla="*/ 124 w 269"/>
                <a:gd name="T43" fmla="*/ 233 h 233"/>
                <a:gd name="T44" fmla="*/ 36 w 269"/>
                <a:gd name="T45" fmla="*/ 233 h 233"/>
                <a:gd name="T46" fmla="*/ 36 w 269"/>
                <a:gd name="T47" fmla="*/ 161 h 233"/>
                <a:gd name="T48" fmla="*/ 0 w 269"/>
                <a:gd name="T49" fmla="*/ 116 h 233"/>
                <a:gd name="T50" fmla="*/ 36 w 269"/>
                <a:gd name="T51" fmla="*/ 72 h 233"/>
                <a:gd name="T52" fmla="*/ 36 w 269"/>
                <a:gd name="T53" fmla="*/ 0 h 233"/>
                <a:gd name="T54" fmla="*/ 124 w 269"/>
                <a:gd name="T55" fmla="*/ 0 h 233"/>
                <a:gd name="T56" fmla="*/ 124 w 269"/>
                <a:gd name="T57" fmla="*/ 9 h 233"/>
                <a:gd name="T58" fmla="*/ 152 w 269"/>
                <a:gd name="T59" fmla="*/ 37 h 233"/>
                <a:gd name="T60" fmla="*/ 181 w 269"/>
                <a:gd name="T61" fmla="*/ 9 h 233"/>
                <a:gd name="T62" fmla="*/ 181 w 269"/>
                <a:gd name="T63" fmla="*/ 0 h 233"/>
                <a:gd name="T64" fmla="*/ 269 w 269"/>
                <a:gd name="T65" fmla="*/ 0 h 233"/>
                <a:gd name="T66" fmla="*/ 269 w 269"/>
                <a:gd name="T67" fmla="*/ 233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9" h="233">
                  <a:moveTo>
                    <a:pt x="197" y="216"/>
                  </a:moveTo>
                  <a:lnTo>
                    <a:pt x="252" y="216"/>
                  </a:lnTo>
                  <a:lnTo>
                    <a:pt x="252" y="17"/>
                  </a:lnTo>
                  <a:lnTo>
                    <a:pt x="197" y="17"/>
                  </a:lnTo>
                  <a:cubicBezTo>
                    <a:pt x="193" y="38"/>
                    <a:pt x="174" y="53"/>
                    <a:pt x="152" y="53"/>
                  </a:cubicBezTo>
                  <a:cubicBezTo>
                    <a:pt x="131" y="53"/>
                    <a:pt x="112" y="38"/>
                    <a:pt x="108" y="17"/>
                  </a:cubicBezTo>
                  <a:lnTo>
                    <a:pt x="53" y="17"/>
                  </a:lnTo>
                  <a:lnTo>
                    <a:pt x="53" y="88"/>
                  </a:lnTo>
                  <a:lnTo>
                    <a:pt x="45" y="88"/>
                  </a:lnTo>
                  <a:cubicBezTo>
                    <a:pt x="29" y="88"/>
                    <a:pt x="16" y="101"/>
                    <a:pt x="16" y="116"/>
                  </a:cubicBezTo>
                  <a:cubicBezTo>
                    <a:pt x="16" y="132"/>
                    <a:pt x="29" y="145"/>
                    <a:pt x="45" y="145"/>
                  </a:cubicBezTo>
                  <a:lnTo>
                    <a:pt x="53" y="145"/>
                  </a:lnTo>
                  <a:lnTo>
                    <a:pt x="53" y="216"/>
                  </a:lnTo>
                  <a:lnTo>
                    <a:pt x="108" y="216"/>
                  </a:lnTo>
                  <a:cubicBezTo>
                    <a:pt x="112" y="195"/>
                    <a:pt x="131" y="179"/>
                    <a:pt x="152" y="179"/>
                  </a:cubicBezTo>
                  <a:cubicBezTo>
                    <a:pt x="174" y="179"/>
                    <a:pt x="193" y="195"/>
                    <a:pt x="197" y="216"/>
                  </a:cubicBezTo>
                  <a:close/>
                  <a:moveTo>
                    <a:pt x="269" y="233"/>
                  </a:moveTo>
                  <a:lnTo>
                    <a:pt x="181" y="233"/>
                  </a:lnTo>
                  <a:lnTo>
                    <a:pt x="181" y="224"/>
                  </a:lnTo>
                  <a:cubicBezTo>
                    <a:pt x="181" y="209"/>
                    <a:pt x="168" y="196"/>
                    <a:pt x="152" y="196"/>
                  </a:cubicBezTo>
                  <a:cubicBezTo>
                    <a:pt x="137" y="196"/>
                    <a:pt x="124" y="209"/>
                    <a:pt x="124" y="224"/>
                  </a:cubicBezTo>
                  <a:lnTo>
                    <a:pt x="124" y="233"/>
                  </a:lnTo>
                  <a:lnTo>
                    <a:pt x="36" y="233"/>
                  </a:lnTo>
                  <a:lnTo>
                    <a:pt x="36" y="161"/>
                  </a:lnTo>
                  <a:cubicBezTo>
                    <a:pt x="15" y="157"/>
                    <a:pt x="0" y="138"/>
                    <a:pt x="0" y="116"/>
                  </a:cubicBezTo>
                  <a:cubicBezTo>
                    <a:pt x="0" y="95"/>
                    <a:pt x="15" y="76"/>
                    <a:pt x="36" y="72"/>
                  </a:cubicBezTo>
                  <a:lnTo>
                    <a:pt x="36" y="0"/>
                  </a:lnTo>
                  <a:lnTo>
                    <a:pt x="124" y="0"/>
                  </a:lnTo>
                  <a:lnTo>
                    <a:pt x="124" y="9"/>
                  </a:lnTo>
                  <a:cubicBezTo>
                    <a:pt x="124" y="24"/>
                    <a:pt x="137" y="37"/>
                    <a:pt x="152" y="37"/>
                  </a:cubicBezTo>
                  <a:cubicBezTo>
                    <a:pt x="168" y="37"/>
                    <a:pt x="181" y="24"/>
                    <a:pt x="181" y="9"/>
                  </a:cubicBezTo>
                  <a:lnTo>
                    <a:pt x="181" y="0"/>
                  </a:lnTo>
                  <a:lnTo>
                    <a:pt x="269" y="0"/>
                  </a:lnTo>
                  <a:lnTo>
                    <a:pt x="269" y="23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5" name="Movers2" descr="{&quot;Key&quot;:&quot;POWER_USER_SHAPE_ICON&quot;,&quot;Value&quot;:&quot;POWER_USER_SHAPE_ICON_STYLE_1&quot;}">
            <a:extLst>
              <a:ext uri="{FF2B5EF4-FFF2-40B4-BE49-F238E27FC236}">
                <a16:creationId xmlns:a16="http://schemas.microsoft.com/office/drawing/2014/main" id="{87E1750E-635E-7DEC-BF99-E500B5C99265}"/>
              </a:ext>
            </a:extLst>
          </p:cNvPr>
          <p:cNvGrpSpPr>
            <a:grpSpLocks noChangeAspect="1"/>
          </p:cNvGrpSpPr>
          <p:nvPr/>
        </p:nvGrpSpPr>
        <p:grpSpPr>
          <a:xfrm>
            <a:off x="5612349" y="4382239"/>
            <a:ext cx="690425" cy="540000"/>
            <a:chOff x="6294439" y="919163"/>
            <a:chExt cx="284163" cy="222251"/>
          </a:xfrm>
          <a:solidFill>
            <a:schemeClr val="accent1"/>
          </a:solidFill>
        </p:grpSpPr>
        <p:sp>
          <p:nvSpPr>
            <p:cNvPr id="116" name="Freeform 3084">
              <a:extLst>
                <a:ext uri="{FF2B5EF4-FFF2-40B4-BE49-F238E27FC236}">
                  <a16:creationId xmlns:a16="http://schemas.microsoft.com/office/drawing/2014/main" id="{9160BA7D-1ADE-CE03-091C-BA0282670E1A}"/>
                </a:ext>
              </a:extLst>
            </p:cNvPr>
            <p:cNvSpPr>
              <a:spLocks/>
            </p:cNvSpPr>
            <p:nvPr/>
          </p:nvSpPr>
          <p:spPr bwMode="auto">
            <a:xfrm>
              <a:off x="6550026" y="1104901"/>
              <a:ext cx="22225" cy="7938"/>
            </a:xfrm>
            <a:custGeom>
              <a:avLst/>
              <a:gdLst>
                <a:gd name="T0" fmla="*/ 0 w 112"/>
                <a:gd name="T1" fmla="*/ 33 h 33"/>
                <a:gd name="T2" fmla="*/ 112 w 112"/>
                <a:gd name="T3" fmla="*/ 33 h 33"/>
                <a:gd name="T4" fmla="*/ 112 w 112"/>
                <a:gd name="T5" fmla="*/ 0 h 33"/>
                <a:gd name="T6" fmla="*/ 0 w 112"/>
                <a:gd name="T7" fmla="*/ 0 h 33"/>
              </a:gdLst>
              <a:ahLst/>
              <a:cxnLst>
                <a:cxn ang="0">
                  <a:pos x="T0" y="T1"/>
                </a:cxn>
                <a:cxn ang="0">
                  <a:pos x="T2" y="T3"/>
                </a:cxn>
                <a:cxn ang="0">
                  <a:pos x="T4" y="T5"/>
                </a:cxn>
                <a:cxn ang="0">
                  <a:pos x="T6" y="T7"/>
                </a:cxn>
              </a:cxnLst>
              <a:rect l="0" t="0" r="r" b="b"/>
              <a:pathLst>
                <a:path w="112" h="33">
                  <a:moveTo>
                    <a:pt x="0" y="33"/>
                  </a:moveTo>
                  <a:lnTo>
                    <a:pt x="112" y="33"/>
                  </a:lnTo>
                  <a:lnTo>
                    <a:pt x="112" y="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 name="Freeform 3085">
              <a:extLst>
                <a:ext uri="{FF2B5EF4-FFF2-40B4-BE49-F238E27FC236}">
                  <a16:creationId xmlns:a16="http://schemas.microsoft.com/office/drawing/2014/main" id="{38E2966F-F1D8-9DFA-D885-1521A4EE4B8F}"/>
                </a:ext>
              </a:extLst>
            </p:cNvPr>
            <p:cNvSpPr>
              <a:spLocks/>
            </p:cNvSpPr>
            <p:nvPr/>
          </p:nvSpPr>
          <p:spPr bwMode="auto">
            <a:xfrm>
              <a:off x="6461126" y="987426"/>
              <a:ext cx="106363" cy="115888"/>
            </a:xfrm>
            <a:custGeom>
              <a:avLst/>
              <a:gdLst>
                <a:gd name="T0" fmla="*/ 79 w 521"/>
                <a:gd name="T1" fmla="*/ 527 h 561"/>
                <a:gd name="T2" fmla="*/ 34 w 521"/>
                <a:gd name="T3" fmla="*/ 527 h 561"/>
                <a:gd name="T4" fmla="*/ 34 w 521"/>
                <a:gd name="T5" fmla="*/ 33 h 561"/>
                <a:gd name="T6" fmla="*/ 250 w 521"/>
                <a:gd name="T7" fmla="*/ 33 h 561"/>
                <a:gd name="T8" fmla="*/ 314 w 521"/>
                <a:gd name="T9" fmla="*/ 59 h 561"/>
                <a:gd name="T10" fmla="*/ 340 w 521"/>
                <a:gd name="T11" fmla="*/ 123 h 561"/>
                <a:gd name="T12" fmla="*/ 340 w 521"/>
                <a:gd name="T13" fmla="*/ 290 h 561"/>
                <a:gd name="T14" fmla="*/ 442 w 521"/>
                <a:gd name="T15" fmla="*/ 290 h 561"/>
                <a:gd name="T16" fmla="*/ 487 w 521"/>
                <a:gd name="T17" fmla="*/ 335 h 561"/>
                <a:gd name="T18" fmla="*/ 487 w 521"/>
                <a:gd name="T19" fmla="*/ 335 h 561"/>
                <a:gd name="T20" fmla="*/ 487 w 521"/>
                <a:gd name="T21" fmla="*/ 527 h 561"/>
                <a:gd name="T22" fmla="*/ 395 w 521"/>
                <a:gd name="T23" fmla="*/ 527 h 561"/>
                <a:gd name="T24" fmla="*/ 395 w 521"/>
                <a:gd name="T25" fmla="*/ 561 h 561"/>
                <a:gd name="T26" fmla="*/ 520 w 521"/>
                <a:gd name="T27" fmla="*/ 561 h 561"/>
                <a:gd name="T28" fmla="*/ 521 w 521"/>
                <a:gd name="T29" fmla="*/ 335 h 561"/>
                <a:gd name="T30" fmla="*/ 442 w 521"/>
                <a:gd name="T31" fmla="*/ 257 h 561"/>
                <a:gd name="T32" fmla="*/ 373 w 521"/>
                <a:gd name="T33" fmla="*/ 257 h 561"/>
                <a:gd name="T34" fmla="*/ 373 w 521"/>
                <a:gd name="T35" fmla="*/ 123 h 561"/>
                <a:gd name="T36" fmla="*/ 250 w 521"/>
                <a:gd name="T37" fmla="*/ 0 h 561"/>
                <a:gd name="T38" fmla="*/ 0 w 521"/>
                <a:gd name="T39" fmla="*/ 0 h 561"/>
                <a:gd name="T40" fmla="*/ 0 w 521"/>
                <a:gd name="T41" fmla="*/ 561 h 561"/>
                <a:gd name="T42" fmla="*/ 79 w 521"/>
                <a:gd name="T43" fmla="*/ 561 h 561"/>
                <a:gd name="T44" fmla="*/ 79 w 521"/>
                <a:gd name="T45" fmla="*/ 527 h 5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21" h="561">
                  <a:moveTo>
                    <a:pt x="79" y="527"/>
                  </a:moveTo>
                  <a:lnTo>
                    <a:pt x="34" y="527"/>
                  </a:lnTo>
                  <a:lnTo>
                    <a:pt x="34" y="33"/>
                  </a:lnTo>
                  <a:lnTo>
                    <a:pt x="250" y="33"/>
                  </a:lnTo>
                  <a:cubicBezTo>
                    <a:pt x="275" y="33"/>
                    <a:pt x="297" y="43"/>
                    <a:pt x="314" y="59"/>
                  </a:cubicBezTo>
                  <a:cubicBezTo>
                    <a:pt x="330" y="76"/>
                    <a:pt x="340" y="98"/>
                    <a:pt x="340" y="123"/>
                  </a:cubicBezTo>
                  <a:lnTo>
                    <a:pt x="340" y="290"/>
                  </a:lnTo>
                  <a:lnTo>
                    <a:pt x="442" y="290"/>
                  </a:lnTo>
                  <a:cubicBezTo>
                    <a:pt x="467" y="290"/>
                    <a:pt x="487" y="310"/>
                    <a:pt x="487" y="335"/>
                  </a:cubicBezTo>
                  <a:lnTo>
                    <a:pt x="487" y="335"/>
                  </a:lnTo>
                  <a:lnTo>
                    <a:pt x="487" y="527"/>
                  </a:lnTo>
                  <a:lnTo>
                    <a:pt x="395" y="527"/>
                  </a:lnTo>
                  <a:lnTo>
                    <a:pt x="395" y="561"/>
                  </a:lnTo>
                  <a:lnTo>
                    <a:pt x="520" y="561"/>
                  </a:lnTo>
                  <a:lnTo>
                    <a:pt x="521" y="335"/>
                  </a:lnTo>
                  <a:cubicBezTo>
                    <a:pt x="521" y="292"/>
                    <a:pt x="486" y="257"/>
                    <a:pt x="442" y="257"/>
                  </a:cubicBezTo>
                  <a:lnTo>
                    <a:pt x="373" y="257"/>
                  </a:lnTo>
                  <a:lnTo>
                    <a:pt x="373" y="123"/>
                  </a:lnTo>
                  <a:cubicBezTo>
                    <a:pt x="373" y="55"/>
                    <a:pt x="318" y="0"/>
                    <a:pt x="250" y="0"/>
                  </a:cubicBezTo>
                  <a:lnTo>
                    <a:pt x="0" y="0"/>
                  </a:lnTo>
                  <a:lnTo>
                    <a:pt x="0" y="561"/>
                  </a:lnTo>
                  <a:lnTo>
                    <a:pt x="79" y="561"/>
                  </a:lnTo>
                  <a:lnTo>
                    <a:pt x="79" y="5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 name="Freeform 3086">
              <a:extLst>
                <a:ext uri="{FF2B5EF4-FFF2-40B4-BE49-F238E27FC236}">
                  <a16:creationId xmlns:a16="http://schemas.microsoft.com/office/drawing/2014/main" id="{CD1F777E-F8C3-39D3-2F35-6C5DC99A3B34}"/>
                </a:ext>
              </a:extLst>
            </p:cNvPr>
            <p:cNvSpPr>
              <a:spLocks/>
            </p:cNvSpPr>
            <p:nvPr/>
          </p:nvSpPr>
          <p:spPr bwMode="auto">
            <a:xfrm>
              <a:off x="6294439" y="919163"/>
              <a:ext cx="173038" cy="184150"/>
            </a:xfrm>
            <a:custGeom>
              <a:avLst/>
              <a:gdLst>
                <a:gd name="T0" fmla="*/ 450 w 844"/>
                <a:gd name="T1" fmla="*/ 893 h 893"/>
                <a:gd name="T2" fmla="*/ 795 w 844"/>
                <a:gd name="T3" fmla="*/ 893 h 893"/>
                <a:gd name="T4" fmla="*/ 844 w 844"/>
                <a:gd name="T5" fmla="*/ 844 h 893"/>
                <a:gd name="T6" fmla="*/ 844 w 844"/>
                <a:gd name="T7" fmla="*/ 48 h 893"/>
                <a:gd name="T8" fmla="*/ 795 w 844"/>
                <a:gd name="T9" fmla="*/ 0 h 893"/>
                <a:gd name="T10" fmla="*/ 49 w 844"/>
                <a:gd name="T11" fmla="*/ 0 h 893"/>
                <a:gd name="T12" fmla="*/ 0 w 844"/>
                <a:gd name="T13" fmla="*/ 48 h 893"/>
                <a:gd name="T14" fmla="*/ 0 w 844"/>
                <a:gd name="T15" fmla="*/ 844 h 893"/>
                <a:gd name="T16" fmla="*/ 49 w 844"/>
                <a:gd name="T17" fmla="*/ 893 h 893"/>
                <a:gd name="T18" fmla="*/ 140 w 844"/>
                <a:gd name="T19" fmla="*/ 893 h 893"/>
                <a:gd name="T20" fmla="*/ 140 w 844"/>
                <a:gd name="T21" fmla="*/ 860 h 893"/>
                <a:gd name="T22" fmla="*/ 49 w 844"/>
                <a:gd name="T23" fmla="*/ 860 h 893"/>
                <a:gd name="T24" fmla="*/ 33 w 844"/>
                <a:gd name="T25" fmla="*/ 844 h 893"/>
                <a:gd name="T26" fmla="*/ 33 w 844"/>
                <a:gd name="T27" fmla="*/ 48 h 893"/>
                <a:gd name="T28" fmla="*/ 49 w 844"/>
                <a:gd name="T29" fmla="*/ 33 h 893"/>
                <a:gd name="T30" fmla="*/ 795 w 844"/>
                <a:gd name="T31" fmla="*/ 33 h 893"/>
                <a:gd name="T32" fmla="*/ 810 w 844"/>
                <a:gd name="T33" fmla="*/ 48 h 893"/>
                <a:gd name="T34" fmla="*/ 810 w 844"/>
                <a:gd name="T35" fmla="*/ 844 h 893"/>
                <a:gd name="T36" fmla="*/ 795 w 844"/>
                <a:gd name="T37" fmla="*/ 860 h 893"/>
                <a:gd name="T38" fmla="*/ 450 w 844"/>
                <a:gd name="T39" fmla="*/ 860 h 893"/>
                <a:gd name="T40" fmla="*/ 450 w 844"/>
                <a:gd name="T41" fmla="*/ 893 h 8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4" h="893">
                  <a:moveTo>
                    <a:pt x="450" y="893"/>
                  </a:moveTo>
                  <a:lnTo>
                    <a:pt x="795" y="893"/>
                  </a:lnTo>
                  <a:cubicBezTo>
                    <a:pt x="822" y="893"/>
                    <a:pt x="844" y="871"/>
                    <a:pt x="844" y="844"/>
                  </a:cubicBezTo>
                  <a:lnTo>
                    <a:pt x="844" y="48"/>
                  </a:lnTo>
                  <a:cubicBezTo>
                    <a:pt x="844" y="22"/>
                    <a:pt x="822" y="0"/>
                    <a:pt x="795" y="0"/>
                  </a:cubicBezTo>
                  <a:lnTo>
                    <a:pt x="49" y="0"/>
                  </a:lnTo>
                  <a:cubicBezTo>
                    <a:pt x="21" y="0"/>
                    <a:pt x="0" y="22"/>
                    <a:pt x="0" y="48"/>
                  </a:cubicBezTo>
                  <a:lnTo>
                    <a:pt x="0" y="844"/>
                  </a:lnTo>
                  <a:cubicBezTo>
                    <a:pt x="0" y="871"/>
                    <a:pt x="21" y="893"/>
                    <a:pt x="49" y="893"/>
                  </a:cubicBezTo>
                  <a:lnTo>
                    <a:pt x="140" y="893"/>
                  </a:lnTo>
                  <a:lnTo>
                    <a:pt x="140" y="860"/>
                  </a:lnTo>
                  <a:lnTo>
                    <a:pt x="49" y="860"/>
                  </a:lnTo>
                  <a:cubicBezTo>
                    <a:pt x="40" y="860"/>
                    <a:pt x="33" y="853"/>
                    <a:pt x="33" y="844"/>
                  </a:cubicBezTo>
                  <a:lnTo>
                    <a:pt x="33" y="48"/>
                  </a:lnTo>
                  <a:cubicBezTo>
                    <a:pt x="33" y="40"/>
                    <a:pt x="40" y="33"/>
                    <a:pt x="49" y="33"/>
                  </a:cubicBezTo>
                  <a:lnTo>
                    <a:pt x="795" y="33"/>
                  </a:lnTo>
                  <a:cubicBezTo>
                    <a:pt x="803" y="33"/>
                    <a:pt x="810" y="40"/>
                    <a:pt x="810" y="48"/>
                  </a:cubicBezTo>
                  <a:lnTo>
                    <a:pt x="810" y="844"/>
                  </a:lnTo>
                  <a:cubicBezTo>
                    <a:pt x="810" y="853"/>
                    <a:pt x="803" y="860"/>
                    <a:pt x="795" y="860"/>
                  </a:cubicBezTo>
                  <a:lnTo>
                    <a:pt x="450" y="860"/>
                  </a:lnTo>
                  <a:lnTo>
                    <a:pt x="450" y="8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 name="Freeform 3087">
              <a:extLst>
                <a:ext uri="{FF2B5EF4-FFF2-40B4-BE49-F238E27FC236}">
                  <a16:creationId xmlns:a16="http://schemas.microsoft.com/office/drawing/2014/main" id="{FE8DC739-8796-C692-5679-E2E14DC19E41}"/>
                </a:ext>
              </a:extLst>
            </p:cNvPr>
            <p:cNvSpPr>
              <a:spLocks/>
            </p:cNvSpPr>
            <p:nvPr/>
          </p:nvSpPr>
          <p:spPr bwMode="auto">
            <a:xfrm>
              <a:off x="6319839" y="1069976"/>
              <a:ext cx="71438" cy="71438"/>
            </a:xfrm>
            <a:custGeom>
              <a:avLst/>
              <a:gdLst>
                <a:gd name="T0" fmla="*/ 332 w 348"/>
                <a:gd name="T1" fmla="*/ 175 h 349"/>
                <a:gd name="T2" fmla="*/ 315 w 348"/>
                <a:gd name="T3" fmla="*/ 175 h 349"/>
                <a:gd name="T4" fmla="*/ 274 w 348"/>
                <a:gd name="T5" fmla="*/ 274 h 349"/>
                <a:gd name="T6" fmla="*/ 174 w 348"/>
                <a:gd name="T7" fmla="*/ 316 h 349"/>
                <a:gd name="T8" fmla="*/ 74 w 348"/>
                <a:gd name="T9" fmla="*/ 274 h 349"/>
                <a:gd name="T10" fmla="*/ 33 w 348"/>
                <a:gd name="T11" fmla="*/ 175 h 349"/>
                <a:gd name="T12" fmla="*/ 74 w 348"/>
                <a:gd name="T13" fmla="*/ 75 h 349"/>
                <a:gd name="T14" fmla="*/ 174 w 348"/>
                <a:gd name="T15" fmla="*/ 34 h 349"/>
                <a:gd name="T16" fmla="*/ 274 w 348"/>
                <a:gd name="T17" fmla="*/ 75 h 349"/>
                <a:gd name="T18" fmla="*/ 315 w 348"/>
                <a:gd name="T19" fmla="*/ 175 h 349"/>
                <a:gd name="T20" fmla="*/ 332 w 348"/>
                <a:gd name="T21" fmla="*/ 175 h 349"/>
                <a:gd name="T22" fmla="*/ 348 w 348"/>
                <a:gd name="T23" fmla="*/ 175 h 349"/>
                <a:gd name="T24" fmla="*/ 174 w 348"/>
                <a:gd name="T25" fmla="*/ 0 h 349"/>
                <a:gd name="T26" fmla="*/ 0 w 348"/>
                <a:gd name="T27" fmla="*/ 175 h 349"/>
                <a:gd name="T28" fmla="*/ 174 w 348"/>
                <a:gd name="T29" fmla="*/ 349 h 349"/>
                <a:gd name="T30" fmla="*/ 348 w 348"/>
                <a:gd name="T31" fmla="*/ 175 h 349"/>
                <a:gd name="T32" fmla="*/ 332 w 348"/>
                <a:gd name="T33" fmla="*/ 175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8" h="349">
                  <a:moveTo>
                    <a:pt x="332" y="175"/>
                  </a:moveTo>
                  <a:lnTo>
                    <a:pt x="315" y="175"/>
                  </a:lnTo>
                  <a:cubicBezTo>
                    <a:pt x="315" y="214"/>
                    <a:pt x="299" y="249"/>
                    <a:pt x="274" y="274"/>
                  </a:cubicBezTo>
                  <a:cubicBezTo>
                    <a:pt x="248" y="300"/>
                    <a:pt x="213" y="316"/>
                    <a:pt x="174" y="316"/>
                  </a:cubicBezTo>
                  <a:cubicBezTo>
                    <a:pt x="135" y="316"/>
                    <a:pt x="100" y="300"/>
                    <a:pt x="74" y="274"/>
                  </a:cubicBezTo>
                  <a:cubicBezTo>
                    <a:pt x="49" y="249"/>
                    <a:pt x="33" y="214"/>
                    <a:pt x="33" y="175"/>
                  </a:cubicBezTo>
                  <a:cubicBezTo>
                    <a:pt x="33" y="136"/>
                    <a:pt x="49" y="101"/>
                    <a:pt x="74" y="75"/>
                  </a:cubicBezTo>
                  <a:cubicBezTo>
                    <a:pt x="100" y="49"/>
                    <a:pt x="135" y="34"/>
                    <a:pt x="174" y="34"/>
                  </a:cubicBezTo>
                  <a:cubicBezTo>
                    <a:pt x="213" y="34"/>
                    <a:pt x="248" y="49"/>
                    <a:pt x="274" y="75"/>
                  </a:cubicBezTo>
                  <a:cubicBezTo>
                    <a:pt x="299" y="101"/>
                    <a:pt x="315" y="136"/>
                    <a:pt x="315" y="175"/>
                  </a:cubicBezTo>
                  <a:lnTo>
                    <a:pt x="332" y="175"/>
                  </a:lnTo>
                  <a:lnTo>
                    <a:pt x="348" y="175"/>
                  </a:lnTo>
                  <a:cubicBezTo>
                    <a:pt x="348" y="78"/>
                    <a:pt x="270" y="0"/>
                    <a:pt x="174" y="0"/>
                  </a:cubicBezTo>
                  <a:cubicBezTo>
                    <a:pt x="78" y="0"/>
                    <a:pt x="0" y="78"/>
                    <a:pt x="0" y="175"/>
                  </a:cubicBezTo>
                  <a:cubicBezTo>
                    <a:pt x="0" y="271"/>
                    <a:pt x="78" y="349"/>
                    <a:pt x="174" y="349"/>
                  </a:cubicBezTo>
                  <a:cubicBezTo>
                    <a:pt x="270" y="349"/>
                    <a:pt x="348" y="271"/>
                    <a:pt x="348" y="175"/>
                  </a:cubicBezTo>
                  <a:lnTo>
                    <a:pt x="332"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 name="Freeform 3088">
              <a:extLst>
                <a:ext uri="{FF2B5EF4-FFF2-40B4-BE49-F238E27FC236}">
                  <a16:creationId xmlns:a16="http://schemas.microsoft.com/office/drawing/2014/main" id="{F95662CC-E3DF-DAA6-F73C-519F9B3425C1}"/>
                </a:ext>
              </a:extLst>
            </p:cNvPr>
            <p:cNvSpPr>
              <a:spLocks/>
            </p:cNvSpPr>
            <p:nvPr/>
          </p:nvSpPr>
          <p:spPr bwMode="auto">
            <a:xfrm>
              <a:off x="6338889" y="1089026"/>
              <a:ext cx="33338" cy="33338"/>
            </a:xfrm>
            <a:custGeom>
              <a:avLst/>
              <a:gdLst>
                <a:gd name="T0" fmla="*/ 144 w 160"/>
                <a:gd name="T1" fmla="*/ 81 h 161"/>
                <a:gd name="T2" fmla="*/ 127 w 160"/>
                <a:gd name="T3" fmla="*/ 81 h 161"/>
                <a:gd name="T4" fmla="*/ 80 w 160"/>
                <a:gd name="T5" fmla="*/ 128 h 161"/>
                <a:gd name="T6" fmla="*/ 33 w 160"/>
                <a:gd name="T7" fmla="*/ 81 h 161"/>
                <a:gd name="T8" fmla="*/ 80 w 160"/>
                <a:gd name="T9" fmla="*/ 34 h 161"/>
                <a:gd name="T10" fmla="*/ 127 w 160"/>
                <a:gd name="T11" fmla="*/ 81 h 161"/>
                <a:gd name="T12" fmla="*/ 144 w 160"/>
                <a:gd name="T13" fmla="*/ 81 h 161"/>
                <a:gd name="T14" fmla="*/ 160 w 160"/>
                <a:gd name="T15" fmla="*/ 81 h 161"/>
                <a:gd name="T16" fmla="*/ 80 w 160"/>
                <a:gd name="T17" fmla="*/ 0 h 161"/>
                <a:gd name="T18" fmla="*/ 0 w 160"/>
                <a:gd name="T19" fmla="*/ 81 h 161"/>
                <a:gd name="T20" fmla="*/ 80 w 160"/>
                <a:gd name="T21" fmla="*/ 161 h 161"/>
                <a:gd name="T22" fmla="*/ 160 w 160"/>
                <a:gd name="T23" fmla="*/ 81 h 161"/>
                <a:gd name="T24" fmla="*/ 144 w 160"/>
                <a:gd name="T25" fmla="*/ 81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 h="161">
                  <a:moveTo>
                    <a:pt x="144" y="81"/>
                  </a:moveTo>
                  <a:lnTo>
                    <a:pt x="127" y="81"/>
                  </a:lnTo>
                  <a:cubicBezTo>
                    <a:pt x="127" y="107"/>
                    <a:pt x="106" y="128"/>
                    <a:pt x="80" y="128"/>
                  </a:cubicBezTo>
                  <a:cubicBezTo>
                    <a:pt x="54" y="128"/>
                    <a:pt x="33" y="107"/>
                    <a:pt x="33" y="81"/>
                  </a:cubicBezTo>
                  <a:cubicBezTo>
                    <a:pt x="33" y="55"/>
                    <a:pt x="54" y="34"/>
                    <a:pt x="80" y="34"/>
                  </a:cubicBezTo>
                  <a:cubicBezTo>
                    <a:pt x="106" y="34"/>
                    <a:pt x="127" y="55"/>
                    <a:pt x="127" y="81"/>
                  </a:cubicBezTo>
                  <a:lnTo>
                    <a:pt x="144" y="81"/>
                  </a:lnTo>
                  <a:lnTo>
                    <a:pt x="160" y="81"/>
                  </a:lnTo>
                  <a:cubicBezTo>
                    <a:pt x="160" y="36"/>
                    <a:pt x="125" y="0"/>
                    <a:pt x="80" y="0"/>
                  </a:cubicBezTo>
                  <a:cubicBezTo>
                    <a:pt x="36" y="0"/>
                    <a:pt x="0" y="36"/>
                    <a:pt x="0" y="81"/>
                  </a:cubicBezTo>
                  <a:cubicBezTo>
                    <a:pt x="0" y="125"/>
                    <a:pt x="36" y="161"/>
                    <a:pt x="80" y="161"/>
                  </a:cubicBezTo>
                  <a:cubicBezTo>
                    <a:pt x="125" y="161"/>
                    <a:pt x="160" y="125"/>
                    <a:pt x="160" y="81"/>
                  </a:cubicBezTo>
                  <a:lnTo>
                    <a:pt x="144"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Freeform 3089">
              <a:extLst>
                <a:ext uri="{FF2B5EF4-FFF2-40B4-BE49-F238E27FC236}">
                  <a16:creationId xmlns:a16="http://schemas.microsoft.com/office/drawing/2014/main" id="{C602E690-2ACA-E292-242B-65E706B74CE7}"/>
                </a:ext>
              </a:extLst>
            </p:cNvPr>
            <p:cNvSpPr>
              <a:spLocks/>
            </p:cNvSpPr>
            <p:nvPr/>
          </p:nvSpPr>
          <p:spPr bwMode="auto">
            <a:xfrm>
              <a:off x="6473826" y="1069976"/>
              <a:ext cx="71438" cy="71438"/>
            </a:xfrm>
            <a:custGeom>
              <a:avLst/>
              <a:gdLst>
                <a:gd name="T0" fmla="*/ 332 w 348"/>
                <a:gd name="T1" fmla="*/ 175 h 349"/>
                <a:gd name="T2" fmla="*/ 315 w 348"/>
                <a:gd name="T3" fmla="*/ 175 h 349"/>
                <a:gd name="T4" fmla="*/ 274 w 348"/>
                <a:gd name="T5" fmla="*/ 274 h 349"/>
                <a:gd name="T6" fmla="*/ 174 w 348"/>
                <a:gd name="T7" fmla="*/ 316 h 349"/>
                <a:gd name="T8" fmla="*/ 74 w 348"/>
                <a:gd name="T9" fmla="*/ 274 h 349"/>
                <a:gd name="T10" fmla="*/ 33 w 348"/>
                <a:gd name="T11" fmla="*/ 175 h 349"/>
                <a:gd name="T12" fmla="*/ 74 w 348"/>
                <a:gd name="T13" fmla="*/ 75 h 349"/>
                <a:gd name="T14" fmla="*/ 174 w 348"/>
                <a:gd name="T15" fmla="*/ 34 h 349"/>
                <a:gd name="T16" fmla="*/ 274 w 348"/>
                <a:gd name="T17" fmla="*/ 75 h 349"/>
                <a:gd name="T18" fmla="*/ 315 w 348"/>
                <a:gd name="T19" fmla="*/ 175 h 349"/>
                <a:gd name="T20" fmla="*/ 332 w 348"/>
                <a:gd name="T21" fmla="*/ 175 h 349"/>
                <a:gd name="T22" fmla="*/ 348 w 348"/>
                <a:gd name="T23" fmla="*/ 175 h 349"/>
                <a:gd name="T24" fmla="*/ 174 w 348"/>
                <a:gd name="T25" fmla="*/ 0 h 349"/>
                <a:gd name="T26" fmla="*/ 0 w 348"/>
                <a:gd name="T27" fmla="*/ 175 h 349"/>
                <a:gd name="T28" fmla="*/ 174 w 348"/>
                <a:gd name="T29" fmla="*/ 349 h 349"/>
                <a:gd name="T30" fmla="*/ 348 w 348"/>
                <a:gd name="T31" fmla="*/ 175 h 349"/>
                <a:gd name="T32" fmla="*/ 332 w 348"/>
                <a:gd name="T33" fmla="*/ 175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8" h="349">
                  <a:moveTo>
                    <a:pt x="332" y="175"/>
                  </a:moveTo>
                  <a:lnTo>
                    <a:pt x="315" y="175"/>
                  </a:lnTo>
                  <a:cubicBezTo>
                    <a:pt x="315" y="214"/>
                    <a:pt x="299" y="249"/>
                    <a:pt x="274" y="274"/>
                  </a:cubicBezTo>
                  <a:cubicBezTo>
                    <a:pt x="248" y="300"/>
                    <a:pt x="213" y="316"/>
                    <a:pt x="174" y="316"/>
                  </a:cubicBezTo>
                  <a:cubicBezTo>
                    <a:pt x="135" y="316"/>
                    <a:pt x="100" y="300"/>
                    <a:pt x="74" y="274"/>
                  </a:cubicBezTo>
                  <a:cubicBezTo>
                    <a:pt x="49" y="249"/>
                    <a:pt x="33" y="214"/>
                    <a:pt x="33" y="175"/>
                  </a:cubicBezTo>
                  <a:cubicBezTo>
                    <a:pt x="33" y="136"/>
                    <a:pt x="49" y="101"/>
                    <a:pt x="74" y="75"/>
                  </a:cubicBezTo>
                  <a:cubicBezTo>
                    <a:pt x="100" y="49"/>
                    <a:pt x="135" y="34"/>
                    <a:pt x="174" y="34"/>
                  </a:cubicBezTo>
                  <a:cubicBezTo>
                    <a:pt x="213" y="34"/>
                    <a:pt x="248" y="49"/>
                    <a:pt x="274" y="75"/>
                  </a:cubicBezTo>
                  <a:cubicBezTo>
                    <a:pt x="299" y="101"/>
                    <a:pt x="315" y="136"/>
                    <a:pt x="315" y="175"/>
                  </a:cubicBezTo>
                  <a:lnTo>
                    <a:pt x="332" y="175"/>
                  </a:lnTo>
                  <a:lnTo>
                    <a:pt x="348" y="175"/>
                  </a:lnTo>
                  <a:cubicBezTo>
                    <a:pt x="348" y="78"/>
                    <a:pt x="270" y="0"/>
                    <a:pt x="174" y="0"/>
                  </a:cubicBezTo>
                  <a:cubicBezTo>
                    <a:pt x="78" y="0"/>
                    <a:pt x="0" y="78"/>
                    <a:pt x="0" y="175"/>
                  </a:cubicBezTo>
                  <a:cubicBezTo>
                    <a:pt x="0" y="271"/>
                    <a:pt x="78" y="349"/>
                    <a:pt x="174" y="349"/>
                  </a:cubicBezTo>
                  <a:cubicBezTo>
                    <a:pt x="270" y="349"/>
                    <a:pt x="348" y="271"/>
                    <a:pt x="348" y="175"/>
                  </a:cubicBezTo>
                  <a:lnTo>
                    <a:pt x="332"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7" name="Freeform 3090">
              <a:extLst>
                <a:ext uri="{FF2B5EF4-FFF2-40B4-BE49-F238E27FC236}">
                  <a16:creationId xmlns:a16="http://schemas.microsoft.com/office/drawing/2014/main" id="{DD89771A-7FAF-C70A-B21B-D2A8E61E530E}"/>
                </a:ext>
              </a:extLst>
            </p:cNvPr>
            <p:cNvSpPr>
              <a:spLocks/>
            </p:cNvSpPr>
            <p:nvPr/>
          </p:nvSpPr>
          <p:spPr bwMode="auto">
            <a:xfrm>
              <a:off x="6492876" y="1089026"/>
              <a:ext cx="33338" cy="33338"/>
            </a:xfrm>
            <a:custGeom>
              <a:avLst/>
              <a:gdLst>
                <a:gd name="T0" fmla="*/ 144 w 160"/>
                <a:gd name="T1" fmla="*/ 81 h 161"/>
                <a:gd name="T2" fmla="*/ 127 w 160"/>
                <a:gd name="T3" fmla="*/ 81 h 161"/>
                <a:gd name="T4" fmla="*/ 80 w 160"/>
                <a:gd name="T5" fmla="*/ 128 h 161"/>
                <a:gd name="T6" fmla="*/ 33 w 160"/>
                <a:gd name="T7" fmla="*/ 81 h 161"/>
                <a:gd name="T8" fmla="*/ 80 w 160"/>
                <a:gd name="T9" fmla="*/ 34 h 161"/>
                <a:gd name="T10" fmla="*/ 127 w 160"/>
                <a:gd name="T11" fmla="*/ 81 h 161"/>
                <a:gd name="T12" fmla="*/ 144 w 160"/>
                <a:gd name="T13" fmla="*/ 81 h 161"/>
                <a:gd name="T14" fmla="*/ 160 w 160"/>
                <a:gd name="T15" fmla="*/ 81 h 161"/>
                <a:gd name="T16" fmla="*/ 80 w 160"/>
                <a:gd name="T17" fmla="*/ 0 h 161"/>
                <a:gd name="T18" fmla="*/ 0 w 160"/>
                <a:gd name="T19" fmla="*/ 81 h 161"/>
                <a:gd name="T20" fmla="*/ 80 w 160"/>
                <a:gd name="T21" fmla="*/ 161 h 161"/>
                <a:gd name="T22" fmla="*/ 160 w 160"/>
                <a:gd name="T23" fmla="*/ 81 h 161"/>
                <a:gd name="T24" fmla="*/ 144 w 160"/>
                <a:gd name="T25" fmla="*/ 81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 h="161">
                  <a:moveTo>
                    <a:pt x="144" y="81"/>
                  </a:moveTo>
                  <a:lnTo>
                    <a:pt x="127" y="81"/>
                  </a:lnTo>
                  <a:cubicBezTo>
                    <a:pt x="127" y="107"/>
                    <a:pt x="106" y="128"/>
                    <a:pt x="80" y="128"/>
                  </a:cubicBezTo>
                  <a:cubicBezTo>
                    <a:pt x="54" y="128"/>
                    <a:pt x="33" y="107"/>
                    <a:pt x="33" y="81"/>
                  </a:cubicBezTo>
                  <a:cubicBezTo>
                    <a:pt x="33" y="55"/>
                    <a:pt x="54" y="34"/>
                    <a:pt x="80" y="34"/>
                  </a:cubicBezTo>
                  <a:cubicBezTo>
                    <a:pt x="106" y="34"/>
                    <a:pt x="127" y="55"/>
                    <a:pt x="127" y="81"/>
                  </a:cubicBezTo>
                  <a:lnTo>
                    <a:pt x="144" y="81"/>
                  </a:lnTo>
                  <a:lnTo>
                    <a:pt x="160" y="81"/>
                  </a:lnTo>
                  <a:cubicBezTo>
                    <a:pt x="160" y="36"/>
                    <a:pt x="125" y="0"/>
                    <a:pt x="80" y="0"/>
                  </a:cubicBezTo>
                  <a:cubicBezTo>
                    <a:pt x="36" y="0"/>
                    <a:pt x="0" y="36"/>
                    <a:pt x="0" y="81"/>
                  </a:cubicBezTo>
                  <a:cubicBezTo>
                    <a:pt x="0" y="125"/>
                    <a:pt x="36" y="161"/>
                    <a:pt x="80" y="161"/>
                  </a:cubicBezTo>
                  <a:cubicBezTo>
                    <a:pt x="125" y="161"/>
                    <a:pt x="160" y="125"/>
                    <a:pt x="160" y="81"/>
                  </a:cubicBezTo>
                  <a:lnTo>
                    <a:pt x="144"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8" name="Freeform 3091">
              <a:extLst>
                <a:ext uri="{FF2B5EF4-FFF2-40B4-BE49-F238E27FC236}">
                  <a16:creationId xmlns:a16="http://schemas.microsoft.com/office/drawing/2014/main" id="{306CEFFB-C913-EC2F-BCBA-DE3BB5782B05}"/>
                </a:ext>
              </a:extLst>
            </p:cNvPr>
            <p:cNvSpPr>
              <a:spLocks/>
            </p:cNvSpPr>
            <p:nvPr/>
          </p:nvSpPr>
          <p:spPr bwMode="auto">
            <a:xfrm>
              <a:off x="6338889" y="954088"/>
              <a:ext cx="85725" cy="46038"/>
            </a:xfrm>
            <a:custGeom>
              <a:avLst/>
              <a:gdLst>
                <a:gd name="T0" fmla="*/ 54 w 54"/>
                <a:gd name="T1" fmla="*/ 26 h 29"/>
                <a:gd name="T2" fmla="*/ 26 w 54"/>
                <a:gd name="T3" fmla="*/ 0 h 29"/>
                <a:gd name="T4" fmla="*/ 0 w 54"/>
                <a:gd name="T5" fmla="*/ 26 h 29"/>
                <a:gd name="T6" fmla="*/ 3 w 54"/>
                <a:gd name="T7" fmla="*/ 29 h 29"/>
                <a:gd name="T8" fmla="*/ 27 w 54"/>
                <a:gd name="T9" fmla="*/ 6 h 29"/>
                <a:gd name="T10" fmla="*/ 51 w 54"/>
                <a:gd name="T11" fmla="*/ 29 h 29"/>
                <a:gd name="T12" fmla="*/ 54 w 54"/>
                <a:gd name="T13" fmla="*/ 26 h 29"/>
              </a:gdLst>
              <a:ahLst/>
              <a:cxnLst>
                <a:cxn ang="0">
                  <a:pos x="T0" y="T1"/>
                </a:cxn>
                <a:cxn ang="0">
                  <a:pos x="T2" y="T3"/>
                </a:cxn>
                <a:cxn ang="0">
                  <a:pos x="T4" y="T5"/>
                </a:cxn>
                <a:cxn ang="0">
                  <a:pos x="T6" y="T7"/>
                </a:cxn>
                <a:cxn ang="0">
                  <a:pos x="T8" y="T9"/>
                </a:cxn>
                <a:cxn ang="0">
                  <a:pos x="T10" y="T11"/>
                </a:cxn>
                <a:cxn ang="0">
                  <a:pos x="T12" y="T13"/>
                </a:cxn>
              </a:cxnLst>
              <a:rect l="0" t="0" r="r" b="b"/>
              <a:pathLst>
                <a:path w="54" h="29">
                  <a:moveTo>
                    <a:pt x="54" y="26"/>
                  </a:moveTo>
                  <a:lnTo>
                    <a:pt x="26" y="0"/>
                  </a:lnTo>
                  <a:lnTo>
                    <a:pt x="0" y="26"/>
                  </a:lnTo>
                  <a:lnTo>
                    <a:pt x="3" y="29"/>
                  </a:lnTo>
                  <a:lnTo>
                    <a:pt x="27" y="6"/>
                  </a:lnTo>
                  <a:lnTo>
                    <a:pt x="51" y="29"/>
                  </a:lnTo>
                  <a:lnTo>
                    <a:pt x="54"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9" name="Freeform 3092">
              <a:extLst>
                <a:ext uri="{FF2B5EF4-FFF2-40B4-BE49-F238E27FC236}">
                  <a16:creationId xmlns:a16="http://schemas.microsoft.com/office/drawing/2014/main" id="{CFC9ACB9-C454-6B26-BEF1-9A8069EE6D9F}"/>
                </a:ext>
              </a:extLst>
            </p:cNvPr>
            <p:cNvSpPr>
              <a:spLocks/>
            </p:cNvSpPr>
            <p:nvPr/>
          </p:nvSpPr>
          <p:spPr bwMode="auto">
            <a:xfrm>
              <a:off x="6348414" y="1000126"/>
              <a:ext cx="65088" cy="53975"/>
            </a:xfrm>
            <a:custGeom>
              <a:avLst/>
              <a:gdLst>
                <a:gd name="T0" fmla="*/ 0 w 41"/>
                <a:gd name="T1" fmla="*/ 0 h 34"/>
                <a:gd name="T2" fmla="*/ 0 w 41"/>
                <a:gd name="T3" fmla="*/ 34 h 34"/>
                <a:gd name="T4" fmla="*/ 41 w 41"/>
                <a:gd name="T5" fmla="*/ 34 h 34"/>
                <a:gd name="T6" fmla="*/ 41 w 41"/>
                <a:gd name="T7" fmla="*/ 0 h 34"/>
                <a:gd name="T8" fmla="*/ 37 w 41"/>
                <a:gd name="T9" fmla="*/ 0 h 34"/>
                <a:gd name="T10" fmla="*/ 37 w 41"/>
                <a:gd name="T11" fmla="*/ 30 h 34"/>
                <a:gd name="T12" fmla="*/ 4 w 41"/>
                <a:gd name="T13" fmla="*/ 30 h 34"/>
                <a:gd name="T14" fmla="*/ 4 w 41"/>
                <a:gd name="T15" fmla="*/ 0 h 34"/>
                <a:gd name="T16" fmla="*/ 0 w 41"/>
                <a:gd name="T17"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4">
                  <a:moveTo>
                    <a:pt x="0" y="0"/>
                  </a:moveTo>
                  <a:lnTo>
                    <a:pt x="0" y="34"/>
                  </a:lnTo>
                  <a:lnTo>
                    <a:pt x="41" y="34"/>
                  </a:lnTo>
                  <a:lnTo>
                    <a:pt x="41" y="0"/>
                  </a:lnTo>
                  <a:lnTo>
                    <a:pt x="37" y="0"/>
                  </a:lnTo>
                  <a:lnTo>
                    <a:pt x="37" y="30"/>
                  </a:lnTo>
                  <a:lnTo>
                    <a:pt x="4" y="30"/>
                  </a:lnTo>
                  <a:lnTo>
                    <a:pt x="4"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 name="Freeform 3093">
              <a:extLst>
                <a:ext uri="{FF2B5EF4-FFF2-40B4-BE49-F238E27FC236}">
                  <a16:creationId xmlns:a16="http://schemas.microsoft.com/office/drawing/2014/main" id="{8B566340-32CB-FD5D-2E86-741255069EED}"/>
                </a:ext>
              </a:extLst>
            </p:cNvPr>
            <p:cNvSpPr>
              <a:spLocks/>
            </p:cNvSpPr>
            <p:nvPr/>
          </p:nvSpPr>
          <p:spPr bwMode="auto">
            <a:xfrm>
              <a:off x="6473826" y="998538"/>
              <a:ext cx="53975" cy="39688"/>
            </a:xfrm>
            <a:custGeom>
              <a:avLst/>
              <a:gdLst>
                <a:gd name="T0" fmla="*/ 244 w 261"/>
                <a:gd name="T1" fmla="*/ 179 h 195"/>
                <a:gd name="T2" fmla="*/ 261 w 261"/>
                <a:gd name="T3" fmla="*/ 179 h 195"/>
                <a:gd name="T4" fmla="*/ 261 w 261"/>
                <a:gd name="T5" fmla="*/ 75 h 195"/>
                <a:gd name="T6" fmla="*/ 187 w 261"/>
                <a:gd name="T7" fmla="*/ 0 h 195"/>
                <a:gd name="T8" fmla="*/ 0 w 261"/>
                <a:gd name="T9" fmla="*/ 0 h 195"/>
                <a:gd name="T10" fmla="*/ 0 w 261"/>
                <a:gd name="T11" fmla="*/ 195 h 195"/>
                <a:gd name="T12" fmla="*/ 261 w 261"/>
                <a:gd name="T13" fmla="*/ 195 h 195"/>
                <a:gd name="T14" fmla="*/ 261 w 261"/>
                <a:gd name="T15" fmla="*/ 179 h 195"/>
                <a:gd name="T16" fmla="*/ 244 w 261"/>
                <a:gd name="T17" fmla="*/ 179 h 195"/>
                <a:gd name="T18" fmla="*/ 244 w 261"/>
                <a:gd name="T19" fmla="*/ 162 h 195"/>
                <a:gd name="T20" fmla="*/ 33 w 261"/>
                <a:gd name="T21" fmla="*/ 162 h 195"/>
                <a:gd name="T22" fmla="*/ 33 w 261"/>
                <a:gd name="T23" fmla="*/ 34 h 195"/>
                <a:gd name="T24" fmla="*/ 187 w 261"/>
                <a:gd name="T25" fmla="*/ 34 h 195"/>
                <a:gd name="T26" fmla="*/ 228 w 261"/>
                <a:gd name="T27" fmla="*/ 75 h 195"/>
                <a:gd name="T28" fmla="*/ 228 w 261"/>
                <a:gd name="T29" fmla="*/ 179 h 195"/>
                <a:gd name="T30" fmla="*/ 244 w 261"/>
                <a:gd name="T31" fmla="*/ 179 h 195"/>
                <a:gd name="T32" fmla="*/ 244 w 261"/>
                <a:gd name="T33" fmla="*/ 162 h 195"/>
                <a:gd name="T34" fmla="*/ 244 w 261"/>
                <a:gd name="T35" fmla="*/ 179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1" h="195">
                  <a:moveTo>
                    <a:pt x="244" y="179"/>
                  </a:moveTo>
                  <a:lnTo>
                    <a:pt x="261" y="179"/>
                  </a:lnTo>
                  <a:lnTo>
                    <a:pt x="261" y="75"/>
                  </a:lnTo>
                  <a:cubicBezTo>
                    <a:pt x="261" y="34"/>
                    <a:pt x="228" y="0"/>
                    <a:pt x="187" y="0"/>
                  </a:cubicBezTo>
                  <a:lnTo>
                    <a:pt x="0" y="0"/>
                  </a:lnTo>
                  <a:lnTo>
                    <a:pt x="0" y="195"/>
                  </a:lnTo>
                  <a:lnTo>
                    <a:pt x="261" y="195"/>
                  </a:lnTo>
                  <a:lnTo>
                    <a:pt x="261" y="179"/>
                  </a:lnTo>
                  <a:lnTo>
                    <a:pt x="244" y="179"/>
                  </a:lnTo>
                  <a:lnTo>
                    <a:pt x="244" y="162"/>
                  </a:lnTo>
                  <a:lnTo>
                    <a:pt x="33" y="162"/>
                  </a:lnTo>
                  <a:lnTo>
                    <a:pt x="33" y="34"/>
                  </a:lnTo>
                  <a:lnTo>
                    <a:pt x="187" y="34"/>
                  </a:lnTo>
                  <a:cubicBezTo>
                    <a:pt x="209" y="34"/>
                    <a:pt x="228" y="52"/>
                    <a:pt x="228" y="75"/>
                  </a:cubicBezTo>
                  <a:lnTo>
                    <a:pt x="228" y="179"/>
                  </a:lnTo>
                  <a:lnTo>
                    <a:pt x="244" y="179"/>
                  </a:lnTo>
                  <a:lnTo>
                    <a:pt x="244" y="162"/>
                  </a:lnTo>
                  <a:lnTo>
                    <a:pt x="244" y="1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 name="Freeform 3094">
              <a:extLst>
                <a:ext uri="{FF2B5EF4-FFF2-40B4-BE49-F238E27FC236}">
                  <a16:creationId xmlns:a16="http://schemas.microsoft.com/office/drawing/2014/main" id="{E202D3A4-8E8A-02D5-D18D-113EF4582104}"/>
                </a:ext>
              </a:extLst>
            </p:cNvPr>
            <p:cNvSpPr>
              <a:spLocks/>
            </p:cNvSpPr>
            <p:nvPr/>
          </p:nvSpPr>
          <p:spPr bwMode="auto">
            <a:xfrm>
              <a:off x="6500814" y="1047751"/>
              <a:ext cx="14288" cy="6350"/>
            </a:xfrm>
            <a:custGeom>
              <a:avLst/>
              <a:gdLst>
                <a:gd name="T0" fmla="*/ 0 w 68"/>
                <a:gd name="T1" fmla="*/ 33 h 33"/>
                <a:gd name="T2" fmla="*/ 68 w 68"/>
                <a:gd name="T3" fmla="*/ 33 h 33"/>
                <a:gd name="T4" fmla="*/ 68 w 68"/>
                <a:gd name="T5" fmla="*/ 0 h 33"/>
                <a:gd name="T6" fmla="*/ 0 w 68"/>
                <a:gd name="T7" fmla="*/ 0 h 33"/>
              </a:gdLst>
              <a:ahLst/>
              <a:cxnLst>
                <a:cxn ang="0">
                  <a:pos x="T0" y="T1"/>
                </a:cxn>
                <a:cxn ang="0">
                  <a:pos x="T2" y="T3"/>
                </a:cxn>
                <a:cxn ang="0">
                  <a:pos x="T4" y="T5"/>
                </a:cxn>
                <a:cxn ang="0">
                  <a:pos x="T6" y="T7"/>
                </a:cxn>
              </a:cxnLst>
              <a:rect l="0" t="0" r="r" b="b"/>
              <a:pathLst>
                <a:path w="68" h="33">
                  <a:moveTo>
                    <a:pt x="0" y="33"/>
                  </a:moveTo>
                  <a:lnTo>
                    <a:pt x="68" y="33"/>
                  </a:lnTo>
                  <a:lnTo>
                    <a:pt x="68" y="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 name="Freeform 3095">
              <a:extLst>
                <a:ext uri="{FF2B5EF4-FFF2-40B4-BE49-F238E27FC236}">
                  <a16:creationId xmlns:a16="http://schemas.microsoft.com/office/drawing/2014/main" id="{0FB3F41A-5059-E64E-34A4-E4AFBA365DED}"/>
                </a:ext>
              </a:extLst>
            </p:cNvPr>
            <p:cNvSpPr>
              <a:spLocks/>
            </p:cNvSpPr>
            <p:nvPr/>
          </p:nvSpPr>
          <p:spPr bwMode="auto">
            <a:xfrm>
              <a:off x="6561139" y="1062038"/>
              <a:ext cx="17463" cy="22225"/>
            </a:xfrm>
            <a:custGeom>
              <a:avLst/>
              <a:gdLst>
                <a:gd name="T0" fmla="*/ 9 w 11"/>
                <a:gd name="T1" fmla="*/ 12 h 14"/>
                <a:gd name="T2" fmla="*/ 9 w 11"/>
                <a:gd name="T3" fmla="*/ 10 h 14"/>
                <a:gd name="T4" fmla="*/ 4 w 11"/>
                <a:gd name="T5" fmla="*/ 10 h 14"/>
                <a:gd name="T6" fmla="*/ 4 w 11"/>
                <a:gd name="T7" fmla="*/ 4 h 14"/>
                <a:gd name="T8" fmla="*/ 7 w 11"/>
                <a:gd name="T9" fmla="*/ 4 h 14"/>
                <a:gd name="T10" fmla="*/ 7 w 11"/>
                <a:gd name="T11" fmla="*/ 12 h 14"/>
                <a:gd name="T12" fmla="*/ 9 w 11"/>
                <a:gd name="T13" fmla="*/ 12 h 14"/>
                <a:gd name="T14" fmla="*/ 9 w 11"/>
                <a:gd name="T15" fmla="*/ 10 h 14"/>
                <a:gd name="T16" fmla="*/ 9 w 11"/>
                <a:gd name="T17" fmla="*/ 12 h 14"/>
                <a:gd name="T18" fmla="*/ 11 w 11"/>
                <a:gd name="T19" fmla="*/ 12 h 14"/>
                <a:gd name="T20" fmla="*/ 11 w 11"/>
                <a:gd name="T21" fmla="*/ 0 h 14"/>
                <a:gd name="T22" fmla="*/ 0 w 11"/>
                <a:gd name="T23" fmla="*/ 0 h 14"/>
                <a:gd name="T24" fmla="*/ 0 w 11"/>
                <a:gd name="T25" fmla="*/ 14 h 14"/>
                <a:gd name="T26" fmla="*/ 11 w 11"/>
                <a:gd name="T27" fmla="*/ 14 h 14"/>
                <a:gd name="T28" fmla="*/ 11 w 11"/>
                <a:gd name="T29" fmla="*/ 12 h 14"/>
                <a:gd name="T30" fmla="*/ 9 w 11"/>
                <a:gd name="T31"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 h="14">
                  <a:moveTo>
                    <a:pt x="9" y="12"/>
                  </a:moveTo>
                  <a:lnTo>
                    <a:pt x="9" y="10"/>
                  </a:lnTo>
                  <a:lnTo>
                    <a:pt x="4" y="10"/>
                  </a:lnTo>
                  <a:lnTo>
                    <a:pt x="4" y="4"/>
                  </a:lnTo>
                  <a:lnTo>
                    <a:pt x="7" y="4"/>
                  </a:lnTo>
                  <a:lnTo>
                    <a:pt x="7" y="12"/>
                  </a:lnTo>
                  <a:lnTo>
                    <a:pt x="9" y="12"/>
                  </a:lnTo>
                  <a:lnTo>
                    <a:pt x="9" y="10"/>
                  </a:lnTo>
                  <a:lnTo>
                    <a:pt x="9" y="12"/>
                  </a:lnTo>
                  <a:lnTo>
                    <a:pt x="11" y="12"/>
                  </a:lnTo>
                  <a:lnTo>
                    <a:pt x="11" y="0"/>
                  </a:lnTo>
                  <a:lnTo>
                    <a:pt x="0" y="0"/>
                  </a:lnTo>
                  <a:lnTo>
                    <a:pt x="0" y="14"/>
                  </a:lnTo>
                  <a:lnTo>
                    <a:pt x="11" y="14"/>
                  </a:lnTo>
                  <a:lnTo>
                    <a:pt x="11" y="12"/>
                  </a:lnTo>
                  <a:lnTo>
                    <a:pt x="9"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3" name="Freeform 3096">
              <a:extLst>
                <a:ext uri="{FF2B5EF4-FFF2-40B4-BE49-F238E27FC236}">
                  <a16:creationId xmlns:a16="http://schemas.microsoft.com/office/drawing/2014/main" id="{D89FEBA3-722E-76FA-5723-6666906FE4A7}"/>
                </a:ext>
              </a:extLst>
            </p:cNvPr>
            <p:cNvSpPr>
              <a:spLocks/>
            </p:cNvSpPr>
            <p:nvPr/>
          </p:nvSpPr>
          <p:spPr bwMode="auto">
            <a:xfrm>
              <a:off x="6437314" y="1135063"/>
              <a:ext cx="26988" cy="6350"/>
            </a:xfrm>
            <a:custGeom>
              <a:avLst/>
              <a:gdLst>
                <a:gd name="T0" fmla="*/ 137 w 137"/>
                <a:gd name="T1" fmla="*/ 0 h 33"/>
                <a:gd name="T2" fmla="*/ 0 w 137"/>
                <a:gd name="T3" fmla="*/ 0 h 33"/>
                <a:gd name="T4" fmla="*/ 0 w 137"/>
                <a:gd name="T5" fmla="*/ 33 h 33"/>
                <a:gd name="T6" fmla="*/ 137 w 137"/>
                <a:gd name="T7" fmla="*/ 33 h 33"/>
              </a:gdLst>
              <a:ahLst/>
              <a:cxnLst>
                <a:cxn ang="0">
                  <a:pos x="T0" y="T1"/>
                </a:cxn>
                <a:cxn ang="0">
                  <a:pos x="T2" y="T3"/>
                </a:cxn>
                <a:cxn ang="0">
                  <a:pos x="T4" y="T5"/>
                </a:cxn>
                <a:cxn ang="0">
                  <a:pos x="T6" y="T7"/>
                </a:cxn>
              </a:cxnLst>
              <a:rect l="0" t="0" r="r" b="b"/>
              <a:pathLst>
                <a:path w="137" h="33">
                  <a:moveTo>
                    <a:pt x="137" y="0"/>
                  </a:moveTo>
                  <a:lnTo>
                    <a:pt x="0" y="0"/>
                  </a:lnTo>
                  <a:lnTo>
                    <a:pt x="0" y="33"/>
                  </a:lnTo>
                  <a:lnTo>
                    <a:pt x="137" y="33"/>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 name="Freeform 3097">
              <a:extLst>
                <a:ext uri="{FF2B5EF4-FFF2-40B4-BE49-F238E27FC236}">
                  <a16:creationId xmlns:a16="http://schemas.microsoft.com/office/drawing/2014/main" id="{0D5F0985-23FD-C298-786C-9A09AAA79EA0}"/>
                </a:ext>
              </a:extLst>
            </p:cNvPr>
            <p:cNvSpPr>
              <a:spLocks/>
            </p:cNvSpPr>
            <p:nvPr/>
          </p:nvSpPr>
          <p:spPr bwMode="auto">
            <a:xfrm>
              <a:off x="6442076" y="1120776"/>
              <a:ext cx="22225" cy="6350"/>
            </a:xfrm>
            <a:custGeom>
              <a:avLst/>
              <a:gdLst>
                <a:gd name="T0" fmla="*/ 108 w 108"/>
                <a:gd name="T1" fmla="*/ 0 h 33"/>
                <a:gd name="T2" fmla="*/ 0 w 108"/>
                <a:gd name="T3" fmla="*/ 0 h 33"/>
                <a:gd name="T4" fmla="*/ 0 w 108"/>
                <a:gd name="T5" fmla="*/ 33 h 33"/>
                <a:gd name="T6" fmla="*/ 108 w 108"/>
                <a:gd name="T7" fmla="*/ 33 h 33"/>
              </a:gdLst>
              <a:ahLst/>
              <a:cxnLst>
                <a:cxn ang="0">
                  <a:pos x="T0" y="T1"/>
                </a:cxn>
                <a:cxn ang="0">
                  <a:pos x="T2" y="T3"/>
                </a:cxn>
                <a:cxn ang="0">
                  <a:pos x="T4" y="T5"/>
                </a:cxn>
                <a:cxn ang="0">
                  <a:pos x="T6" y="T7"/>
                </a:cxn>
              </a:cxnLst>
              <a:rect l="0" t="0" r="r" b="b"/>
              <a:pathLst>
                <a:path w="108" h="33">
                  <a:moveTo>
                    <a:pt x="108" y="0"/>
                  </a:moveTo>
                  <a:lnTo>
                    <a:pt x="0" y="0"/>
                  </a:lnTo>
                  <a:lnTo>
                    <a:pt x="0" y="33"/>
                  </a:lnTo>
                  <a:lnTo>
                    <a:pt x="108" y="33"/>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5" name="Freeform 3098">
              <a:extLst>
                <a:ext uri="{FF2B5EF4-FFF2-40B4-BE49-F238E27FC236}">
                  <a16:creationId xmlns:a16="http://schemas.microsoft.com/office/drawing/2014/main" id="{32C53475-EFE0-D865-226E-DDD6342EFE44}"/>
                </a:ext>
              </a:extLst>
            </p:cNvPr>
            <p:cNvSpPr>
              <a:spLocks/>
            </p:cNvSpPr>
            <p:nvPr/>
          </p:nvSpPr>
          <p:spPr bwMode="auto">
            <a:xfrm>
              <a:off x="6388101" y="1106488"/>
              <a:ext cx="88900" cy="6350"/>
            </a:xfrm>
            <a:custGeom>
              <a:avLst/>
              <a:gdLst>
                <a:gd name="T0" fmla="*/ 0 w 436"/>
                <a:gd name="T1" fmla="*/ 33 h 33"/>
                <a:gd name="T2" fmla="*/ 436 w 436"/>
                <a:gd name="T3" fmla="*/ 33 h 33"/>
                <a:gd name="T4" fmla="*/ 436 w 436"/>
                <a:gd name="T5" fmla="*/ 0 h 33"/>
                <a:gd name="T6" fmla="*/ 0 w 436"/>
                <a:gd name="T7" fmla="*/ 0 h 33"/>
              </a:gdLst>
              <a:ahLst/>
              <a:cxnLst>
                <a:cxn ang="0">
                  <a:pos x="T0" y="T1"/>
                </a:cxn>
                <a:cxn ang="0">
                  <a:pos x="T2" y="T3"/>
                </a:cxn>
                <a:cxn ang="0">
                  <a:pos x="T4" y="T5"/>
                </a:cxn>
                <a:cxn ang="0">
                  <a:pos x="T6" y="T7"/>
                </a:cxn>
              </a:cxnLst>
              <a:rect l="0" t="0" r="r" b="b"/>
              <a:pathLst>
                <a:path w="436" h="33">
                  <a:moveTo>
                    <a:pt x="0" y="33"/>
                  </a:moveTo>
                  <a:lnTo>
                    <a:pt x="436" y="33"/>
                  </a:lnTo>
                  <a:lnTo>
                    <a:pt x="436" y="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6" name="Freeform 3099">
              <a:extLst>
                <a:ext uri="{FF2B5EF4-FFF2-40B4-BE49-F238E27FC236}">
                  <a16:creationId xmlns:a16="http://schemas.microsoft.com/office/drawing/2014/main" id="{1527F440-45F6-FCE1-B675-019995BB2B67}"/>
                </a:ext>
              </a:extLst>
            </p:cNvPr>
            <p:cNvSpPr>
              <a:spLocks/>
            </p:cNvSpPr>
            <p:nvPr/>
          </p:nvSpPr>
          <p:spPr bwMode="auto">
            <a:xfrm>
              <a:off x="6300789" y="1106488"/>
              <a:ext cx="22225" cy="6350"/>
            </a:xfrm>
            <a:custGeom>
              <a:avLst/>
              <a:gdLst>
                <a:gd name="T0" fmla="*/ 0 w 109"/>
                <a:gd name="T1" fmla="*/ 33 h 33"/>
                <a:gd name="T2" fmla="*/ 109 w 109"/>
                <a:gd name="T3" fmla="*/ 33 h 33"/>
                <a:gd name="T4" fmla="*/ 109 w 109"/>
                <a:gd name="T5" fmla="*/ 0 h 33"/>
                <a:gd name="T6" fmla="*/ 0 w 109"/>
                <a:gd name="T7" fmla="*/ 0 h 33"/>
              </a:gdLst>
              <a:ahLst/>
              <a:cxnLst>
                <a:cxn ang="0">
                  <a:pos x="T0" y="T1"/>
                </a:cxn>
                <a:cxn ang="0">
                  <a:pos x="T2" y="T3"/>
                </a:cxn>
                <a:cxn ang="0">
                  <a:pos x="T4" y="T5"/>
                </a:cxn>
                <a:cxn ang="0">
                  <a:pos x="T6" y="T7"/>
                </a:cxn>
              </a:cxnLst>
              <a:rect l="0" t="0" r="r" b="b"/>
              <a:pathLst>
                <a:path w="109" h="33">
                  <a:moveTo>
                    <a:pt x="0" y="33"/>
                  </a:moveTo>
                  <a:lnTo>
                    <a:pt x="109" y="33"/>
                  </a:lnTo>
                  <a:lnTo>
                    <a:pt x="109" y="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27" name="Running" descr="{&quot;Key&quot;:&quot;POWER_USER_SHAPE_ICON&quot;,&quot;Value&quot;:&quot;POWER_USER_SHAPE_ICON_STYLE_1&quot;}">
            <a:extLst>
              <a:ext uri="{FF2B5EF4-FFF2-40B4-BE49-F238E27FC236}">
                <a16:creationId xmlns:a16="http://schemas.microsoft.com/office/drawing/2014/main" id="{59F84920-BB86-C693-5877-833029230C16}"/>
              </a:ext>
            </a:extLst>
          </p:cNvPr>
          <p:cNvGrpSpPr>
            <a:grpSpLocks noChangeAspect="1"/>
          </p:cNvGrpSpPr>
          <p:nvPr>
            <p:custDataLst>
              <p:tags r:id="rId3"/>
            </p:custDataLst>
          </p:nvPr>
        </p:nvGrpSpPr>
        <p:grpSpPr bwMode="auto">
          <a:xfrm flipH="1">
            <a:off x="6476881" y="4485412"/>
            <a:ext cx="274004" cy="288000"/>
            <a:chOff x="8" y="8"/>
            <a:chExt cx="330" cy="471"/>
          </a:xfrm>
          <a:noFill/>
        </p:grpSpPr>
        <p:sp>
          <p:nvSpPr>
            <p:cNvPr id="228" name="Running">
              <a:extLst>
                <a:ext uri="{FF2B5EF4-FFF2-40B4-BE49-F238E27FC236}">
                  <a16:creationId xmlns:a16="http://schemas.microsoft.com/office/drawing/2014/main" id="{D4D85D36-3698-71FA-752B-2F3EDA0A78C6}"/>
                </a:ext>
              </a:extLst>
            </p:cNvPr>
            <p:cNvSpPr>
              <a:spLocks noChangeArrowheads="1"/>
            </p:cNvSpPr>
            <p:nvPr>
              <p:custDataLst>
                <p:tags r:id="rId5"/>
              </p:custDataLst>
            </p:nvPr>
          </p:nvSpPr>
          <p:spPr bwMode="auto">
            <a:xfrm>
              <a:off x="26" y="8"/>
              <a:ext cx="109" cy="116"/>
            </a:xfrm>
            <a:prstGeom prst="ellipse">
              <a:avLst/>
            </a:prstGeom>
            <a:grpFill/>
            <a:ln w="19050">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9" name="Running">
              <a:extLst>
                <a:ext uri="{FF2B5EF4-FFF2-40B4-BE49-F238E27FC236}">
                  <a16:creationId xmlns:a16="http://schemas.microsoft.com/office/drawing/2014/main" id="{C557DBB0-F9FD-4A03-F649-D9481F53EE78}"/>
                </a:ext>
              </a:extLst>
            </p:cNvPr>
            <p:cNvSpPr>
              <a:spLocks/>
            </p:cNvSpPr>
            <p:nvPr>
              <p:custDataLst>
                <p:tags r:id="rId6"/>
              </p:custDataLst>
            </p:nvPr>
          </p:nvSpPr>
          <p:spPr bwMode="auto">
            <a:xfrm>
              <a:off x="8" y="99"/>
              <a:ext cx="330" cy="380"/>
            </a:xfrm>
            <a:custGeom>
              <a:avLst/>
              <a:gdLst>
                <a:gd name="T0" fmla="*/ 650 w 879"/>
                <a:gd name="T1" fmla="*/ 681 h 1007"/>
                <a:gd name="T2" fmla="*/ 637 w 879"/>
                <a:gd name="T3" fmla="*/ 422 h 1007"/>
                <a:gd name="T4" fmla="*/ 478 w 879"/>
                <a:gd name="T5" fmla="*/ 150 h 1007"/>
                <a:gd name="T6" fmla="*/ 541 w 879"/>
                <a:gd name="T7" fmla="*/ 123 h 1007"/>
                <a:gd name="T8" fmla="*/ 662 w 879"/>
                <a:gd name="T9" fmla="*/ 300 h 1007"/>
                <a:gd name="T10" fmla="*/ 752 w 879"/>
                <a:gd name="T11" fmla="*/ 232 h 1007"/>
                <a:gd name="T12" fmla="*/ 643 w 879"/>
                <a:gd name="T13" fmla="*/ 14 h 1007"/>
                <a:gd name="T14" fmla="*/ 357 w 879"/>
                <a:gd name="T15" fmla="*/ 0 h 1007"/>
                <a:gd name="T16" fmla="*/ 191 w 879"/>
                <a:gd name="T17" fmla="*/ 109 h 1007"/>
                <a:gd name="T18" fmla="*/ 178 w 879"/>
                <a:gd name="T19" fmla="*/ 327 h 1007"/>
                <a:gd name="T20" fmla="*/ 0 w 879"/>
                <a:gd name="T21" fmla="*/ 334 h 1007"/>
                <a:gd name="T22" fmla="*/ 13 w 879"/>
                <a:gd name="T23" fmla="*/ 476 h 1007"/>
                <a:gd name="T24" fmla="*/ 312 w 879"/>
                <a:gd name="T25" fmla="*/ 449 h 1007"/>
                <a:gd name="T26" fmla="*/ 344 w 879"/>
                <a:gd name="T27" fmla="*/ 340 h 1007"/>
                <a:gd name="T28" fmla="*/ 401 w 879"/>
                <a:gd name="T29" fmla="*/ 463 h 1007"/>
                <a:gd name="T30" fmla="*/ 389 w 879"/>
                <a:gd name="T31" fmla="*/ 510 h 1007"/>
                <a:gd name="T32" fmla="*/ 217 w 879"/>
                <a:gd name="T33" fmla="*/ 619 h 1007"/>
                <a:gd name="T34" fmla="*/ 229 w 879"/>
                <a:gd name="T35" fmla="*/ 1007 h 1007"/>
                <a:gd name="T36" fmla="*/ 357 w 879"/>
                <a:gd name="T37" fmla="*/ 1007 h 1007"/>
                <a:gd name="T38" fmla="*/ 382 w 879"/>
                <a:gd name="T39" fmla="*/ 708 h 1007"/>
                <a:gd name="T40" fmla="*/ 529 w 879"/>
                <a:gd name="T41" fmla="*/ 606 h 1007"/>
                <a:gd name="T42" fmla="*/ 516 w 879"/>
                <a:gd name="T43" fmla="*/ 817 h 1007"/>
                <a:gd name="T44" fmla="*/ 860 w 879"/>
                <a:gd name="T45" fmla="*/ 817 h 1007"/>
                <a:gd name="T46" fmla="*/ 879 w 879"/>
                <a:gd name="T47" fmla="*/ 674 h 1007"/>
                <a:gd name="T48" fmla="*/ 650 w 879"/>
                <a:gd name="T49" fmla="*/ 681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79" h="1007">
                  <a:moveTo>
                    <a:pt x="650" y="681"/>
                  </a:moveTo>
                  <a:cubicBezTo>
                    <a:pt x="662" y="646"/>
                    <a:pt x="637" y="422"/>
                    <a:pt x="637" y="422"/>
                  </a:cubicBezTo>
                  <a:lnTo>
                    <a:pt x="478" y="150"/>
                  </a:lnTo>
                  <a:lnTo>
                    <a:pt x="541" y="123"/>
                  </a:lnTo>
                  <a:lnTo>
                    <a:pt x="662" y="300"/>
                  </a:lnTo>
                  <a:lnTo>
                    <a:pt x="752" y="232"/>
                  </a:lnTo>
                  <a:lnTo>
                    <a:pt x="643" y="14"/>
                  </a:lnTo>
                  <a:lnTo>
                    <a:pt x="357" y="0"/>
                  </a:lnTo>
                  <a:cubicBezTo>
                    <a:pt x="338" y="34"/>
                    <a:pt x="217" y="102"/>
                    <a:pt x="191" y="109"/>
                  </a:cubicBezTo>
                  <a:cubicBezTo>
                    <a:pt x="166" y="116"/>
                    <a:pt x="178" y="327"/>
                    <a:pt x="178" y="327"/>
                  </a:cubicBezTo>
                  <a:lnTo>
                    <a:pt x="0" y="334"/>
                  </a:lnTo>
                  <a:lnTo>
                    <a:pt x="13" y="476"/>
                  </a:lnTo>
                  <a:lnTo>
                    <a:pt x="312" y="449"/>
                  </a:lnTo>
                  <a:lnTo>
                    <a:pt x="344" y="340"/>
                  </a:lnTo>
                  <a:cubicBezTo>
                    <a:pt x="344" y="340"/>
                    <a:pt x="389" y="442"/>
                    <a:pt x="401" y="463"/>
                  </a:cubicBezTo>
                  <a:cubicBezTo>
                    <a:pt x="414" y="483"/>
                    <a:pt x="389" y="510"/>
                    <a:pt x="389" y="510"/>
                  </a:cubicBezTo>
                  <a:lnTo>
                    <a:pt x="217" y="619"/>
                  </a:lnTo>
                  <a:lnTo>
                    <a:pt x="229" y="1007"/>
                  </a:lnTo>
                  <a:lnTo>
                    <a:pt x="357" y="1007"/>
                  </a:lnTo>
                  <a:lnTo>
                    <a:pt x="382" y="708"/>
                  </a:lnTo>
                  <a:lnTo>
                    <a:pt x="529" y="606"/>
                  </a:lnTo>
                  <a:lnTo>
                    <a:pt x="516" y="817"/>
                  </a:lnTo>
                  <a:lnTo>
                    <a:pt x="860" y="817"/>
                  </a:lnTo>
                  <a:lnTo>
                    <a:pt x="879" y="674"/>
                  </a:lnTo>
                  <a:cubicBezTo>
                    <a:pt x="841" y="612"/>
                    <a:pt x="637" y="715"/>
                    <a:pt x="650" y="681"/>
                  </a:cubicBezTo>
                  <a:close/>
                </a:path>
              </a:pathLst>
            </a:custGeom>
            <a:grpFill/>
            <a:ln w="19050">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30" name="TextBox 229">
            <a:extLst>
              <a:ext uri="{FF2B5EF4-FFF2-40B4-BE49-F238E27FC236}">
                <a16:creationId xmlns:a16="http://schemas.microsoft.com/office/drawing/2014/main" id="{684FFC03-5A74-43BB-B1D9-8F4311A0B10E}"/>
              </a:ext>
            </a:extLst>
          </p:cNvPr>
          <p:cNvSpPr txBox="1"/>
          <p:nvPr/>
        </p:nvSpPr>
        <p:spPr>
          <a:xfrm>
            <a:off x="6503120" y="4612244"/>
            <a:ext cx="80903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23" name="Graphic 122" descr="Male profile with solid fill">
            <a:extLst>
              <a:ext uri="{FF2B5EF4-FFF2-40B4-BE49-F238E27FC236}">
                <a16:creationId xmlns:a16="http://schemas.microsoft.com/office/drawing/2014/main" id="{CE45CDB4-6477-CBB8-794B-BEDC08F12FA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615475" y="982256"/>
            <a:ext cx="410392" cy="410392"/>
          </a:xfrm>
          <a:prstGeom prst="rect">
            <a:avLst/>
          </a:prstGeom>
        </p:spPr>
      </p:pic>
      <p:pic>
        <p:nvPicPr>
          <p:cNvPr id="124" name="Graphic 123" descr="Building with solid fill">
            <a:extLst>
              <a:ext uri="{FF2B5EF4-FFF2-40B4-BE49-F238E27FC236}">
                <a16:creationId xmlns:a16="http://schemas.microsoft.com/office/drawing/2014/main" id="{351FCB9A-B5B3-DD82-D5D2-2CBFFBB7FC9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974072" y="1008207"/>
            <a:ext cx="368750" cy="368750"/>
          </a:xfrm>
          <a:prstGeom prst="rect">
            <a:avLst/>
          </a:prstGeom>
        </p:spPr>
      </p:pic>
      <p:sp>
        <p:nvSpPr>
          <p:cNvPr id="127" name="Oval 126">
            <a:extLst>
              <a:ext uri="{FF2B5EF4-FFF2-40B4-BE49-F238E27FC236}">
                <a16:creationId xmlns:a16="http://schemas.microsoft.com/office/drawing/2014/main" id="{F1D76E4B-B049-3C39-8240-6AB35A57CC5C}"/>
              </a:ext>
            </a:extLst>
          </p:cNvPr>
          <p:cNvSpPr>
            <a:spLocks noChangeAspect="1"/>
          </p:cNvSpPr>
          <p:nvPr/>
        </p:nvSpPr>
        <p:spPr>
          <a:xfrm>
            <a:off x="1851949" y="1410446"/>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2</a:t>
            </a:r>
          </a:p>
        </p:txBody>
      </p:sp>
      <p:pic>
        <p:nvPicPr>
          <p:cNvPr id="192" name="Graphic 191" descr="Male profile with solid fill">
            <a:extLst>
              <a:ext uri="{FF2B5EF4-FFF2-40B4-BE49-F238E27FC236}">
                <a16:creationId xmlns:a16="http://schemas.microsoft.com/office/drawing/2014/main" id="{2212A92D-F355-5A8D-0FDD-7D685BAF02A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03049" y="967582"/>
            <a:ext cx="410392" cy="410392"/>
          </a:xfrm>
          <a:prstGeom prst="rect">
            <a:avLst/>
          </a:prstGeom>
        </p:spPr>
      </p:pic>
      <p:pic>
        <p:nvPicPr>
          <p:cNvPr id="198" name="Graphic 197" descr="Cruise ship with solid fill">
            <a:extLst>
              <a:ext uri="{FF2B5EF4-FFF2-40B4-BE49-F238E27FC236}">
                <a16:creationId xmlns:a16="http://schemas.microsoft.com/office/drawing/2014/main" id="{41CF5DAB-22B8-22A0-DAC3-19E2F45FC057}"/>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971601" y="894270"/>
            <a:ext cx="518687" cy="518687"/>
          </a:xfrm>
          <a:prstGeom prst="rect">
            <a:avLst/>
          </a:prstGeom>
        </p:spPr>
      </p:pic>
      <p:sp>
        <p:nvSpPr>
          <p:cNvPr id="200" name="TextBox 199">
            <a:extLst>
              <a:ext uri="{FF2B5EF4-FFF2-40B4-BE49-F238E27FC236}">
                <a16:creationId xmlns:a16="http://schemas.microsoft.com/office/drawing/2014/main" id="{9D21B75E-C66B-F54A-4E2B-2ABD91E79520}"/>
              </a:ext>
            </a:extLst>
          </p:cNvPr>
          <p:cNvSpPr txBox="1"/>
          <p:nvPr/>
        </p:nvSpPr>
        <p:spPr>
          <a:xfrm>
            <a:off x="356783" y="451788"/>
            <a:ext cx="7382084"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4A66AC"/>
                </a:solidFill>
                <a:effectLst/>
                <a:uLnTx/>
                <a:uFillTx/>
                <a:latin typeface="Calibri" panose="020F0502020204030204"/>
                <a:ea typeface="+mn-ea"/>
                <a:cs typeface="+mn-cs"/>
              </a:rPr>
              <a:t>Customer Need, Risk Placement &amp; Negotiation (Broker-&gt; Syndicate, MGA/UW’s), Policy Issuance, Claims, Finance &amp; Regulatory</a:t>
            </a:r>
          </a:p>
        </p:txBody>
      </p:sp>
      <p:grpSp>
        <p:nvGrpSpPr>
          <p:cNvPr id="201" name="Meeting9" descr="{&quot;Key&quot;:&quot;POWER_USER_SHAPE_ICON&quot;,&quot;Value&quot;:&quot;POWER_USER_SHAPE_ICON_STYLE_1&quot;}">
            <a:extLst>
              <a:ext uri="{FF2B5EF4-FFF2-40B4-BE49-F238E27FC236}">
                <a16:creationId xmlns:a16="http://schemas.microsoft.com/office/drawing/2014/main" id="{A35B10C2-9FE3-8F1C-0379-11D7316FFE90}"/>
              </a:ext>
            </a:extLst>
          </p:cNvPr>
          <p:cNvGrpSpPr>
            <a:grpSpLocks noChangeAspect="1"/>
          </p:cNvGrpSpPr>
          <p:nvPr>
            <p:custDataLst>
              <p:tags r:id="rId4"/>
            </p:custDataLst>
          </p:nvPr>
        </p:nvGrpSpPr>
        <p:grpSpPr>
          <a:xfrm>
            <a:off x="2891951" y="883652"/>
            <a:ext cx="626448" cy="540000"/>
            <a:chOff x="5668963" y="349250"/>
            <a:chExt cx="839788" cy="723900"/>
          </a:xfrm>
        </p:grpSpPr>
        <p:sp>
          <p:nvSpPr>
            <p:cNvPr id="202" name="Oval 201">
              <a:extLst>
                <a:ext uri="{FF2B5EF4-FFF2-40B4-BE49-F238E27FC236}">
                  <a16:creationId xmlns:a16="http://schemas.microsoft.com/office/drawing/2014/main" id="{772A8A49-741B-E0E8-E112-FB3CD48073D0}"/>
                </a:ext>
              </a:extLst>
            </p:cNvPr>
            <p:cNvSpPr>
              <a:spLocks noChangeArrowheads="1"/>
            </p:cNvSpPr>
            <p:nvPr/>
          </p:nvSpPr>
          <p:spPr bwMode="auto">
            <a:xfrm>
              <a:off x="5762625" y="460375"/>
              <a:ext cx="149225" cy="149225"/>
            </a:xfrm>
            <a:prstGeom prst="ellipse">
              <a:avLst/>
            </a:prstGeom>
            <a:noFill/>
            <a:ln w="19050"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3" name="Oval 202">
              <a:extLst>
                <a:ext uri="{FF2B5EF4-FFF2-40B4-BE49-F238E27FC236}">
                  <a16:creationId xmlns:a16="http://schemas.microsoft.com/office/drawing/2014/main" id="{DFB07AC3-196E-BF92-BF13-23AEBE7A9F0E}"/>
                </a:ext>
              </a:extLst>
            </p:cNvPr>
            <p:cNvSpPr>
              <a:spLocks noChangeArrowheads="1"/>
            </p:cNvSpPr>
            <p:nvPr/>
          </p:nvSpPr>
          <p:spPr bwMode="auto">
            <a:xfrm>
              <a:off x="6024563" y="349250"/>
              <a:ext cx="136525" cy="138113"/>
            </a:xfrm>
            <a:prstGeom prst="ellipse">
              <a:avLst/>
            </a:prstGeom>
            <a:noFill/>
            <a:ln w="19050"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4" name="Freeform 251">
              <a:extLst>
                <a:ext uri="{FF2B5EF4-FFF2-40B4-BE49-F238E27FC236}">
                  <a16:creationId xmlns:a16="http://schemas.microsoft.com/office/drawing/2014/main" id="{44896FD7-C8C4-9265-BDC0-79CED1C52010}"/>
                </a:ext>
              </a:extLst>
            </p:cNvPr>
            <p:cNvSpPr>
              <a:spLocks/>
            </p:cNvSpPr>
            <p:nvPr/>
          </p:nvSpPr>
          <p:spPr bwMode="auto">
            <a:xfrm>
              <a:off x="5970588" y="523875"/>
              <a:ext cx="242888" cy="141288"/>
            </a:xfrm>
            <a:custGeom>
              <a:avLst/>
              <a:gdLst>
                <a:gd name="T0" fmla="*/ 323 w 324"/>
                <a:gd name="T1" fmla="*/ 188 h 188"/>
                <a:gd name="T2" fmla="*/ 324 w 324"/>
                <a:gd name="T3" fmla="*/ 125 h 188"/>
                <a:gd name="T4" fmla="*/ 217 w 324"/>
                <a:gd name="T5" fmla="*/ 0 h 188"/>
                <a:gd name="T6" fmla="*/ 162 w 324"/>
                <a:gd name="T7" fmla="*/ 47 h 188"/>
                <a:gd name="T8" fmla="*/ 106 w 324"/>
                <a:gd name="T9" fmla="*/ 0 h 188"/>
                <a:gd name="T10" fmla="*/ 0 w 324"/>
                <a:gd name="T11" fmla="*/ 125 h 188"/>
                <a:gd name="T12" fmla="*/ 0 w 324"/>
                <a:gd name="T13" fmla="*/ 188 h 188"/>
              </a:gdLst>
              <a:ahLst/>
              <a:cxnLst>
                <a:cxn ang="0">
                  <a:pos x="T0" y="T1"/>
                </a:cxn>
                <a:cxn ang="0">
                  <a:pos x="T2" y="T3"/>
                </a:cxn>
                <a:cxn ang="0">
                  <a:pos x="T4" y="T5"/>
                </a:cxn>
                <a:cxn ang="0">
                  <a:pos x="T6" y="T7"/>
                </a:cxn>
                <a:cxn ang="0">
                  <a:pos x="T8" y="T9"/>
                </a:cxn>
                <a:cxn ang="0">
                  <a:pos x="T10" y="T11"/>
                </a:cxn>
                <a:cxn ang="0">
                  <a:pos x="T12" y="T13"/>
                </a:cxn>
              </a:cxnLst>
              <a:rect l="0" t="0" r="r" b="b"/>
              <a:pathLst>
                <a:path w="324" h="188">
                  <a:moveTo>
                    <a:pt x="323" y="188"/>
                  </a:moveTo>
                  <a:lnTo>
                    <a:pt x="324" y="125"/>
                  </a:lnTo>
                  <a:cubicBezTo>
                    <a:pt x="324" y="40"/>
                    <a:pt x="287" y="5"/>
                    <a:pt x="217" y="0"/>
                  </a:cubicBezTo>
                  <a:lnTo>
                    <a:pt x="162" y="47"/>
                  </a:lnTo>
                  <a:lnTo>
                    <a:pt x="106" y="0"/>
                  </a:lnTo>
                  <a:cubicBezTo>
                    <a:pt x="37" y="5"/>
                    <a:pt x="0" y="40"/>
                    <a:pt x="0" y="125"/>
                  </a:cubicBezTo>
                  <a:lnTo>
                    <a:pt x="0" y="188"/>
                  </a:lnTo>
                </a:path>
              </a:pathLst>
            </a:custGeom>
            <a:noFill/>
            <a:ln w="19050"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5" name="Freeform 252">
              <a:extLst>
                <a:ext uri="{FF2B5EF4-FFF2-40B4-BE49-F238E27FC236}">
                  <a16:creationId xmlns:a16="http://schemas.microsoft.com/office/drawing/2014/main" id="{DA997E0D-44E6-539A-6D1F-3D23D33701AE}"/>
                </a:ext>
              </a:extLst>
            </p:cNvPr>
            <p:cNvSpPr>
              <a:spLocks/>
            </p:cNvSpPr>
            <p:nvPr/>
          </p:nvSpPr>
          <p:spPr bwMode="auto">
            <a:xfrm>
              <a:off x="5668963" y="638175"/>
              <a:ext cx="315913" cy="219075"/>
            </a:xfrm>
            <a:custGeom>
              <a:avLst/>
              <a:gdLst>
                <a:gd name="T0" fmla="*/ 145 w 420"/>
                <a:gd name="T1" fmla="*/ 146 h 290"/>
                <a:gd name="T2" fmla="*/ 193 w 420"/>
                <a:gd name="T3" fmla="*/ 236 h 290"/>
                <a:gd name="T4" fmla="*/ 243 w 420"/>
                <a:gd name="T5" fmla="*/ 270 h 290"/>
                <a:gd name="T6" fmla="*/ 374 w 420"/>
                <a:gd name="T7" fmla="*/ 270 h 290"/>
                <a:gd name="T8" fmla="*/ 420 w 420"/>
                <a:gd name="T9" fmla="*/ 229 h 290"/>
                <a:gd name="T10" fmla="*/ 394 w 420"/>
                <a:gd name="T11" fmla="*/ 191 h 290"/>
                <a:gd name="T12" fmla="*/ 282 w 420"/>
                <a:gd name="T13" fmla="*/ 177 h 290"/>
                <a:gd name="T14" fmla="*/ 235 w 420"/>
                <a:gd name="T15" fmla="*/ 76 h 290"/>
                <a:gd name="T16" fmla="*/ 135 w 420"/>
                <a:gd name="T17" fmla="*/ 0 h 290"/>
                <a:gd name="T18" fmla="*/ 24 w 420"/>
                <a:gd name="T19" fmla="*/ 109 h 290"/>
                <a:gd name="T20" fmla="*/ 0 w 420"/>
                <a:gd name="T21" fmla="*/ 29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0" h="290">
                  <a:moveTo>
                    <a:pt x="145" y="146"/>
                  </a:moveTo>
                  <a:lnTo>
                    <a:pt x="193" y="236"/>
                  </a:lnTo>
                  <a:cubicBezTo>
                    <a:pt x="204" y="258"/>
                    <a:pt x="221" y="270"/>
                    <a:pt x="243" y="270"/>
                  </a:cubicBezTo>
                  <a:lnTo>
                    <a:pt x="374" y="270"/>
                  </a:lnTo>
                  <a:cubicBezTo>
                    <a:pt x="403" y="270"/>
                    <a:pt x="420" y="256"/>
                    <a:pt x="420" y="229"/>
                  </a:cubicBezTo>
                  <a:cubicBezTo>
                    <a:pt x="420" y="207"/>
                    <a:pt x="409" y="196"/>
                    <a:pt x="394" y="191"/>
                  </a:cubicBezTo>
                  <a:lnTo>
                    <a:pt x="282" y="177"/>
                  </a:lnTo>
                  <a:lnTo>
                    <a:pt x="235" y="76"/>
                  </a:lnTo>
                  <a:cubicBezTo>
                    <a:pt x="214" y="23"/>
                    <a:pt x="176" y="0"/>
                    <a:pt x="135" y="0"/>
                  </a:cubicBezTo>
                  <a:cubicBezTo>
                    <a:pt x="78" y="0"/>
                    <a:pt x="36" y="33"/>
                    <a:pt x="24" y="109"/>
                  </a:cubicBezTo>
                  <a:lnTo>
                    <a:pt x="0" y="290"/>
                  </a:lnTo>
                </a:path>
              </a:pathLst>
            </a:custGeom>
            <a:noFill/>
            <a:ln w="19050"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6" name="Line 253">
              <a:extLst>
                <a:ext uri="{FF2B5EF4-FFF2-40B4-BE49-F238E27FC236}">
                  <a16:creationId xmlns:a16="http://schemas.microsoft.com/office/drawing/2014/main" id="{568645A2-C327-8845-9671-CE8B3B4A60CB}"/>
                </a:ext>
              </a:extLst>
            </p:cNvPr>
            <p:cNvSpPr>
              <a:spLocks noChangeShapeType="1"/>
            </p:cNvSpPr>
            <p:nvPr/>
          </p:nvSpPr>
          <p:spPr bwMode="auto">
            <a:xfrm>
              <a:off x="5949950" y="747713"/>
              <a:ext cx="7938" cy="30163"/>
            </a:xfrm>
            <a:prstGeom prst="line">
              <a:avLst/>
            </a:prstGeom>
            <a:noFill/>
            <a:ln w="19050" cap="rnd">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7" name="Freeform 254">
              <a:extLst>
                <a:ext uri="{FF2B5EF4-FFF2-40B4-BE49-F238E27FC236}">
                  <a16:creationId xmlns:a16="http://schemas.microsoft.com/office/drawing/2014/main" id="{8B6D1637-E2F6-1D0D-4DF5-FA212854BD5C}"/>
                </a:ext>
              </a:extLst>
            </p:cNvPr>
            <p:cNvSpPr>
              <a:spLocks/>
            </p:cNvSpPr>
            <p:nvPr/>
          </p:nvSpPr>
          <p:spPr bwMode="auto">
            <a:xfrm>
              <a:off x="5937250" y="857250"/>
              <a:ext cx="306388" cy="98425"/>
            </a:xfrm>
            <a:custGeom>
              <a:avLst/>
              <a:gdLst>
                <a:gd name="T0" fmla="*/ 0 w 408"/>
                <a:gd name="T1" fmla="*/ 132 h 132"/>
                <a:gd name="T2" fmla="*/ 0 w 408"/>
                <a:gd name="T3" fmla="*/ 116 h 132"/>
                <a:gd name="T4" fmla="*/ 155 w 408"/>
                <a:gd name="T5" fmla="*/ 0 h 132"/>
                <a:gd name="T6" fmla="*/ 254 w 408"/>
                <a:gd name="T7" fmla="*/ 0 h 132"/>
                <a:gd name="T8" fmla="*/ 408 w 408"/>
                <a:gd name="T9" fmla="*/ 116 h 132"/>
                <a:gd name="T10" fmla="*/ 408 w 408"/>
                <a:gd name="T11" fmla="*/ 132 h 132"/>
              </a:gdLst>
              <a:ahLst/>
              <a:cxnLst>
                <a:cxn ang="0">
                  <a:pos x="T0" y="T1"/>
                </a:cxn>
                <a:cxn ang="0">
                  <a:pos x="T2" y="T3"/>
                </a:cxn>
                <a:cxn ang="0">
                  <a:pos x="T4" y="T5"/>
                </a:cxn>
                <a:cxn ang="0">
                  <a:pos x="T6" y="T7"/>
                </a:cxn>
                <a:cxn ang="0">
                  <a:pos x="T8" y="T9"/>
                </a:cxn>
                <a:cxn ang="0">
                  <a:pos x="T10" y="T11"/>
                </a:cxn>
              </a:cxnLst>
              <a:rect l="0" t="0" r="r" b="b"/>
              <a:pathLst>
                <a:path w="408" h="132">
                  <a:moveTo>
                    <a:pt x="0" y="132"/>
                  </a:moveTo>
                  <a:lnTo>
                    <a:pt x="0" y="116"/>
                  </a:lnTo>
                  <a:cubicBezTo>
                    <a:pt x="0" y="58"/>
                    <a:pt x="42" y="0"/>
                    <a:pt x="155" y="0"/>
                  </a:cubicBezTo>
                  <a:lnTo>
                    <a:pt x="254" y="0"/>
                  </a:lnTo>
                  <a:cubicBezTo>
                    <a:pt x="365" y="0"/>
                    <a:pt x="408" y="54"/>
                    <a:pt x="408" y="116"/>
                  </a:cubicBezTo>
                  <a:lnTo>
                    <a:pt x="408" y="132"/>
                  </a:lnTo>
                </a:path>
              </a:pathLst>
            </a:custGeom>
            <a:noFill/>
            <a:ln w="190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8" name="Oval 207">
              <a:extLst>
                <a:ext uri="{FF2B5EF4-FFF2-40B4-BE49-F238E27FC236}">
                  <a16:creationId xmlns:a16="http://schemas.microsoft.com/office/drawing/2014/main" id="{A4241341-E075-6510-7A4C-684DF2D3327F}"/>
                </a:ext>
              </a:extLst>
            </p:cNvPr>
            <p:cNvSpPr>
              <a:spLocks noChangeArrowheads="1"/>
            </p:cNvSpPr>
            <p:nvPr/>
          </p:nvSpPr>
          <p:spPr bwMode="auto">
            <a:xfrm>
              <a:off x="6002338" y="639763"/>
              <a:ext cx="176213" cy="174625"/>
            </a:xfrm>
            <a:prstGeom prst="ellipse">
              <a:avLst/>
            </a:prstGeom>
            <a:noFill/>
            <a:ln w="190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9" name="Freeform 256">
              <a:extLst>
                <a:ext uri="{FF2B5EF4-FFF2-40B4-BE49-F238E27FC236}">
                  <a16:creationId xmlns:a16="http://schemas.microsoft.com/office/drawing/2014/main" id="{62188A2B-79AF-DC12-9C05-BBC3EAF17598}"/>
                </a:ext>
              </a:extLst>
            </p:cNvPr>
            <p:cNvSpPr>
              <a:spLocks/>
            </p:cNvSpPr>
            <p:nvPr/>
          </p:nvSpPr>
          <p:spPr bwMode="auto">
            <a:xfrm>
              <a:off x="5916613" y="952500"/>
              <a:ext cx="347663" cy="120650"/>
            </a:xfrm>
            <a:custGeom>
              <a:avLst/>
              <a:gdLst>
                <a:gd name="T0" fmla="*/ 0 w 463"/>
                <a:gd name="T1" fmla="*/ 160 h 160"/>
                <a:gd name="T2" fmla="*/ 0 w 463"/>
                <a:gd name="T3" fmla="*/ 55 h 160"/>
                <a:gd name="T4" fmla="*/ 55 w 463"/>
                <a:gd name="T5" fmla="*/ 0 h 160"/>
                <a:gd name="T6" fmla="*/ 408 w 463"/>
                <a:gd name="T7" fmla="*/ 0 h 160"/>
                <a:gd name="T8" fmla="*/ 463 w 463"/>
                <a:gd name="T9" fmla="*/ 55 h 160"/>
                <a:gd name="T10" fmla="*/ 463 w 463"/>
                <a:gd name="T11" fmla="*/ 160 h 160"/>
              </a:gdLst>
              <a:ahLst/>
              <a:cxnLst>
                <a:cxn ang="0">
                  <a:pos x="T0" y="T1"/>
                </a:cxn>
                <a:cxn ang="0">
                  <a:pos x="T2" y="T3"/>
                </a:cxn>
                <a:cxn ang="0">
                  <a:pos x="T4" y="T5"/>
                </a:cxn>
                <a:cxn ang="0">
                  <a:pos x="T6" y="T7"/>
                </a:cxn>
                <a:cxn ang="0">
                  <a:pos x="T8" y="T9"/>
                </a:cxn>
                <a:cxn ang="0">
                  <a:pos x="T10" y="T11"/>
                </a:cxn>
              </a:cxnLst>
              <a:rect l="0" t="0" r="r" b="b"/>
              <a:pathLst>
                <a:path w="463" h="160">
                  <a:moveTo>
                    <a:pt x="0" y="160"/>
                  </a:moveTo>
                  <a:lnTo>
                    <a:pt x="0" y="55"/>
                  </a:lnTo>
                  <a:cubicBezTo>
                    <a:pt x="0" y="25"/>
                    <a:pt x="25" y="0"/>
                    <a:pt x="55" y="0"/>
                  </a:cubicBezTo>
                  <a:lnTo>
                    <a:pt x="408" y="0"/>
                  </a:lnTo>
                  <a:cubicBezTo>
                    <a:pt x="439" y="0"/>
                    <a:pt x="463" y="25"/>
                    <a:pt x="463" y="55"/>
                  </a:cubicBezTo>
                  <a:lnTo>
                    <a:pt x="463" y="160"/>
                  </a:lnTo>
                </a:path>
              </a:pathLst>
            </a:custGeom>
            <a:noFill/>
            <a:ln w="19050"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0" name="Freeform 257">
              <a:extLst>
                <a:ext uri="{FF2B5EF4-FFF2-40B4-BE49-F238E27FC236}">
                  <a16:creationId xmlns:a16="http://schemas.microsoft.com/office/drawing/2014/main" id="{B516375D-7914-DC3C-9C0F-DAC30EC9A016}"/>
                </a:ext>
              </a:extLst>
            </p:cNvPr>
            <p:cNvSpPr>
              <a:spLocks/>
            </p:cNvSpPr>
            <p:nvPr/>
          </p:nvSpPr>
          <p:spPr bwMode="auto">
            <a:xfrm>
              <a:off x="6281738" y="820738"/>
              <a:ext cx="138113" cy="120650"/>
            </a:xfrm>
            <a:custGeom>
              <a:avLst/>
              <a:gdLst>
                <a:gd name="T0" fmla="*/ 104 w 183"/>
                <a:gd name="T1" fmla="*/ 0 h 161"/>
                <a:gd name="T2" fmla="*/ 183 w 183"/>
                <a:gd name="T3" fmla="*/ 161 h 161"/>
                <a:gd name="T4" fmla="*/ 0 w 183"/>
                <a:gd name="T5" fmla="*/ 161 h 161"/>
              </a:gdLst>
              <a:ahLst/>
              <a:cxnLst>
                <a:cxn ang="0">
                  <a:pos x="T0" y="T1"/>
                </a:cxn>
                <a:cxn ang="0">
                  <a:pos x="T2" y="T3"/>
                </a:cxn>
                <a:cxn ang="0">
                  <a:pos x="T4" y="T5"/>
                </a:cxn>
              </a:cxnLst>
              <a:rect l="0" t="0" r="r" b="b"/>
              <a:pathLst>
                <a:path w="183" h="161">
                  <a:moveTo>
                    <a:pt x="104" y="0"/>
                  </a:moveTo>
                  <a:lnTo>
                    <a:pt x="183" y="161"/>
                  </a:lnTo>
                  <a:lnTo>
                    <a:pt x="0" y="161"/>
                  </a:lnTo>
                </a:path>
              </a:pathLst>
            </a:custGeom>
            <a:noFill/>
            <a:ln w="19050"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1" name="Freeform 258">
              <a:extLst>
                <a:ext uri="{FF2B5EF4-FFF2-40B4-BE49-F238E27FC236}">
                  <a16:creationId xmlns:a16="http://schemas.microsoft.com/office/drawing/2014/main" id="{47BAF158-A6F3-4FFD-D612-83B8D6F14928}"/>
                </a:ext>
              </a:extLst>
            </p:cNvPr>
            <p:cNvSpPr>
              <a:spLocks/>
            </p:cNvSpPr>
            <p:nvPr/>
          </p:nvSpPr>
          <p:spPr bwMode="auto">
            <a:xfrm>
              <a:off x="6186488" y="665163"/>
              <a:ext cx="130175" cy="65088"/>
            </a:xfrm>
            <a:custGeom>
              <a:avLst/>
              <a:gdLst>
                <a:gd name="T0" fmla="*/ 0 w 172"/>
                <a:gd name="T1" fmla="*/ 0 h 86"/>
                <a:gd name="T2" fmla="*/ 130 w 172"/>
                <a:gd name="T3" fmla="*/ 0 h 86"/>
                <a:gd name="T4" fmla="*/ 172 w 172"/>
                <a:gd name="T5" fmla="*/ 86 h 86"/>
              </a:gdLst>
              <a:ahLst/>
              <a:cxnLst>
                <a:cxn ang="0">
                  <a:pos x="T0" y="T1"/>
                </a:cxn>
                <a:cxn ang="0">
                  <a:pos x="T2" y="T3"/>
                </a:cxn>
                <a:cxn ang="0">
                  <a:pos x="T4" y="T5"/>
                </a:cxn>
              </a:cxnLst>
              <a:rect l="0" t="0" r="r" b="b"/>
              <a:pathLst>
                <a:path w="172" h="86">
                  <a:moveTo>
                    <a:pt x="0" y="0"/>
                  </a:moveTo>
                  <a:lnTo>
                    <a:pt x="130" y="0"/>
                  </a:lnTo>
                  <a:lnTo>
                    <a:pt x="172" y="86"/>
                  </a:lnTo>
                </a:path>
              </a:pathLst>
            </a:custGeom>
            <a:noFill/>
            <a:ln w="19050"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 name="Freeform 259">
              <a:extLst>
                <a:ext uri="{FF2B5EF4-FFF2-40B4-BE49-F238E27FC236}">
                  <a16:creationId xmlns:a16="http://schemas.microsoft.com/office/drawing/2014/main" id="{57E7999D-291C-92FD-7C70-9D22370DAA62}"/>
                </a:ext>
              </a:extLst>
            </p:cNvPr>
            <p:cNvSpPr>
              <a:spLocks/>
            </p:cNvSpPr>
            <p:nvPr/>
          </p:nvSpPr>
          <p:spPr bwMode="auto">
            <a:xfrm>
              <a:off x="5862638" y="665163"/>
              <a:ext cx="130175" cy="68263"/>
            </a:xfrm>
            <a:custGeom>
              <a:avLst/>
              <a:gdLst>
                <a:gd name="T0" fmla="*/ 0 w 173"/>
                <a:gd name="T1" fmla="*/ 91 h 91"/>
                <a:gd name="T2" fmla="*/ 44 w 173"/>
                <a:gd name="T3" fmla="*/ 0 h 91"/>
                <a:gd name="T4" fmla="*/ 173 w 173"/>
                <a:gd name="T5" fmla="*/ 0 h 91"/>
              </a:gdLst>
              <a:ahLst/>
              <a:cxnLst>
                <a:cxn ang="0">
                  <a:pos x="T0" y="T1"/>
                </a:cxn>
                <a:cxn ang="0">
                  <a:pos x="T2" y="T3"/>
                </a:cxn>
                <a:cxn ang="0">
                  <a:pos x="T4" y="T5"/>
                </a:cxn>
              </a:cxnLst>
              <a:rect l="0" t="0" r="r" b="b"/>
              <a:pathLst>
                <a:path w="173" h="91">
                  <a:moveTo>
                    <a:pt x="0" y="91"/>
                  </a:moveTo>
                  <a:lnTo>
                    <a:pt x="44" y="0"/>
                  </a:lnTo>
                  <a:lnTo>
                    <a:pt x="173" y="0"/>
                  </a:lnTo>
                </a:path>
              </a:pathLst>
            </a:custGeom>
            <a:noFill/>
            <a:ln w="19050"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3" name="Freeform 260">
              <a:extLst>
                <a:ext uri="{FF2B5EF4-FFF2-40B4-BE49-F238E27FC236}">
                  <a16:creationId xmlns:a16="http://schemas.microsoft.com/office/drawing/2014/main" id="{8B647EAD-ECDA-81FB-DBEC-7C0F79301DB5}"/>
                </a:ext>
              </a:extLst>
            </p:cNvPr>
            <p:cNvSpPr>
              <a:spLocks/>
            </p:cNvSpPr>
            <p:nvPr/>
          </p:nvSpPr>
          <p:spPr bwMode="auto">
            <a:xfrm>
              <a:off x="5762625" y="823913"/>
              <a:ext cx="130175" cy="117475"/>
            </a:xfrm>
            <a:custGeom>
              <a:avLst/>
              <a:gdLst>
                <a:gd name="T0" fmla="*/ 175 w 175"/>
                <a:gd name="T1" fmla="*/ 157 h 157"/>
                <a:gd name="T2" fmla="*/ 0 w 175"/>
                <a:gd name="T3" fmla="*/ 157 h 157"/>
                <a:gd name="T4" fmla="*/ 76 w 175"/>
                <a:gd name="T5" fmla="*/ 0 h 157"/>
              </a:gdLst>
              <a:ahLst/>
              <a:cxnLst>
                <a:cxn ang="0">
                  <a:pos x="T0" y="T1"/>
                </a:cxn>
                <a:cxn ang="0">
                  <a:pos x="T2" y="T3"/>
                </a:cxn>
                <a:cxn ang="0">
                  <a:pos x="T4" y="T5"/>
                </a:cxn>
              </a:cxnLst>
              <a:rect l="0" t="0" r="r" b="b"/>
              <a:pathLst>
                <a:path w="175" h="157">
                  <a:moveTo>
                    <a:pt x="175" y="157"/>
                  </a:moveTo>
                  <a:lnTo>
                    <a:pt x="0" y="157"/>
                  </a:lnTo>
                  <a:lnTo>
                    <a:pt x="76" y="0"/>
                  </a:lnTo>
                </a:path>
              </a:pathLst>
            </a:custGeom>
            <a:noFill/>
            <a:ln w="19050"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4" name="Oval 213">
              <a:extLst>
                <a:ext uri="{FF2B5EF4-FFF2-40B4-BE49-F238E27FC236}">
                  <a16:creationId xmlns:a16="http://schemas.microsoft.com/office/drawing/2014/main" id="{4440B450-62B4-F7EB-906C-FD85FB18F52C}"/>
                </a:ext>
              </a:extLst>
            </p:cNvPr>
            <p:cNvSpPr>
              <a:spLocks noChangeArrowheads="1"/>
            </p:cNvSpPr>
            <p:nvPr/>
          </p:nvSpPr>
          <p:spPr bwMode="auto">
            <a:xfrm>
              <a:off x="6265863" y="460375"/>
              <a:ext cx="150813" cy="149225"/>
            </a:xfrm>
            <a:prstGeom prst="ellipse">
              <a:avLst/>
            </a:prstGeom>
            <a:noFill/>
            <a:ln w="19050"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5" name="Freeform 262">
              <a:extLst>
                <a:ext uri="{FF2B5EF4-FFF2-40B4-BE49-F238E27FC236}">
                  <a16:creationId xmlns:a16="http://schemas.microsoft.com/office/drawing/2014/main" id="{FF933000-0B79-E4AC-EF3E-B0A625F1DA97}"/>
                </a:ext>
              </a:extLst>
            </p:cNvPr>
            <p:cNvSpPr>
              <a:spLocks/>
            </p:cNvSpPr>
            <p:nvPr/>
          </p:nvSpPr>
          <p:spPr bwMode="auto">
            <a:xfrm>
              <a:off x="6192838" y="638175"/>
              <a:ext cx="315913" cy="219075"/>
            </a:xfrm>
            <a:custGeom>
              <a:avLst/>
              <a:gdLst>
                <a:gd name="T0" fmla="*/ 275 w 420"/>
                <a:gd name="T1" fmla="*/ 146 h 290"/>
                <a:gd name="T2" fmla="*/ 227 w 420"/>
                <a:gd name="T3" fmla="*/ 236 h 290"/>
                <a:gd name="T4" fmla="*/ 178 w 420"/>
                <a:gd name="T5" fmla="*/ 270 h 290"/>
                <a:gd name="T6" fmla="*/ 46 w 420"/>
                <a:gd name="T7" fmla="*/ 270 h 290"/>
                <a:gd name="T8" fmla="*/ 0 w 420"/>
                <a:gd name="T9" fmla="*/ 229 h 290"/>
                <a:gd name="T10" fmla="*/ 26 w 420"/>
                <a:gd name="T11" fmla="*/ 191 h 290"/>
                <a:gd name="T12" fmla="*/ 139 w 420"/>
                <a:gd name="T13" fmla="*/ 177 h 290"/>
                <a:gd name="T14" fmla="*/ 185 w 420"/>
                <a:gd name="T15" fmla="*/ 76 h 290"/>
                <a:gd name="T16" fmla="*/ 285 w 420"/>
                <a:gd name="T17" fmla="*/ 0 h 290"/>
                <a:gd name="T18" fmla="*/ 397 w 420"/>
                <a:gd name="T19" fmla="*/ 109 h 290"/>
                <a:gd name="T20" fmla="*/ 420 w 420"/>
                <a:gd name="T21" fmla="*/ 29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0" h="290">
                  <a:moveTo>
                    <a:pt x="275" y="146"/>
                  </a:moveTo>
                  <a:lnTo>
                    <a:pt x="227" y="236"/>
                  </a:lnTo>
                  <a:cubicBezTo>
                    <a:pt x="216" y="258"/>
                    <a:pt x="199" y="270"/>
                    <a:pt x="178" y="270"/>
                  </a:cubicBezTo>
                  <a:lnTo>
                    <a:pt x="46" y="270"/>
                  </a:lnTo>
                  <a:cubicBezTo>
                    <a:pt x="17" y="270"/>
                    <a:pt x="0" y="256"/>
                    <a:pt x="0" y="229"/>
                  </a:cubicBezTo>
                  <a:cubicBezTo>
                    <a:pt x="0" y="207"/>
                    <a:pt x="11" y="196"/>
                    <a:pt x="26" y="191"/>
                  </a:cubicBezTo>
                  <a:lnTo>
                    <a:pt x="139" y="177"/>
                  </a:lnTo>
                  <a:lnTo>
                    <a:pt x="185" y="76"/>
                  </a:lnTo>
                  <a:cubicBezTo>
                    <a:pt x="206" y="23"/>
                    <a:pt x="244" y="0"/>
                    <a:pt x="285" y="0"/>
                  </a:cubicBezTo>
                  <a:cubicBezTo>
                    <a:pt x="342" y="0"/>
                    <a:pt x="385" y="33"/>
                    <a:pt x="397" y="109"/>
                  </a:cubicBezTo>
                  <a:lnTo>
                    <a:pt x="420" y="290"/>
                  </a:lnTo>
                </a:path>
              </a:pathLst>
            </a:custGeom>
            <a:noFill/>
            <a:ln w="19050"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235" name="Graphic 234" descr="Male profile with solid fill">
            <a:extLst>
              <a:ext uri="{FF2B5EF4-FFF2-40B4-BE49-F238E27FC236}">
                <a16:creationId xmlns:a16="http://schemas.microsoft.com/office/drawing/2014/main" id="{799BD812-EF50-2B98-2CE9-3E06CFD8C94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783913" y="934021"/>
            <a:ext cx="410392" cy="410392"/>
          </a:xfrm>
          <a:prstGeom prst="rect">
            <a:avLst/>
          </a:prstGeom>
        </p:spPr>
      </p:pic>
      <p:pic>
        <p:nvPicPr>
          <p:cNvPr id="237" name="Graphic 236" descr="Building with solid fill">
            <a:extLst>
              <a:ext uri="{FF2B5EF4-FFF2-40B4-BE49-F238E27FC236}">
                <a16:creationId xmlns:a16="http://schemas.microsoft.com/office/drawing/2014/main" id="{15359192-F3F4-738C-10AA-6606447D79F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083133" y="948092"/>
            <a:ext cx="368750" cy="368750"/>
          </a:xfrm>
          <a:prstGeom prst="rect">
            <a:avLst/>
          </a:prstGeom>
        </p:spPr>
      </p:pic>
      <p:sp>
        <p:nvSpPr>
          <p:cNvPr id="238" name="Oval 237">
            <a:extLst>
              <a:ext uri="{FF2B5EF4-FFF2-40B4-BE49-F238E27FC236}">
                <a16:creationId xmlns:a16="http://schemas.microsoft.com/office/drawing/2014/main" id="{A443622E-FFF0-AD9B-A5D5-86BF2A38A2CC}"/>
              </a:ext>
            </a:extLst>
          </p:cNvPr>
          <p:cNvSpPr>
            <a:spLocks noChangeAspect="1"/>
          </p:cNvSpPr>
          <p:nvPr/>
        </p:nvSpPr>
        <p:spPr>
          <a:xfrm>
            <a:off x="3974861" y="1387937"/>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4</a:t>
            </a:r>
          </a:p>
        </p:txBody>
      </p:sp>
      <p:pic>
        <p:nvPicPr>
          <p:cNvPr id="241" name="Graphic 240" descr="Male profile with solid fill">
            <a:extLst>
              <a:ext uri="{FF2B5EF4-FFF2-40B4-BE49-F238E27FC236}">
                <a16:creationId xmlns:a16="http://schemas.microsoft.com/office/drawing/2014/main" id="{AA3994DB-AB5E-8421-0C9B-74E74BD92C2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4430" y="1013105"/>
            <a:ext cx="410392" cy="410392"/>
          </a:xfrm>
          <a:prstGeom prst="rect">
            <a:avLst/>
          </a:prstGeom>
        </p:spPr>
      </p:pic>
      <p:pic>
        <p:nvPicPr>
          <p:cNvPr id="242" name="Graphic 241" descr="Man outline">
            <a:extLst>
              <a:ext uri="{FF2B5EF4-FFF2-40B4-BE49-F238E27FC236}">
                <a16:creationId xmlns:a16="http://schemas.microsoft.com/office/drawing/2014/main" id="{86938A80-8215-0F3A-F948-030EE5336ECB}"/>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3671" y="977157"/>
            <a:ext cx="457200" cy="457200"/>
          </a:xfrm>
          <a:prstGeom prst="rect">
            <a:avLst/>
          </a:prstGeom>
        </p:spPr>
      </p:pic>
      <p:pic>
        <p:nvPicPr>
          <p:cNvPr id="243" name="Graphic 242" descr="Cruise ship with solid fill">
            <a:extLst>
              <a:ext uri="{FF2B5EF4-FFF2-40B4-BE49-F238E27FC236}">
                <a16:creationId xmlns:a16="http://schemas.microsoft.com/office/drawing/2014/main" id="{2A918681-C9FF-2102-BA19-4ACA6F99780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82982" y="939793"/>
            <a:ext cx="518687" cy="518687"/>
          </a:xfrm>
          <a:prstGeom prst="rect">
            <a:avLst/>
          </a:prstGeom>
        </p:spPr>
      </p:pic>
      <p:grpSp>
        <p:nvGrpSpPr>
          <p:cNvPr id="264" name="Loop" descr="{&quot;Key&quot;:&quot;POWER_USER_SHAPE_ICON&quot;,&quot;Value&quot;:&quot;POWER_USER_SHAPE_ICON_STYLE_1&quot;}">
            <a:extLst>
              <a:ext uri="{FF2B5EF4-FFF2-40B4-BE49-F238E27FC236}">
                <a16:creationId xmlns:a16="http://schemas.microsoft.com/office/drawing/2014/main" id="{9C8E779B-063C-8CCF-6986-19CD17001E97}"/>
              </a:ext>
            </a:extLst>
          </p:cNvPr>
          <p:cNvGrpSpPr>
            <a:grpSpLocks noChangeAspect="1"/>
          </p:cNvGrpSpPr>
          <p:nvPr/>
        </p:nvGrpSpPr>
        <p:grpSpPr bwMode="auto">
          <a:xfrm>
            <a:off x="5811079" y="2612110"/>
            <a:ext cx="1344939" cy="1291833"/>
            <a:chOff x="-1597" y="1304"/>
            <a:chExt cx="2102" cy="2019"/>
          </a:xfrm>
          <a:solidFill>
            <a:srgbClr val="7030A0"/>
          </a:solidFill>
        </p:grpSpPr>
        <p:sp>
          <p:nvSpPr>
            <p:cNvPr id="265" name="Freeform 6">
              <a:extLst>
                <a:ext uri="{FF2B5EF4-FFF2-40B4-BE49-F238E27FC236}">
                  <a16:creationId xmlns:a16="http://schemas.microsoft.com/office/drawing/2014/main" id="{5E602844-EF6B-3B17-BF03-57FFCEE31A64}"/>
                </a:ext>
              </a:extLst>
            </p:cNvPr>
            <p:cNvSpPr>
              <a:spLocks/>
            </p:cNvSpPr>
            <p:nvPr/>
          </p:nvSpPr>
          <p:spPr bwMode="auto">
            <a:xfrm>
              <a:off x="-1597" y="1304"/>
              <a:ext cx="834" cy="1539"/>
            </a:xfrm>
            <a:custGeom>
              <a:avLst/>
              <a:gdLst>
                <a:gd name="T0" fmla="*/ 1099 w 1736"/>
                <a:gd name="T1" fmla="*/ 0 h 3206"/>
                <a:gd name="T2" fmla="*/ 1101 w 1736"/>
                <a:gd name="T3" fmla="*/ 0 h 3206"/>
                <a:gd name="T4" fmla="*/ 1736 w 1736"/>
                <a:gd name="T5" fmla="*/ 438 h 3206"/>
                <a:gd name="T6" fmla="*/ 1583 w 1736"/>
                <a:gd name="T7" fmla="*/ 1198 h 3206"/>
                <a:gd name="T8" fmla="*/ 1462 w 1736"/>
                <a:gd name="T9" fmla="*/ 899 h 3206"/>
                <a:gd name="T10" fmla="*/ 935 w 1736"/>
                <a:gd name="T11" fmla="*/ 1291 h 3206"/>
                <a:gd name="T12" fmla="*/ 635 w 1736"/>
                <a:gd name="T13" fmla="*/ 1912 h 3206"/>
                <a:gd name="T14" fmla="*/ 795 w 1736"/>
                <a:gd name="T15" fmla="*/ 2903 h 3206"/>
                <a:gd name="T16" fmla="*/ 270 w 1736"/>
                <a:gd name="T17" fmla="*/ 3206 h 3206"/>
                <a:gd name="T18" fmla="*/ 0 w 1736"/>
                <a:gd name="T19" fmla="*/ 2253 h 3206"/>
                <a:gd name="T20" fmla="*/ 0 w 1736"/>
                <a:gd name="T21" fmla="*/ 2140 h 3206"/>
                <a:gd name="T22" fmla="*/ 330 w 1736"/>
                <a:gd name="T23" fmla="*/ 1091 h 3206"/>
                <a:gd name="T24" fmla="*/ 1236 w 1736"/>
                <a:gd name="T25" fmla="*/ 336 h 3206"/>
                <a:gd name="T26" fmla="*/ 1099 w 1736"/>
                <a:gd name="T27" fmla="*/ 0 h 3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36" h="3206">
                  <a:moveTo>
                    <a:pt x="1099" y="0"/>
                  </a:moveTo>
                  <a:lnTo>
                    <a:pt x="1101" y="0"/>
                  </a:lnTo>
                  <a:cubicBezTo>
                    <a:pt x="1313" y="147"/>
                    <a:pt x="1525" y="292"/>
                    <a:pt x="1736" y="438"/>
                  </a:cubicBezTo>
                  <a:cubicBezTo>
                    <a:pt x="1685" y="691"/>
                    <a:pt x="1634" y="944"/>
                    <a:pt x="1583" y="1198"/>
                  </a:cubicBezTo>
                  <a:cubicBezTo>
                    <a:pt x="1542" y="1098"/>
                    <a:pt x="1502" y="999"/>
                    <a:pt x="1462" y="899"/>
                  </a:cubicBezTo>
                  <a:cubicBezTo>
                    <a:pt x="1259" y="986"/>
                    <a:pt x="1077" y="1122"/>
                    <a:pt x="935" y="1291"/>
                  </a:cubicBezTo>
                  <a:cubicBezTo>
                    <a:pt x="786" y="1469"/>
                    <a:pt x="681" y="1684"/>
                    <a:pt x="635" y="1912"/>
                  </a:cubicBezTo>
                  <a:cubicBezTo>
                    <a:pt x="565" y="2247"/>
                    <a:pt x="623" y="2607"/>
                    <a:pt x="795" y="2903"/>
                  </a:cubicBezTo>
                  <a:cubicBezTo>
                    <a:pt x="620" y="3004"/>
                    <a:pt x="445" y="3105"/>
                    <a:pt x="270" y="3206"/>
                  </a:cubicBezTo>
                  <a:cubicBezTo>
                    <a:pt x="103" y="2918"/>
                    <a:pt x="10" y="2587"/>
                    <a:pt x="0" y="2253"/>
                  </a:cubicBezTo>
                  <a:lnTo>
                    <a:pt x="0" y="2140"/>
                  </a:lnTo>
                  <a:cubicBezTo>
                    <a:pt x="11" y="1769"/>
                    <a:pt x="125" y="1401"/>
                    <a:pt x="330" y="1091"/>
                  </a:cubicBezTo>
                  <a:cubicBezTo>
                    <a:pt x="548" y="757"/>
                    <a:pt x="868" y="491"/>
                    <a:pt x="1236" y="336"/>
                  </a:cubicBezTo>
                  <a:cubicBezTo>
                    <a:pt x="1190" y="224"/>
                    <a:pt x="1145" y="112"/>
                    <a:pt x="1099" y="0"/>
                  </a:cubicBezTo>
                  <a:close/>
                </a:path>
              </a:pathLst>
            </a:custGeom>
            <a:grpFill/>
            <a:ln w="1905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Freeform 7">
              <a:extLst>
                <a:ext uri="{FF2B5EF4-FFF2-40B4-BE49-F238E27FC236}">
                  <a16:creationId xmlns:a16="http://schemas.microsoft.com/office/drawing/2014/main" id="{B890A9AB-DDAE-1B09-FE46-6D50381A12B5}"/>
                </a:ext>
              </a:extLst>
            </p:cNvPr>
            <p:cNvSpPr>
              <a:spLocks/>
            </p:cNvSpPr>
            <p:nvPr/>
          </p:nvSpPr>
          <p:spPr bwMode="auto">
            <a:xfrm>
              <a:off x="-629" y="1389"/>
              <a:ext cx="1134" cy="1273"/>
            </a:xfrm>
            <a:custGeom>
              <a:avLst/>
              <a:gdLst>
                <a:gd name="T0" fmla="*/ 1 w 2362"/>
                <a:gd name="T1" fmla="*/ 0 h 2653"/>
                <a:gd name="T2" fmla="*/ 720 w 2362"/>
                <a:gd name="T3" fmla="*/ 132 h 2653"/>
                <a:gd name="T4" fmla="*/ 1405 w 2362"/>
                <a:gd name="T5" fmla="*/ 567 h 2653"/>
                <a:gd name="T6" fmla="*/ 1983 w 2362"/>
                <a:gd name="T7" fmla="*/ 1635 h 2653"/>
                <a:gd name="T8" fmla="*/ 2005 w 2362"/>
                <a:gd name="T9" fmla="*/ 2269 h 2653"/>
                <a:gd name="T10" fmla="*/ 2362 w 2362"/>
                <a:gd name="T11" fmla="*/ 2319 h 2653"/>
                <a:gd name="T12" fmla="*/ 2325 w 2362"/>
                <a:gd name="T13" fmla="*/ 2339 h 2653"/>
                <a:gd name="T14" fmla="*/ 1667 w 2362"/>
                <a:gd name="T15" fmla="*/ 2653 h 2653"/>
                <a:gd name="T16" fmla="*/ 1086 w 2362"/>
                <a:gd name="T17" fmla="*/ 2141 h 2653"/>
                <a:gd name="T18" fmla="*/ 1405 w 2362"/>
                <a:gd name="T19" fmla="*/ 2185 h 2653"/>
                <a:gd name="T20" fmla="*/ 1283 w 2362"/>
                <a:gd name="T21" fmla="*/ 1424 h 2653"/>
                <a:gd name="T22" fmla="*/ 795 w 2362"/>
                <a:gd name="T23" fmla="*/ 850 h 2653"/>
                <a:gd name="T24" fmla="*/ 2 w 2362"/>
                <a:gd name="T25" fmla="*/ 606 h 2653"/>
                <a:gd name="T26" fmla="*/ 1 w 2362"/>
                <a:gd name="T2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62" h="2653">
                  <a:moveTo>
                    <a:pt x="1" y="0"/>
                  </a:moveTo>
                  <a:cubicBezTo>
                    <a:pt x="246" y="0"/>
                    <a:pt x="491" y="44"/>
                    <a:pt x="720" y="132"/>
                  </a:cubicBezTo>
                  <a:cubicBezTo>
                    <a:pt x="974" y="229"/>
                    <a:pt x="1209" y="378"/>
                    <a:pt x="1405" y="567"/>
                  </a:cubicBezTo>
                  <a:cubicBezTo>
                    <a:pt x="1702" y="852"/>
                    <a:pt x="1906" y="1231"/>
                    <a:pt x="1983" y="1635"/>
                  </a:cubicBezTo>
                  <a:cubicBezTo>
                    <a:pt x="2024" y="1844"/>
                    <a:pt x="2031" y="2058"/>
                    <a:pt x="2005" y="2269"/>
                  </a:cubicBezTo>
                  <a:cubicBezTo>
                    <a:pt x="2124" y="2286"/>
                    <a:pt x="2243" y="2302"/>
                    <a:pt x="2362" y="2319"/>
                  </a:cubicBezTo>
                  <a:cubicBezTo>
                    <a:pt x="2351" y="2328"/>
                    <a:pt x="2338" y="2333"/>
                    <a:pt x="2325" y="2339"/>
                  </a:cubicBezTo>
                  <a:cubicBezTo>
                    <a:pt x="2106" y="2443"/>
                    <a:pt x="1886" y="2548"/>
                    <a:pt x="1667" y="2653"/>
                  </a:cubicBezTo>
                  <a:cubicBezTo>
                    <a:pt x="1473" y="2482"/>
                    <a:pt x="1279" y="2311"/>
                    <a:pt x="1086" y="2141"/>
                  </a:cubicBezTo>
                  <a:cubicBezTo>
                    <a:pt x="1192" y="2155"/>
                    <a:pt x="1298" y="2169"/>
                    <a:pt x="1405" y="2185"/>
                  </a:cubicBezTo>
                  <a:cubicBezTo>
                    <a:pt x="1436" y="1926"/>
                    <a:pt x="1393" y="1660"/>
                    <a:pt x="1283" y="1424"/>
                  </a:cubicBezTo>
                  <a:cubicBezTo>
                    <a:pt x="1177" y="1193"/>
                    <a:pt x="1006" y="992"/>
                    <a:pt x="795" y="850"/>
                  </a:cubicBezTo>
                  <a:cubicBezTo>
                    <a:pt x="563" y="692"/>
                    <a:pt x="283" y="605"/>
                    <a:pt x="2" y="606"/>
                  </a:cubicBezTo>
                  <a:cubicBezTo>
                    <a:pt x="2" y="404"/>
                    <a:pt x="0" y="202"/>
                    <a:pt x="1" y="0"/>
                  </a:cubicBezTo>
                  <a:close/>
                </a:path>
              </a:pathLst>
            </a:custGeom>
            <a:grpFill/>
            <a:ln w="1905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7" name="Freeform 8">
              <a:extLst>
                <a:ext uri="{FF2B5EF4-FFF2-40B4-BE49-F238E27FC236}">
                  <a16:creationId xmlns:a16="http://schemas.microsoft.com/office/drawing/2014/main" id="{884195E5-D6FF-21A3-E7F9-0F81A6FB57A3}"/>
                </a:ext>
              </a:extLst>
            </p:cNvPr>
            <p:cNvSpPr>
              <a:spLocks/>
            </p:cNvSpPr>
            <p:nvPr/>
          </p:nvSpPr>
          <p:spPr bwMode="auto">
            <a:xfrm>
              <a:off x="-1325" y="2697"/>
              <a:ext cx="1534" cy="626"/>
            </a:xfrm>
            <a:custGeom>
              <a:avLst/>
              <a:gdLst>
                <a:gd name="T0" fmla="*/ 2295 w 3195"/>
                <a:gd name="T1" fmla="*/ 421 h 1304"/>
                <a:gd name="T2" fmla="*/ 2672 w 3195"/>
                <a:gd name="T3" fmla="*/ 0 h 1304"/>
                <a:gd name="T4" fmla="*/ 3195 w 3195"/>
                <a:gd name="T5" fmla="*/ 306 h 1304"/>
                <a:gd name="T6" fmla="*/ 3101 w 3195"/>
                <a:gd name="T7" fmla="*/ 452 h 1304"/>
                <a:gd name="T8" fmla="*/ 2216 w 3195"/>
                <a:gd name="T9" fmla="*/ 1155 h 1304"/>
                <a:gd name="T10" fmla="*/ 1501 w 3195"/>
                <a:gd name="T11" fmla="*/ 1304 h 1304"/>
                <a:gd name="T12" fmla="*/ 1388 w 3195"/>
                <a:gd name="T13" fmla="*/ 1304 h 1304"/>
                <a:gd name="T14" fmla="*/ 791 w 3195"/>
                <a:gd name="T15" fmla="*/ 1192 h 1304"/>
                <a:gd name="T16" fmla="*/ 225 w 3195"/>
                <a:gd name="T17" fmla="*/ 887 h 1304"/>
                <a:gd name="T18" fmla="*/ 0 w 3195"/>
                <a:gd name="T19" fmla="*/ 1172 h 1304"/>
                <a:gd name="T20" fmla="*/ 66 w 3195"/>
                <a:gd name="T21" fmla="*/ 400 h 1304"/>
                <a:gd name="T22" fmla="*/ 801 w 3195"/>
                <a:gd name="T23" fmla="*/ 158 h 1304"/>
                <a:gd name="T24" fmla="*/ 602 w 3195"/>
                <a:gd name="T25" fmla="*/ 411 h 1304"/>
                <a:gd name="T26" fmla="*/ 1602 w 3195"/>
                <a:gd name="T27" fmla="*/ 691 h 1304"/>
                <a:gd name="T28" fmla="*/ 2294 w 3195"/>
                <a:gd name="T29" fmla="*/ 420 h 1304"/>
                <a:gd name="T30" fmla="*/ 2295 w 3195"/>
                <a:gd name="T31" fmla="*/ 421 h 1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95" h="1304">
                  <a:moveTo>
                    <a:pt x="2295" y="421"/>
                  </a:moveTo>
                  <a:cubicBezTo>
                    <a:pt x="2447" y="308"/>
                    <a:pt x="2576" y="163"/>
                    <a:pt x="2672" y="0"/>
                  </a:cubicBezTo>
                  <a:cubicBezTo>
                    <a:pt x="2846" y="102"/>
                    <a:pt x="3022" y="203"/>
                    <a:pt x="3195" y="306"/>
                  </a:cubicBezTo>
                  <a:cubicBezTo>
                    <a:pt x="3165" y="356"/>
                    <a:pt x="3135" y="405"/>
                    <a:pt x="3101" y="452"/>
                  </a:cubicBezTo>
                  <a:cubicBezTo>
                    <a:pt x="2882" y="765"/>
                    <a:pt x="2570" y="1010"/>
                    <a:pt x="2216" y="1155"/>
                  </a:cubicBezTo>
                  <a:cubicBezTo>
                    <a:pt x="1990" y="1248"/>
                    <a:pt x="1746" y="1298"/>
                    <a:pt x="1501" y="1304"/>
                  </a:cubicBezTo>
                  <a:lnTo>
                    <a:pt x="1388" y="1304"/>
                  </a:lnTo>
                  <a:cubicBezTo>
                    <a:pt x="1185" y="1295"/>
                    <a:pt x="983" y="1259"/>
                    <a:pt x="791" y="1192"/>
                  </a:cubicBezTo>
                  <a:cubicBezTo>
                    <a:pt x="588" y="1121"/>
                    <a:pt x="396" y="1018"/>
                    <a:pt x="225" y="887"/>
                  </a:cubicBezTo>
                  <a:cubicBezTo>
                    <a:pt x="150" y="981"/>
                    <a:pt x="75" y="1077"/>
                    <a:pt x="0" y="1172"/>
                  </a:cubicBezTo>
                  <a:cubicBezTo>
                    <a:pt x="22" y="915"/>
                    <a:pt x="44" y="657"/>
                    <a:pt x="66" y="400"/>
                  </a:cubicBezTo>
                  <a:cubicBezTo>
                    <a:pt x="311" y="319"/>
                    <a:pt x="556" y="238"/>
                    <a:pt x="801" y="158"/>
                  </a:cubicBezTo>
                  <a:cubicBezTo>
                    <a:pt x="735" y="243"/>
                    <a:pt x="668" y="326"/>
                    <a:pt x="602" y="411"/>
                  </a:cubicBezTo>
                  <a:cubicBezTo>
                    <a:pt x="884" y="626"/>
                    <a:pt x="1249" y="729"/>
                    <a:pt x="1602" y="691"/>
                  </a:cubicBezTo>
                  <a:cubicBezTo>
                    <a:pt x="1851" y="665"/>
                    <a:pt x="2093" y="570"/>
                    <a:pt x="2294" y="420"/>
                  </a:cubicBezTo>
                  <a:lnTo>
                    <a:pt x="2295" y="421"/>
                  </a:lnTo>
                  <a:close/>
                </a:path>
              </a:pathLst>
            </a:custGeom>
            <a:grpFill/>
            <a:ln w="1905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268" name="Graphic 267" descr="Male profile with solid fill">
            <a:extLst>
              <a:ext uri="{FF2B5EF4-FFF2-40B4-BE49-F238E27FC236}">
                <a16:creationId xmlns:a16="http://schemas.microsoft.com/office/drawing/2014/main" id="{0F6C0F4B-B08C-15EA-0683-421CA9F206A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517080" y="954554"/>
            <a:ext cx="410392" cy="410392"/>
          </a:xfrm>
          <a:prstGeom prst="rect">
            <a:avLst/>
          </a:prstGeom>
        </p:spPr>
      </p:pic>
      <p:pic>
        <p:nvPicPr>
          <p:cNvPr id="271" name="Graphic 270" descr="Building with solid fill">
            <a:extLst>
              <a:ext uri="{FF2B5EF4-FFF2-40B4-BE49-F238E27FC236}">
                <a16:creationId xmlns:a16="http://schemas.microsoft.com/office/drawing/2014/main" id="{C40DF2F6-2147-ADF9-975A-38F6F8DB8BD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435189" y="3369832"/>
            <a:ext cx="368750" cy="368750"/>
          </a:xfrm>
          <a:prstGeom prst="rect">
            <a:avLst/>
          </a:prstGeom>
        </p:spPr>
      </p:pic>
      <p:pic>
        <p:nvPicPr>
          <p:cNvPr id="272" name="Graphic 271" descr="Building with solid fill">
            <a:extLst>
              <a:ext uri="{FF2B5EF4-FFF2-40B4-BE49-F238E27FC236}">
                <a16:creationId xmlns:a16="http://schemas.microsoft.com/office/drawing/2014/main" id="{55989514-79AB-D527-312B-719C6AE30FA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670713" y="3371412"/>
            <a:ext cx="368750" cy="368750"/>
          </a:xfrm>
          <a:prstGeom prst="rect">
            <a:avLst/>
          </a:prstGeom>
        </p:spPr>
      </p:pic>
      <p:pic>
        <p:nvPicPr>
          <p:cNvPr id="273" name="Graphic 272" descr="Male profile with solid fill">
            <a:extLst>
              <a:ext uri="{FF2B5EF4-FFF2-40B4-BE49-F238E27FC236}">
                <a16:creationId xmlns:a16="http://schemas.microsoft.com/office/drawing/2014/main" id="{FEFC296D-EA77-408D-681C-B1F4CEB2E32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28475" y="959504"/>
            <a:ext cx="410392" cy="410392"/>
          </a:xfrm>
          <a:prstGeom prst="rect">
            <a:avLst/>
          </a:prstGeom>
        </p:spPr>
      </p:pic>
      <p:pic>
        <p:nvPicPr>
          <p:cNvPr id="275" name="Picture 274">
            <a:extLst>
              <a:ext uri="{FF2B5EF4-FFF2-40B4-BE49-F238E27FC236}">
                <a16:creationId xmlns:a16="http://schemas.microsoft.com/office/drawing/2014/main" id="{FE07DF38-6C32-C5A8-3488-AC179BB0A3A3}"/>
              </a:ext>
            </a:extLst>
          </p:cNvPr>
          <p:cNvPicPr>
            <a:picLocks noChangeAspect="1"/>
          </p:cNvPicPr>
          <p:nvPr/>
        </p:nvPicPr>
        <p:blipFill>
          <a:blip r:embed="rId19"/>
          <a:stretch>
            <a:fillRect/>
          </a:stretch>
        </p:blipFill>
        <p:spPr>
          <a:xfrm>
            <a:off x="7720477" y="1035977"/>
            <a:ext cx="476274" cy="285765"/>
          </a:xfrm>
          <a:prstGeom prst="rect">
            <a:avLst/>
          </a:prstGeom>
        </p:spPr>
      </p:pic>
      <p:cxnSp>
        <p:nvCxnSpPr>
          <p:cNvPr id="193" name="Straight Connector 192">
            <a:extLst>
              <a:ext uri="{FF2B5EF4-FFF2-40B4-BE49-F238E27FC236}">
                <a16:creationId xmlns:a16="http://schemas.microsoft.com/office/drawing/2014/main" id="{E799610B-CEA9-1896-54BD-A55DEA4ACC16}"/>
              </a:ext>
            </a:extLst>
          </p:cNvPr>
          <p:cNvCxnSpPr>
            <a:cxnSpLocks/>
          </p:cNvCxnSpPr>
          <p:nvPr/>
        </p:nvCxnSpPr>
        <p:spPr>
          <a:xfrm flipH="1">
            <a:off x="956301" y="1915677"/>
            <a:ext cx="6620375" cy="21548"/>
          </a:xfrm>
          <a:prstGeom prst="line">
            <a:avLst/>
          </a:prstGeom>
          <a:ln w="41275">
            <a:solidFill>
              <a:srgbClr val="7030A0"/>
            </a:solidFill>
          </a:ln>
        </p:spPr>
        <p:style>
          <a:lnRef idx="2">
            <a:schemeClr val="accent6"/>
          </a:lnRef>
          <a:fillRef idx="0">
            <a:schemeClr val="accent6"/>
          </a:fillRef>
          <a:effectRef idx="1">
            <a:schemeClr val="accent6"/>
          </a:effectRef>
          <a:fontRef idx="minor">
            <a:schemeClr val="tx1"/>
          </a:fontRef>
        </p:style>
      </p:cxnSp>
      <p:pic>
        <p:nvPicPr>
          <p:cNvPr id="278" name="Picture 277">
            <a:extLst>
              <a:ext uri="{FF2B5EF4-FFF2-40B4-BE49-F238E27FC236}">
                <a16:creationId xmlns:a16="http://schemas.microsoft.com/office/drawing/2014/main" id="{772C3469-A3E6-4E59-E849-AF374095E01E}"/>
              </a:ext>
            </a:extLst>
          </p:cNvPr>
          <p:cNvPicPr>
            <a:picLocks noChangeAspect="1"/>
          </p:cNvPicPr>
          <p:nvPr/>
        </p:nvPicPr>
        <p:blipFill>
          <a:blip r:embed="rId20"/>
          <a:stretch>
            <a:fillRect/>
          </a:stretch>
        </p:blipFill>
        <p:spPr>
          <a:xfrm>
            <a:off x="9324971" y="807796"/>
            <a:ext cx="764096" cy="527785"/>
          </a:xfrm>
          <a:prstGeom prst="rect">
            <a:avLst/>
          </a:prstGeom>
        </p:spPr>
      </p:pic>
      <p:sp>
        <p:nvSpPr>
          <p:cNvPr id="281" name="Oval 280">
            <a:extLst>
              <a:ext uri="{FF2B5EF4-FFF2-40B4-BE49-F238E27FC236}">
                <a16:creationId xmlns:a16="http://schemas.microsoft.com/office/drawing/2014/main" id="{BD40028A-F9A9-E424-7297-235C4E3749E7}"/>
              </a:ext>
            </a:extLst>
          </p:cNvPr>
          <p:cNvSpPr>
            <a:spLocks noChangeAspect="1"/>
          </p:cNvSpPr>
          <p:nvPr/>
        </p:nvSpPr>
        <p:spPr>
          <a:xfrm>
            <a:off x="9596283" y="1380924"/>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7A</a:t>
            </a:r>
          </a:p>
        </p:txBody>
      </p:sp>
      <p:pic>
        <p:nvPicPr>
          <p:cNvPr id="30" name="Picture 29">
            <a:extLst>
              <a:ext uri="{FF2B5EF4-FFF2-40B4-BE49-F238E27FC236}">
                <a16:creationId xmlns:a16="http://schemas.microsoft.com/office/drawing/2014/main" id="{DC461F38-6EC9-837D-D348-8E7DEA40E78A}"/>
              </a:ext>
            </a:extLst>
          </p:cNvPr>
          <p:cNvPicPr>
            <a:picLocks noChangeAspect="1"/>
          </p:cNvPicPr>
          <p:nvPr/>
        </p:nvPicPr>
        <p:blipFill>
          <a:blip r:embed="rId8"/>
          <a:stretch>
            <a:fillRect/>
          </a:stretch>
        </p:blipFill>
        <p:spPr>
          <a:xfrm>
            <a:off x="11175403" y="4666667"/>
            <a:ext cx="758721" cy="639631"/>
          </a:xfrm>
          <a:prstGeom prst="rect">
            <a:avLst/>
          </a:prstGeom>
        </p:spPr>
      </p:pic>
      <p:sp>
        <p:nvSpPr>
          <p:cNvPr id="4" name="TextBox 3">
            <a:extLst>
              <a:ext uri="{FF2B5EF4-FFF2-40B4-BE49-F238E27FC236}">
                <a16:creationId xmlns:a16="http://schemas.microsoft.com/office/drawing/2014/main" id="{E9DC293C-CC2C-39A7-8896-6EC998D90496}"/>
              </a:ext>
            </a:extLst>
          </p:cNvPr>
          <p:cNvSpPr txBox="1"/>
          <p:nvPr/>
        </p:nvSpPr>
        <p:spPr>
          <a:xfrm>
            <a:off x="2367568" y="725889"/>
            <a:ext cx="2313417"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prstClr val="black"/>
                </a:solidFill>
                <a:effectLst/>
                <a:uLnTx/>
                <a:uFillTx/>
                <a:latin typeface="Ubuntu body"/>
                <a:ea typeface="+mn-ea"/>
                <a:cs typeface="+mn-cs"/>
              </a:rPr>
              <a:t>UW Room</a:t>
            </a:r>
          </a:p>
        </p:txBody>
      </p:sp>
      <p:pic>
        <p:nvPicPr>
          <p:cNvPr id="5" name="Graphic 4" descr="Man outline">
            <a:extLst>
              <a:ext uri="{FF2B5EF4-FFF2-40B4-BE49-F238E27FC236}">
                <a16:creationId xmlns:a16="http://schemas.microsoft.com/office/drawing/2014/main" id="{DCC1CB7A-B902-1B5C-7EEA-CD4FAA1F0263}"/>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670714" y="915187"/>
            <a:ext cx="457200" cy="457200"/>
          </a:xfrm>
          <a:prstGeom prst="rect">
            <a:avLst/>
          </a:prstGeom>
        </p:spPr>
      </p:pic>
      <p:sp>
        <p:nvSpPr>
          <p:cNvPr id="71" name="TextBox 70">
            <a:extLst>
              <a:ext uri="{FF2B5EF4-FFF2-40B4-BE49-F238E27FC236}">
                <a16:creationId xmlns:a16="http://schemas.microsoft.com/office/drawing/2014/main" id="{A34FCDFC-1A7E-F0F9-67EE-E175D6540EDF}"/>
              </a:ext>
            </a:extLst>
          </p:cNvPr>
          <p:cNvSpPr txBox="1"/>
          <p:nvPr/>
        </p:nvSpPr>
        <p:spPr>
          <a:xfrm>
            <a:off x="10161606" y="1845543"/>
            <a:ext cx="181220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1" i="0" u="sng" strike="noStrike" kern="1200" cap="none" spc="0" normalizeH="0" baseline="0" noProof="0">
                <a:ln>
                  <a:noFill/>
                </a:ln>
                <a:solidFill>
                  <a:prstClr val="black"/>
                </a:solidFill>
                <a:effectLst/>
                <a:uLnTx/>
                <a:uFillTx/>
                <a:latin typeface="Calibri" panose="020F0502020204030204"/>
                <a:ea typeface="+mn-ea"/>
                <a:cs typeface="+mn-cs"/>
              </a:rPr>
              <a:t>Policy - Signing Messages: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prstClr val="black"/>
                </a:solidFill>
                <a:effectLst/>
                <a:uLnTx/>
                <a:uFillTx/>
                <a:latin typeface="Calibri" panose="020F0502020204030204"/>
                <a:ea typeface="+mn-ea"/>
                <a:cs typeface="+mn-cs"/>
              </a:rPr>
              <a:t>Lloyd’s</a:t>
            </a:r>
            <a:r>
              <a:rPr kumimoji="0" lang="en-GB" sz="800" b="0" i="0" u="none" strike="noStrike" kern="1200" cap="none" spc="0" normalizeH="0" baseline="0" noProof="0">
                <a:ln>
                  <a:noFill/>
                </a:ln>
                <a:solidFill>
                  <a:prstClr val="black"/>
                </a:solidFill>
                <a:effectLst/>
                <a:uLnTx/>
                <a:uFillTx/>
                <a:latin typeface="Calibri" panose="020F0502020204030204"/>
                <a:ea typeface="+mn-ea"/>
                <a:cs typeface="+mn-cs"/>
              </a:rPr>
              <a:t> – USM (Linked, De-Linked &amp; Settlement)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prstClr val="black"/>
                </a:solidFill>
                <a:effectLst/>
                <a:uLnTx/>
                <a:uFillTx/>
                <a:latin typeface="Calibri" panose="020F0502020204030204"/>
                <a:ea typeface="+mn-ea"/>
                <a:cs typeface="+mn-cs"/>
              </a:rPr>
              <a:t>ILU</a:t>
            </a:r>
            <a:r>
              <a:rPr kumimoji="0" lang="en-GB" sz="800" b="0" i="0" u="none" strike="noStrike" kern="1200" cap="none" spc="0" normalizeH="0" baseline="0" noProof="0">
                <a:ln>
                  <a:noFill/>
                </a:ln>
                <a:solidFill>
                  <a:prstClr val="black"/>
                </a:solidFill>
                <a:effectLst/>
                <a:uLnTx/>
                <a:uFillTx/>
                <a:latin typeface="Calibri" panose="020F0502020204030204"/>
                <a:ea typeface="+mn-ea"/>
                <a:cs typeface="+mn-cs"/>
              </a:rPr>
              <a:t>  - IPCCSM, ILUCSM, ILUCSB</a:t>
            </a:r>
          </a:p>
        </p:txBody>
      </p:sp>
      <p:sp>
        <p:nvSpPr>
          <p:cNvPr id="85" name="TextBox 84">
            <a:extLst>
              <a:ext uri="{FF2B5EF4-FFF2-40B4-BE49-F238E27FC236}">
                <a16:creationId xmlns:a16="http://schemas.microsoft.com/office/drawing/2014/main" id="{E254681B-2F36-E6D8-11FE-6A57992A6426}"/>
              </a:ext>
            </a:extLst>
          </p:cNvPr>
          <p:cNvSpPr txBox="1"/>
          <p:nvPr/>
        </p:nvSpPr>
        <p:spPr>
          <a:xfrm>
            <a:off x="7066433" y="2159061"/>
            <a:ext cx="2353851" cy="707886"/>
          </a:xfrm>
          <a:prstGeom prst="rect">
            <a:avLst/>
          </a:prstGeom>
          <a:solidFill>
            <a:schemeClr val="bg1"/>
          </a:solid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1" i="0" u="sng" strike="noStrike" kern="1200" cap="none" spc="0" normalizeH="0" baseline="0" noProof="0">
                <a:ln>
                  <a:noFill/>
                </a:ln>
                <a:solidFill>
                  <a:prstClr val="black"/>
                </a:solidFill>
                <a:effectLst/>
                <a:uLnTx/>
                <a:uFillTx/>
                <a:latin typeface="Calibri" panose="020F0502020204030204"/>
                <a:ea typeface="+mn-ea"/>
                <a:cs typeface="+mn-cs"/>
              </a:rPr>
              <a:t>Claim-Signing Messages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prstClr val="black"/>
                </a:solidFill>
                <a:effectLst/>
                <a:uLnTx/>
                <a:uFillTx/>
                <a:latin typeface="Calibri" panose="020F0502020204030204"/>
                <a:ea typeface="+mn-ea"/>
                <a:cs typeface="+mn-cs"/>
              </a:rPr>
              <a:t>Lloyd’s &amp; ILU:</a:t>
            </a:r>
            <a:r>
              <a:rPr kumimoji="0" lang="en-GB" sz="800" b="0" i="0" u="none" strike="noStrike" kern="1200" cap="none" spc="0" normalizeH="0" baseline="0" noProof="0">
                <a:ln>
                  <a:noFill/>
                </a:ln>
                <a:solidFill>
                  <a:prstClr val="black"/>
                </a:solidFill>
                <a:effectLst/>
                <a:uLnTx/>
                <a:uFillTx/>
                <a:latin typeface="Calibri" panose="020F0502020204030204"/>
                <a:ea typeface="+mn-ea"/>
                <a:cs typeface="+mn-cs"/>
              </a:rPr>
              <a:t>ECF Write-Back (ECF Claim notify, Retrieve/Respond)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prstClr val="black"/>
                </a:solidFill>
                <a:effectLst/>
                <a:uLnTx/>
                <a:uFillTx/>
                <a:latin typeface="Calibri" panose="020F0502020204030204"/>
                <a:ea typeface="+mn-ea"/>
                <a:cs typeface="+mn-cs"/>
              </a:rPr>
              <a:t>Lloyd’s/ ILU:</a:t>
            </a:r>
            <a:r>
              <a:rPr kumimoji="0" lang="en-GB" sz="800" b="0" i="0" u="none" strike="noStrike" kern="1200" cap="none" spc="0" normalizeH="0" baseline="0" noProof="0">
                <a:ln>
                  <a:noFill/>
                </a:ln>
                <a:solidFill>
                  <a:prstClr val="black"/>
                </a:solidFill>
                <a:effectLst/>
                <a:uLnTx/>
                <a:uFillTx/>
                <a:latin typeface="Calibri" panose="020F0502020204030204"/>
                <a:ea typeface="+mn-ea"/>
                <a:cs typeface="+mn-cs"/>
              </a:rPr>
              <a:t> SCM/LIMCLM (Claim Movement/Settlement)</a:t>
            </a:r>
          </a:p>
        </p:txBody>
      </p:sp>
      <p:sp>
        <p:nvSpPr>
          <p:cNvPr id="6" name="Callout: Left-Right Arrow 5">
            <a:extLst>
              <a:ext uri="{FF2B5EF4-FFF2-40B4-BE49-F238E27FC236}">
                <a16:creationId xmlns:a16="http://schemas.microsoft.com/office/drawing/2014/main" id="{A46A1324-B6AC-5D21-CB7A-CDAFEDBCF194}"/>
              </a:ext>
            </a:extLst>
          </p:cNvPr>
          <p:cNvSpPr/>
          <p:nvPr/>
        </p:nvSpPr>
        <p:spPr>
          <a:xfrm rot="5400000">
            <a:off x="9010336" y="1899787"/>
            <a:ext cx="1405262" cy="840029"/>
          </a:xfrm>
          <a:prstGeom prst="leftRightArrowCallou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white"/>
                </a:solidFill>
                <a:effectLst/>
                <a:uLnTx/>
                <a:uFillTx/>
                <a:latin typeface="Calibri" panose="020F0502020204030204"/>
                <a:ea typeface="+mn-ea"/>
                <a:cs typeface="+mn-cs"/>
              </a:rPr>
              <a:t>Bureau – Insurer Integration Layer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Calibri" panose="020F0502020204030204"/>
                <a:ea typeface="+mn-ea"/>
                <a:cs typeface="+mn-cs"/>
              </a:rPr>
              <a:t>(FTP/EDI/API based Integration)</a:t>
            </a:r>
          </a:p>
        </p:txBody>
      </p:sp>
      <p:sp>
        <p:nvSpPr>
          <p:cNvPr id="86" name="Arrow: Bent 85">
            <a:extLst>
              <a:ext uri="{FF2B5EF4-FFF2-40B4-BE49-F238E27FC236}">
                <a16:creationId xmlns:a16="http://schemas.microsoft.com/office/drawing/2014/main" id="{CD350085-9568-8AF2-7C85-1D4AE6925686}"/>
              </a:ext>
            </a:extLst>
          </p:cNvPr>
          <p:cNvSpPr/>
          <p:nvPr/>
        </p:nvSpPr>
        <p:spPr>
          <a:xfrm>
            <a:off x="6279225" y="1984089"/>
            <a:ext cx="2998941" cy="522965"/>
          </a:xfrm>
          <a:prstGeom prst="bent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Arrow: Down 86">
            <a:extLst>
              <a:ext uri="{FF2B5EF4-FFF2-40B4-BE49-F238E27FC236}">
                <a16:creationId xmlns:a16="http://schemas.microsoft.com/office/drawing/2014/main" id="{D41D06C0-3A30-FE88-9785-86EF460FB08D}"/>
              </a:ext>
            </a:extLst>
          </p:cNvPr>
          <p:cNvSpPr/>
          <p:nvPr/>
        </p:nvSpPr>
        <p:spPr>
          <a:xfrm>
            <a:off x="6213850" y="2342209"/>
            <a:ext cx="282860" cy="293161"/>
          </a:xfrm>
          <a:prstGeom prst="downArrow">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7" name="Graphic 196" descr="Building with solid fill">
            <a:extLst>
              <a:ext uri="{FF2B5EF4-FFF2-40B4-BE49-F238E27FC236}">
                <a16:creationId xmlns:a16="http://schemas.microsoft.com/office/drawing/2014/main" id="{B41E3DBF-C75F-68D2-8F9B-86CABC1CD23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690285" y="967582"/>
            <a:ext cx="368750" cy="368750"/>
          </a:xfrm>
          <a:prstGeom prst="rect">
            <a:avLst/>
          </a:prstGeom>
        </p:spPr>
      </p:pic>
      <p:sp>
        <p:nvSpPr>
          <p:cNvPr id="285" name="Oval 284">
            <a:extLst>
              <a:ext uri="{FF2B5EF4-FFF2-40B4-BE49-F238E27FC236}">
                <a16:creationId xmlns:a16="http://schemas.microsoft.com/office/drawing/2014/main" id="{474761D2-3462-0CB6-A890-532859EC6565}"/>
              </a:ext>
            </a:extLst>
          </p:cNvPr>
          <p:cNvSpPr>
            <a:spLocks noChangeAspect="1"/>
          </p:cNvSpPr>
          <p:nvPr/>
        </p:nvSpPr>
        <p:spPr>
          <a:xfrm>
            <a:off x="442547" y="1410446"/>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1</a:t>
            </a:r>
          </a:p>
        </p:txBody>
      </p:sp>
      <p:pic>
        <p:nvPicPr>
          <p:cNvPr id="289" name="Picture 288">
            <a:extLst>
              <a:ext uri="{FF2B5EF4-FFF2-40B4-BE49-F238E27FC236}">
                <a16:creationId xmlns:a16="http://schemas.microsoft.com/office/drawing/2014/main" id="{BF365FD9-3F70-18EC-2F42-ABE4C35F99DC}"/>
              </a:ext>
            </a:extLst>
          </p:cNvPr>
          <p:cNvPicPr>
            <a:picLocks noChangeAspect="1"/>
          </p:cNvPicPr>
          <p:nvPr/>
        </p:nvPicPr>
        <p:blipFill>
          <a:blip r:embed="rId21"/>
          <a:stretch>
            <a:fillRect/>
          </a:stretch>
        </p:blipFill>
        <p:spPr>
          <a:xfrm>
            <a:off x="8731813" y="4399383"/>
            <a:ext cx="316495" cy="484481"/>
          </a:xfrm>
          <a:prstGeom prst="rect">
            <a:avLst/>
          </a:prstGeom>
          <a:solidFill>
            <a:schemeClr val="accent2"/>
          </a:solidFill>
        </p:spPr>
      </p:pic>
      <p:sp>
        <p:nvSpPr>
          <p:cNvPr id="3" name="Oval 2">
            <a:extLst>
              <a:ext uri="{FF2B5EF4-FFF2-40B4-BE49-F238E27FC236}">
                <a16:creationId xmlns:a16="http://schemas.microsoft.com/office/drawing/2014/main" id="{2A406CB2-B5AF-C409-FDDC-4939BDBDA34D}"/>
              </a:ext>
            </a:extLst>
          </p:cNvPr>
          <p:cNvSpPr>
            <a:spLocks noChangeAspect="1"/>
          </p:cNvSpPr>
          <p:nvPr/>
        </p:nvSpPr>
        <p:spPr>
          <a:xfrm>
            <a:off x="6279225" y="3040397"/>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9E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pic>
        <p:nvPicPr>
          <p:cNvPr id="32" name="Picture 31">
            <a:extLst>
              <a:ext uri="{FF2B5EF4-FFF2-40B4-BE49-F238E27FC236}">
                <a16:creationId xmlns:a16="http://schemas.microsoft.com/office/drawing/2014/main" id="{9C503B5D-834E-9306-2B15-1095918DBFDB}"/>
              </a:ext>
            </a:extLst>
          </p:cNvPr>
          <p:cNvPicPr>
            <a:picLocks noChangeAspect="1"/>
          </p:cNvPicPr>
          <p:nvPr/>
        </p:nvPicPr>
        <p:blipFill>
          <a:blip r:embed="rId22"/>
          <a:stretch>
            <a:fillRect/>
          </a:stretch>
        </p:blipFill>
        <p:spPr>
          <a:xfrm>
            <a:off x="7324200" y="4343548"/>
            <a:ext cx="695399" cy="513182"/>
          </a:xfrm>
          <a:prstGeom prst="rect">
            <a:avLst/>
          </a:prstGeom>
          <a:solidFill>
            <a:schemeClr val="accent1"/>
          </a:solidFill>
        </p:spPr>
      </p:pic>
      <p:sp>
        <p:nvSpPr>
          <p:cNvPr id="33" name="Oval 32">
            <a:extLst>
              <a:ext uri="{FF2B5EF4-FFF2-40B4-BE49-F238E27FC236}">
                <a16:creationId xmlns:a16="http://schemas.microsoft.com/office/drawing/2014/main" id="{ED4D457C-30AC-DBBE-9DC1-567C426DD853}"/>
              </a:ext>
            </a:extLst>
          </p:cNvPr>
          <p:cNvSpPr>
            <a:spLocks noChangeAspect="1"/>
          </p:cNvSpPr>
          <p:nvPr/>
        </p:nvSpPr>
        <p:spPr>
          <a:xfrm>
            <a:off x="9610466" y="1831043"/>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7B</a:t>
            </a:r>
          </a:p>
        </p:txBody>
      </p:sp>
      <p:sp>
        <p:nvSpPr>
          <p:cNvPr id="37" name="Oval 36">
            <a:extLst>
              <a:ext uri="{FF2B5EF4-FFF2-40B4-BE49-F238E27FC236}">
                <a16:creationId xmlns:a16="http://schemas.microsoft.com/office/drawing/2014/main" id="{6C4D7459-A1D9-EFB5-1772-674A07DAB8E8}"/>
              </a:ext>
            </a:extLst>
          </p:cNvPr>
          <p:cNvSpPr>
            <a:spLocks noChangeAspect="1"/>
          </p:cNvSpPr>
          <p:nvPr/>
        </p:nvSpPr>
        <p:spPr>
          <a:xfrm>
            <a:off x="7685965" y="2001162"/>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9D</a:t>
            </a:r>
          </a:p>
        </p:txBody>
      </p:sp>
      <p:sp>
        <p:nvSpPr>
          <p:cNvPr id="46" name="TextBox 45">
            <a:extLst>
              <a:ext uri="{FF2B5EF4-FFF2-40B4-BE49-F238E27FC236}">
                <a16:creationId xmlns:a16="http://schemas.microsoft.com/office/drawing/2014/main" id="{0FC81236-C1DB-F319-39FD-DF85BACF4A6B}"/>
              </a:ext>
            </a:extLst>
          </p:cNvPr>
          <p:cNvSpPr txBox="1"/>
          <p:nvPr/>
        </p:nvSpPr>
        <p:spPr>
          <a:xfrm>
            <a:off x="401907" y="5689054"/>
            <a:ext cx="3760237" cy="692497"/>
          </a:xfrm>
          <a:prstGeom prst="rect">
            <a:avLst/>
          </a:prstGeom>
          <a:solidFill>
            <a:schemeClr val="bg1"/>
          </a:solidFill>
        </p:spPr>
        <p:txBody>
          <a:bodyPr vert="horz" wrap="square" lIns="0" tIns="0" rIns="0" bIns="0" rtlCol="0" anchor="t">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alibri" panose="020F0502020204030204"/>
                <a:ea typeface="+mn-ea"/>
                <a:cs typeface="+mn-cs"/>
              </a:rPr>
              <a:t>1 – Customer Approach  Broker</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alibri" panose="020F0502020204030204"/>
                <a:ea typeface="+mn-ea"/>
                <a:cs typeface="+mn-cs"/>
              </a:rPr>
              <a:t>2 – Broker Create MRC/Slip</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alibri" panose="020F0502020204030204"/>
                <a:ea typeface="+mn-ea"/>
                <a:cs typeface="+mn-cs"/>
              </a:rPr>
              <a:t>3 – Broker Presenting risk with Lead Ins</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alibri" panose="020F0502020204030204"/>
                <a:ea typeface="+mn-ea"/>
                <a:cs typeface="+mn-cs"/>
              </a:rPr>
              <a:t>4 – Broker presenting risk with Follower</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alibri" panose="020F0502020204030204"/>
                <a:ea typeface="+mn-ea"/>
                <a:cs typeface="+mn-cs"/>
              </a:rPr>
              <a:t>5A – Quote issued</a:t>
            </a:r>
          </a:p>
        </p:txBody>
      </p:sp>
      <p:sp>
        <p:nvSpPr>
          <p:cNvPr id="49" name="Oval 48">
            <a:extLst>
              <a:ext uri="{FF2B5EF4-FFF2-40B4-BE49-F238E27FC236}">
                <a16:creationId xmlns:a16="http://schemas.microsoft.com/office/drawing/2014/main" id="{7A308435-8113-8083-0306-C64D544AF201}"/>
              </a:ext>
            </a:extLst>
          </p:cNvPr>
          <p:cNvSpPr>
            <a:spLocks noChangeAspect="1"/>
          </p:cNvSpPr>
          <p:nvPr/>
        </p:nvSpPr>
        <p:spPr>
          <a:xfrm>
            <a:off x="6178489" y="1405331"/>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5B</a:t>
            </a:r>
          </a:p>
        </p:txBody>
      </p:sp>
      <p:pic>
        <p:nvPicPr>
          <p:cNvPr id="51" name="Graphic 50" descr="Shield Tick with solid fill">
            <a:extLst>
              <a:ext uri="{FF2B5EF4-FFF2-40B4-BE49-F238E27FC236}">
                <a16:creationId xmlns:a16="http://schemas.microsoft.com/office/drawing/2014/main" id="{620C08E3-2B90-45C5-2BCB-C4B07DD41040}"/>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618666" y="855669"/>
            <a:ext cx="914400" cy="574730"/>
          </a:xfrm>
          <a:prstGeom prst="rect">
            <a:avLst/>
          </a:prstGeom>
        </p:spPr>
      </p:pic>
      <p:cxnSp>
        <p:nvCxnSpPr>
          <p:cNvPr id="57" name="Straight Connector 56">
            <a:extLst>
              <a:ext uri="{FF2B5EF4-FFF2-40B4-BE49-F238E27FC236}">
                <a16:creationId xmlns:a16="http://schemas.microsoft.com/office/drawing/2014/main" id="{606711A9-3F16-921B-A631-A309F3502F77}"/>
              </a:ext>
            </a:extLst>
          </p:cNvPr>
          <p:cNvCxnSpPr>
            <a:cxnSpLocks/>
          </p:cNvCxnSpPr>
          <p:nvPr/>
        </p:nvCxnSpPr>
        <p:spPr>
          <a:xfrm>
            <a:off x="3480887" y="1553746"/>
            <a:ext cx="0" cy="371527"/>
          </a:xfrm>
          <a:prstGeom prst="line">
            <a:avLst/>
          </a:prstGeom>
          <a:ln w="34925">
            <a:solidFill>
              <a:srgbClr val="7030A0"/>
            </a:solidFill>
          </a:ln>
        </p:spPr>
        <p:style>
          <a:lnRef idx="2">
            <a:schemeClr val="accent6"/>
          </a:lnRef>
          <a:fillRef idx="0">
            <a:schemeClr val="accent6"/>
          </a:fillRef>
          <a:effectRef idx="1">
            <a:schemeClr val="accent6"/>
          </a:effectRef>
          <a:fontRef idx="minor">
            <a:schemeClr val="tx1"/>
          </a:fontRef>
        </p:style>
      </p:cxnSp>
      <p:cxnSp>
        <p:nvCxnSpPr>
          <p:cNvPr id="58" name="Straight Connector 57">
            <a:extLst>
              <a:ext uri="{FF2B5EF4-FFF2-40B4-BE49-F238E27FC236}">
                <a16:creationId xmlns:a16="http://schemas.microsoft.com/office/drawing/2014/main" id="{0DDAFC25-A86B-9130-AD41-4673BC82292C}"/>
              </a:ext>
            </a:extLst>
          </p:cNvPr>
          <p:cNvCxnSpPr>
            <a:cxnSpLocks/>
          </p:cNvCxnSpPr>
          <p:nvPr/>
        </p:nvCxnSpPr>
        <p:spPr>
          <a:xfrm>
            <a:off x="7599243" y="1546651"/>
            <a:ext cx="0" cy="371527"/>
          </a:xfrm>
          <a:prstGeom prst="line">
            <a:avLst/>
          </a:prstGeom>
          <a:ln w="34925">
            <a:solidFill>
              <a:srgbClr val="7030A0"/>
            </a:solidFill>
          </a:ln>
        </p:spPr>
        <p:style>
          <a:lnRef idx="2">
            <a:schemeClr val="accent6"/>
          </a:lnRef>
          <a:fillRef idx="0">
            <a:schemeClr val="accent6"/>
          </a:fillRef>
          <a:effectRef idx="1">
            <a:schemeClr val="accent6"/>
          </a:effectRef>
          <a:fontRef idx="minor">
            <a:schemeClr val="tx1"/>
          </a:fontRef>
        </p:style>
      </p:cxnSp>
      <p:sp>
        <p:nvSpPr>
          <p:cNvPr id="63" name="Oval 62">
            <a:extLst>
              <a:ext uri="{FF2B5EF4-FFF2-40B4-BE49-F238E27FC236}">
                <a16:creationId xmlns:a16="http://schemas.microsoft.com/office/drawing/2014/main" id="{181EFCE7-786C-1E4D-5161-B2F5905EDCDD}"/>
              </a:ext>
            </a:extLst>
          </p:cNvPr>
          <p:cNvSpPr>
            <a:spLocks noChangeAspect="1"/>
          </p:cNvSpPr>
          <p:nvPr/>
        </p:nvSpPr>
        <p:spPr>
          <a:xfrm>
            <a:off x="5687914" y="4933173"/>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13</a:t>
            </a:r>
          </a:p>
        </p:txBody>
      </p:sp>
      <p:sp>
        <p:nvSpPr>
          <p:cNvPr id="64" name="Oval 63">
            <a:extLst>
              <a:ext uri="{FF2B5EF4-FFF2-40B4-BE49-F238E27FC236}">
                <a16:creationId xmlns:a16="http://schemas.microsoft.com/office/drawing/2014/main" id="{DD637026-35FC-A62D-619E-1B2A283268F6}"/>
              </a:ext>
            </a:extLst>
          </p:cNvPr>
          <p:cNvSpPr>
            <a:spLocks noChangeAspect="1"/>
          </p:cNvSpPr>
          <p:nvPr/>
        </p:nvSpPr>
        <p:spPr>
          <a:xfrm>
            <a:off x="8781997" y="4922538"/>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15</a:t>
            </a:r>
          </a:p>
        </p:txBody>
      </p:sp>
      <p:sp>
        <p:nvSpPr>
          <p:cNvPr id="65" name="Oval 64">
            <a:extLst>
              <a:ext uri="{FF2B5EF4-FFF2-40B4-BE49-F238E27FC236}">
                <a16:creationId xmlns:a16="http://schemas.microsoft.com/office/drawing/2014/main" id="{51DBA4DB-C39C-75B9-0FA3-41927EE2F92E}"/>
              </a:ext>
            </a:extLst>
          </p:cNvPr>
          <p:cNvSpPr>
            <a:spLocks noChangeAspect="1"/>
          </p:cNvSpPr>
          <p:nvPr/>
        </p:nvSpPr>
        <p:spPr>
          <a:xfrm>
            <a:off x="9877931" y="4922538"/>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16</a:t>
            </a:r>
          </a:p>
        </p:txBody>
      </p:sp>
      <p:sp>
        <p:nvSpPr>
          <p:cNvPr id="66" name="TextBox 65">
            <a:extLst>
              <a:ext uri="{FF2B5EF4-FFF2-40B4-BE49-F238E27FC236}">
                <a16:creationId xmlns:a16="http://schemas.microsoft.com/office/drawing/2014/main" id="{2B525C91-539A-BD35-3CB5-B5E2E1808CF1}"/>
              </a:ext>
            </a:extLst>
          </p:cNvPr>
          <p:cNvSpPr txBox="1"/>
          <p:nvPr/>
        </p:nvSpPr>
        <p:spPr>
          <a:xfrm>
            <a:off x="7303639" y="5162069"/>
            <a:ext cx="1063113"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4A66AC"/>
                </a:solidFill>
                <a:effectLst/>
                <a:uLnTx/>
                <a:uFillTx/>
                <a:latin typeface="Calibri" panose="020F0502020204030204"/>
                <a:ea typeface="+mn-ea"/>
                <a:cs typeface="+mn-cs"/>
              </a:rPr>
              <a:t>Finance &amp; Credit</a:t>
            </a:r>
          </a:p>
        </p:txBody>
      </p:sp>
      <p:sp>
        <p:nvSpPr>
          <p:cNvPr id="67" name="TextBox 66">
            <a:extLst>
              <a:ext uri="{FF2B5EF4-FFF2-40B4-BE49-F238E27FC236}">
                <a16:creationId xmlns:a16="http://schemas.microsoft.com/office/drawing/2014/main" id="{FCC57CED-A13D-C89E-0707-281775C74988}"/>
              </a:ext>
            </a:extLst>
          </p:cNvPr>
          <p:cNvSpPr txBox="1"/>
          <p:nvPr/>
        </p:nvSpPr>
        <p:spPr>
          <a:xfrm>
            <a:off x="9354960" y="5099851"/>
            <a:ext cx="1534394"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4A66AC"/>
                </a:solidFill>
                <a:effectLst/>
                <a:uLnTx/>
                <a:uFillTx/>
                <a:latin typeface="Calibri" panose="020F0502020204030204"/>
                <a:ea typeface="+mn-ea"/>
                <a:cs typeface="+mn-cs"/>
              </a:rPr>
              <a:t>Compliance &amp; Regulatory</a:t>
            </a:r>
          </a:p>
        </p:txBody>
      </p:sp>
      <p:sp>
        <p:nvSpPr>
          <p:cNvPr id="68" name="TextBox 67">
            <a:extLst>
              <a:ext uri="{FF2B5EF4-FFF2-40B4-BE49-F238E27FC236}">
                <a16:creationId xmlns:a16="http://schemas.microsoft.com/office/drawing/2014/main" id="{32B00DB6-6B71-49D9-85B2-ADE646C5B207}"/>
              </a:ext>
            </a:extLst>
          </p:cNvPr>
          <p:cNvSpPr txBox="1"/>
          <p:nvPr/>
        </p:nvSpPr>
        <p:spPr>
          <a:xfrm>
            <a:off x="8715452" y="5133708"/>
            <a:ext cx="330540"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4A66AC"/>
                </a:solidFill>
                <a:effectLst/>
                <a:uLnTx/>
                <a:uFillTx/>
                <a:latin typeface="Calibri" panose="020F0502020204030204"/>
                <a:ea typeface="+mn-ea"/>
                <a:cs typeface="+mn-cs"/>
              </a:rPr>
              <a:t>MI</a:t>
            </a:r>
          </a:p>
        </p:txBody>
      </p:sp>
      <p:sp>
        <p:nvSpPr>
          <p:cNvPr id="70" name="Oval 69">
            <a:extLst>
              <a:ext uri="{FF2B5EF4-FFF2-40B4-BE49-F238E27FC236}">
                <a16:creationId xmlns:a16="http://schemas.microsoft.com/office/drawing/2014/main" id="{E93A6325-94EE-97CC-5302-CC65849C1274}"/>
              </a:ext>
            </a:extLst>
          </p:cNvPr>
          <p:cNvSpPr>
            <a:spLocks noChangeAspect="1"/>
          </p:cNvSpPr>
          <p:nvPr/>
        </p:nvSpPr>
        <p:spPr>
          <a:xfrm>
            <a:off x="868574" y="1669727"/>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9A</a:t>
            </a:r>
          </a:p>
        </p:txBody>
      </p:sp>
      <p:sp>
        <p:nvSpPr>
          <p:cNvPr id="73" name="Oval 72">
            <a:extLst>
              <a:ext uri="{FF2B5EF4-FFF2-40B4-BE49-F238E27FC236}">
                <a16:creationId xmlns:a16="http://schemas.microsoft.com/office/drawing/2014/main" id="{7883B725-8073-0A8E-73CF-037923335A71}"/>
              </a:ext>
            </a:extLst>
          </p:cNvPr>
          <p:cNvSpPr>
            <a:spLocks noChangeAspect="1"/>
          </p:cNvSpPr>
          <p:nvPr/>
        </p:nvSpPr>
        <p:spPr>
          <a:xfrm>
            <a:off x="3371437" y="1632307"/>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9B</a:t>
            </a:r>
          </a:p>
        </p:txBody>
      </p:sp>
      <p:sp>
        <p:nvSpPr>
          <p:cNvPr id="74" name="Oval 73">
            <a:extLst>
              <a:ext uri="{FF2B5EF4-FFF2-40B4-BE49-F238E27FC236}">
                <a16:creationId xmlns:a16="http://schemas.microsoft.com/office/drawing/2014/main" id="{1FCDD096-A983-1E15-6FA8-CF0FF843C9B6}"/>
              </a:ext>
            </a:extLst>
          </p:cNvPr>
          <p:cNvSpPr>
            <a:spLocks noChangeAspect="1"/>
          </p:cNvSpPr>
          <p:nvPr/>
        </p:nvSpPr>
        <p:spPr>
          <a:xfrm>
            <a:off x="7497054" y="1611586"/>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9C</a:t>
            </a:r>
          </a:p>
        </p:txBody>
      </p:sp>
      <p:sp>
        <p:nvSpPr>
          <p:cNvPr id="20" name="TextBox 19">
            <a:extLst>
              <a:ext uri="{FF2B5EF4-FFF2-40B4-BE49-F238E27FC236}">
                <a16:creationId xmlns:a16="http://schemas.microsoft.com/office/drawing/2014/main" id="{18622705-F06A-A51B-2559-B7DD52A363D8}"/>
              </a:ext>
            </a:extLst>
          </p:cNvPr>
          <p:cNvSpPr txBox="1"/>
          <p:nvPr/>
        </p:nvSpPr>
        <p:spPr>
          <a:xfrm>
            <a:off x="5631798" y="5635634"/>
            <a:ext cx="3472945" cy="830997"/>
          </a:xfrm>
          <a:prstGeom prst="rect">
            <a:avLst/>
          </a:prstGeom>
          <a:solidFill>
            <a:schemeClr val="bg1"/>
          </a:solidFill>
        </p:spPr>
        <p:txBody>
          <a:bodyPr vert="horz" wrap="square" lIns="0" tIns="0" rIns="0" bIns="0" rtlCol="0" anchor="t">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alibri" panose="020F0502020204030204"/>
                <a:ea typeface="+mn-ea"/>
                <a:cs typeface="+mn-cs"/>
              </a:rPr>
              <a:t>7B– Bureau Signing message creation for policy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alibri" panose="020F0502020204030204"/>
                <a:ea typeface="+mn-ea"/>
                <a:cs typeface="+mn-cs"/>
              </a:rPr>
              <a:t>8 – Signed Premium, %, Schedule and Settlement process in PAS and downstream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alibri" panose="020F0502020204030204"/>
                <a:ea typeface="+mn-ea"/>
                <a:cs typeface="+mn-cs"/>
              </a:rPr>
              <a:t>9A -  Claim Notified</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alibri" panose="020F0502020204030204"/>
                <a:ea typeface="+mn-ea"/>
                <a:cs typeface="+mn-cs"/>
              </a:rPr>
              <a:t>9B – Claim negotiated</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alibri" panose="020F0502020204030204"/>
                <a:ea typeface="+mn-ea"/>
                <a:cs typeface="+mn-cs"/>
              </a:rPr>
              <a:t>9C – Claim details captured in Bureau </a:t>
            </a:r>
            <a:r>
              <a:rPr kumimoji="0" lang="en-GB"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Xchanging</a:t>
            </a:r>
            <a:r>
              <a:rPr kumimoji="0" lang="en-GB" sz="900" b="0" i="0" u="none" strike="noStrike" kern="1200" cap="none" spc="0" normalizeH="0" baseline="0" noProof="0">
                <a:ln>
                  <a:noFill/>
                </a:ln>
                <a:solidFill>
                  <a:prstClr val="black"/>
                </a:solidFill>
                <a:effectLst/>
                <a:uLnTx/>
                <a:uFillTx/>
                <a:latin typeface="Calibri" panose="020F0502020204030204"/>
                <a:ea typeface="+mn-ea"/>
                <a:cs typeface="+mn-cs"/>
              </a:rPr>
              <a:t> system</a:t>
            </a:r>
          </a:p>
        </p:txBody>
      </p:sp>
      <p:sp>
        <p:nvSpPr>
          <p:cNvPr id="31" name="TextBox 30">
            <a:extLst>
              <a:ext uri="{FF2B5EF4-FFF2-40B4-BE49-F238E27FC236}">
                <a16:creationId xmlns:a16="http://schemas.microsoft.com/office/drawing/2014/main" id="{E60B4552-A552-A364-07BB-E3D27775D62C}"/>
              </a:ext>
            </a:extLst>
          </p:cNvPr>
          <p:cNvSpPr txBox="1"/>
          <p:nvPr/>
        </p:nvSpPr>
        <p:spPr>
          <a:xfrm>
            <a:off x="2381222" y="5738420"/>
            <a:ext cx="3209398" cy="553998"/>
          </a:xfrm>
          <a:prstGeom prst="rect">
            <a:avLst/>
          </a:prstGeom>
          <a:solidFill>
            <a:schemeClr val="bg1"/>
          </a:solidFill>
        </p:spPr>
        <p:txBody>
          <a:bodyPr vert="horz" wrap="square" lIns="0" tIns="0" rIns="0" bIns="0" rtlCol="0" anchor="t">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5B – Risk agreed by all parties and Policy Issued</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6 – Risk data uploaded in Xchanging system</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7A – Risk captured in Bureau Xchanging settlement Systems for signing message</a:t>
            </a:r>
          </a:p>
        </p:txBody>
      </p:sp>
      <p:sp>
        <p:nvSpPr>
          <p:cNvPr id="35" name="TextBox 34">
            <a:extLst>
              <a:ext uri="{FF2B5EF4-FFF2-40B4-BE49-F238E27FC236}">
                <a16:creationId xmlns:a16="http://schemas.microsoft.com/office/drawing/2014/main" id="{2B4E3DD6-DB7D-8C81-10A7-A0693BF0C898}"/>
              </a:ext>
            </a:extLst>
          </p:cNvPr>
          <p:cNvSpPr txBox="1"/>
          <p:nvPr/>
        </p:nvSpPr>
        <p:spPr>
          <a:xfrm>
            <a:off x="9015079" y="5716914"/>
            <a:ext cx="2547002" cy="969496"/>
          </a:xfrm>
          <a:prstGeom prst="rect">
            <a:avLst/>
          </a:prstGeom>
          <a:solidFill>
            <a:schemeClr val="bg1"/>
          </a:solidFill>
        </p:spPr>
        <p:txBody>
          <a:bodyPr vert="horz" wrap="square" lIns="0" tIns="0" rIns="0" bIns="0" rtlCol="0" anchor="t">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alibri" panose="020F0502020204030204"/>
                <a:ea typeface="+mn-ea"/>
                <a:cs typeface="+mn-cs"/>
              </a:rPr>
              <a:t>9D– Bureau Signing message for Claim creation</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alibri" panose="020F0502020204030204"/>
                <a:ea typeface="+mn-ea"/>
                <a:cs typeface="+mn-cs"/>
              </a:rPr>
              <a:t>10 – Claims update from Xchanging Bureau</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alibri" panose="020F0502020204030204"/>
                <a:ea typeface="+mn-ea"/>
                <a:cs typeface="+mn-cs"/>
              </a:rPr>
              <a:t>11 – Documents update/search/download</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alibri" panose="020F0502020204030204"/>
                <a:ea typeface="+mn-ea"/>
                <a:cs typeface="+mn-cs"/>
              </a:rPr>
              <a:t>12- Claim update with financial details</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alibri" panose="020F0502020204030204"/>
                <a:ea typeface="+mn-ea"/>
                <a:cs typeface="+mn-cs"/>
              </a:rPr>
              <a:t>13 – Claim settlement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alibri" panose="020F0502020204030204"/>
                <a:ea typeface="+mn-ea"/>
                <a:cs typeface="+mn-cs"/>
              </a:rPr>
              <a:t>14 &amp; 15 – Claims flow down to FI and MI</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alibri" panose="020F0502020204030204"/>
                <a:ea typeface="+mn-ea"/>
                <a:cs typeface="+mn-cs"/>
              </a:rPr>
              <a:t> 16 – Compliance Reporting</a:t>
            </a:r>
          </a:p>
        </p:txBody>
      </p:sp>
      <p:sp>
        <p:nvSpPr>
          <p:cNvPr id="7" name="TextBox 6">
            <a:extLst>
              <a:ext uri="{FF2B5EF4-FFF2-40B4-BE49-F238E27FC236}">
                <a16:creationId xmlns:a16="http://schemas.microsoft.com/office/drawing/2014/main" id="{6E40A98A-FC92-A625-EF4D-438BD6237BAB}"/>
              </a:ext>
            </a:extLst>
          </p:cNvPr>
          <p:cNvSpPr txBox="1"/>
          <p:nvPr/>
        </p:nvSpPr>
        <p:spPr>
          <a:xfrm>
            <a:off x="356783" y="5346072"/>
            <a:ext cx="247587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panose="020F0502020204030204"/>
                <a:ea typeface="+mn-ea"/>
                <a:cs typeface="+mn-cs"/>
              </a:rPr>
              <a:t>Key Process stages</a:t>
            </a:r>
            <a:endParaRPr kumimoji="0" lang="en-GB" sz="18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05718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17885-E165-F124-7AA1-FFFC4F23CD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1D8E25-FBF4-1AA1-2614-C4436F5F0FE3}"/>
              </a:ext>
            </a:extLst>
          </p:cNvPr>
          <p:cNvSpPr>
            <a:spLocks noGrp="1"/>
          </p:cNvSpPr>
          <p:nvPr>
            <p:ph type="title"/>
          </p:nvPr>
        </p:nvSpPr>
        <p:spPr>
          <a:xfrm>
            <a:off x="501885" y="265756"/>
            <a:ext cx="9545359" cy="376885"/>
          </a:xfrm>
        </p:spPr>
        <p:txBody>
          <a:bodyPr>
            <a:normAutofit fontScale="90000"/>
          </a:bodyPr>
          <a:lstStyle/>
          <a:p>
            <a:pPr lvl="0">
              <a:defRPr/>
            </a:pPr>
            <a:r>
              <a:rPr lang="en-GB" b="1">
                <a:solidFill>
                  <a:prstClr val="black"/>
                </a:solidFill>
                <a:latin typeface="Ubuntu" panose="020B0504030602030204" pitchFamily="34" charset="0"/>
              </a:rPr>
              <a:t>Re-Usable Testing Artefacts by stages</a:t>
            </a:r>
          </a:p>
        </p:txBody>
      </p:sp>
      <p:sp>
        <p:nvSpPr>
          <p:cNvPr id="3" name="Freeform 13">
            <a:extLst>
              <a:ext uri="{FF2B5EF4-FFF2-40B4-BE49-F238E27FC236}">
                <a16:creationId xmlns:a16="http://schemas.microsoft.com/office/drawing/2014/main" id="{68303644-FED1-A766-784B-23DA27CDD68C}"/>
              </a:ext>
            </a:extLst>
          </p:cNvPr>
          <p:cNvSpPr>
            <a:spLocks/>
          </p:cNvSpPr>
          <p:nvPr/>
        </p:nvSpPr>
        <p:spPr bwMode="auto">
          <a:xfrm>
            <a:off x="3530150" y="1225487"/>
            <a:ext cx="297563" cy="1009554"/>
          </a:xfrm>
          <a:custGeom>
            <a:avLst/>
            <a:gdLst>
              <a:gd name="T0" fmla="*/ 96 w 106"/>
              <a:gd name="T1" fmla="*/ 353 h 353"/>
              <a:gd name="T2" fmla="*/ 92 w 106"/>
              <a:gd name="T3" fmla="*/ 352 h 353"/>
              <a:gd name="T4" fmla="*/ 0 w 106"/>
              <a:gd name="T5" fmla="*/ 178 h 353"/>
              <a:gd name="T6" fmla="*/ 93 w 106"/>
              <a:gd name="T7" fmla="*/ 3 h 353"/>
              <a:gd name="T8" fmla="*/ 104 w 106"/>
              <a:gd name="T9" fmla="*/ 5 h 353"/>
              <a:gd name="T10" fmla="*/ 102 w 106"/>
              <a:gd name="T11" fmla="*/ 16 h 353"/>
              <a:gd name="T12" fmla="*/ 16 w 106"/>
              <a:gd name="T13" fmla="*/ 178 h 353"/>
              <a:gd name="T14" fmla="*/ 101 w 106"/>
              <a:gd name="T15" fmla="*/ 339 h 353"/>
              <a:gd name="T16" fmla="*/ 103 w 106"/>
              <a:gd name="T17" fmla="*/ 350 h 353"/>
              <a:gd name="T18" fmla="*/ 96 w 106"/>
              <a:gd name="T19" fmla="*/ 353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353">
                <a:moveTo>
                  <a:pt x="96" y="353"/>
                </a:moveTo>
                <a:cubicBezTo>
                  <a:pt x="95" y="353"/>
                  <a:pt x="93" y="353"/>
                  <a:pt x="92" y="352"/>
                </a:cubicBezTo>
                <a:cubicBezTo>
                  <a:pt x="35" y="312"/>
                  <a:pt x="0" y="247"/>
                  <a:pt x="0" y="178"/>
                </a:cubicBezTo>
                <a:cubicBezTo>
                  <a:pt x="0" y="108"/>
                  <a:pt x="35" y="43"/>
                  <a:pt x="93" y="3"/>
                </a:cubicBezTo>
                <a:cubicBezTo>
                  <a:pt x="96" y="0"/>
                  <a:pt x="101" y="1"/>
                  <a:pt x="104" y="5"/>
                </a:cubicBezTo>
                <a:cubicBezTo>
                  <a:pt x="106" y="9"/>
                  <a:pt x="105" y="14"/>
                  <a:pt x="102" y="16"/>
                </a:cubicBezTo>
                <a:cubicBezTo>
                  <a:pt x="48" y="53"/>
                  <a:pt x="16" y="113"/>
                  <a:pt x="16" y="178"/>
                </a:cubicBezTo>
                <a:cubicBezTo>
                  <a:pt x="16" y="242"/>
                  <a:pt x="48" y="302"/>
                  <a:pt x="101" y="339"/>
                </a:cubicBezTo>
                <a:cubicBezTo>
                  <a:pt x="104" y="341"/>
                  <a:pt x="105" y="346"/>
                  <a:pt x="103" y="350"/>
                </a:cubicBezTo>
                <a:cubicBezTo>
                  <a:pt x="101" y="352"/>
                  <a:pt x="99" y="353"/>
                  <a:pt x="96" y="353"/>
                </a:cubicBezTo>
                <a:close/>
              </a:path>
            </a:pathLst>
          </a:custGeom>
          <a:solidFill>
            <a:srgbClr val="69AFD3"/>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4" name="Freeform 16">
            <a:extLst>
              <a:ext uri="{FF2B5EF4-FFF2-40B4-BE49-F238E27FC236}">
                <a16:creationId xmlns:a16="http://schemas.microsoft.com/office/drawing/2014/main" id="{C06CCB33-C3BF-B811-1D96-32836866F5FC}"/>
              </a:ext>
            </a:extLst>
          </p:cNvPr>
          <p:cNvSpPr>
            <a:spLocks/>
          </p:cNvSpPr>
          <p:nvPr/>
        </p:nvSpPr>
        <p:spPr bwMode="auto">
          <a:xfrm>
            <a:off x="1729761" y="1711715"/>
            <a:ext cx="1764588" cy="592219"/>
          </a:xfrm>
          <a:custGeom>
            <a:avLst/>
            <a:gdLst>
              <a:gd name="T0" fmla="*/ 9 w 629"/>
              <a:gd name="T1" fmla="*/ 207 h 207"/>
              <a:gd name="T2" fmla="*/ 5 w 629"/>
              <a:gd name="T3" fmla="*/ 206 h 207"/>
              <a:gd name="T4" fmla="*/ 2 w 629"/>
              <a:gd name="T5" fmla="*/ 195 h 207"/>
              <a:gd name="T6" fmla="*/ 115 w 629"/>
              <a:gd name="T7" fmla="*/ 4 h 207"/>
              <a:gd name="T8" fmla="*/ 122 w 629"/>
              <a:gd name="T9" fmla="*/ 0 h 207"/>
              <a:gd name="T10" fmla="*/ 621 w 629"/>
              <a:gd name="T11" fmla="*/ 0 h 207"/>
              <a:gd name="T12" fmla="*/ 629 w 629"/>
              <a:gd name="T13" fmla="*/ 8 h 207"/>
              <a:gd name="T14" fmla="*/ 621 w 629"/>
              <a:gd name="T15" fmla="*/ 16 h 207"/>
              <a:gd name="T16" fmla="*/ 126 w 629"/>
              <a:gd name="T17" fmla="*/ 16 h 207"/>
              <a:gd name="T18" fmla="*/ 16 w 629"/>
              <a:gd name="T19" fmla="*/ 203 h 207"/>
              <a:gd name="T20" fmla="*/ 9 w 629"/>
              <a:gd name="T21" fmla="*/ 207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9" h="207">
                <a:moveTo>
                  <a:pt x="9" y="207"/>
                </a:moveTo>
                <a:cubicBezTo>
                  <a:pt x="7" y="207"/>
                  <a:pt x="6" y="206"/>
                  <a:pt x="5" y="206"/>
                </a:cubicBezTo>
                <a:cubicBezTo>
                  <a:pt x="1" y="203"/>
                  <a:pt x="0" y="198"/>
                  <a:pt x="2" y="195"/>
                </a:cubicBezTo>
                <a:cubicBezTo>
                  <a:pt x="115" y="4"/>
                  <a:pt x="115" y="4"/>
                  <a:pt x="115" y="4"/>
                </a:cubicBezTo>
                <a:cubicBezTo>
                  <a:pt x="116" y="1"/>
                  <a:pt x="119" y="0"/>
                  <a:pt x="122" y="0"/>
                </a:cubicBezTo>
                <a:cubicBezTo>
                  <a:pt x="621" y="0"/>
                  <a:pt x="621" y="0"/>
                  <a:pt x="621" y="0"/>
                </a:cubicBezTo>
                <a:cubicBezTo>
                  <a:pt x="626" y="0"/>
                  <a:pt x="629" y="3"/>
                  <a:pt x="629" y="8"/>
                </a:cubicBezTo>
                <a:cubicBezTo>
                  <a:pt x="629" y="12"/>
                  <a:pt x="626" y="16"/>
                  <a:pt x="621" y="16"/>
                </a:cubicBezTo>
                <a:cubicBezTo>
                  <a:pt x="126" y="16"/>
                  <a:pt x="126" y="16"/>
                  <a:pt x="126" y="16"/>
                </a:cubicBezTo>
                <a:cubicBezTo>
                  <a:pt x="16" y="203"/>
                  <a:pt x="16" y="203"/>
                  <a:pt x="16" y="203"/>
                </a:cubicBezTo>
                <a:cubicBezTo>
                  <a:pt x="14" y="205"/>
                  <a:pt x="11" y="207"/>
                  <a:pt x="9" y="207"/>
                </a:cubicBezTo>
                <a:close/>
              </a:path>
            </a:pathLst>
          </a:custGeom>
          <a:solidFill>
            <a:srgbClr val="69AFD3"/>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5" name="Freeform 11">
            <a:extLst>
              <a:ext uri="{FF2B5EF4-FFF2-40B4-BE49-F238E27FC236}">
                <a16:creationId xmlns:a16="http://schemas.microsoft.com/office/drawing/2014/main" id="{4E8BFB2F-F952-0ADD-7EB8-357C1E1DF1F2}"/>
              </a:ext>
            </a:extLst>
          </p:cNvPr>
          <p:cNvSpPr>
            <a:spLocks/>
          </p:cNvSpPr>
          <p:nvPr/>
        </p:nvSpPr>
        <p:spPr bwMode="auto">
          <a:xfrm>
            <a:off x="3623882" y="4526419"/>
            <a:ext cx="297563" cy="1009554"/>
          </a:xfrm>
          <a:custGeom>
            <a:avLst/>
            <a:gdLst>
              <a:gd name="T0" fmla="*/ 96 w 106"/>
              <a:gd name="T1" fmla="*/ 353 h 353"/>
              <a:gd name="T2" fmla="*/ 92 w 106"/>
              <a:gd name="T3" fmla="*/ 352 h 353"/>
              <a:gd name="T4" fmla="*/ 0 w 106"/>
              <a:gd name="T5" fmla="*/ 178 h 353"/>
              <a:gd name="T6" fmla="*/ 93 w 106"/>
              <a:gd name="T7" fmla="*/ 3 h 353"/>
              <a:gd name="T8" fmla="*/ 104 w 106"/>
              <a:gd name="T9" fmla="*/ 5 h 353"/>
              <a:gd name="T10" fmla="*/ 102 w 106"/>
              <a:gd name="T11" fmla="*/ 16 h 353"/>
              <a:gd name="T12" fmla="*/ 16 w 106"/>
              <a:gd name="T13" fmla="*/ 178 h 353"/>
              <a:gd name="T14" fmla="*/ 101 w 106"/>
              <a:gd name="T15" fmla="*/ 339 h 353"/>
              <a:gd name="T16" fmla="*/ 103 w 106"/>
              <a:gd name="T17" fmla="*/ 350 h 353"/>
              <a:gd name="T18" fmla="*/ 96 w 106"/>
              <a:gd name="T19" fmla="*/ 353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353">
                <a:moveTo>
                  <a:pt x="96" y="353"/>
                </a:moveTo>
                <a:cubicBezTo>
                  <a:pt x="95" y="353"/>
                  <a:pt x="93" y="353"/>
                  <a:pt x="92" y="352"/>
                </a:cubicBezTo>
                <a:cubicBezTo>
                  <a:pt x="35" y="312"/>
                  <a:pt x="0" y="247"/>
                  <a:pt x="0" y="178"/>
                </a:cubicBezTo>
                <a:cubicBezTo>
                  <a:pt x="0" y="108"/>
                  <a:pt x="35" y="42"/>
                  <a:pt x="93" y="3"/>
                </a:cubicBezTo>
                <a:cubicBezTo>
                  <a:pt x="96" y="0"/>
                  <a:pt x="101" y="1"/>
                  <a:pt x="104" y="5"/>
                </a:cubicBezTo>
                <a:cubicBezTo>
                  <a:pt x="106" y="9"/>
                  <a:pt x="105" y="14"/>
                  <a:pt x="102" y="16"/>
                </a:cubicBezTo>
                <a:cubicBezTo>
                  <a:pt x="48" y="53"/>
                  <a:pt x="16" y="113"/>
                  <a:pt x="16" y="178"/>
                </a:cubicBezTo>
                <a:cubicBezTo>
                  <a:pt x="16" y="242"/>
                  <a:pt x="48" y="302"/>
                  <a:pt x="101" y="339"/>
                </a:cubicBezTo>
                <a:cubicBezTo>
                  <a:pt x="104" y="341"/>
                  <a:pt x="105" y="346"/>
                  <a:pt x="103" y="350"/>
                </a:cubicBezTo>
                <a:cubicBezTo>
                  <a:pt x="101" y="352"/>
                  <a:pt x="99" y="353"/>
                  <a:pt x="96" y="353"/>
                </a:cubicBezTo>
                <a:close/>
              </a:path>
            </a:pathLst>
          </a:custGeom>
          <a:solidFill>
            <a:srgbClr val="00C37B"/>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6" name="Freeform 14">
            <a:extLst>
              <a:ext uri="{FF2B5EF4-FFF2-40B4-BE49-F238E27FC236}">
                <a16:creationId xmlns:a16="http://schemas.microsoft.com/office/drawing/2014/main" id="{633A17BD-E562-DE6D-CDAA-5C61C525396C}"/>
              </a:ext>
            </a:extLst>
          </p:cNvPr>
          <p:cNvSpPr>
            <a:spLocks/>
          </p:cNvSpPr>
          <p:nvPr/>
        </p:nvSpPr>
        <p:spPr bwMode="auto">
          <a:xfrm>
            <a:off x="1624523" y="3603353"/>
            <a:ext cx="1987649" cy="1436325"/>
          </a:xfrm>
          <a:custGeom>
            <a:avLst/>
            <a:gdLst>
              <a:gd name="T0" fmla="*/ 621 w 629"/>
              <a:gd name="T1" fmla="*/ 510 h 510"/>
              <a:gd name="T2" fmla="*/ 122 w 629"/>
              <a:gd name="T3" fmla="*/ 510 h 510"/>
              <a:gd name="T4" fmla="*/ 115 w 629"/>
              <a:gd name="T5" fmla="*/ 506 h 510"/>
              <a:gd name="T6" fmla="*/ 2 w 629"/>
              <a:gd name="T7" fmla="*/ 315 h 510"/>
              <a:gd name="T8" fmla="*/ 5 w 629"/>
              <a:gd name="T9" fmla="*/ 304 h 510"/>
              <a:gd name="T10" fmla="*/ 198 w 629"/>
              <a:gd name="T11" fmla="*/ 8 h 510"/>
              <a:gd name="T12" fmla="*/ 207 w 629"/>
              <a:gd name="T13" fmla="*/ 1 h 510"/>
              <a:gd name="T14" fmla="*/ 214 w 629"/>
              <a:gd name="T15" fmla="*/ 10 h 510"/>
              <a:gd name="T16" fmla="*/ 20 w 629"/>
              <a:gd name="T17" fmla="*/ 314 h 510"/>
              <a:gd name="T18" fmla="*/ 20 w 629"/>
              <a:gd name="T19" fmla="*/ 315 h 510"/>
              <a:gd name="T20" fmla="*/ 126 w 629"/>
              <a:gd name="T21" fmla="*/ 494 h 510"/>
              <a:gd name="T22" fmla="*/ 621 w 629"/>
              <a:gd name="T23" fmla="*/ 494 h 510"/>
              <a:gd name="T24" fmla="*/ 629 w 629"/>
              <a:gd name="T25" fmla="*/ 502 h 510"/>
              <a:gd name="T26" fmla="*/ 621 w 629"/>
              <a:gd name="T27" fmla="*/ 510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29" h="510">
                <a:moveTo>
                  <a:pt x="621" y="510"/>
                </a:moveTo>
                <a:cubicBezTo>
                  <a:pt x="122" y="510"/>
                  <a:pt x="122" y="510"/>
                  <a:pt x="122" y="510"/>
                </a:cubicBezTo>
                <a:cubicBezTo>
                  <a:pt x="119" y="510"/>
                  <a:pt x="116" y="509"/>
                  <a:pt x="115" y="506"/>
                </a:cubicBezTo>
                <a:cubicBezTo>
                  <a:pt x="115" y="506"/>
                  <a:pt x="2" y="316"/>
                  <a:pt x="2" y="315"/>
                </a:cubicBezTo>
                <a:cubicBezTo>
                  <a:pt x="0" y="312"/>
                  <a:pt x="1" y="307"/>
                  <a:pt x="5" y="304"/>
                </a:cubicBezTo>
                <a:cubicBezTo>
                  <a:pt x="111" y="241"/>
                  <a:pt x="184" y="130"/>
                  <a:pt x="198" y="8"/>
                </a:cubicBezTo>
                <a:cubicBezTo>
                  <a:pt x="199" y="4"/>
                  <a:pt x="203" y="0"/>
                  <a:pt x="207" y="1"/>
                </a:cubicBezTo>
                <a:cubicBezTo>
                  <a:pt x="212" y="1"/>
                  <a:pt x="215" y="5"/>
                  <a:pt x="214" y="10"/>
                </a:cubicBezTo>
                <a:cubicBezTo>
                  <a:pt x="199" y="135"/>
                  <a:pt x="127" y="248"/>
                  <a:pt x="20" y="314"/>
                </a:cubicBezTo>
                <a:cubicBezTo>
                  <a:pt x="20" y="314"/>
                  <a:pt x="20" y="315"/>
                  <a:pt x="20" y="315"/>
                </a:cubicBezTo>
                <a:cubicBezTo>
                  <a:pt x="126" y="494"/>
                  <a:pt x="126" y="494"/>
                  <a:pt x="126" y="494"/>
                </a:cubicBezTo>
                <a:cubicBezTo>
                  <a:pt x="621" y="494"/>
                  <a:pt x="621" y="494"/>
                  <a:pt x="621" y="494"/>
                </a:cubicBezTo>
                <a:cubicBezTo>
                  <a:pt x="626" y="494"/>
                  <a:pt x="629" y="498"/>
                  <a:pt x="629" y="502"/>
                </a:cubicBezTo>
                <a:cubicBezTo>
                  <a:pt x="629" y="507"/>
                  <a:pt x="626" y="510"/>
                  <a:pt x="621" y="510"/>
                </a:cubicBezTo>
                <a:close/>
              </a:path>
            </a:pathLst>
          </a:custGeom>
          <a:solidFill>
            <a:srgbClr val="00C37B"/>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7" name="Oval 6">
            <a:extLst>
              <a:ext uri="{FF2B5EF4-FFF2-40B4-BE49-F238E27FC236}">
                <a16:creationId xmlns:a16="http://schemas.microsoft.com/office/drawing/2014/main" id="{DF0316EC-7D14-609F-8938-8ACF135A0281}"/>
              </a:ext>
            </a:extLst>
          </p:cNvPr>
          <p:cNvSpPr/>
          <p:nvPr/>
        </p:nvSpPr>
        <p:spPr>
          <a:xfrm>
            <a:off x="121902" y="2318382"/>
            <a:ext cx="2048899" cy="2003134"/>
          </a:xfrm>
          <a:prstGeom prst="ellipse">
            <a:avLst/>
          </a:prstGeom>
          <a:solidFill>
            <a:schemeClr val="accent1">
              <a:lumMod val="75000"/>
            </a:schemeClr>
          </a:solidFill>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white"/>
                </a:solidFill>
                <a:effectLst/>
                <a:uLnTx/>
                <a:uFillTx/>
                <a:latin typeface="Calibri" panose="020F0502020204030204"/>
                <a:ea typeface="+mn-ea"/>
                <a:cs typeface="+mn-cs"/>
              </a:rPr>
              <a:t>Carriers Testing with Market (Xchanging)</a:t>
            </a:r>
          </a:p>
        </p:txBody>
      </p:sp>
      <p:sp>
        <p:nvSpPr>
          <p:cNvPr id="8" name="TextBox 7">
            <a:extLst>
              <a:ext uri="{FF2B5EF4-FFF2-40B4-BE49-F238E27FC236}">
                <a16:creationId xmlns:a16="http://schemas.microsoft.com/office/drawing/2014/main" id="{745CAC20-A028-CA06-09A3-8BC360F3EAF8}"/>
              </a:ext>
            </a:extLst>
          </p:cNvPr>
          <p:cNvSpPr txBox="1"/>
          <p:nvPr/>
        </p:nvSpPr>
        <p:spPr>
          <a:xfrm>
            <a:off x="1987023" y="1858219"/>
            <a:ext cx="1769364"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black"/>
                </a:solidFill>
                <a:effectLst/>
                <a:uLnTx/>
                <a:uFillTx/>
                <a:latin typeface="Calibri" panose="020F0502020204030204"/>
                <a:ea typeface="+mn-ea"/>
                <a:cs typeface="+mn-cs"/>
              </a:rPr>
              <a:t>UW/Policy related messaging Scenarios</a:t>
            </a:r>
          </a:p>
        </p:txBody>
      </p:sp>
      <p:sp>
        <p:nvSpPr>
          <p:cNvPr id="9" name="TextBox 8">
            <a:extLst>
              <a:ext uri="{FF2B5EF4-FFF2-40B4-BE49-F238E27FC236}">
                <a16:creationId xmlns:a16="http://schemas.microsoft.com/office/drawing/2014/main" id="{36E185F3-94DC-2432-595A-1ED82CFCB0D5}"/>
              </a:ext>
            </a:extLst>
          </p:cNvPr>
          <p:cNvSpPr txBox="1"/>
          <p:nvPr/>
        </p:nvSpPr>
        <p:spPr>
          <a:xfrm>
            <a:off x="2153884" y="4589494"/>
            <a:ext cx="1769364"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black"/>
                </a:solidFill>
                <a:effectLst/>
                <a:uLnTx/>
                <a:uFillTx/>
                <a:latin typeface="Calibri" panose="020F0502020204030204"/>
                <a:ea typeface="+mn-ea"/>
                <a:cs typeface="+mn-cs"/>
              </a:rPr>
              <a:t>Claim related messaging Scenario</a:t>
            </a:r>
          </a:p>
        </p:txBody>
      </p:sp>
      <p:sp>
        <p:nvSpPr>
          <p:cNvPr id="10" name="Parallelogram 9">
            <a:extLst>
              <a:ext uri="{FF2B5EF4-FFF2-40B4-BE49-F238E27FC236}">
                <a16:creationId xmlns:a16="http://schemas.microsoft.com/office/drawing/2014/main" id="{1C5C82FD-4A49-B38E-DA8C-E76C424062D8}"/>
              </a:ext>
            </a:extLst>
          </p:cNvPr>
          <p:cNvSpPr/>
          <p:nvPr/>
        </p:nvSpPr>
        <p:spPr>
          <a:xfrm>
            <a:off x="4507846" y="1209377"/>
            <a:ext cx="1156481" cy="398026"/>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Calibri" panose="020F0502020204030204"/>
                <a:ea typeface="+mn-ea"/>
                <a:cs typeface="+mn-cs"/>
              </a:rPr>
              <a:t>USM</a:t>
            </a:r>
          </a:p>
        </p:txBody>
      </p:sp>
      <p:sp>
        <p:nvSpPr>
          <p:cNvPr id="11" name="Right Triangle 10">
            <a:extLst>
              <a:ext uri="{FF2B5EF4-FFF2-40B4-BE49-F238E27FC236}">
                <a16:creationId xmlns:a16="http://schemas.microsoft.com/office/drawing/2014/main" id="{D9FF1B83-A5ED-0D24-8E91-6EC3EEEBAC4E}"/>
              </a:ext>
            </a:extLst>
          </p:cNvPr>
          <p:cNvSpPr/>
          <p:nvPr/>
        </p:nvSpPr>
        <p:spPr>
          <a:xfrm rot="10800000">
            <a:off x="4505983" y="1596669"/>
            <a:ext cx="180038" cy="195919"/>
          </a:xfrm>
          <a:prstGeom prst="rtTriangle">
            <a:avLst/>
          </a:prstGeom>
          <a:solidFill>
            <a:schemeClr val="accent2"/>
          </a:solidFill>
          <a:ln>
            <a:solidFill>
              <a:schemeClr val="bg2">
                <a:lumMod val="10000"/>
                <a:alpha val="3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lowchart: Terminator 11">
            <a:extLst>
              <a:ext uri="{FF2B5EF4-FFF2-40B4-BE49-F238E27FC236}">
                <a16:creationId xmlns:a16="http://schemas.microsoft.com/office/drawing/2014/main" id="{017794BC-134B-998D-03EB-B24449B9E7C5}"/>
              </a:ext>
            </a:extLst>
          </p:cNvPr>
          <p:cNvSpPr/>
          <p:nvPr/>
        </p:nvSpPr>
        <p:spPr>
          <a:xfrm rot="2607956">
            <a:off x="5368939" y="1190724"/>
            <a:ext cx="480466" cy="164454"/>
          </a:xfrm>
          <a:prstGeom prst="flowChartTermina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Flowchart: Terminator 12">
            <a:extLst>
              <a:ext uri="{FF2B5EF4-FFF2-40B4-BE49-F238E27FC236}">
                <a16:creationId xmlns:a16="http://schemas.microsoft.com/office/drawing/2014/main" id="{3657077B-96E4-6535-BA21-1BFFC6DA12E8}"/>
              </a:ext>
            </a:extLst>
          </p:cNvPr>
          <p:cNvSpPr/>
          <p:nvPr/>
        </p:nvSpPr>
        <p:spPr>
          <a:xfrm rot="18616256">
            <a:off x="5380523" y="1460917"/>
            <a:ext cx="474456" cy="164454"/>
          </a:xfrm>
          <a:prstGeom prst="flowChartTermina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 name="Straight Connector 13">
            <a:extLst>
              <a:ext uri="{FF2B5EF4-FFF2-40B4-BE49-F238E27FC236}">
                <a16:creationId xmlns:a16="http://schemas.microsoft.com/office/drawing/2014/main" id="{D85DBC6C-44B6-0520-0DBA-0779207BB125}"/>
              </a:ext>
            </a:extLst>
          </p:cNvPr>
          <p:cNvCxnSpPr>
            <a:cxnSpLocks/>
          </p:cNvCxnSpPr>
          <p:nvPr/>
        </p:nvCxnSpPr>
        <p:spPr>
          <a:xfrm flipH="1">
            <a:off x="6138057" y="1087457"/>
            <a:ext cx="4276" cy="2753271"/>
          </a:xfrm>
          <a:prstGeom prst="line">
            <a:avLst/>
          </a:prstGeom>
          <a:ln w="38100">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D44C946C-08F4-1AC0-8662-A9D433565F41}"/>
              </a:ext>
            </a:extLst>
          </p:cNvPr>
          <p:cNvPicPr>
            <a:picLocks noChangeAspect="1"/>
          </p:cNvPicPr>
          <p:nvPr/>
        </p:nvPicPr>
        <p:blipFill>
          <a:blip r:embed="rId2"/>
          <a:stretch>
            <a:fillRect/>
          </a:stretch>
        </p:blipFill>
        <p:spPr>
          <a:xfrm>
            <a:off x="3679991" y="1366307"/>
            <a:ext cx="677677" cy="713723"/>
          </a:xfrm>
          <a:prstGeom prst="rect">
            <a:avLst/>
          </a:prstGeom>
        </p:spPr>
      </p:pic>
      <p:sp>
        <p:nvSpPr>
          <p:cNvPr id="16" name="TextBox 15">
            <a:extLst>
              <a:ext uri="{FF2B5EF4-FFF2-40B4-BE49-F238E27FC236}">
                <a16:creationId xmlns:a16="http://schemas.microsoft.com/office/drawing/2014/main" id="{FEAC2617-DDEA-3DCB-8AD6-A071E5990F45}"/>
              </a:ext>
            </a:extLst>
          </p:cNvPr>
          <p:cNvSpPr txBox="1"/>
          <p:nvPr/>
        </p:nvSpPr>
        <p:spPr>
          <a:xfrm>
            <a:off x="4220751" y="1896102"/>
            <a:ext cx="2013337" cy="553998"/>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Re-Usable predefined test pack to cover Lloyd’s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      market transactions</a:t>
            </a:r>
          </a:p>
        </p:txBody>
      </p:sp>
      <p:sp>
        <p:nvSpPr>
          <p:cNvPr id="18" name="TextBox 17">
            <a:extLst>
              <a:ext uri="{FF2B5EF4-FFF2-40B4-BE49-F238E27FC236}">
                <a16:creationId xmlns:a16="http://schemas.microsoft.com/office/drawing/2014/main" id="{B7FE863C-EAD0-59E5-4BFE-65E0568BE2B2}"/>
              </a:ext>
            </a:extLst>
          </p:cNvPr>
          <p:cNvSpPr txBox="1"/>
          <p:nvPr/>
        </p:nvSpPr>
        <p:spPr>
          <a:xfrm>
            <a:off x="4288977" y="2470532"/>
            <a:ext cx="1842725" cy="86177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Covered signing De linked &amp; Non-Delinked messages for New business, MTA and Renewal combinations</a:t>
            </a:r>
          </a:p>
        </p:txBody>
      </p:sp>
      <p:pic>
        <p:nvPicPr>
          <p:cNvPr id="19" name="Picture 18">
            <a:extLst>
              <a:ext uri="{FF2B5EF4-FFF2-40B4-BE49-F238E27FC236}">
                <a16:creationId xmlns:a16="http://schemas.microsoft.com/office/drawing/2014/main" id="{F5580377-44C4-2FBE-92CE-EADB023580CF}"/>
              </a:ext>
            </a:extLst>
          </p:cNvPr>
          <p:cNvPicPr>
            <a:picLocks noChangeAspect="1"/>
          </p:cNvPicPr>
          <p:nvPr/>
        </p:nvPicPr>
        <p:blipFill>
          <a:blip r:embed="rId3"/>
          <a:stretch>
            <a:fillRect/>
          </a:stretch>
        </p:blipFill>
        <p:spPr>
          <a:xfrm>
            <a:off x="3847830" y="4750487"/>
            <a:ext cx="639693" cy="639693"/>
          </a:xfrm>
          <a:prstGeom prst="rect">
            <a:avLst/>
          </a:prstGeom>
        </p:spPr>
      </p:pic>
      <p:sp>
        <p:nvSpPr>
          <p:cNvPr id="20" name="TextBox 19">
            <a:extLst>
              <a:ext uri="{FF2B5EF4-FFF2-40B4-BE49-F238E27FC236}">
                <a16:creationId xmlns:a16="http://schemas.microsoft.com/office/drawing/2014/main" id="{40D77C81-8772-F53D-FAAA-8BE61C0EB53A}"/>
              </a:ext>
            </a:extLst>
          </p:cNvPr>
          <p:cNvSpPr txBox="1"/>
          <p:nvPr/>
        </p:nvSpPr>
        <p:spPr>
          <a:xfrm>
            <a:off x="6021134" y="1824886"/>
            <a:ext cx="2013337" cy="553998"/>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Re-Usable predefined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     test pack to cover Lloyds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     market settlement </a:t>
            </a:r>
          </a:p>
        </p:txBody>
      </p:sp>
      <p:sp>
        <p:nvSpPr>
          <p:cNvPr id="21" name="TextBox 20">
            <a:extLst>
              <a:ext uri="{FF2B5EF4-FFF2-40B4-BE49-F238E27FC236}">
                <a16:creationId xmlns:a16="http://schemas.microsoft.com/office/drawing/2014/main" id="{F4FD9377-6FE2-7A29-E772-09B9B144CAEB}"/>
              </a:ext>
            </a:extLst>
          </p:cNvPr>
          <p:cNvSpPr txBox="1"/>
          <p:nvPr/>
        </p:nvSpPr>
        <p:spPr>
          <a:xfrm>
            <a:off x="6056890" y="2489938"/>
            <a:ext cx="1842725" cy="707886"/>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Covered signing messages for Premium, Additional, Refund transactions</a:t>
            </a:r>
          </a:p>
        </p:txBody>
      </p:sp>
      <p:cxnSp>
        <p:nvCxnSpPr>
          <p:cNvPr id="22" name="Straight Connector 21">
            <a:extLst>
              <a:ext uri="{FF2B5EF4-FFF2-40B4-BE49-F238E27FC236}">
                <a16:creationId xmlns:a16="http://schemas.microsoft.com/office/drawing/2014/main" id="{CA36E672-3D06-47AE-575F-C8AABA2BFBD4}"/>
              </a:ext>
            </a:extLst>
          </p:cNvPr>
          <p:cNvCxnSpPr>
            <a:cxnSpLocks/>
          </p:cNvCxnSpPr>
          <p:nvPr/>
        </p:nvCxnSpPr>
        <p:spPr>
          <a:xfrm>
            <a:off x="9550041" y="1192319"/>
            <a:ext cx="0" cy="2495480"/>
          </a:xfrm>
          <a:prstGeom prst="line">
            <a:avLst/>
          </a:prstGeom>
          <a:ln w="38100">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8BAFD280-8DB2-B22D-FA17-3E0CEBBEC4E4}"/>
              </a:ext>
            </a:extLst>
          </p:cNvPr>
          <p:cNvSpPr txBox="1"/>
          <p:nvPr/>
        </p:nvSpPr>
        <p:spPr>
          <a:xfrm>
            <a:off x="9661331" y="1855462"/>
            <a:ext cx="2013337" cy="553998"/>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100% Re-Usable predefined test scenarios to cover ILU market transactions</a:t>
            </a:r>
          </a:p>
        </p:txBody>
      </p:sp>
      <p:sp>
        <p:nvSpPr>
          <p:cNvPr id="24" name="TextBox 23">
            <a:extLst>
              <a:ext uri="{FF2B5EF4-FFF2-40B4-BE49-F238E27FC236}">
                <a16:creationId xmlns:a16="http://schemas.microsoft.com/office/drawing/2014/main" id="{BFDC9B09-FBB3-19E5-496F-BE6C510B1E6F}"/>
              </a:ext>
            </a:extLst>
          </p:cNvPr>
          <p:cNvSpPr txBox="1"/>
          <p:nvPr/>
        </p:nvSpPr>
        <p:spPr>
          <a:xfrm>
            <a:off x="7690291" y="1896102"/>
            <a:ext cx="2013337" cy="553998"/>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Re-Usable predefined test pack to cover ILU market signing transaction</a:t>
            </a:r>
          </a:p>
        </p:txBody>
      </p:sp>
      <p:cxnSp>
        <p:nvCxnSpPr>
          <p:cNvPr id="25" name="Straight Connector 24">
            <a:extLst>
              <a:ext uri="{FF2B5EF4-FFF2-40B4-BE49-F238E27FC236}">
                <a16:creationId xmlns:a16="http://schemas.microsoft.com/office/drawing/2014/main" id="{2406C3F5-3BDF-C6F6-3460-939F54307098}"/>
              </a:ext>
            </a:extLst>
          </p:cNvPr>
          <p:cNvCxnSpPr>
            <a:cxnSpLocks/>
          </p:cNvCxnSpPr>
          <p:nvPr/>
        </p:nvCxnSpPr>
        <p:spPr>
          <a:xfrm flipH="1">
            <a:off x="6122153" y="3806942"/>
            <a:ext cx="13936" cy="2060853"/>
          </a:xfrm>
          <a:prstGeom prst="line">
            <a:avLst/>
          </a:prstGeom>
          <a:ln w="38100">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D617AEA0-CF73-E065-EED8-A9696D238A3C}"/>
              </a:ext>
            </a:extLst>
          </p:cNvPr>
          <p:cNvSpPr txBox="1"/>
          <p:nvPr/>
        </p:nvSpPr>
        <p:spPr>
          <a:xfrm>
            <a:off x="4520714" y="4752734"/>
            <a:ext cx="2013337" cy="553998"/>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Re-Usable predefined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     test pack to cover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Both Lloyds &amp; ILU</a:t>
            </a:r>
          </a:p>
        </p:txBody>
      </p:sp>
      <p:sp>
        <p:nvSpPr>
          <p:cNvPr id="27" name="TextBox 26">
            <a:extLst>
              <a:ext uri="{FF2B5EF4-FFF2-40B4-BE49-F238E27FC236}">
                <a16:creationId xmlns:a16="http://schemas.microsoft.com/office/drawing/2014/main" id="{443E4FA1-FD8C-049D-EF58-370248AECBE3}"/>
              </a:ext>
            </a:extLst>
          </p:cNvPr>
          <p:cNvSpPr txBox="1"/>
          <p:nvPr/>
        </p:nvSpPr>
        <p:spPr>
          <a:xfrm>
            <a:off x="4473388" y="5383681"/>
            <a:ext cx="1842725" cy="553998"/>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Covered FNoL, Claim Retrieve and Response to-from Xchanging</a:t>
            </a:r>
          </a:p>
        </p:txBody>
      </p:sp>
      <p:cxnSp>
        <p:nvCxnSpPr>
          <p:cNvPr id="28" name="Straight Connector 27">
            <a:extLst>
              <a:ext uri="{FF2B5EF4-FFF2-40B4-BE49-F238E27FC236}">
                <a16:creationId xmlns:a16="http://schemas.microsoft.com/office/drawing/2014/main" id="{5BDFA679-2833-1AB0-5036-F34E47D82E0F}"/>
              </a:ext>
            </a:extLst>
          </p:cNvPr>
          <p:cNvCxnSpPr>
            <a:cxnSpLocks/>
          </p:cNvCxnSpPr>
          <p:nvPr/>
        </p:nvCxnSpPr>
        <p:spPr>
          <a:xfrm flipH="1">
            <a:off x="7735368" y="3684342"/>
            <a:ext cx="3581" cy="2005258"/>
          </a:xfrm>
          <a:prstGeom prst="line">
            <a:avLst/>
          </a:prstGeom>
          <a:ln w="38100">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5A22F2C-AC90-327E-98E6-C954BDB23E8B}"/>
              </a:ext>
            </a:extLst>
          </p:cNvPr>
          <p:cNvSpPr txBox="1"/>
          <p:nvPr/>
        </p:nvSpPr>
        <p:spPr>
          <a:xfrm>
            <a:off x="6031846" y="4711886"/>
            <a:ext cx="2013337" cy="553998"/>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Predefined test pack to cover Document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      Management</a:t>
            </a:r>
          </a:p>
        </p:txBody>
      </p:sp>
      <p:sp>
        <p:nvSpPr>
          <p:cNvPr id="30" name="TextBox 29">
            <a:extLst>
              <a:ext uri="{FF2B5EF4-FFF2-40B4-BE49-F238E27FC236}">
                <a16:creationId xmlns:a16="http://schemas.microsoft.com/office/drawing/2014/main" id="{631528F8-62FA-F758-3212-8B37E367D11E}"/>
              </a:ext>
            </a:extLst>
          </p:cNvPr>
          <p:cNvSpPr txBox="1"/>
          <p:nvPr/>
        </p:nvSpPr>
        <p:spPr>
          <a:xfrm>
            <a:off x="6067329" y="5283317"/>
            <a:ext cx="1842725" cy="553998"/>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Covered document search, retrieve, download and upload</a:t>
            </a:r>
          </a:p>
        </p:txBody>
      </p:sp>
      <p:cxnSp>
        <p:nvCxnSpPr>
          <p:cNvPr id="31" name="Straight Connector 30">
            <a:extLst>
              <a:ext uri="{FF2B5EF4-FFF2-40B4-BE49-F238E27FC236}">
                <a16:creationId xmlns:a16="http://schemas.microsoft.com/office/drawing/2014/main" id="{5E982677-78A8-F878-2B33-AB365DAFEEBC}"/>
              </a:ext>
            </a:extLst>
          </p:cNvPr>
          <p:cNvCxnSpPr>
            <a:cxnSpLocks/>
          </p:cNvCxnSpPr>
          <p:nvPr/>
        </p:nvCxnSpPr>
        <p:spPr>
          <a:xfrm flipH="1">
            <a:off x="9539881" y="3650154"/>
            <a:ext cx="13768" cy="1990206"/>
          </a:xfrm>
          <a:prstGeom prst="line">
            <a:avLst/>
          </a:prstGeom>
          <a:ln w="38100">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sp>
        <p:nvSpPr>
          <p:cNvPr id="32" name="Parallelogram 31">
            <a:extLst>
              <a:ext uri="{FF2B5EF4-FFF2-40B4-BE49-F238E27FC236}">
                <a16:creationId xmlns:a16="http://schemas.microsoft.com/office/drawing/2014/main" id="{7CACA52C-7425-EA54-E0DA-5D8261A6E424}"/>
              </a:ext>
            </a:extLst>
          </p:cNvPr>
          <p:cNvSpPr/>
          <p:nvPr/>
        </p:nvSpPr>
        <p:spPr>
          <a:xfrm>
            <a:off x="6204566" y="1138257"/>
            <a:ext cx="1156481" cy="398026"/>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Calibri" panose="020F0502020204030204"/>
                <a:ea typeface="+mn-ea"/>
                <a:cs typeface="+mn-cs"/>
              </a:rPr>
              <a:t>UWRSET</a:t>
            </a:r>
          </a:p>
        </p:txBody>
      </p:sp>
      <p:sp>
        <p:nvSpPr>
          <p:cNvPr id="33" name="Right Triangle 32">
            <a:extLst>
              <a:ext uri="{FF2B5EF4-FFF2-40B4-BE49-F238E27FC236}">
                <a16:creationId xmlns:a16="http://schemas.microsoft.com/office/drawing/2014/main" id="{1613350F-7FF9-3ED9-1E7B-BB58C8AEF715}"/>
              </a:ext>
            </a:extLst>
          </p:cNvPr>
          <p:cNvSpPr/>
          <p:nvPr/>
        </p:nvSpPr>
        <p:spPr>
          <a:xfrm rot="10800000">
            <a:off x="6212863" y="1505229"/>
            <a:ext cx="180038" cy="195919"/>
          </a:xfrm>
          <a:prstGeom prst="rtTriangle">
            <a:avLst/>
          </a:prstGeom>
          <a:solidFill>
            <a:schemeClr val="accent2"/>
          </a:solidFill>
          <a:ln>
            <a:solidFill>
              <a:schemeClr val="bg2">
                <a:lumMod val="10000"/>
                <a:alpha val="3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Flowchart: Terminator 33">
            <a:extLst>
              <a:ext uri="{FF2B5EF4-FFF2-40B4-BE49-F238E27FC236}">
                <a16:creationId xmlns:a16="http://schemas.microsoft.com/office/drawing/2014/main" id="{4EC0DAF2-AE4D-A41D-314F-9D2D5DF468AB}"/>
              </a:ext>
            </a:extLst>
          </p:cNvPr>
          <p:cNvSpPr/>
          <p:nvPr/>
        </p:nvSpPr>
        <p:spPr>
          <a:xfrm rot="2607956">
            <a:off x="7065186" y="1099284"/>
            <a:ext cx="480466" cy="164454"/>
          </a:xfrm>
          <a:prstGeom prst="flowChartTermina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Flowchart: Terminator 34">
            <a:extLst>
              <a:ext uri="{FF2B5EF4-FFF2-40B4-BE49-F238E27FC236}">
                <a16:creationId xmlns:a16="http://schemas.microsoft.com/office/drawing/2014/main" id="{721DA0AF-0027-3ACE-0FF4-9C67C4F520DA}"/>
              </a:ext>
            </a:extLst>
          </p:cNvPr>
          <p:cNvSpPr/>
          <p:nvPr/>
        </p:nvSpPr>
        <p:spPr>
          <a:xfrm rot="18616256">
            <a:off x="7076770" y="1369477"/>
            <a:ext cx="474456" cy="164454"/>
          </a:xfrm>
          <a:prstGeom prst="flowChartTermina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Parallelogram 35">
            <a:extLst>
              <a:ext uri="{FF2B5EF4-FFF2-40B4-BE49-F238E27FC236}">
                <a16:creationId xmlns:a16="http://schemas.microsoft.com/office/drawing/2014/main" id="{A8A7C75F-0638-8D15-6B1B-EC76DC7575F1}"/>
              </a:ext>
            </a:extLst>
          </p:cNvPr>
          <p:cNvSpPr/>
          <p:nvPr/>
        </p:nvSpPr>
        <p:spPr>
          <a:xfrm>
            <a:off x="7941926" y="1158577"/>
            <a:ext cx="1156481" cy="398026"/>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Calibri" panose="020F0502020204030204"/>
                <a:ea typeface="+mn-ea"/>
                <a:cs typeface="+mn-cs"/>
              </a:rPr>
              <a:t>IPUCSM</a:t>
            </a:r>
          </a:p>
        </p:txBody>
      </p:sp>
      <p:sp>
        <p:nvSpPr>
          <p:cNvPr id="37" name="Right Triangle 36">
            <a:extLst>
              <a:ext uri="{FF2B5EF4-FFF2-40B4-BE49-F238E27FC236}">
                <a16:creationId xmlns:a16="http://schemas.microsoft.com/office/drawing/2014/main" id="{4E163861-8820-58ED-10C5-5AAF084892D1}"/>
              </a:ext>
            </a:extLst>
          </p:cNvPr>
          <p:cNvSpPr/>
          <p:nvPr/>
        </p:nvSpPr>
        <p:spPr>
          <a:xfrm rot="10800000">
            <a:off x="7950223" y="1525549"/>
            <a:ext cx="180038" cy="195919"/>
          </a:xfrm>
          <a:prstGeom prst="rtTriangle">
            <a:avLst/>
          </a:prstGeom>
          <a:solidFill>
            <a:schemeClr val="accent2"/>
          </a:solidFill>
          <a:ln>
            <a:solidFill>
              <a:schemeClr val="bg2">
                <a:lumMod val="10000"/>
                <a:alpha val="3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Flowchart: Terminator 37">
            <a:extLst>
              <a:ext uri="{FF2B5EF4-FFF2-40B4-BE49-F238E27FC236}">
                <a16:creationId xmlns:a16="http://schemas.microsoft.com/office/drawing/2014/main" id="{B4D6AEB3-E30C-3E92-0D30-3328BB372873}"/>
              </a:ext>
            </a:extLst>
          </p:cNvPr>
          <p:cNvSpPr/>
          <p:nvPr/>
        </p:nvSpPr>
        <p:spPr>
          <a:xfrm rot="2607956">
            <a:off x="8813179" y="1119604"/>
            <a:ext cx="480466" cy="164454"/>
          </a:xfrm>
          <a:prstGeom prst="flowChartTermina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Flowchart: Terminator 38">
            <a:extLst>
              <a:ext uri="{FF2B5EF4-FFF2-40B4-BE49-F238E27FC236}">
                <a16:creationId xmlns:a16="http://schemas.microsoft.com/office/drawing/2014/main" id="{9F52F0C7-AE17-EE6E-0CA5-86487E83ECA0}"/>
              </a:ext>
            </a:extLst>
          </p:cNvPr>
          <p:cNvSpPr/>
          <p:nvPr/>
        </p:nvSpPr>
        <p:spPr>
          <a:xfrm rot="18616256">
            <a:off x="8824763" y="1389797"/>
            <a:ext cx="474456" cy="164454"/>
          </a:xfrm>
          <a:prstGeom prst="flowChartTermina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Parallelogram 39">
            <a:extLst>
              <a:ext uri="{FF2B5EF4-FFF2-40B4-BE49-F238E27FC236}">
                <a16:creationId xmlns:a16="http://schemas.microsoft.com/office/drawing/2014/main" id="{317D20CF-575C-F801-454B-568C12D3BAC5}"/>
              </a:ext>
            </a:extLst>
          </p:cNvPr>
          <p:cNvSpPr/>
          <p:nvPr/>
        </p:nvSpPr>
        <p:spPr>
          <a:xfrm>
            <a:off x="9669126" y="1189057"/>
            <a:ext cx="1156481" cy="398026"/>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Calibri" panose="020F0502020204030204"/>
                <a:ea typeface="+mn-ea"/>
                <a:cs typeface="+mn-cs"/>
              </a:rPr>
              <a:t>ILUCSB</a:t>
            </a:r>
          </a:p>
        </p:txBody>
      </p:sp>
      <p:sp>
        <p:nvSpPr>
          <p:cNvPr id="41" name="Right Triangle 40">
            <a:extLst>
              <a:ext uri="{FF2B5EF4-FFF2-40B4-BE49-F238E27FC236}">
                <a16:creationId xmlns:a16="http://schemas.microsoft.com/office/drawing/2014/main" id="{D90483F2-638E-AFAE-D125-2F0EC249CD42}"/>
              </a:ext>
            </a:extLst>
          </p:cNvPr>
          <p:cNvSpPr/>
          <p:nvPr/>
        </p:nvSpPr>
        <p:spPr>
          <a:xfrm rot="10800000">
            <a:off x="9677423" y="1556029"/>
            <a:ext cx="180038" cy="195919"/>
          </a:xfrm>
          <a:prstGeom prst="rtTriangle">
            <a:avLst/>
          </a:prstGeom>
          <a:solidFill>
            <a:schemeClr val="accent2"/>
          </a:solidFill>
          <a:ln>
            <a:solidFill>
              <a:schemeClr val="bg2">
                <a:lumMod val="10000"/>
                <a:alpha val="3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Flowchart: Terminator 41">
            <a:extLst>
              <a:ext uri="{FF2B5EF4-FFF2-40B4-BE49-F238E27FC236}">
                <a16:creationId xmlns:a16="http://schemas.microsoft.com/office/drawing/2014/main" id="{DF253134-9A3D-55CC-B581-B89B95841DBC}"/>
              </a:ext>
            </a:extLst>
          </p:cNvPr>
          <p:cNvSpPr/>
          <p:nvPr/>
        </p:nvSpPr>
        <p:spPr>
          <a:xfrm rot="2607956">
            <a:off x="10540379" y="1150084"/>
            <a:ext cx="480466" cy="164454"/>
          </a:xfrm>
          <a:prstGeom prst="flowChartTermina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Flowchart: Terminator 42">
            <a:extLst>
              <a:ext uri="{FF2B5EF4-FFF2-40B4-BE49-F238E27FC236}">
                <a16:creationId xmlns:a16="http://schemas.microsoft.com/office/drawing/2014/main" id="{3D2DFAB4-390D-D9C4-9E5B-731695695FDD}"/>
              </a:ext>
            </a:extLst>
          </p:cNvPr>
          <p:cNvSpPr/>
          <p:nvPr/>
        </p:nvSpPr>
        <p:spPr>
          <a:xfrm rot="18616256">
            <a:off x="10551963" y="1420277"/>
            <a:ext cx="474456" cy="164454"/>
          </a:xfrm>
          <a:prstGeom prst="flowChartTermina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Parallelogram 43">
            <a:extLst>
              <a:ext uri="{FF2B5EF4-FFF2-40B4-BE49-F238E27FC236}">
                <a16:creationId xmlns:a16="http://schemas.microsoft.com/office/drawing/2014/main" id="{A28E35F3-D401-B4B6-99AF-89767B28BC9F}"/>
              </a:ext>
            </a:extLst>
          </p:cNvPr>
          <p:cNvSpPr/>
          <p:nvPr/>
        </p:nvSpPr>
        <p:spPr>
          <a:xfrm>
            <a:off x="4741526" y="4125297"/>
            <a:ext cx="1156481" cy="398026"/>
          </a:xfrm>
          <a:prstGeom prst="parallelogram">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Calibri" panose="020F0502020204030204"/>
                <a:ea typeface="+mn-ea"/>
                <a:cs typeface="+mn-cs"/>
              </a:rPr>
              <a:t>ECFWB</a:t>
            </a:r>
          </a:p>
        </p:txBody>
      </p:sp>
      <p:sp>
        <p:nvSpPr>
          <p:cNvPr id="45" name="Right Triangle 44">
            <a:extLst>
              <a:ext uri="{FF2B5EF4-FFF2-40B4-BE49-F238E27FC236}">
                <a16:creationId xmlns:a16="http://schemas.microsoft.com/office/drawing/2014/main" id="{77820898-440B-7DC9-46C1-24F1DCB8E3A2}"/>
              </a:ext>
            </a:extLst>
          </p:cNvPr>
          <p:cNvSpPr/>
          <p:nvPr/>
        </p:nvSpPr>
        <p:spPr>
          <a:xfrm rot="10800000">
            <a:off x="4749823" y="4492269"/>
            <a:ext cx="180038" cy="195919"/>
          </a:xfrm>
          <a:prstGeom prst="rtTriangle">
            <a:avLst/>
          </a:prstGeom>
          <a:solidFill>
            <a:srgbClr val="7030A0"/>
          </a:solidFill>
          <a:ln>
            <a:solidFill>
              <a:schemeClr val="bg2">
                <a:lumMod val="10000"/>
                <a:alpha val="3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Flowchart: Terminator 45">
            <a:extLst>
              <a:ext uri="{FF2B5EF4-FFF2-40B4-BE49-F238E27FC236}">
                <a16:creationId xmlns:a16="http://schemas.microsoft.com/office/drawing/2014/main" id="{4C1444A6-D094-A16E-AF3A-93E1DFA96727}"/>
              </a:ext>
            </a:extLst>
          </p:cNvPr>
          <p:cNvSpPr/>
          <p:nvPr/>
        </p:nvSpPr>
        <p:spPr>
          <a:xfrm rot="2607956">
            <a:off x="5612779" y="4086324"/>
            <a:ext cx="480466" cy="164454"/>
          </a:xfrm>
          <a:prstGeom prst="flowChartTerminator">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Flowchart: Terminator 46">
            <a:extLst>
              <a:ext uri="{FF2B5EF4-FFF2-40B4-BE49-F238E27FC236}">
                <a16:creationId xmlns:a16="http://schemas.microsoft.com/office/drawing/2014/main" id="{C4808064-4533-BECE-E801-7FB894AF3221}"/>
              </a:ext>
            </a:extLst>
          </p:cNvPr>
          <p:cNvSpPr/>
          <p:nvPr/>
        </p:nvSpPr>
        <p:spPr>
          <a:xfrm rot="18616256">
            <a:off x="5624363" y="4356517"/>
            <a:ext cx="474456" cy="164454"/>
          </a:xfrm>
          <a:prstGeom prst="flowChartTerminator">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 name="Parallelogram 47">
            <a:extLst>
              <a:ext uri="{FF2B5EF4-FFF2-40B4-BE49-F238E27FC236}">
                <a16:creationId xmlns:a16="http://schemas.microsoft.com/office/drawing/2014/main" id="{D7717AC3-5D7E-3667-A076-A6318038BCD1}"/>
              </a:ext>
            </a:extLst>
          </p:cNvPr>
          <p:cNvSpPr/>
          <p:nvPr/>
        </p:nvSpPr>
        <p:spPr>
          <a:xfrm>
            <a:off x="7860646" y="4115137"/>
            <a:ext cx="1156481" cy="398026"/>
          </a:xfrm>
          <a:prstGeom prst="parallelogram">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Calibri" panose="020F0502020204030204"/>
                <a:ea typeface="+mn-ea"/>
                <a:cs typeface="+mn-cs"/>
              </a:rPr>
              <a:t>SCM</a:t>
            </a:r>
          </a:p>
        </p:txBody>
      </p:sp>
      <p:sp>
        <p:nvSpPr>
          <p:cNvPr id="49" name="Right Triangle 48">
            <a:extLst>
              <a:ext uri="{FF2B5EF4-FFF2-40B4-BE49-F238E27FC236}">
                <a16:creationId xmlns:a16="http://schemas.microsoft.com/office/drawing/2014/main" id="{E54E0433-9B0E-B318-D8BB-1FDF6F6BDCEE}"/>
              </a:ext>
            </a:extLst>
          </p:cNvPr>
          <p:cNvSpPr/>
          <p:nvPr/>
        </p:nvSpPr>
        <p:spPr>
          <a:xfrm rot="10800000">
            <a:off x="7868943" y="4482109"/>
            <a:ext cx="180038" cy="195919"/>
          </a:xfrm>
          <a:prstGeom prst="rtTriangle">
            <a:avLst/>
          </a:prstGeom>
          <a:solidFill>
            <a:srgbClr val="7030A0"/>
          </a:solidFill>
          <a:ln>
            <a:solidFill>
              <a:schemeClr val="bg2">
                <a:lumMod val="10000"/>
                <a:alpha val="3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Flowchart: Terminator 49">
            <a:extLst>
              <a:ext uri="{FF2B5EF4-FFF2-40B4-BE49-F238E27FC236}">
                <a16:creationId xmlns:a16="http://schemas.microsoft.com/office/drawing/2014/main" id="{C77F3B04-3FA5-A3D1-1335-B0F3E084EEE6}"/>
              </a:ext>
            </a:extLst>
          </p:cNvPr>
          <p:cNvSpPr/>
          <p:nvPr/>
        </p:nvSpPr>
        <p:spPr>
          <a:xfrm rot="2607956">
            <a:off x="8731899" y="4076164"/>
            <a:ext cx="480466" cy="164454"/>
          </a:xfrm>
          <a:prstGeom prst="flowChartTerminator">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 name="Flowchart: Terminator 50">
            <a:extLst>
              <a:ext uri="{FF2B5EF4-FFF2-40B4-BE49-F238E27FC236}">
                <a16:creationId xmlns:a16="http://schemas.microsoft.com/office/drawing/2014/main" id="{01DA3191-B1FE-AA36-55C4-CB9D9F3EDAC1}"/>
              </a:ext>
            </a:extLst>
          </p:cNvPr>
          <p:cNvSpPr/>
          <p:nvPr/>
        </p:nvSpPr>
        <p:spPr>
          <a:xfrm rot="18616256">
            <a:off x="8743483" y="4346357"/>
            <a:ext cx="474456" cy="164454"/>
          </a:xfrm>
          <a:prstGeom prst="flowChartTerminator">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 name="Parallelogram 51">
            <a:extLst>
              <a:ext uri="{FF2B5EF4-FFF2-40B4-BE49-F238E27FC236}">
                <a16:creationId xmlns:a16="http://schemas.microsoft.com/office/drawing/2014/main" id="{354FB811-3916-33F7-A442-6285A03D33F8}"/>
              </a:ext>
            </a:extLst>
          </p:cNvPr>
          <p:cNvSpPr/>
          <p:nvPr/>
        </p:nvSpPr>
        <p:spPr>
          <a:xfrm>
            <a:off x="9669126" y="4094817"/>
            <a:ext cx="1156481" cy="398026"/>
          </a:xfrm>
          <a:prstGeom prst="parallelogram">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Calibri" panose="020F0502020204030204"/>
                <a:ea typeface="+mn-ea"/>
                <a:cs typeface="+mn-cs"/>
              </a:rPr>
              <a:t>LIMCLM</a:t>
            </a:r>
          </a:p>
        </p:txBody>
      </p:sp>
      <p:sp>
        <p:nvSpPr>
          <p:cNvPr id="53" name="Right Triangle 52">
            <a:extLst>
              <a:ext uri="{FF2B5EF4-FFF2-40B4-BE49-F238E27FC236}">
                <a16:creationId xmlns:a16="http://schemas.microsoft.com/office/drawing/2014/main" id="{02BC5AFA-F82C-6BAB-3B33-62296A7BBFBD}"/>
              </a:ext>
            </a:extLst>
          </p:cNvPr>
          <p:cNvSpPr/>
          <p:nvPr/>
        </p:nvSpPr>
        <p:spPr>
          <a:xfrm rot="10800000">
            <a:off x="9677423" y="4461789"/>
            <a:ext cx="180038" cy="195919"/>
          </a:xfrm>
          <a:prstGeom prst="rtTriangle">
            <a:avLst/>
          </a:prstGeom>
          <a:solidFill>
            <a:srgbClr val="7030A0"/>
          </a:solidFill>
          <a:ln>
            <a:solidFill>
              <a:schemeClr val="bg2">
                <a:lumMod val="10000"/>
                <a:alpha val="3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lowchart: Terminator 53">
            <a:extLst>
              <a:ext uri="{FF2B5EF4-FFF2-40B4-BE49-F238E27FC236}">
                <a16:creationId xmlns:a16="http://schemas.microsoft.com/office/drawing/2014/main" id="{F38E9655-DAB0-04E4-7979-263F3E957DEB}"/>
              </a:ext>
            </a:extLst>
          </p:cNvPr>
          <p:cNvSpPr/>
          <p:nvPr/>
        </p:nvSpPr>
        <p:spPr>
          <a:xfrm rot="2607956">
            <a:off x="10540379" y="4096484"/>
            <a:ext cx="480466" cy="164454"/>
          </a:xfrm>
          <a:prstGeom prst="flowChartTerminator">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 name="Flowchart: Terminator 54">
            <a:extLst>
              <a:ext uri="{FF2B5EF4-FFF2-40B4-BE49-F238E27FC236}">
                <a16:creationId xmlns:a16="http://schemas.microsoft.com/office/drawing/2014/main" id="{8C6BDE87-871D-29BB-EF43-9A81B1E04EA2}"/>
              </a:ext>
            </a:extLst>
          </p:cNvPr>
          <p:cNvSpPr/>
          <p:nvPr/>
        </p:nvSpPr>
        <p:spPr>
          <a:xfrm rot="18616256">
            <a:off x="10551963" y="4326037"/>
            <a:ext cx="474456" cy="164454"/>
          </a:xfrm>
          <a:prstGeom prst="flowChartTerminator">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6" name="Parallelogram 55">
            <a:extLst>
              <a:ext uri="{FF2B5EF4-FFF2-40B4-BE49-F238E27FC236}">
                <a16:creationId xmlns:a16="http://schemas.microsoft.com/office/drawing/2014/main" id="{D79A3CFE-522C-C4A4-1D4F-B341A3379D9B}"/>
              </a:ext>
            </a:extLst>
          </p:cNvPr>
          <p:cNvSpPr/>
          <p:nvPr/>
        </p:nvSpPr>
        <p:spPr>
          <a:xfrm>
            <a:off x="6204566" y="4084657"/>
            <a:ext cx="1156481" cy="398026"/>
          </a:xfrm>
          <a:prstGeom prst="parallelogram">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Calibri" panose="020F0502020204030204"/>
                <a:ea typeface="+mn-ea"/>
                <a:cs typeface="+mn-cs"/>
              </a:rPr>
              <a:t>DRI(IMR)</a:t>
            </a:r>
          </a:p>
        </p:txBody>
      </p:sp>
      <p:sp>
        <p:nvSpPr>
          <p:cNvPr id="57" name="Right Triangle 56">
            <a:extLst>
              <a:ext uri="{FF2B5EF4-FFF2-40B4-BE49-F238E27FC236}">
                <a16:creationId xmlns:a16="http://schemas.microsoft.com/office/drawing/2014/main" id="{5D405A01-2EE3-AC4A-9788-330A0D1B60CF}"/>
              </a:ext>
            </a:extLst>
          </p:cNvPr>
          <p:cNvSpPr/>
          <p:nvPr/>
        </p:nvSpPr>
        <p:spPr>
          <a:xfrm rot="10800000">
            <a:off x="6212863" y="4451629"/>
            <a:ext cx="180038" cy="195919"/>
          </a:xfrm>
          <a:prstGeom prst="rtTriangle">
            <a:avLst/>
          </a:prstGeom>
          <a:solidFill>
            <a:srgbClr val="7030A0"/>
          </a:solidFill>
          <a:ln>
            <a:solidFill>
              <a:schemeClr val="bg2">
                <a:lumMod val="10000"/>
                <a:alpha val="3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 name="Flowchart: Terminator 57">
            <a:extLst>
              <a:ext uri="{FF2B5EF4-FFF2-40B4-BE49-F238E27FC236}">
                <a16:creationId xmlns:a16="http://schemas.microsoft.com/office/drawing/2014/main" id="{C3568A92-9986-DF2E-3768-8EEDCA133D2C}"/>
              </a:ext>
            </a:extLst>
          </p:cNvPr>
          <p:cNvSpPr/>
          <p:nvPr/>
        </p:nvSpPr>
        <p:spPr>
          <a:xfrm rot="2607956">
            <a:off x="7085979" y="4086324"/>
            <a:ext cx="480466" cy="164454"/>
          </a:xfrm>
          <a:prstGeom prst="flowChartTerminator">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9" name="Flowchart: Terminator 58">
            <a:extLst>
              <a:ext uri="{FF2B5EF4-FFF2-40B4-BE49-F238E27FC236}">
                <a16:creationId xmlns:a16="http://schemas.microsoft.com/office/drawing/2014/main" id="{D0F78E0E-066C-E8A5-0F21-6D7693A4EA0C}"/>
              </a:ext>
            </a:extLst>
          </p:cNvPr>
          <p:cNvSpPr/>
          <p:nvPr/>
        </p:nvSpPr>
        <p:spPr>
          <a:xfrm rot="18616256">
            <a:off x="7087403" y="4315877"/>
            <a:ext cx="474456" cy="164454"/>
          </a:xfrm>
          <a:prstGeom prst="flowChartTerminator">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60" name="Straight Connector 59">
            <a:extLst>
              <a:ext uri="{FF2B5EF4-FFF2-40B4-BE49-F238E27FC236}">
                <a16:creationId xmlns:a16="http://schemas.microsoft.com/office/drawing/2014/main" id="{10F5407E-E070-666A-DDE2-3E9CA21E2949}"/>
              </a:ext>
            </a:extLst>
          </p:cNvPr>
          <p:cNvCxnSpPr>
            <a:cxnSpLocks/>
          </p:cNvCxnSpPr>
          <p:nvPr/>
        </p:nvCxnSpPr>
        <p:spPr>
          <a:xfrm flipH="1">
            <a:off x="7735368" y="1158577"/>
            <a:ext cx="16898" cy="2630822"/>
          </a:xfrm>
          <a:prstGeom prst="line">
            <a:avLst/>
          </a:prstGeom>
          <a:ln w="38100">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5E609474-89DA-0E24-A8D7-C9781A0800BE}"/>
              </a:ext>
            </a:extLst>
          </p:cNvPr>
          <p:cNvSpPr txBox="1"/>
          <p:nvPr/>
        </p:nvSpPr>
        <p:spPr>
          <a:xfrm>
            <a:off x="7748886" y="4732206"/>
            <a:ext cx="2013337" cy="40011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Test pack covers Claims settlement for Lloyds</a:t>
            </a:r>
          </a:p>
        </p:txBody>
      </p:sp>
      <p:sp>
        <p:nvSpPr>
          <p:cNvPr id="62" name="TextBox 61">
            <a:extLst>
              <a:ext uri="{FF2B5EF4-FFF2-40B4-BE49-F238E27FC236}">
                <a16:creationId xmlns:a16="http://schemas.microsoft.com/office/drawing/2014/main" id="{BAF99663-8424-FBCF-8EDC-2D9375E3BCE2}"/>
              </a:ext>
            </a:extLst>
          </p:cNvPr>
          <p:cNvSpPr txBox="1"/>
          <p:nvPr/>
        </p:nvSpPr>
        <p:spPr>
          <a:xfrm>
            <a:off x="9638646" y="4783006"/>
            <a:ext cx="2013337" cy="40011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Covers Claims reserve and settlement for ILU</a:t>
            </a:r>
          </a:p>
        </p:txBody>
      </p:sp>
      <p:sp>
        <p:nvSpPr>
          <p:cNvPr id="63" name="TextBox 62">
            <a:extLst>
              <a:ext uri="{FF2B5EF4-FFF2-40B4-BE49-F238E27FC236}">
                <a16:creationId xmlns:a16="http://schemas.microsoft.com/office/drawing/2014/main" id="{53944D14-703A-1E71-4C47-7123C8B53140}"/>
              </a:ext>
            </a:extLst>
          </p:cNvPr>
          <p:cNvSpPr txBox="1"/>
          <p:nvPr/>
        </p:nvSpPr>
        <p:spPr>
          <a:xfrm>
            <a:off x="7690291" y="2458175"/>
            <a:ext cx="1842725" cy="86177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Covered signing De linked &amp; Non-Delinked messages for New business, MTA and Renewal combinations</a:t>
            </a:r>
          </a:p>
        </p:txBody>
      </p:sp>
      <p:sp>
        <p:nvSpPr>
          <p:cNvPr id="64" name="TextBox 63">
            <a:extLst>
              <a:ext uri="{FF2B5EF4-FFF2-40B4-BE49-F238E27FC236}">
                <a16:creationId xmlns:a16="http://schemas.microsoft.com/office/drawing/2014/main" id="{06F9791C-B8AD-F9E4-8226-2364493E6D3C}"/>
              </a:ext>
            </a:extLst>
          </p:cNvPr>
          <p:cNvSpPr txBox="1"/>
          <p:nvPr/>
        </p:nvSpPr>
        <p:spPr>
          <a:xfrm>
            <a:off x="9697390" y="2784041"/>
            <a:ext cx="1842725" cy="707886"/>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Covered signing messages for Premium, Additional, Refund transactions</a:t>
            </a:r>
          </a:p>
        </p:txBody>
      </p:sp>
      <p:sp>
        <p:nvSpPr>
          <p:cNvPr id="65" name="Oval 64">
            <a:extLst>
              <a:ext uri="{FF2B5EF4-FFF2-40B4-BE49-F238E27FC236}">
                <a16:creationId xmlns:a16="http://schemas.microsoft.com/office/drawing/2014/main" id="{A3FE2C14-2014-671A-9BBE-0CD8945C419F}"/>
              </a:ext>
            </a:extLst>
          </p:cNvPr>
          <p:cNvSpPr>
            <a:spLocks noChangeAspect="1"/>
          </p:cNvSpPr>
          <p:nvPr/>
        </p:nvSpPr>
        <p:spPr>
          <a:xfrm>
            <a:off x="4572642" y="882141"/>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7B</a:t>
            </a:r>
          </a:p>
        </p:txBody>
      </p:sp>
      <p:sp>
        <p:nvSpPr>
          <p:cNvPr id="66" name="Oval 65">
            <a:extLst>
              <a:ext uri="{FF2B5EF4-FFF2-40B4-BE49-F238E27FC236}">
                <a16:creationId xmlns:a16="http://schemas.microsoft.com/office/drawing/2014/main" id="{8D7281E8-6756-E378-58DF-9C0FCB37998B}"/>
              </a:ext>
            </a:extLst>
          </p:cNvPr>
          <p:cNvSpPr>
            <a:spLocks noChangeAspect="1"/>
          </p:cNvSpPr>
          <p:nvPr/>
        </p:nvSpPr>
        <p:spPr>
          <a:xfrm>
            <a:off x="6253709" y="832514"/>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8</a:t>
            </a:r>
          </a:p>
        </p:txBody>
      </p:sp>
      <p:sp>
        <p:nvSpPr>
          <p:cNvPr id="67" name="Oval 66">
            <a:extLst>
              <a:ext uri="{FF2B5EF4-FFF2-40B4-BE49-F238E27FC236}">
                <a16:creationId xmlns:a16="http://schemas.microsoft.com/office/drawing/2014/main" id="{517A882D-E049-C1A6-2891-F715C3429A5E}"/>
              </a:ext>
            </a:extLst>
          </p:cNvPr>
          <p:cNvSpPr>
            <a:spLocks noChangeAspect="1"/>
          </p:cNvSpPr>
          <p:nvPr/>
        </p:nvSpPr>
        <p:spPr>
          <a:xfrm>
            <a:off x="9762856" y="844764"/>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7B</a:t>
            </a:r>
          </a:p>
        </p:txBody>
      </p:sp>
      <p:sp>
        <p:nvSpPr>
          <p:cNvPr id="68" name="Oval 67">
            <a:extLst>
              <a:ext uri="{FF2B5EF4-FFF2-40B4-BE49-F238E27FC236}">
                <a16:creationId xmlns:a16="http://schemas.microsoft.com/office/drawing/2014/main" id="{E6B1ED66-610C-7DB5-FCC3-8AD050BCCE3B}"/>
              </a:ext>
            </a:extLst>
          </p:cNvPr>
          <p:cNvSpPr>
            <a:spLocks noChangeAspect="1"/>
          </p:cNvSpPr>
          <p:nvPr/>
        </p:nvSpPr>
        <p:spPr>
          <a:xfrm>
            <a:off x="8020320" y="844764"/>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7B</a:t>
            </a:r>
          </a:p>
        </p:txBody>
      </p:sp>
      <p:sp>
        <p:nvSpPr>
          <p:cNvPr id="69" name="Oval 68">
            <a:extLst>
              <a:ext uri="{FF2B5EF4-FFF2-40B4-BE49-F238E27FC236}">
                <a16:creationId xmlns:a16="http://schemas.microsoft.com/office/drawing/2014/main" id="{2A046022-D67F-FFCE-3497-9FCC10239BE4}"/>
              </a:ext>
            </a:extLst>
          </p:cNvPr>
          <p:cNvSpPr>
            <a:spLocks noChangeAspect="1"/>
          </p:cNvSpPr>
          <p:nvPr/>
        </p:nvSpPr>
        <p:spPr>
          <a:xfrm>
            <a:off x="4674715" y="3790886"/>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9E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70" name="Oval 69">
            <a:extLst>
              <a:ext uri="{FF2B5EF4-FFF2-40B4-BE49-F238E27FC236}">
                <a16:creationId xmlns:a16="http://schemas.microsoft.com/office/drawing/2014/main" id="{4E8F9875-5A06-66C1-FCE7-52FF0ED45993}"/>
              </a:ext>
            </a:extLst>
          </p:cNvPr>
          <p:cNvSpPr>
            <a:spLocks noChangeAspect="1"/>
          </p:cNvSpPr>
          <p:nvPr/>
        </p:nvSpPr>
        <p:spPr>
          <a:xfrm>
            <a:off x="6308069" y="3826853"/>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11</a:t>
            </a:r>
          </a:p>
        </p:txBody>
      </p:sp>
      <p:sp>
        <p:nvSpPr>
          <p:cNvPr id="71" name="Oval 70">
            <a:extLst>
              <a:ext uri="{FF2B5EF4-FFF2-40B4-BE49-F238E27FC236}">
                <a16:creationId xmlns:a16="http://schemas.microsoft.com/office/drawing/2014/main" id="{A476B0DF-10C8-B2AD-C0A5-4DADC4B4CB82}"/>
              </a:ext>
            </a:extLst>
          </p:cNvPr>
          <p:cNvSpPr>
            <a:spLocks noChangeAspect="1"/>
          </p:cNvSpPr>
          <p:nvPr/>
        </p:nvSpPr>
        <p:spPr>
          <a:xfrm>
            <a:off x="7982540" y="3863505"/>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13</a:t>
            </a:r>
          </a:p>
        </p:txBody>
      </p:sp>
      <p:sp>
        <p:nvSpPr>
          <p:cNvPr id="72" name="Oval 71">
            <a:extLst>
              <a:ext uri="{FF2B5EF4-FFF2-40B4-BE49-F238E27FC236}">
                <a16:creationId xmlns:a16="http://schemas.microsoft.com/office/drawing/2014/main" id="{E1422982-7E9F-2D65-9FD0-0C299F8A3B5D}"/>
              </a:ext>
            </a:extLst>
          </p:cNvPr>
          <p:cNvSpPr>
            <a:spLocks noChangeAspect="1"/>
          </p:cNvSpPr>
          <p:nvPr/>
        </p:nvSpPr>
        <p:spPr>
          <a:xfrm>
            <a:off x="9768198" y="3820365"/>
            <a:ext cx="218900" cy="218900"/>
          </a:xfrm>
          <a:prstGeom prst="ellipse">
            <a:avLst/>
          </a:prstGeom>
          <a:solidFill>
            <a:schemeClr val="lt1"/>
          </a:solid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ysClr val="windowText" lastClr="000000"/>
                </a:solidFill>
                <a:effectLst/>
                <a:uLnTx/>
                <a:uFillTx/>
                <a:latin typeface="Calibri" panose="020F0502020204030204"/>
                <a:ea typeface="+mn-ea"/>
                <a:cs typeface="+mn-cs"/>
              </a:rPr>
              <a:t>13</a:t>
            </a:r>
          </a:p>
        </p:txBody>
      </p:sp>
    </p:spTree>
    <p:extLst>
      <p:ext uri="{BB962C8B-B14F-4D97-AF65-F5344CB8AC3E}">
        <p14:creationId xmlns:p14="http://schemas.microsoft.com/office/powerpoint/2010/main" val="16162856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dUVaNioeQEy1srSxzx_jYw"/>
</p:tagLst>
</file>

<file path=ppt/tags/tag5.xml><?xml version="1.0" encoding="utf-8"?>
<p:tagLst xmlns:a="http://schemas.openxmlformats.org/drawingml/2006/main" xmlns:r="http://schemas.openxmlformats.org/officeDocument/2006/relationships" xmlns:p="http://schemas.openxmlformats.org/presentationml/2006/main">
  <p:tag name="NAME" val="Moon"/>
</p:tagLst>
</file>

<file path=ppt/tags/tag6.xml><?xml version="1.0" encoding="utf-8"?>
<p:tagLst xmlns:a="http://schemas.openxmlformats.org/drawingml/2006/main" xmlns:r="http://schemas.openxmlformats.org/officeDocument/2006/relationships" xmlns:p="http://schemas.openxmlformats.org/presentationml/2006/main">
  <p:tag name="NAME" val="Moon"/>
</p:tagLst>
</file>

<file path=ppt/tags/tag7.xml><?xml version="1.0" encoding="utf-8"?>
<p:tagLst xmlns:a="http://schemas.openxmlformats.org/drawingml/2006/main" xmlns:r="http://schemas.openxmlformats.org/officeDocument/2006/relationships" xmlns:p="http://schemas.openxmlformats.org/presentationml/2006/main">
  <p:tag name="NAME" val="Moon"/>
</p:tagLst>
</file>

<file path=ppt/tags/tag8.xml><?xml version="1.0" encoding="utf-8"?>
<p:tagLst xmlns:a="http://schemas.openxmlformats.org/drawingml/2006/main" xmlns:r="http://schemas.openxmlformats.org/officeDocument/2006/relationships" xmlns:p="http://schemas.openxmlformats.org/presentationml/2006/main">
  <p:tag name="NAME" val="Moon"/>
</p:tagLst>
</file>

<file path=ppt/tags/tag9.xml><?xml version="1.0" encoding="utf-8"?>
<p:tagLst xmlns:a="http://schemas.openxmlformats.org/drawingml/2006/main" xmlns:r="http://schemas.openxmlformats.org/officeDocument/2006/relationships" xmlns:p="http://schemas.openxmlformats.org/presentationml/2006/main">
  <p:tag name="NAME" val="Moon"/>
</p:tagLst>
</file>

<file path=ppt/tags/tag10.xml><?xml version="1.0" encoding="utf-8"?>
<p:tagLst xmlns:a="http://schemas.openxmlformats.org/drawingml/2006/main" xmlns:r="http://schemas.openxmlformats.org/officeDocument/2006/relationships" xmlns:p="http://schemas.openxmlformats.org/presentationml/2006/main">
  <p:tag name="NAME" val="Moon"/>
</p:tagLst>
</file>

<file path=ppt/tags/tag11.xml><?xml version="1.0" encoding="utf-8"?>
<p:tagLst xmlns:a="http://schemas.openxmlformats.org/drawingml/2006/main" xmlns:r="http://schemas.openxmlformats.org/officeDocument/2006/relationships" xmlns:p="http://schemas.openxmlformats.org/presentationml/2006/main">
  <p:tag name="NAME" val="MoonShape"/>
  <p:tag name="ANGLE" val="1"/>
</p:tagLst>
</file>

<file path=ppt/tags/tag12.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3.xml><?xml version="1.0" encoding="utf-8"?>
<p:tagLst xmlns:a="http://schemas.openxmlformats.org/drawingml/2006/main" xmlns:r="http://schemas.openxmlformats.org/officeDocument/2006/relationships" xmlns:p="http://schemas.openxmlformats.org/presentationml/2006/main">
  <p:tag name="NAME" val="MoonShape"/>
  <p:tag name="ANGLE" val="3"/>
</p:tagLst>
</file>

<file path=ppt/tags/tag14.xml><?xml version="1.0" encoding="utf-8"?>
<p:tagLst xmlns:a="http://schemas.openxmlformats.org/drawingml/2006/main" xmlns:r="http://schemas.openxmlformats.org/officeDocument/2006/relationships" xmlns:p="http://schemas.openxmlformats.org/presentationml/2006/main">
  <p:tag name="NAME" val="MoonHalfShape"/>
  <p:tag name="ANGLE" val="4"/>
</p:tagLst>
</file>

<file path=ppt/tags/tag15.xml><?xml version="1.0" encoding="utf-8"?>
<p:tagLst xmlns:a="http://schemas.openxmlformats.org/drawingml/2006/main" xmlns:r="http://schemas.openxmlformats.org/officeDocument/2006/relationships" xmlns:p="http://schemas.openxmlformats.org/presentationml/2006/main">
  <p:tag name="NAME" val="MoonShape"/>
  <p:tag name="ANGLE" val="5"/>
</p:tagLst>
</file>

<file path=ppt/tags/tag16.xml><?xml version="1.0" encoding="utf-8"?>
<p:tagLst xmlns:a="http://schemas.openxmlformats.org/drawingml/2006/main" xmlns:r="http://schemas.openxmlformats.org/officeDocument/2006/relationships" xmlns:p="http://schemas.openxmlformats.org/presentationml/2006/main">
  <p:tag name="NAME" val="MoonHalfShape"/>
  <p:tag name="ANGLE" val="5"/>
</p:tagLst>
</file>

<file path=ppt/tags/tag17.xml><?xml version="1.0" encoding="utf-8"?>
<p:tagLst xmlns:a="http://schemas.openxmlformats.org/drawingml/2006/main" xmlns:r="http://schemas.openxmlformats.org/officeDocument/2006/relationships" xmlns:p="http://schemas.openxmlformats.org/presentationml/2006/main">
  <p:tag name="NAME" val="MoonShape"/>
  <p:tag name="ANGLE" val="4"/>
</p:tagLst>
</file>

<file path=ppt/tags/tag18.xml><?xml version="1.0" encoding="utf-8"?>
<p:tagLst xmlns:a="http://schemas.openxmlformats.org/drawingml/2006/main" xmlns:r="http://schemas.openxmlformats.org/officeDocument/2006/relationships" xmlns:p="http://schemas.openxmlformats.org/presentationml/2006/main">
  <p:tag name="NAME" val="MoonHalfShape"/>
  <p:tag name="ANGLE" val="4"/>
</p:tagLst>
</file>

<file path=ppt/tags/tag19.xml><?xml version="1.0" encoding="utf-8"?>
<p:tagLst xmlns:a="http://schemas.openxmlformats.org/drawingml/2006/main" xmlns:r="http://schemas.openxmlformats.org/officeDocument/2006/relationships" xmlns:p="http://schemas.openxmlformats.org/presentationml/2006/main">
  <p:tag name="NAME" val="MoonShape"/>
  <p:tag name="ANGLE" val="2"/>
</p:tagLst>
</file>

<file path=ppt/tags/tag20.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4.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5.xml><?xml version="1.0" encoding="utf-8"?>
<p:tagLst xmlns:a="http://schemas.openxmlformats.org/drawingml/2006/main" xmlns:r="http://schemas.openxmlformats.org/officeDocument/2006/relationships" xmlns:p="http://schemas.openxmlformats.org/presentationml/2006/main">
  <p:tag name="POWER_USER_TAGS_ICONS" val="running"/>
</p:tagLst>
</file>

<file path=ppt/tags/tag26.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7.xml><?xml version="1.0" encoding="utf-8"?>
<p:tagLst xmlns:a="http://schemas.openxmlformats.org/drawingml/2006/main" xmlns:r="http://schemas.openxmlformats.org/officeDocument/2006/relationships" xmlns:p="http://schemas.openxmlformats.org/presentationml/2006/main">
  <p:tag name="POWER_USER_TAGS_ICONS" val="running"/>
</p:tagLst>
</file>

<file path=ppt/tags/tag28.xml><?xml version="1.0" encoding="utf-8"?>
<p:tagLst xmlns:a="http://schemas.openxmlformats.org/drawingml/2006/main" xmlns:r="http://schemas.openxmlformats.org/officeDocument/2006/relationships" xmlns:p="http://schemas.openxmlformats.org/presentationml/2006/main">
  <p:tag name="POWER_USER_TAGS_ICONS" val="running"/>
</p:tagLst>
</file>

<file path=ppt/theme/theme1.xml><?xml version="1.0" encoding="utf-8"?>
<a:theme xmlns:a="http://schemas.openxmlformats.org/drawingml/2006/main" name="Capgemini_2025">
  <a:themeElements>
    <a:clrScheme name="Capgemini 2024">
      <a:dk1>
        <a:sysClr val="windowText" lastClr="000000"/>
      </a:dk1>
      <a:lt1>
        <a:srgbClr val="FFFFFF"/>
      </a:lt1>
      <a:dk2>
        <a:srgbClr val="000000"/>
      </a:dk2>
      <a:lt2>
        <a:srgbClr val="F6F6F6"/>
      </a:lt2>
      <a:accent1>
        <a:srgbClr val="0070AD"/>
      </a:accent1>
      <a:accent2>
        <a:srgbClr val="12ABDB"/>
      </a:accent2>
      <a:accent3>
        <a:srgbClr val="14596B"/>
      </a:accent3>
      <a:accent4>
        <a:srgbClr val="272936"/>
      </a:accent4>
      <a:accent5>
        <a:srgbClr val="0F878A"/>
      </a:accent5>
      <a:accent6>
        <a:srgbClr val="00BFBF"/>
      </a:accent6>
      <a:hlink>
        <a:srgbClr val="00929B"/>
      </a:hlink>
      <a:folHlink>
        <a:srgbClr val="00BFBF"/>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Capgemini-template-master_2025-new.pptx" id="{1A5E21FD-F1C4-4602-B93C-205760177B2A}" vid="{524A17E9-0B99-43DD-868E-483190FF6BA1}"/>
    </a:ext>
  </a:extLst>
</a:theme>
</file>

<file path=ppt/theme/theme2.xml><?xml version="1.0" encoding="utf-8"?>
<a:theme xmlns:a="http://schemas.openxmlformats.org/drawingml/2006/main" name="Etihad Aviation Group_CF_AE0224">
  <a:themeElements>
    <a:clrScheme name="Decathlon">
      <a:dk1>
        <a:sysClr val="windowText" lastClr="000000"/>
      </a:dk1>
      <a:lt1>
        <a:sysClr val="window" lastClr="FFFFFF"/>
      </a:lt1>
      <a:dk2>
        <a:srgbClr val="44546A"/>
      </a:dk2>
      <a:lt2>
        <a:srgbClr val="E7E6E6"/>
      </a:lt2>
      <a:accent1>
        <a:srgbClr val="0072B5"/>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a:noFill/>
        </a:ln>
      </a:spPr>
      <a:bodyPr rtlCol="0" anchor="ctr"/>
      <a:lstStyle>
        <a:defPPr algn="ctr">
          <a:defRPr sz="1600" b="1" dirty="0" err="1" smtClean="0">
            <a:solidFill>
              <a:schemeClr val="accent4"/>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Current">
        <a:dk1>
          <a:srgbClr val="000000"/>
        </a:dk1>
        <a:lt1>
          <a:srgbClr val="FFFFFF"/>
        </a:lt1>
        <a:dk2>
          <a:srgbClr val="311820"/>
        </a:dk2>
        <a:lt2>
          <a:srgbClr val="FFFFFF"/>
        </a:lt2>
        <a:accent1>
          <a:srgbClr val="F2C664"/>
        </a:accent1>
        <a:accent2>
          <a:srgbClr val="BE788E"/>
        </a:accent2>
        <a:accent3>
          <a:srgbClr val="8A4258"/>
        </a:accent3>
        <a:accent4>
          <a:srgbClr val="311820"/>
        </a:accent4>
        <a:accent5>
          <a:srgbClr val="E8A811"/>
        </a:accent5>
        <a:accent6>
          <a:srgbClr val="808080"/>
        </a:accent6>
        <a:hlink>
          <a:srgbClr val="8A4258"/>
        </a:hlink>
        <a:folHlink>
          <a:srgbClr val="31182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Etihad Aviation Group_CF_AE0224.potx" id="{D15E7A95-7415-47F1-8C1E-4B089085B7B8}" vid="{92E183D8-0F31-49CF-9C4C-AF572A94EA21}"/>
    </a:ext>
  </a:extLst>
</a:theme>
</file>

<file path=ppt/theme/theme3.xml><?xml version="1.0" encoding="utf-8"?>
<a:theme xmlns:a="http://schemas.openxmlformats.org/drawingml/2006/main" name="1_Capgemini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ustom 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Capgemini Template.potx" id="{CBFF93A5-2DF8-4330-839D-D3D65D7386C8}" vid="{B804656F-51A1-4CCF-9635-ED739E54375F}"/>
    </a:ext>
  </a:extLst>
</a:theme>
</file>

<file path=ppt/theme/theme4.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apgemini_2024">
  <a:themeElements>
    <a:clrScheme name="Capgemini">
      <a:dk1>
        <a:sysClr val="windowText" lastClr="000000"/>
      </a:dk1>
      <a:lt1>
        <a:srgbClr val="FFFFFF"/>
      </a:lt1>
      <a:dk2>
        <a:srgbClr val="000000"/>
      </a:dk2>
      <a:lt2>
        <a:srgbClr val="ECECEC"/>
      </a:lt2>
      <a:accent1>
        <a:srgbClr val="0070AD"/>
      </a:accent1>
      <a:accent2>
        <a:srgbClr val="12ABDB"/>
      </a:accent2>
      <a:accent3>
        <a:srgbClr val="14596B"/>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spPr>
      <a:bodyPr rot="0" spcFirstLastPara="0" vertOverflow="overflow" horzOverflow="overflow" vert="vert270" wrap="square" lIns="91440" tIns="45720" rIns="91440" bIns="45720" numCol="1" spcCol="0" rtlCol="0" fromWordArt="0" anchor="ctr" anchorCtr="0" forceAA="0" compatLnSpc="1">
        <a:prstTxWarp prst="textNoShape">
          <a:avLst/>
        </a:prstTxWarp>
        <a:noAutofit/>
      </a:bodyPr>
      <a:lstStyle>
        <a:defPPr algn="ctr">
          <a:defRPr sz="1400" dirty="0" smtClean="0">
            <a:solidFill>
              <a:schemeClr val="bg1"/>
            </a:solidFill>
          </a:defRPr>
        </a:defPPr>
      </a:lstStyle>
      <a:style>
        <a:lnRef idx="2">
          <a:schemeClr val="accent2"/>
        </a:lnRef>
        <a:fillRef idx="1">
          <a:schemeClr val="lt1"/>
        </a:fillRef>
        <a:effectRef idx="0">
          <a:schemeClr val="accent2"/>
        </a:effectRef>
        <a:fontRef idx="minor">
          <a:schemeClr val="dk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Capgemini-template-master_2024-2.pptx" id="{B0D3567D-FB33-4816-A467-9DEC798BD58E}" vid="{9105B42A-F79F-47F9-A579-487833EC1D44}"/>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ppt/theme/themeOverride2.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d6d1f02ff7955b5a74455c81c0826e63">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0e1ee9358fcf16fc9680f5c3c1684deb"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AD11B05-51CB-4C44-8226-23565BC9E3C9}">
  <ds:schemaRefs>
    <ds:schemaRef ds:uri="http://schemas.microsoft.com/sharepoint/v3/contenttype/forms"/>
  </ds:schemaRefs>
</ds:datastoreItem>
</file>

<file path=customXml/itemProps2.xml><?xml version="1.0" encoding="utf-8"?>
<ds:datastoreItem xmlns:ds="http://schemas.openxmlformats.org/officeDocument/2006/customXml" ds:itemID="{048B7460-01C2-411F-81A6-F9C473A62DB3}">
  <ds:schemaRefs>
    <ds:schemaRef ds:uri="886d0db5-4d18-497d-97ce-51cb0d7fa060"/>
    <ds:schemaRef ds:uri="e2f04ce6-5625-4773-b511-ff6e32fd78d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957A8C3-0712-46EE-B5AC-1D4F088A9EB2}">
  <ds:schemaRefs>
    <ds:schemaRef ds:uri="http://schemas.microsoft.com/office/infopath/2007/PartnerControls"/>
    <ds:schemaRef ds:uri="http://purl.org/dc/terms/"/>
    <ds:schemaRef ds:uri="http://www.w3.org/XML/1998/namespace"/>
    <ds:schemaRef ds:uri="http://purl.org/dc/dcmitype/"/>
    <ds:schemaRef ds:uri="http://schemas.microsoft.com/office/2006/metadata/properties"/>
    <ds:schemaRef ds:uri="http://schemas.microsoft.com/office/2006/documentManagement/types"/>
    <ds:schemaRef ds:uri="http://purl.org/dc/elements/1.1/"/>
    <ds:schemaRef ds:uri="http://schemas.openxmlformats.org/package/2006/metadata/core-properties"/>
    <ds:schemaRef ds:uri="886d0db5-4d18-497d-97ce-51cb0d7fa060"/>
    <ds:schemaRef ds:uri="e2f04ce6-5625-4773-b511-ff6e32fd78d6"/>
  </ds:schemaRefs>
</ds:datastoreItem>
</file>

<file path=docMetadata/LabelInfo.xml><?xml version="1.0" encoding="utf-8"?>
<clbl:labelList xmlns:clbl="http://schemas.microsoft.com/office/2020/mipLabelMetadata">
  <clbl:label id="{76a2ae5a-9f00-4f6b-95ed-5d33d77c4d61}" enabled="0" method="" siteId="{76a2ae5a-9f00-4f6b-95ed-5d33d77c4d61}" removed="1"/>
</clbl:labelList>
</file>

<file path=docProps/app.xml><?xml version="1.0" encoding="utf-8"?>
<Properties xmlns="http://schemas.openxmlformats.org/officeDocument/2006/extended-properties" xmlns:vt="http://schemas.openxmlformats.org/officeDocument/2006/docPropsVTypes">
  <Template/>
  <TotalTime>0</TotalTime>
  <Words>1929</Words>
  <Application>Microsoft Office PowerPoint</Application>
  <PresentationFormat>Widescreen</PresentationFormat>
  <Paragraphs>416</Paragraphs>
  <Slides>22</Slides>
  <Notes>6</Notes>
  <HiddenSlides>0</HiddenSlides>
  <MMClips>0</MMClips>
  <ScaleCrop>false</ScaleCrop>
  <HeadingPairs>
    <vt:vector size="8" baseType="variant">
      <vt:variant>
        <vt:lpstr>Fonts Used</vt:lpstr>
      </vt:variant>
      <vt:variant>
        <vt:i4>15</vt:i4>
      </vt:variant>
      <vt:variant>
        <vt:lpstr>Theme</vt:lpstr>
      </vt:variant>
      <vt:variant>
        <vt:i4>5</vt:i4>
      </vt:variant>
      <vt:variant>
        <vt:lpstr>Embedded OLE Servers</vt:lpstr>
      </vt:variant>
      <vt:variant>
        <vt:i4>1</vt:i4>
      </vt:variant>
      <vt:variant>
        <vt:lpstr>Slide Titles</vt:lpstr>
      </vt:variant>
      <vt:variant>
        <vt:i4>22</vt:i4>
      </vt:variant>
    </vt:vector>
  </HeadingPairs>
  <TitlesOfParts>
    <vt:vector size="43" baseType="lpstr">
      <vt:lpstr>Aptos</vt:lpstr>
      <vt:lpstr>Arial</vt:lpstr>
      <vt:lpstr>Calibri</vt:lpstr>
      <vt:lpstr>Calibri Light</vt:lpstr>
      <vt:lpstr>Courier New</vt:lpstr>
      <vt:lpstr>Open Sans</vt:lpstr>
      <vt:lpstr>Titillium</vt:lpstr>
      <vt:lpstr>Trebuchet MS</vt:lpstr>
      <vt:lpstr>Ubuntu</vt:lpstr>
      <vt:lpstr>Ubuntu </vt:lpstr>
      <vt:lpstr>Ubuntu body</vt:lpstr>
      <vt:lpstr>Ubuntu Light</vt:lpstr>
      <vt:lpstr>Ubuntu Medium</vt:lpstr>
      <vt:lpstr>Verdana</vt:lpstr>
      <vt:lpstr>Wingdings</vt:lpstr>
      <vt:lpstr>Capgemini_2025</vt:lpstr>
      <vt:lpstr>Etihad Aviation Group_CF_AE0224</vt:lpstr>
      <vt:lpstr>1_Capgemini2021</vt:lpstr>
      <vt:lpstr>Custom Design</vt:lpstr>
      <vt:lpstr>Capgemini_2024</vt:lpstr>
      <vt:lpstr>think-cell Slide</vt:lpstr>
      <vt:lpstr>The Strategy Studio</vt:lpstr>
      <vt:lpstr> “The Strategy Studio” Agenda</vt:lpstr>
      <vt:lpstr>Test plan: phases, milestones and deliverables</vt:lpstr>
      <vt:lpstr>Test plan: dependencies summary</vt:lpstr>
      <vt:lpstr>Test data management</vt:lpstr>
      <vt:lpstr>PowerPoint Presentation</vt:lpstr>
      <vt:lpstr>Test Data Management and Reconciliation – GPAS data flow </vt:lpstr>
      <vt:lpstr>Process Flows – Pattern C </vt:lpstr>
      <vt:lpstr>Process Flows – Pattern C </vt:lpstr>
      <vt:lpstr>Process Flows – Pattern C </vt:lpstr>
      <vt:lpstr>PowerPoint Presentation</vt:lpstr>
      <vt:lpstr>Team capability - Empowering Excellence through continuous learning and upskilling</vt:lpstr>
      <vt:lpstr>Performance simplified tool</vt:lpstr>
      <vt:lpstr>Performance Simplified </vt:lpstr>
      <vt:lpstr>Data reconciliation</vt:lpstr>
      <vt:lpstr>Reconciliation Process</vt:lpstr>
      <vt:lpstr>Demo</vt:lpstr>
      <vt:lpstr>PowerPoint Presentation</vt:lpstr>
      <vt:lpstr>  TESTING Framework  London Insurance Market Integration Testing</vt:lpstr>
      <vt:lpstr>Key features of the Framework</vt:lpstr>
      <vt:lpstr>London Insurance Market – E2E process stages</vt:lpstr>
      <vt:lpstr>Re-Usable Testing Artefacts by stages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Durve, Ninad</dc:creator>
  <cp:lastModifiedBy>Momin, Amin</cp:lastModifiedBy>
  <cp:revision>1</cp:revision>
  <dcterms:created xsi:type="dcterms:W3CDTF">2025-08-12T18:11:29Z</dcterms:created>
  <dcterms:modified xsi:type="dcterms:W3CDTF">2025-09-02T14:25:51Z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0x01010021495FEC1CD6F941B8BE3B537DCFC6FF</vt:lpwstr>
  </property>
</Properties>
</file>
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92D4-5013-C3FB-DB53-73C286EDE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CD4A3-6BA5-3D17-831D-BBF528028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6BDCC-E0F4-A74D-D824-2E3D6177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96233-8E80-9B37-56A4-0EF69AB8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46BAA-3164-68B1-C59A-EC9D66E9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19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BC21-90D7-9CEF-1C6C-3E296794D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BC5C-EB1F-E446-08E2-01882E69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4339B-586E-8BE1-A5DB-2B191074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61072-D9B7-C6E9-E5A5-B0403D02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A4F73-6C66-4DCC-E97C-17CCB08E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8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15D8-1250-DA41-2BF9-1544E4AB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C7F0E-B867-25A7-0E45-A2D44C454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08545-5E6B-09A9-8343-2A9550F9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16535-4FF6-E6BE-3431-A32FF2C0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7A008-531D-B40F-DF00-3E2DB948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D077-3E4E-14EC-FC0F-21719C79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990B5-6FFB-6979-0360-464AFB9D6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86C87-3AB4-92A4-658D-99177D674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A51FD-B9C2-8059-662E-B7348425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7DAE7-599A-28D2-A674-67407226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99007-C22A-D1BC-CEC5-C93523B77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43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AD48-771C-E5AF-F7F4-CB9893AB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EC77B-416F-37F9-0761-162FE9D0C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7B2CE-97F3-B3EB-D410-EDF3738DB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CF462-0CFF-AB65-5556-EFAC5C712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2B4E6B-8850-23D7-71C3-AD0E46105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9A4DF-D82A-3D3A-4A5E-8F866B6F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BEE2F-1AEC-422C-70DC-366AB473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81506-4E07-94A2-78F3-20CEE780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8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5D73-664A-AD05-FD9F-A5B2EBDD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A717CF-AB69-9A40-DCC4-E878FFD3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208D1-8BE3-4EBA-3E4A-915DAD9D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748D5-0D96-28D8-C734-F66CFD0B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84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FAE32-CE1D-017A-43DF-380DB675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6C526-53C7-0474-31B5-369AF4A67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E94E3-0FDA-B479-79CE-4FBA107A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2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D475-C8EC-9A19-261F-E7D1A98F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4A92B-9ACE-F7E5-F74A-5919FAAF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FE3BF-6FE5-58F6-9FCD-801F04AC6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4F8A-869E-ADDC-007E-5BEAA8C9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9967D-2380-7FD5-E053-19942B97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1B6FA-6251-4E07-4B61-84C5969E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38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EE763-0590-BD3F-310A-1ECC2A99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6C380-F30C-9843-AE86-FDBD25188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AC5EB-0C8B-E9AA-E695-F5562044C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255ED-D2F4-6EE3-6C2D-BB3B00729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326D4-5260-5C5D-1A41-728B05FE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D8BC0-B3A0-4FB6-ADB6-02D1BDBB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2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D34D-AA99-B857-8AC0-B101A518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3499C-3F77-493C-7939-7D0BF58A2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EB9B0-9023-E6E4-67CE-F093AEE1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B6341-BA3B-F301-5D24-61B3E5881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1782-7243-835B-7D83-453E91BD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51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15D24-13D0-175C-F738-886C814B0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3EB81-79DA-88F2-D269-7A5BF5742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6A8F7-F617-A570-3167-87B637D79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ACA81-DF4E-4694-6D7B-08D0D0C9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B45AE-C6E9-E556-710A-172A88213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08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73AB29-8E19-38AF-28C5-7318AB3B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C31A4-FD5F-C4BA-5EC4-E514D3B59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8E5A0-D158-7F5E-A02B-0740C5BFD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6C784-2ED3-43B7-921E-DE3E5DAEA1F7}" type="datetimeFigureOut">
              <a:rPr lang="en-IN" smtClean="0"/>
              <a:t>25-06-2024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38648-629E-5CA9-EA81-E2BD30AB9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1256C-6860-2326-11F9-77D17CDE7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70B5E-D5E3-4017-8397-0017931D6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58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apgemini.sharepoint.com/:f:/r/sites/BeazleyJumpstart/Shared%20Documents/General/Solution%20%26%20Technical%20Documents?csf=1&amp;web=1&amp;e=Mg0UdY" TargetMode="External"/><Relationship Id="rId3" Type="http://schemas.openxmlformats.org/officeDocument/2006/relationships/hyperlink" Target="https://capgemini.sharepoint.com/:p:/r/sites/BeazleyJumpstart/Shared%20Documents/General/Operating%20Model/Beazley%20GPAS%20-%20Jira%20WOW%20-%20Draft.pptx?d=wf175a5691a804c63af6443a8a2c61520&amp;csf=1&amp;web=1&amp;e=f5dTDY" TargetMode="External"/><Relationship Id="rId7" Type="http://schemas.openxmlformats.org/officeDocument/2006/relationships/hyperlink" Target="https://capgemini.sharepoint.com/:w:/r/sites/BeazleyJumpstart/Shared%20Documents/General/VDI/VDI%20Setup%20Issues.docx?d=wf9daf1243a44444090d119f312b4e986&amp;csf=1&amp;web=1&amp;e=ha20JI" TargetMode="External"/><Relationship Id="rId2" Type="http://schemas.openxmlformats.org/officeDocument/2006/relationships/hyperlink" Target="https://capgemini.sharepoint.com/:p:/r/sites/BeazleyJumpstart/Shared%20Documents/General/Operating%20Model/Beazley%20GPAS%20%26%20Billing%20Ways%20of%20working-v1.2_BuildPhaseUpdates-BeingUpdated.pptx?d=w73db6ef3d4f74468b095b8e89e467352&amp;csf=1&amp;web=1&amp;e=hLhLO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apgemini.sharepoint.com/:x:/r/sites/BeazleyJumpstart/Shared%20Documents/General/Dependencies/R1%20Beazley%20MASTER%20Dependency%20Tracker%20v1.0.xlsx?d=w553f5fcdfbb34110bc8819d8dfa1aead&amp;csf=1&amp;web=1&amp;e=6Farla" TargetMode="External"/><Relationship Id="rId5" Type="http://schemas.openxmlformats.org/officeDocument/2006/relationships/hyperlink" Target="https://capgemini.sharepoint.com/:w:/r/sites/BeazleyJumpstart/Shared%20Documents/General/VDI/Jira%20%26%20confluence%20request%20guide.docx?d=w1cbce53a11994b13bab66e1905dd58cd&amp;csf=1&amp;web=1&amp;e=Y3sc0Q" TargetMode="External"/><Relationship Id="rId4" Type="http://schemas.openxmlformats.org/officeDocument/2006/relationships/hyperlink" Target="https://capgemini.sharepoint.com/:f:/r/sites/BeazleyJumpstart/Shared%20Documents/General/Training%20and%20reading%20material?csf=1&amp;web=1&amp;e=DyE75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801D87-DA64-9742-2354-FDD19AC77997}"/>
              </a:ext>
            </a:extLst>
          </p:cNvPr>
          <p:cNvCxnSpPr/>
          <p:nvPr/>
        </p:nvCxnSpPr>
        <p:spPr>
          <a:xfrm>
            <a:off x="436880" y="741680"/>
            <a:ext cx="107696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269932-09DD-C757-3614-6917AE49D8A0}"/>
              </a:ext>
            </a:extLst>
          </p:cNvPr>
          <p:cNvSpPr txBox="1"/>
          <p:nvPr/>
        </p:nvSpPr>
        <p:spPr>
          <a:xfrm>
            <a:off x="436880" y="1093926"/>
            <a:ext cx="193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Inception &amp; Build Ways of Working    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D1F5381-4041-1F38-CECD-A2EE3479E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240" y="1093926"/>
            <a:ext cx="72237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Beazley GPAS &amp; Billing Ways of working-v1.2_BuildPhaseUpdates-BeingUpdated.pptx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6CB00-2291-7DA2-A64C-24F1FE4B290B}"/>
              </a:ext>
            </a:extLst>
          </p:cNvPr>
          <p:cNvSpPr txBox="1"/>
          <p:nvPr/>
        </p:nvSpPr>
        <p:spPr>
          <a:xfrm>
            <a:off x="436880" y="1747825"/>
            <a:ext cx="193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Jira WOW    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C285517-779B-AECA-9319-A2B6A6AD0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240" y="1720109"/>
            <a:ext cx="3454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Beazley GPAS - Jira WOW - Draft.pptx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7CDF0E-E15C-4FB3-0DBF-3858EB3EA97D}"/>
              </a:ext>
            </a:extLst>
          </p:cNvPr>
          <p:cNvSpPr txBox="1"/>
          <p:nvPr/>
        </p:nvSpPr>
        <p:spPr>
          <a:xfrm>
            <a:off x="436880" y="2136970"/>
            <a:ext cx="1859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Training &amp; Reference Material 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31F69039-F226-2722-EC76-90A97723D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240" y="2247837"/>
            <a:ext cx="306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4"/>
              </a:rPr>
              <a:t>Training and reading material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B7517E-32B0-AD86-5473-0E8A134CD112}"/>
              </a:ext>
            </a:extLst>
          </p:cNvPr>
          <p:cNvSpPr txBox="1"/>
          <p:nvPr/>
        </p:nvSpPr>
        <p:spPr>
          <a:xfrm>
            <a:off x="436880" y="3370883"/>
            <a:ext cx="206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Jira &amp; Confluence Access Request Guide</a:t>
            </a: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DC5A8475-673A-DB6A-9AAE-56BD03702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240" y="3478162"/>
            <a:ext cx="3728720" cy="33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5"/>
              </a:rPr>
              <a:t>Jira &amp; confluence request guide.docx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5C21A625-8CFE-C1C0-D37A-9061937E9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240" y="4171358"/>
            <a:ext cx="43281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6"/>
              </a:rPr>
              <a:t>R1 Beazley MASTER Dependency Tracker v1.0.xlsx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8A476C-6027-C815-0097-81C73739D666}"/>
              </a:ext>
            </a:extLst>
          </p:cNvPr>
          <p:cNvSpPr txBox="1"/>
          <p:nvPr/>
        </p:nvSpPr>
        <p:spPr>
          <a:xfrm>
            <a:off x="436880" y="4169451"/>
            <a:ext cx="193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Dependency Tracker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9B170B-49B6-A560-94EC-7E7E4699C69D}"/>
              </a:ext>
            </a:extLst>
          </p:cNvPr>
          <p:cNvSpPr txBox="1"/>
          <p:nvPr/>
        </p:nvSpPr>
        <p:spPr>
          <a:xfrm>
            <a:off x="436880" y="2905426"/>
            <a:ext cx="193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VDI Setup Issues</a:t>
            </a: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915CC019-9B87-6BBA-E67A-B0B1BE1F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240" y="2896975"/>
            <a:ext cx="278384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linkClick r:id="rId7"/>
              </a:rPr>
              <a:t>VDI Setup Issues.docx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6899E2FB-3634-3B3A-982A-B326ECAFD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240" y="4759334"/>
            <a:ext cx="32715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linkClick r:id="rId8"/>
              </a:rPr>
              <a:t>Solution &amp; Technical Documents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7BFF06-28EA-8CC4-DD7B-3741091E5D1E}"/>
              </a:ext>
            </a:extLst>
          </p:cNvPr>
          <p:cNvSpPr txBox="1"/>
          <p:nvPr/>
        </p:nvSpPr>
        <p:spPr>
          <a:xfrm>
            <a:off x="436880" y="4725804"/>
            <a:ext cx="193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Solution &amp; Technical Documents</a:t>
            </a:r>
          </a:p>
        </p:txBody>
      </p:sp>
    </p:spTree>
    <p:extLst>
      <p:ext uri="{BB962C8B-B14F-4D97-AF65-F5344CB8AC3E}">
        <p14:creationId xmlns:p14="http://schemas.microsoft.com/office/powerpoint/2010/main" val="301806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495FEC1CD6F941B8BE3B537DCFC6FF" ma:contentTypeVersion="10" ma:contentTypeDescription="Create a new document." ma:contentTypeScope="" ma:versionID="d6d1f02ff7955b5a74455c81c0826e63">
  <xsd:schema xmlns:xsd="http://www.w3.org/2001/XMLSchema" xmlns:xs="http://www.w3.org/2001/XMLSchema" xmlns:p="http://schemas.microsoft.com/office/2006/metadata/properties" xmlns:ns2="e2f04ce6-5625-4773-b511-ff6e32fd78d6" xmlns:ns3="886d0db5-4d18-497d-97ce-51cb0d7fa060" targetNamespace="http://schemas.microsoft.com/office/2006/metadata/properties" ma:root="true" ma:fieldsID="0e1ee9358fcf16fc9680f5c3c1684deb" ns2:_="" ns3:_="">
    <xsd:import namespace="e2f04ce6-5625-4773-b511-ff6e32fd78d6"/>
    <xsd:import namespace="886d0db5-4d18-497d-97ce-51cb0d7fa0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04ce6-5625-4773-b511-ff6e32fd78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d0db5-4d18-497d-97ce-51cb0d7fa06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567728-2625-4936-82FE-4A1CB1429EEA}"/>
</file>

<file path=customXml/itemProps2.xml><?xml version="1.0" encoding="utf-8"?>
<ds:datastoreItem xmlns:ds="http://schemas.openxmlformats.org/officeDocument/2006/customXml" ds:itemID="{0B6486CE-D9CF-4B3D-A69A-76F650548D0C}"/>
</file>

<file path=customXml/itemProps3.xml><?xml version="1.0" encoding="utf-8"?>
<ds:datastoreItem xmlns:ds="http://schemas.openxmlformats.org/officeDocument/2006/customXml" ds:itemID="{A0C86D5A-8A3E-48E5-B888-B55FA0C7E9CA}"/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75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Kanduru, Raghava</dc:creator>
  <cp:lastModifiedBy>Kanduru, Raghava</cp:lastModifiedBy>
  <cp:revision>3</cp:revision>
  <dcterms:created xsi:type="dcterms:W3CDTF">2024-06-25T05:37:53Z</dcterms:created>
  <dcterms:modified xsi:type="dcterms:W3CDTF">2024-06-25T05:58:35Z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0x01010021495FEC1CD6F941B8BE3B537DCFC6FF</vt:lpwstr>
  </property>
</Properties>
</file>
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heme/themeOverride1.xml" ContentType="application/vnd.openxmlformats-officedocument.themeOverride+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tags/tag11.xml" ContentType="application/vnd.openxmlformats-officedocument.presentationml.tags+xml"/>
  <Override PartName="/ppt/tags/tag12.xml" ContentType="application/vnd.openxmlformats-officedocument.presentationml.tags+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22"/>
  </p:notesMasterIdLst>
  <p:sldIdLst>
    <p:sldId id="2147474097" r:id="rId5"/>
    <p:sldId id="2147474111" r:id="rId6"/>
    <p:sldId id="2147474112" r:id="rId7"/>
    <p:sldId id="2147474113" r:id="rId8"/>
    <p:sldId id="2147475813" r:id="rId9"/>
    <p:sldId id="2147475814" r:id="rId10"/>
    <p:sldId id="2147475817" r:id="rId11"/>
    <p:sldId id="2147475815" r:id="rId12"/>
    <p:sldId id="961" r:id="rId13"/>
    <p:sldId id="2147475731" r:id="rId14"/>
    <p:sldId id="2147475811" r:id="rId15"/>
    <p:sldId id="2147474183" r:id="rId16"/>
    <p:sldId id="2147474164" r:id="rId17"/>
    <p:sldId id="2147474171" r:id="rId18"/>
    <p:sldId id="2147475816" r:id="rId19"/>
    <p:sldId id="2147475819" r:id="rId20"/>
    <p:sldId id="2147475818"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59" d="100"/>
          <a:sy n="59" d="100"/>
        </p:scale>
        <p:origin x="940"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notesMaster" Target="notesMasters/notesMaster1.xml"/><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onnaiah, Ananda Arasu" userId="90f8c9bf-3f57-4c26-80a6-4353495debd7" providerId="ADAL" clId="{1EF00F35-DE4E-4E83-8710-88BB4A3F7491}"/>
    <pc:docChg chg="modSld">
      <pc:chgData name="Ponnaiah, Ananda Arasu" userId="90f8c9bf-3f57-4c26-80a6-4353495debd7" providerId="ADAL" clId="{1EF00F35-DE4E-4E83-8710-88BB4A3F7491}" dt="2025-02-09T12:06:12.991" v="2" actId="1036"/>
      <pc:docMkLst>
        <pc:docMk/>
      </pc:docMkLst>
      <pc:sldChg chg="modSp mod">
        <pc:chgData name="Ponnaiah, Ananda Arasu" userId="90f8c9bf-3f57-4c26-80a6-4353495debd7" providerId="ADAL" clId="{1EF00F35-DE4E-4E83-8710-88BB4A3F7491}" dt="2025-02-09T12:06:12.991" v="2" actId="1036"/>
        <pc:sldMkLst>
          <pc:docMk/>
          <pc:sldMk cId="3236229823" sldId="2147474164"/>
        </pc:sldMkLst>
      </pc:sldChg>
    </pc:docChg>
  </pc:docChgLst>
  <pc:docChgLst>
    <pc:chgData name="Illinda, Sridhar" userId="S::sridhar.illinda@capgemini.com::fc3ae19c-f6eb-478b-b319-2a561336655c" providerId="AD" clId="Web-{F4CC3822-3067-C90B-49D5-39E5DBFC6C3F}"/>
    <pc:docChg chg="modSld">
      <pc:chgData name="Illinda, Sridhar" userId="S::sridhar.illinda@capgemini.com::fc3ae19c-f6eb-478b-b319-2a561336655c" providerId="AD" clId="Web-{F4CC3822-3067-C90B-49D5-39E5DBFC6C3F}" dt="2024-07-31T10:17:04.148" v="49" actId="14100"/>
      <pc:docMkLst>
        <pc:docMk/>
      </pc:docMkLst>
      <pc:sldChg chg="modSp">
        <pc:chgData name="Illinda, Sridhar" userId="S::sridhar.illinda@capgemini.com::fc3ae19c-f6eb-478b-b319-2a561336655c" providerId="AD" clId="Web-{F4CC3822-3067-C90B-49D5-39E5DBFC6C3F}" dt="2024-07-31T10:17:04.148" v="49" actId="14100"/>
        <pc:sldMkLst>
          <pc:docMk/>
          <pc:sldMk cId="2613823625" sldId="2147475815"/>
        </pc:sldMkLst>
      </pc:sldChg>
    </pc:docChg>
  </pc:docChgLst>
  <pc:docChgLst>
    <pc:chgData name="Kanduru, Raghava" userId="S::raghava.kanduru@capgemini.com::cf8c09de-c40c-47a2-971b-c612c06e0906" providerId="AD" clId="Web-{55E79C6C-AE9B-1946-EF7E-10FAB97837C6}"/>
    <pc:docChg chg="modSld">
      <pc:chgData name="Kanduru, Raghava" userId="S::raghava.kanduru@capgemini.com::cf8c09de-c40c-47a2-971b-c612c06e0906" providerId="AD" clId="Web-{55E79C6C-AE9B-1946-EF7E-10FAB97837C6}" dt="2024-08-02T05:43:35.140" v="1"/>
      <pc:docMkLst>
        <pc:docMk/>
      </pc:docMkLst>
      <pc:sldChg chg="addSp modSp">
        <pc:chgData name="Kanduru, Raghava" userId="S::raghava.kanduru@capgemini.com::cf8c09de-c40c-47a2-971b-c612c06e0906" providerId="AD" clId="Web-{55E79C6C-AE9B-1946-EF7E-10FAB97837C6}" dt="2024-08-02T05:43:35.140" v="1"/>
        <pc:sldMkLst>
          <pc:docMk/>
          <pc:sldMk cId="4112520589" sldId="2147475813"/>
        </pc:sldMkLst>
      </pc:sldChg>
    </pc:docChg>
  </pc:docChgLst>
  <pc:docChgLst>
    <pc:chgData name="Kanduru, Raghava" userId="cf8c09de-c40c-47a2-971b-c612c06e0906" providerId="ADAL" clId="{48539B6D-F2E8-46A7-B0D7-95486A3422CE}"/>
    <pc:docChg chg="undo custSel addSld delSld modSld sldOrd">
      <pc:chgData name="Kanduru, Raghava" userId="cf8c09de-c40c-47a2-971b-c612c06e0906" providerId="ADAL" clId="{48539B6D-F2E8-46A7-B0D7-95486A3422CE}" dt="2024-08-08T12:39:14.580" v="1162" actId="403"/>
      <pc:docMkLst>
        <pc:docMk/>
      </pc:docMkLst>
      <pc:sldChg chg="addSp delSp modSp del mod ord">
        <pc:chgData name="Kanduru, Raghava" userId="cf8c09de-c40c-47a2-971b-c612c06e0906" providerId="ADAL" clId="{48539B6D-F2E8-46A7-B0D7-95486A3422CE}" dt="2024-08-08T12:03:46.720" v="483" actId="47"/>
        <pc:sldMkLst>
          <pc:docMk/>
          <pc:sldMk cId="1164341870" sldId="2147475812"/>
        </pc:sldMkLst>
      </pc:sldChg>
      <pc:sldChg chg="modSp mod">
        <pc:chgData name="Kanduru, Raghava" userId="cf8c09de-c40c-47a2-971b-c612c06e0906" providerId="ADAL" clId="{48539B6D-F2E8-46A7-B0D7-95486A3422CE}" dt="2024-08-02T05:45:38.604" v="329" actId="20577"/>
        <pc:sldMkLst>
          <pc:docMk/>
          <pc:sldMk cId="4112520589" sldId="2147475813"/>
        </pc:sldMkLst>
      </pc:sldChg>
      <pc:sldChg chg="addSp modSp mod">
        <pc:chgData name="Kanduru, Raghava" userId="cf8c09de-c40c-47a2-971b-c612c06e0906" providerId="ADAL" clId="{48539B6D-F2E8-46A7-B0D7-95486A3422CE}" dt="2024-08-08T06:08:55.347" v="472" actId="1076"/>
        <pc:sldMkLst>
          <pc:docMk/>
          <pc:sldMk cId="1120536202" sldId="2147475814"/>
        </pc:sldMkLst>
      </pc:sldChg>
      <pc:sldChg chg="addSp modSp mod">
        <pc:chgData name="Kanduru, Raghava" userId="cf8c09de-c40c-47a2-971b-c612c06e0906" providerId="ADAL" clId="{48539B6D-F2E8-46A7-B0D7-95486A3422CE}" dt="2024-08-08T12:03:25.030" v="480" actId="255"/>
        <pc:sldMkLst>
          <pc:docMk/>
          <pc:sldMk cId="320417125" sldId="2147475816"/>
        </pc:sldMkLst>
      </pc:sldChg>
      <pc:sldChg chg="modSp add mod">
        <pc:chgData name="Kanduru, Raghava" userId="cf8c09de-c40c-47a2-971b-c612c06e0906" providerId="ADAL" clId="{48539B6D-F2E8-46A7-B0D7-95486A3422CE}" dt="2024-07-31T05:00:59.410" v="18" actId="20577"/>
        <pc:sldMkLst>
          <pc:docMk/>
          <pc:sldMk cId="785946529" sldId="2147475817"/>
        </pc:sldMkLst>
      </pc:sldChg>
      <pc:sldChg chg="addSp modSp add mod">
        <pc:chgData name="Kanduru, Raghava" userId="cf8c09de-c40c-47a2-971b-c612c06e0906" providerId="ADAL" clId="{48539B6D-F2E8-46A7-B0D7-95486A3422CE}" dt="2024-08-08T12:38:56.241" v="1161" actId="20577"/>
        <pc:sldMkLst>
          <pc:docMk/>
          <pc:sldMk cId="368016659" sldId="2147475818"/>
        </pc:sldMkLst>
      </pc:sldChg>
      <pc:sldChg chg="addSp modSp add del mod ord">
        <pc:chgData name="Kanduru, Raghava" userId="cf8c09de-c40c-47a2-971b-c612c06e0906" providerId="ADAL" clId="{48539B6D-F2E8-46A7-B0D7-95486A3422CE}" dt="2024-08-08T12:39:14.580" v="1162" actId="403"/>
        <pc:sldMkLst>
          <pc:docMk/>
          <pc:sldMk cId="1047393137" sldId="2147475819"/>
        </pc:sldMkLst>
      </pc:sldChg>
    </pc:docChg>
  </pc:docChgLst>
</pc:chgInfo>
</file>

<file path=ppt/diagrams/colors1.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FFBF353-903D-40BD-BEB2-130C98466F86}" type="doc">
      <dgm:prSet loTypeId="urn:microsoft.com/office/officeart/2005/8/layout/radial4" loCatId="relationship" qsTypeId="urn:microsoft.com/office/officeart/2005/8/quickstyle/simple1" qsCatId="simple" csTypeId="urn:microsoft.com/office/officeart/2005/8/colors/colorful4" csCatId="colorful" phldr="1"/>
      <dgm:spPr/>
      <dgm:t>
        <a:bodyPr/>
        <a:lstStyle/>
        <a:p>
          <a:endParaRPr lang="en-US"/>
        </a:p>
      </dgm:t>
    </dgm:pt>
    <dgm:pt modelId="{03AC1DC4-4C9A-4FF9-A6B1-F082131BD366}">
      <dgm:prSet phldrT="[Text]" custT="1"/>
      <dgm:spPr>
        <a:xfrm>
          <a:off x="2506738" y="1857625"/>
          <a:ext cx="1773403" cy="1773403"/>
        </a:xfrm>
        <a:prstGeom prst="ellipse">
          <a:avLst/>
        </a:prstGeom>
        <a:solidFill>
          <a:srgbClr val="A5A5A5">
            <a:hueOff val="0"/>
            <a:satOff val="0"/>
            <a:lumOff val="0"/>
            <a:alphaOff val="0"/>
          </a:srgbClr>
        </a:solidFill>
        <a:ln w="12700" cap="flat" cmpd="sng" algn="ctr">
          <a:solidFill>
            <a:sysClr val="window" lastClr="FFFFFF">
              <a:hueOff val="0"/>
              <a:satOff val="0"/>
              <a:lumOff val="0"/>
              <a:alphaOff val="0"/>
            </a:sysClr>
          </a:solidFill>
          <a:prstDash val="solid"/>
          <a:miter lim="800000"/>
        </a:ln>
        <a:effectLst/>
      </dgm:spPr>
      <dgm:t>
        <a:bodyPr/>
        <a:lstStyle/>
        <a:p>
          <a:pPr rtl="0">
            <a:buNone/>
          </a:pPr>
          <a:r>
            <a:rPr lang="en-US" sz="1200">
              <a:solidFill>
                <a:sysClr val="window" lastClr="FFFFFF"/>
              </a:solidFill>
              <a:latin typeface="Calibri" panose="020F0502020204030204"/>
              <a:ea typeface="+mn-ea"/>
              <a:cs typeface="+mn-cs"/>
            </a:rPr>
            <a:t>GPAS &amp;Billing Projects</a:t>
          </a:r>
        </a:p>
      </dgm:t>
    </dgm:pt>
    <dgm:pt modelId="{B93F8B0A-8153-441A-AAF5-E2CFBFAA3F54}" type="parTrans" cxnId="{2A946EE9-0706-43C3-B96D-203786BA03DB}">
      <dgm:prSet/>
      <dgm:spPr/>
      <dgm:t>
        <a:bodyPr/>
        <a:lstStyle/>
        <a:p>
          <a:endParaRPr lang="en-US" sz="1100"/>
        </a:p>
      </dgm:t>
    </dgm:pt>
    <dgm:pt modelId="{22D0CD32-A508-4B0D-8401-99BF5E25418C}" type="sibTrans" cxnId="{2A946EE9-0706-43C3-B96D-203786BA03DB}">
      <dgm:prSet/>
      <dgm:spPr/>
      <dgm:t>
        <a:bodyPr/>
        <a:lstStyle/>
        <a:p>
          <a:endParaRPr lang="en-US" sz="1100"/>
        </a:p>
      </dgm:t>
    </dgm:pt>
    <dgm:pt modelId="{55D0D302-1887-4637-89B3-A7B1DDC72455}">
      <dgm:prSet phldrT="[Text]" custT="1"/>
      <dgm:spPr>
        <a:xfrm>
          <a:off x="345692" y="1479503"/>
          <a:ext cx="1684733" cy="1347786"/>
        </a:xfrm>
        <a:prstGeom prst="roundRect">
          <a:avLst>
            <a:gd name="adj" fmla="val 10000"/>
          </a:avLst>
        </a:prstGeom>
        <a:solidFill>
          <a:srgbClr val="FFC000">
            <a:hueOff val="0"/>
            <a:satOff val="0"/>
            <a:lumOff val="0"/>
            <a:alphaOff val="0"/>
          </a:srgbClr>
        </a:solidFill>
        <a:ln w="12700" cap="flat" cmpd="sng" algn="ctr">
          <a:solidFill>
            <a:sysClr val="window" lastClr="FFFFFF">
              <a:hueOff val="0"/>
              <a:satOff val="0"/>
              <a:lumOff val="0"/>
              <a:alphaOff val="0"/>
            </a:sysClr>
          </a:solidFill>
          <a:prstDash val="solid"/>
          <a:miter lim="800000"/>
        </a:ln>
        <a:effectLst/>
      </dgm:spPr>
      <dgm:t>
        <a:bodyPr/>
        <a:lstStyle/>
        <a:p>
          <a:pPr>
            <a:buNone/>
          </a:pPr>
          <a:r>
            <a:rPr lang="en-US" sz="1400">
              <a:solidFill>
                <a:sysClr val="window" lastClr="FFFFFF"/>
              </a:solidFill>
              <a:latin typeface="Calibri" panose="020F0502020204030204"/>
              <a:ea typeface="+mn-ea"/>
              <a:cs typeface="+mn-cs"/>
            </a:rPr>
            <a:t>Screen Scheme</a:t>
          </a:r>
        </a:p>
      </dgm:t>
    </dgm:pt>
    <dgm:pt modelId="{4E7748AB-59E0-4B1E-A1A4-7FC5AC686413}" type="parTrans" cxnId="{FF3BE514-3E7B-4B99-953B-F6C5C991435D}">
      <dgm:prSet/>
      <dgm:spPr>
        <a:xfrm rot="11700000">
          <a:off x="1165575" y="2071464"/>
          <a:ext cx="1319670" cy="505420"/>
        </a:xfrm>
        <a:prstGeom prst="leftArrow">
          <a:avLst>
            <a:gd name="adj1" fmla="val 60000"/>
            <a:gd name="adj2" fmla="val 50000"/>
          </a:avLst>
        </a:prstGeom>
        <a:solidFill>
          <a:srgbClr val="FFC000">
            <a:hueOff val="0"/>
            <a:satOff val="0"/>
            <a:lumOff val="0"/>
            <a:alphaOff val="0"/>
          </a:srgbClr>
        </a:solidFill>
        <a:ln>
          <a:noFill/>
        </a:ln>
        <a:effectLst/>
      </dgm:spPr>
      <dgm:t>
        <a:bodyPr/>
        <a:lstStyle/>
        <a:p>
          <a:endParaRPr lang="en-US" sz="1100"/>
        </a:p>
      </dgm:t>
    </dgm:pt>
    <dgm:pt modelId="{58F9B71C-C282-4723-B68A-A0D5C22C5E83}" type="sibTrans" cxnId="{FF3BE514-3E7B-4B99-953B-F6C5C991435D}">
      <dgm:prSet/>
      <dgm:spPr/>
      <dgm:t>
        <a:bodyPr/>
        <a:lstStyle/>
        <a:p>
          <a:endParaRPr lang="en-US" sz="1100"/>
        </a:p>
      </dgm:t>
    </dgm:pt>
    <dgm:pt modelId="{1F8FE0E2-1B2B-4B9A-B1F4-00E3ECF61639}">
      <dgm:prSet phldrT="[Text]" custT="1"/>
      <dgm:spPr>
        <a:xfrm>
          <a:off x="1586160" y="1171"/>
          <a:ext cx="1684733" cy="1347786"/>
        </a:xfrm>
        <a:prstGeom prst="roundRect">
          <a:avLst>
            <a:gd name="adj" fmla="val 10000"/>
          </a:avLst>
        </a:prstGeom>
        <a:solidFill>
          <a:srgbClr val="FFC000">
            <a:hueOff val="3266964"/>
            <a:satOff val="-13592"/>
            <a:lumOff val="3203"/>
            <a:alphaOff val="0"/>
          </a:srgbClr>
        </a:solidFill>
        <a:ln w="12700" cap="flat" cmpd="sng" algn="ctr">
          <a:solidFill>
            <a:sysClr val="window" lastClr="FFFFFF">
              <a:hueOff val="0"/>
              <a:satOff val="0"/>
              <a:lumOff val="0"/>
              <a:alphaOff val="0"/>
            </a:sysClr>
          </a:solidFill>
          <a:prstDash val="solid"/>
          <a:miter lim="800000"/>
        </a:ln>
        <a:effectLst/>
      </dgm:spPr>
      <dgm:t>
        <a:bodyPr/>
        <a:lstStyle/>
        <a:p>
          <a:pPr rtl="0">
            <a:buNone/>
          </a:pPr>
          <a:r>
            <a:rPr lang="en-US" sz="1400">
              <a:solidFill>
                <a:sysClr val="window" lastClr="FFFFFF"/>
              </a:solidFill>
              <a:latin typeface="Calibri" panose="020F0502020204030204"/>
              <a:ea typeface="+mn-ea"/>
              <a:cs typeface="+mn-cs"/>
            </a:rPr>
            <a:t>Workflow Scheme </a:t>
          </a:r>
        </a:p>
      </dgm:t>
    </dgm:pt>
    <dgm:pt modelId="{BA133C28-335C-490A-ADAC-4531B24E215E}" type="parTrans" cxnId="{3F300387-416E-4957-9F09-1429225AC4C4}">
      <dgm:prSet/>
      <dgm:spPr>
        <a:xfrm rot="14700000">
          <a:off x="2047550" y="1020368"/>
          <a:ext cx="1319670" cy="505420"/>
        </a:xfrm>
        <a:prstGeom prst="leftArrow">
          <a:avLst>
            <a:gd name="adj1" fmla="val 60000"/>
            <a:gd name="adj2" fmla="val 50000"/>
          </a:avLst>
        </a:prstGeom>
        <a:solidFill>
          <a:srgbClr val="FFC000">
            <a:hueOff val="3266964"/>
            <a:satOff val="-13592"/>
            <a:lumOff val="3203"/>
            <a:alphaOff val="0"/>
          </a:srgbClr>
        </a:solidFill>
        <a:ln>
          <a:noFill/>
        </a:ln>
        <a:effectLst/>
      </dgm:spPr>
      <dgm:t>
        <a:bodyPr/>
        <a:lstStyle/>
        <a:p>
          <a:endParaRPr lang="en-US" sz="1100"/>
        </a:p>
      </dgm:t>
    </dgm:pt>
    <dgm:pt modelId="{6787CB37-7689-45AE-A705-B6C079723505}" type="sibTrans" cxnId="{3F300387-416E-4957-9F09-1429225AC4C4}">
      <dgm:prSet/>
      <dgm:spPr/>
      <dgm:t>
        <a:bodyPr/>
        <a:lstStyle/>
        <a:p>
          <a:endParaRPr lang="en-US" sz="1100"/>
        </a:p>
      </dgm:t>
    </dgm:pt>
    <dgm:pt modelId="{A006A511-38AB-4B8F-A656-98E009C37F3C}">
      <dgm:prSet phldrT="[Text]" custT="1"/>
      <dgm:spPr>
        <a:xfrm>
          <a:off x="3515986" y="1171"/>
          <a:ext cx="1684733" cy="1347786"/>
        </a:xfrm>
        <a:prstGeom prst="roundRect">
          <a:avLst>
            <a:gd name="adj" fmla="val 10000"/>
          </a:avLst>
        </a:prstGeom>
        <a:solidFill>
          <a:srgbClr val="FFC000">
            <a:hueOff val="6533927"/>
            <a:satOff val="-27185"/>
            <a:lumOff val="6405"/>
            <a:alphaOff val="0"/>
          </a:srgbClr>
        </a:solidFill>
        <a:ln w="12700" cap="flat" cmpd="sng" algn="ctr">
          <a:solidFill>
            <a:sysClr val="window" lastClr="FFFFFF">
              <a:hueOff val="0"/>
              <a:satOff val="0"/>
              <a:lumOff val="0"/>
              <a:alphaOff val="0"/>
            </a:sysClr>
          </a:solidFill>
          <a:prstDash val="solid"/>
          <a:miter lim="800000"/>
        </a:ln>
        <a:effectLst/>
      </dgm:spPr>
      <dgm:t>
        <a:bodyPr/>
        <a:lstStyle/>
        <a:p>
          <a:pPr>
            <a:buNone/>
          </a:pPr>
          <a:r>
            <a:rPr lang="en-US" sz="1400">
              <a:solidFill>
                <a:sysClr val="window" lastClr="FFFFFF"/>
              </a:solidFill>
              <a:latin typeface="Calibri" panose="020F0502020204030204"/>
              <a:ea typeface="+mn-ea"/>
              <a:cs typeface="+mn-cs"/>
            </a:rPr>
            <a:t>Issue type Scheme</a:t>
          </a:r>
        </a:p>
      </dgm:t>
    </dgm:pt>
    <dgm:pt modelId="{059237EA-7920-4F8B-82F3-F04C5363CB4A}" type="parTrans" cxnId="{CFAD7FB7-5E04-42B3-A72E-05C573B898AC}">
      <dgm:prSet/>
      <dgm:spPr>
        <a:xfrm rot="17700000">
          <a:off x="3419659" y="1020368"/>
          <a:ext cx="1319670" cy="505420"/>
        </a:xfrm>
        <a:prstGeom prst="leftArrow">
          <a:avLst>
            <a:gd name="adj1" fmla="val 60000"/>
            <a:gd name="adj2" fmla="val 50000"/>
          </a:avLst>
        </a:prstGeom>
        <a:solidFill>
          <a:srgbClr val="FFC000">
            <a:hueOff val="6533927"/>
            <a:satOff val="-27185"/>
            <a:lumOff val="6405"/>
            <a:alphaOff val="0"/>
          </a:srgbClr>
        </a:solidFill>
        <a:ln>
          <a:noFill/>
        </a:ln>
        <a:effectLst/>
      </dgm:spPr>
      <dgm:t>
        <a:bodyPr/>
        <a:lstStyle/>
        <a:p>
          <a:endParaRPr lang="en-US" sz="1100"/>
        </a:p>
      </dgm:t>
    </dgm:pt>
    <dgm:pt modelId="{ECA1F103-D7CE-4ED2-A74A-6F79F985F3A1}" type="sibTrans" cxnId="{CFAD7FB7-5E04-42B3-A72E-05C573B898AC}">
      <dgm:prSet/>
      <dgm:spPr/>
      <dgm:t>
        <a:bodyPr/>
        <a:lstStyle/>
        <a:p>
          <a:endParaRPr lang="en-US" sz="1100"/>
        </a:p>
      </dgm:t>
    </dgm:pt>
    <dgm:pt modelId="{BF6E6E66-DE76-4C9D-B262-EA067695302F}">
      <dgm:prSet phldrT="[Text]" custT="1"/>
      <dgm:spPr>
        <a:xfrm>
          <a:off x="4756454" y="1479503"/>
          <a:ext cx="1684733" cy="1347786"/>
        </a:xfrm>
        <a:prstGeom prst="roundRect">
          <a:avLst>
            <a:gd name="adj" fmla="val 10000"/>
          </a:avLst>
        </a:prstGeom>
        <a:solidFill>
          <a:srgbClr val="FFC000">
            <a:hueOff val="9800891"/>
            <a:satOff val="-40777"/>
            <a:lumOff val="9608"/>
            <a:alphaOff val="0"/>
          </a:srgbClr>
        </a:solidFill>
        <a:ln w="12700" cap="flat" cmpd="sng" algn="ctr">
          <a:solidFill>
            <a:sysClr val="window" lastClr="FFFFFF">
              <a:hueOff val="0"/>
              <a:satOff val="0"/>
              <a:lumOff val="0"/>
              <a:alphaOff val="0"/>
            </a:sysClr>
          </a:solidFill>
          <a:prstDash val="solid"/>
          <a:miter lim="800000"/>
        </a:ln>
        <a:effectLst/>
      </dgm:spPr>
      <dgm:t>
        <a:bodyPr/>
        <a:lstStyle/>
        <a:p>
          <a:pPr>
            <a:buNone/>
          </a:pPr>
          <a:r>
            <a:rPr lang="en-US" sz="1400">
              <a:solidFill>
                <a:sysClr val="window" lastClr="FFFFFF"/>
              </a:solidFill>
              <a:latin typeface="Calibri" panose="020F0502020204030204"/>
              <a:ea typeface="+mn-ea"/>
              <a:cs typeface="+mn-cs"/>
            </a:rPr>
            <a:t>Permission Scheme</a:t>
          </a:r>
        </a:p>
      </dgm:t>
    </dgm:pt>
    <dgm:pt modelId="{59E5D871-3A95-4B3A-87BB-D90043DBC512}" type="parTrans" cxnId="{27BBF8D0-A53F-4753-B96A-48873573B900}">
      <dgm:prSet/>
      <dgm:spPr>
        <a:xfrm rot="20700000">
          <a:off x="4301634" y="2071464"/>
          <a:ext cx="1319670" cy="505420"/>
        </a:xfrm>
        <a:prstGeom prst="leftArrow">
          <a:avLst>
            <a:gd name="adj1" fmla="val 60000"/>
            <a:gd name="adj2" fmla="val 50000"/>
          </a:avLst>
        </a:prstGeom>
        <a:solidFill>
          <a:srgbClr val="FFC000">
            <a:hueOff val="9800891"/>
            <a:satOff val="-40777"/>
            <a:lumOff val="9608"/>
            <a:alphaOff val="0"/>
          </a:srgbClr>
        </a:solidFill>
        <a:ln>
          <a:noFill/>
        </a:ln>
        <a:effectLst/>
      </dgm:spPr>
      <dgm:t>
        <a:bodyPr/>
        <a:lstStyle/>
        <a:p>
          <a:endParaRPr lang="en-US" sz="1100"/>
        </a:p>
      </dgm:t>
    </dgm:pt>
    <dgm:pt modelId="{8E9CF077-4420-41EA-9A64-7EFDF6810BD3}" type="sibTrans" cxnId="{27BBF8D0-A53F-4753-B96A-48873573B900}">
      <dgm:prSet/>
      <dgm:spPr/>
      <dgm:t>
        <a:bodyPr/>
        <a:lstStyle/>
        <a:p>
          <a:endParaRPr lang="en-US" sz="1100"/>
        </a:p>
      </dgm:t>
    </dgm:pt>
    <dgm:pt modelId="{51EAF4A3-BA85-47E9-8E75-5DFE7D3409FC}" type="pres">
      <dgm:prSet presAssocID="{AFFBF353-903D-40BD-BEB2-130C98466F86}" presName="cycle" presStyleCnt="0">
        <dgm:presLayoutVars>
          <dgm:chMax val="1"/>
          <dgm:dir/>
          <dgm:animLvl val="ctr"/>
          <dgm:resizeHandles val="exact"/>
        </dgm:presLayoutVars>
      </dgm:prSet>
      <dgm:spPr/>
    </dgm:pt>
    <dgm:pt modelId="{244D5EAB-123E-4D5A-A262-13CDE59567C2}" type="pres">
      <dgm:prSet presAssocID="{03AC1DC4-4C9A-4FF9-A6B1-F082131BD366}" presName="centerShape" presStyleLbl="node0" presStyleIdx="0" presStyleCnt="1"/>
      <dgm:spPr/>
    </dgm:pt>
    <dgm:pt modelId="{9EAA05B6-5F48-4FFF-9CAB-AEE2035D3A80}" type="pres">
      <dgm:prSet presAssocID="{4E7748AB-59E0-4B1E-A1A4-7FC5AC686413}" presName="parTrans" presStyleLbl="bgSibTrans2D1" presStyleIdx="0" presStyleCnt="4"/>
      <dgm:spPr/>
    </dgm:pt>
    <dgm:pt modelId="{D45FD9C1-8FB7-43FB-9711-B4F482119DD6}" type="pres">
      <dgm:prSet presAssocID="{55D0D302-1887-4637-89B3-A7B1DDC72455}" presName="node" presStyleLbl="node1" presStyleIdx="0" presStyleCnt="4">
        <dgm:presLayoutVars>
          <dgm:bulletEnabled val="1"/>
        </dgm:presLayoutVars>
      </dgm:prSet>
      <dgm:spPr/>
    </dgm:pt>
    <dgm:pt modelId="{AD713CD3-BC53-4EEE-8CA8-E0AC8E4FED03}" type="pres">
      <dgm:prSet presAssocID="{BA133C28-335C-490A-ADAC-4531B24E215E}" presName="parTrans" presStyleLbl="bgSibTrans2D1" presStyleIdx="1" presStyleCnt="4"/>
      <dgm:spPr/>
    </dgm:pt>
    <dgm:pt modelId="{3B362ECC-A07A-42B8-A77D-28116B805C51}" type="pres">
      <dgm:prSet presAssocID="{1F8FE0E2-1B2B-4B9A-B1F4-00E3ECF61639}" presName="node" presStyleLbl="node1" presStyleIdx="1" presStyleCnt="4">
        <dgm:presLayoutVars>
          <dgm:bulletEnabled val="1"/>
        </dgm:presLayoutVars>
      </dgm:prSet>
      <dgm:spPr/>
    </dgm:pt>
    <dgm:pt modelId="{1135F66E-3740-455D-A8E1-478EF7F6D1F5}" type="pres">
      <dgm:prSet presAssocID="{059237EA-7920-4F8B-82F3-F04C5363CB4A}" presName="parTrans" presStyleLbl="bgSibTrans2D1" presStyleIdx="2" presStyleCnt="4"/>
      <dgm:spPr/>
    </dgm:pt>
    <dgm:pt modelId="{3AC11AB2-6111-4154-B785-5FDF92D95596}" type="pres">
      <dgm:prSet presAssocID="{A006A511-38AB-4B8F-A656-98E009C37F3C}" presName="node" presStyleLbl="node1" presStyleIdx="2" presStyleCnt="4">
        <dgm:presLayoutVars>
          <dgm:bulletEnabled val="1"/>
        </dgm:presLayoutVars>
      </dgm:prSet>
      <dgm:spPr/>
    </dgm:pt>
    <dgm:pt modelId="{74B2A6FF-F88D-44FF-868C-D473894F6707}" type="pres">
      <dgm:prSet presAssocID="{59E5D871-3A95-4B3A-87BB-D90043DBC512}" presName="parTrans" presStyleLbl="bgSibTrans2D1" presStyleIdx="3" presStyleCnt="4"/>
      <dgm:spPr/>
    </dgm:pt>
    <dgm:pt modelId="{07CA60F8-E113-4AB8-A545-4AD60179123F}" type="pres">
      <dgm:prSet presAssocID="{BF6E6E66-DE76-4C9D-B262-EA067695302F}" presName="node" presStyleLbl="node1" presStyleIdx="3" presStyleCnt="4">
        <dgm:presLayoutVars>
          <dgm:bulletEnabled val="1"/>
        </dgm:presLayoutVars>
      </dgm:prSet>
      <dgm:spPr/>
    </dgm:pt>
  </dgm:ptLst>
  <dgm:cxnLst>
    <dgm:cxn modelId="{EC53B70A-F0CC-46A5-8814-F210FA66B9DB}" type="presOf" srcId="{4E7748AB-59E0-4B1E-A1A4-7FC5AC686413}" destId="{9EAA05B6-5F48-4FFF-9CAB-AEE2035D3A80}" srcOrd="0" destOrd="0" presId="urn:microsoft.com/office/officeart/2005/8/layout/radial4"/>
    <dgm:cxn modelId="{FF3BE514-3E7B-4B99-953B-F6C5C991435D}" srcId="{03AC1DC4-4C9A-4FF9-A6B1-F082131BD366}" destId="{55D0D302-1887-4637-89B3-A7B1DDC72455}" srcOrd="0" destOrd="0" parTransId="{4E7748AB-59E0-4B1E-A1A4-7FC5AC686413}" sibTransId="{58F9B71C-C282-4723-B68A-A0D5C22C5E83}"/>
    <dgm:cxn modelId="{B0273A2A-F148-44DC-9BAD-3B327F769777}" type="presOf" srcId="{AFFBF353-903D-40BD-BEB2-130C98466F86}" destId="{51EAF4A3-BA85-47E9-8E75-5DFE7D3409FC}" srcOrd="0" destOrd="0" presId="urn:microsoft.com/office/officeart/2005/8/layout/radial4"/>
    <dgm:cxn modelId="{FA346654-8961-40CF-B21F-816805F2FB0E}" type="presOf" srcId="{03AC1DC4-4C9A-4FF9-A6B1-F082131BD366}" destId="{244D5EAB-123E-4D5A-A262-13CDE59567C2}" srcOrd="0" destOrd="0" presId="urn:microsoft.com/office/officeart/2005/8/layout/radial4"/>
    <dgm:cxn modelId="{45FB607C-CA72-4104-8A6C-BFE4FEDD1252}" type="presOf" srcId="{1F8FE0E2-1B2B-4B9A-B1F4-00E3ECF61639}" destId="{3B362ECC-A07A-42B8-A77D-28116B805C51}" srcOrd="0" destOrd="0" presId="urn:microsoft.com/office/officeart/2005/8/layout/radial4"/>
    <dgm:cxn modelId="{202F857D-35CC-4444-B8C8-E1F41EE7C3F6}" type="presOf" srcId="{A006A511-38AB-4B8F-A656-98E009C37F3C}" destId="{3AC11AB2-6111-4154-B785-5FDF92D95596}" srcOrd="0" destOrd="0" presId="urn:microsoft.com/office/officeart/2005/8/layout/radial4"/>
    <dgm:cxn modelId="{BBA38C7D-68CD-4397-BD89-770E17B46D72}" type="presOf" srcId="{59E5D871-3A95-4B3A-87BB-D90043DBC512}" destId="{74B2A6FF-F88D-44FF-868C-D473894F6707}" srcOrd="0" destOrd="0" presId="urn:microsoft.com/office/officeart/2005/8/layout/radial4"/>
    <dgm:cxn modelId="{3F300387-416E-4957-9F09-1429225AC4C4}" srcId="{03AC1DC4-4C9A-4FF9-A6B1-F082131BD366}" destId="{1F8FE0E2-1B2B-4B9A-B1F4-00E3ECF61639}" srcOrd="1" destOrd="0" parTransId="{BA133C28-335C-490A-ADAC-4531B24E215E}" sibTransId="{6787CB37-7689-45AE-A705-B6C079723505}"/>
    <dgm:cxn modelId="{A33E988D-311D-45D0-8E7C-96D7C9D7BC56}" type="presOf" srcId="{059237EA-7920-4F8B-82F3-F04C5363CB4A}" destId="{1135F66E-3740-455D-A8E1-478EF7F6D1F5}" srcOrd="0" destOrd="0" presId="urn:microsoft.com/office/officeart/2005/8/layout/radial4"/>
    <dgm:cxn modelId="{E863449D-6766-4BB3-922A-390409AD7BB3}" type="presOf" srcId="{55D0D302-1887-4637-89B3-A7B1DDC72455}" destId="{D45FD9C1-8FB7-43FB-9711-B4F482119DD6}" srcOrd="0" destOrd="0" presId="urn:microsoft.com/office/officeart/2005/8/layout/radial4"/>
    <dgm:cxn modelId="{CFAD7FB7-5E04-42B3-A72E-05C573B898AC}" srcId="{03AC1DC4-4C9A-4FF9-A6B1-F082131BD366}" destId="{A006A511-38AB-4B8F-A656-98E009C37F3C}" srcOrd="2" destOrd="0" parTransId="{059237EA-7920-4F8B-82F3-F04C5363CB4A}" sibTransId="{ECA1F103-D7CE-4ED2-A74A-6F79F985F3A1}"/>
    <dgm:cxn modelId="{27BBF8D0-A53F-4753-B96A-48873573B900}" srcId="{03AC1DC4-4C9A-4FF9-A6B1-F082131BD366}" destId="{BF6E6E66-DE76-4C9D-B262-EA067695302F}" srcOrd="3" destOrd="0" parTransId="{59E5D871-3A95-4B3A-87BB-D90043DBC512}" sibTransId="{8E9CF077-4420-41EA-9A64-7EFDF6810BD3}"/>
    <dgm:cxn modelId="{72A17DD1-DA97-4778-A4DB-2C67A0F02BC1}" type="presOf" srcId="{BF6E6E66-DE76-4C9D-B262-EA067695302F}" destId="{07CA60F8-E113-4AB8-A545-4AD60179123F}" srcOrd="0" destOrd="0" presId="urn:microsoft.com/office/officeart/2005/8/layout/radial4"/>
    <dgm:cxn modelId="{088874D9-51AB-44AD-BE36-7CE5A610A9D4}" type="presOf" srcId="{BA133C28-335C-490A-ADAC-4531B24E215E}" destId="{AD713CD3-BC53-4EEE-8CA8-E0AC8E4FED03}" srcOrd="0" destOrd="0" presId="urn:microsoft.com/office/officeart/2005/8/layout/radial4"/>
    <dgm:cxn modelId="{2A946EE9-0706-43C3-B96D-203786BA03DB}" srcId="{AFFBF353-903D-40BD-BEB2-130C98466F86}" destId="{03AC1DC4-4C9A-4FF9-A6B1-F082131BD366}" srcOrd="0" destOrd="0" parTransId="{B93F8B0A-8153-441A-AAF5-E2CFBFAA3F54}" sibTransId="{22D0CD32-A508-4B0D-8401-99BF5E25418C}"/>
    <dgm:cxn modelId="{38919BF4-4658-4F6A-AB9D-C4AEFB8B8DE7}" type="presParOf" srcId="{51EAF4A3-BA85-47E9-8E75-5DFE7D3409FC}" destId="{244D5EAB-123E-4D5A-A262-13CDE59567C2}" srcOrd="0" destOrd="0" presId="urn:microsoft.com/office/officeart/2005/8/layout/radial4"/>
    <dgm:cxn modelId="{73E93B06-3AC8-4DFE-996F-23944B6D3A6B}" type="presParOf" srcId="{51EAF4A3-BA85-47E9-8E75-5DFE7D3409FC}" destId="{9EAA05B6-5F48-4FFF-9CAB-AEE2035D3A80}" srcOrd="1" destOrd="0" presId="urn:microsoft.com/office/officeart/2005/8/layout/radial4"/>
    <dgm:cxn modelId="{6486E135-0624-455E-AD5F-C999377C19B4}" type="presParOf" srcId="{51EAF4A3-BA85-47E9-8E75-5DFE7D3409FC}" destId="{D45FD9C1-8FB7-43FB-9711-B4F482119DD6}" srcOrd="2" destOrd="0" presId="urn:microsoft.com/office/officeart/2005/8/layout/radial4"/>
    <dgm:cxn modelId="{56319485-2B92-4076-86E8-0480B326C1B0}" type="presParOf" srcId="{51EAF4A3-BA85-47E9-8E75-5DFE7D3409FC}" destId="{AD713CD3-BC53-4EEE-8CA8-E0AC8E4FED03}" srcOrd="3" destOrd="0" presId="urn:microsoft.com/office/officeart/2005/8/layout/radial4"/>
    <dgm:cxn modelId="{44DEE3AD-8FC7-4E7F-B1BA-32B317FC7A3C}" type="presParOf" srcId="{51EAF4A3-BA85-47E9-8E75-5DFE7D3409FC}" destId="{3B362ECC-A07A-42B8-A77D-28116B805C51}" srcOrd="4" destOrd="0" presId="urn:microsoft.com/office/officeart/2005/8/layout/radial4"/>
    <dgm:cxn modelId="{F56984B8-ABB1-4364-B155-67325CA9E39A}" type="presParOf" srcId="{51EAF4A3-BA85-47E9-8E75-5DFE7D3409FC}" destId="{1135F66E-3740-455D-A8E1-478EF7F6D1F5}" srcOrd="5" destOrd="0" presId="urn:microsoft.com/office/officeart/2005/8/layout/radial4"/>
    <dgm:cxn modelId="{9526F39C-E933-4A7C-8DE4-60264C6D1528}" type="presParOf" srcId="{51EAF4A3-BA85-47E9-8E75-5DFE7D3409FC}" destId="{3AC11AB2-6111-4154-B785-5FDF92D95596}" srcOrd="6" destOrd="0" presId="urn:microsoft.com/office/officeart/2005/8/layout/radial4"/>
    <dgm:cxn modelId="{A05B68B4-0C9F-4557-85D4-B8819A34B43B}" type="presParOf" srcId="{51EAF4A3-BA85-47E9-8E75-5DFE7D3409FC}" destId="{74B2A6FF-F88D-44FF-868C-D473894F6707}" srcOrd="7" destOrd="0" presId="urn:microsoft.com/office/officeart/2005/8/layout/radial4"/>
    <dgm:cxn modelId="{E99E9F38-4B39-4B3A-A0CB-BD3D1D780F79}" type="presParOf" srcId="{51EAF4A3-BA85-47E9-8E75-5DFE7D3409FC}" destId="{07CA60F8-E113-4AB8-A545-4AD60179123F}" srcOrd="8" destOrd="0" presId="urn:microsoft.com/office/officeart/2005/8/layout/radial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44D5EAB-123E-4D5A-A262-13CDE59567C2}">
      <dsp:nvSpPr>
        <dsp:cNvPr id="0" name=""/>
        <dsp:cNvSpPr/>
      </dsp:nvSpPr>
      <dsp:spPr>
        <a:xfrm>
          <a:off x="1394325" y="1115453"/>
          <a:ext cx="1031418" cy="1031418"/>
        </a:xfrm>
        <a:prstGeom prst="ellipse">
          <a:avLst/>
        </a:prstGeom>
        <a:solidFill>
          <a:srgbClr val="A5A5A5">
            <a:hueOff val="0"/>
            <a:satOff val="0"/>
            <a:lumOff val="0"/>
            <a:alphaOff val="0"/>
          </a:srgbClr>
        </a:solidFill>
        <a:ln w="12700" cap="flat" cmpd="sng" algn="ctr">
          <a:solidFill>
            <a:sysClr val="window" lastClr="FFFFFF">
              <a:hueOff val="0"/>
              <a:satOff val="0"/>
              <a:lumOff val="0"/>
              <a:alphaOff val="0"/>
            </a:sys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rtl="0">
            <a:lnSpc>
              <a:spcPct val="90000"/>
            </a:lnSpc>
            <a:spcBef>
              <a:spcPct val="0"/>
            </a:spcBef>
            <a:spcAft>
              <a:spcPct val="35000"/>
            </a:spcAft>
            <a:buNone/>
          </a:pPr>
          <a:r>
            <a:rPr lang="en-US" sz="1200" kern="1200">
              <a:solidFill>
                <a:sysClr val="window" lastClr="FFFFFF"/>
              </a:solidFill>
              <a:latin typeface="Calibri" panose="020F0502020204030204"/>
              <a:ea typeface="+mn-ea"/>
              <a:cs typeface="+mn-cs"/>
            </a:rPr>
            <a:t>GPAS &amp;Billing Projects</a:t>
          </a:r>
        </a:p>
      </dsp:txBody>
      <dsp:txXfrm>
        <a:off x="1545373" y="1266501"/>
        <a:ext cx="729322" cy="729322"/>
      </dsp:txXfrm>
    </dsp:sp>
    <dsp:sp modelId="{9EAA05B6-5F48-4FFF-9CAB-AEE2035D3A80}">
      <dsp:nvSpPr>
        <dsp:cNvPr id="0" name=""/>
        <dsp:cNvSpPr/>
      </dsp:nvSpPr>
      <dsp:spPr>
        <a:xfrm rot="11700000">
          <a:off x="575715" y="1234459"/>
          <a:ext cx="804654" cy="293954"/>
        </a:xfrm>
        <a:prstGeom prst="leftArrow">
          <a:avLst>
            <a:gd name="adj1" fmla="val 60000"/>
            <a:gd name="adj2" fmla="val 50000"/>
          </a:avLst>
        </a:prstGeom>
        <a:solidFill>
          <a:srgbClr val="FFC000">
            <a:hueOff val="0"/>
            <a:satOff val="0"/>
            <a:lumOff val="0"/>
            <a:alphaOff val="0"/>
          </a:srgbClr>
        </a:solidFill>
        <a:ln>
          <a:noFill/>
        </a:ln>
        <a:effectLst/>
      </dsp:spPr>
      <dsp:style>
        <a:lnRef idx="0">
          <a:scrgbClr r="0" g="0" b="0"/>
        </a:lnRef>
        <a:fillRef idx="1">
          <a:scrgbClr r="0" g="0" b="0"/>
        </a:fillRef>
        <a:effectRef idx="0">
          <a:scrgbClr r="0" g="0" b="0"/>
        </a:effectRef>
        <a:fontRef idx="minor">
          <a:schemeClr val="lt1"/>
        </a:fontRef>
      </dsp:style>
    </dsp:sp>
    <dsp:sp modelId="{D45FD9C1-8FB7-43FB-9711-B4F482119DD6}">
      <dsp:nvSpPr>
        <dsp:cNvPr id="0" name=""/>
        <dsp:cNvSpPr/>
      </dsp:nvSpPr>
      <dsp:spPr>
        <a:xfrm>
          <a:off x="99500" y="885367"/>
          <a:ext cx="979847" cy="783878"/>
        </a:xfrm>
        <a:prstGeom prst="roundRect">
          <a:avLst>
            <a:gd name="adj" fmla="val 10000"/>
          </a:avLst>
        </a:prstGeom>
        <a:solidFill>
          <a:srgbClr val="FFC000">
            <a:hueOff val="0"/>
            <a:satOff val="0"/>
            <a:lumOff val="0"/>
            <a:alphaOff val="0"/>
          </a:srgbClr>
        </a:solidFill>
        <a:ln w="12700" cap="flat" cmpd="sng" algn="ctr">
          <a:solidFill>
            <a:sysClr val="window" lastClr="FFFFFF">
              <a:hueOff val="0"/>
              <a:satOff val="0"/>
              <a:lumOff val="0"/>
              <a:alphaOff val="0"/>
            </a:sys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6670" tIns="26670" rIns="26670" bIns="26670" numCol="1" spcCol="1270" anchor="ctr" anchorCtr="0">
          <a:noAutofit/>
        </a:bodyPr>
        <a:lstStyle/>
        <a:p>
          <a:pPr marL="0" lvl="0" indent="0" algn="ctr" defTabSz="622300">
            <a:lnSpc>
              <a:spcPct val="90000"/>
            </a:lnSpc>
            <a:spcBef>
              <a:spcPct val="0"/>
            </a:spcBef>
            <a:spcAft>
              <a:spcPct val="35000"/>
            </a:spcAft>
            <a:buNone/>
          </a:pPr>
          <a:r>
            <a:rPr lang="en-US" sz="1400" kern="1200">
              <a:solidFill>
                <a:sysClr val="window" lastClr="FFFFFF"/>
              </a:solidFill>
              <a:latin typeface="Calibri" panose="020F0502020204030204"/>
              <a:ea typeface="+mn-ea"/>
              <a:cs typeface="+mn-cs"/>
            </a:rPr>
            <a:t>Screen Scheme</a:t>
          </a:r>
        </a:p>
      </dsp:txBody>
      <dsp:txXfrm>
        <a:off x="122459" y="908326"/>
        <a:ext cx="933929" cy="737960"/>
      </dsp:txXfrm>
    </dsp:sp>
    <dsp:sp modelId="{AD713CD3-BC53-4EEE-8CA8-E0AC8E4FED03}">
      <dsp:nvSpPr>
        <dsp:cNvPr id="0" name=""/>
        <dsp:cNvSpPr/>
      </dsp:nvSpPr>
      <dsp:spPr>
        <a:xfrm rot="14700000">
          <a:off x="1099936" y="609717"/>
          <a:ext cx="804654" cy="293954"/>
        </a:xfrm>
        <a:prstGeom prst="leftArrow">
          <a:avLst>
            <a:gd name="adj1" fmla="val 60000"/>
            <a:gd name="adj2" fmla="val 50000"/>
          </a:avLst>
        </a:prstGeom>
        <a:solidFill>
          <a:srgbClr val="FFC000">
            <a:hueOff val="3266964"/>
            <a:satOff val="-13592"/>
            <a:lumOff val="3203"/>
            <a:alphaOff val="0"/>
          </a:srgbClr>
        </a:solidFill>
        <a:ln>
          <a:noFill/>
        </a:ln>
        <a:effectLst/>
      </dsp:spPr>
      <dsp:style>
        <a:lnRef idx="0">
          <a:scrgbClr r="0" g="0" b="0"/>
        </a:lnRef>
        <a:fillRef idx="1">
          <a:scrgbClr r="0" g="0" b="0"/>
        </a:fillRef>
        <a:effectRef idx="0">
          <a:scrgbClr r="0" g="0" b="0"/>
        </a:effectRef>
        <a:fontRef idx="minor">
          <a:schemeClr val="lt1"/>
        </a:fontRef>
      </dsp:style>
    </dsp:sp>
    <dsp:sp modelId="{3B362ECC-A07A-42B8-A77D-28116B805C51}">
      <dsp:nvSpPr>
        <dsp:cNvPr id="0" name=""/>
        <dsp:cNvSpPr/>
      </dsp:nvSpPr>
      <dsp:spPr>
        <a:xfrm>
          <a:off x="842308" y="122"/>
          <a:ext cx="979847" cy="783878"/>
        </a:xfrm>
        <a:prstGeom prst="roundRect">
          <a:avLst>
            <a:gd name="adj" fmla="val 10000"/>
          </a:avLst>
        </a:prstGeom>
        <a:solidFill>
          <a:srgbClr val="FFC000">
            <a:hueOff val="3266964"/>
            <a:satOff val="-13592"/>
            <a:lumOff val="3203"/>
            <a:alphaOff val="0"/>
          </a:srgbClr>
        </a:solidFill>
        <a:ln w="12700" cap="flat" cmpd="sng" algn="ctr">
          <a:solidFill>
            <a:sysClr val="window" lastClr="FFFFFF">
              <a:hueOff val="0"/>
              <a:satOff val="0"/>
              <a:lumOff val="0"/>
              <a:alphaOff val="0"/>
            </a:sys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6670" tIns="26670" rIns="26670" bIns="26670" numCol="1" spcCol="1270" anchor="ctr" anchorCtr="0">
          <a:noAutofit/>
        </a:bodyPr>
        <a:lstStyle/>
        <a:p>
          <a:pPr marL="0" lvl="0" indent="0" algn="ctr" defTabSz="622300" rtl="0">
            <a:lnSpc>
              <a:spcPct val="90000"/>
            </a:lnSpc>
            <a:spcBef>
              <a:spcPct val="0"/>
            </a:spcBef>
            <a:spcAft>
              <a:spcPct val="35000"/>
            </a:spcAft>
            <a:buNone/>
          </a:pPr>
          <a:r>
            <a:rPr lang="en-US" sz="1400" kern="1200">
              <a:solidFill>
                <a:sysClr val="window" lastClr="FFFFFF"/>
              </a:solidFill>
              <a:latin typeface="Calibri" panose="020F0502020204030204"/>
              <a:ea typeface="+mn-ea"/>
              <a:cs typeface="+mn-cs"/>
            </a:rPr>
            <a:t>Workflow Scheme </a:t>
          </a:r>
        </a:p>
      </dsp:txBody>
      <dsp:txXfrm>
        <a:off x="865267" y="23081"/>
        <a:ext cx="933929" cy="737960"/>
      </dsp:txXfrm>
    </dsp:sp>
    <dsp:sp modelId="{1135F66E-3740-455D-A8E1-478EF7F6D1F5}">
      <dsp:nvSpPr>
        <dsp:cNvPr id="0" name=""/>
        <dsp:cNvSpPr/>
      </dsp:nvSpPr>
      <dsp:spPr>
        <a:xfrm rot="17700000">
          <a:off x="1915478" y="609717"/>
          <a:ext cx="804654" cy="293954"/>
        </a:xfrm>
        <a:prstGeom prst="leftArrow">
          <a:avLst>
            <a:gd name="adj1" fmla="val 60000"/>
            <a:gd name="adj2" fmla="val 50000"/>
          </a:avLst>
        </a:prstGeom>
        <a:solidFill>
          <a:srgbClr val="FFC000">
            <a:hueOff val="6533927"/>
            <a:satOff val="-27185"/>
            <a:lumOff val="6405"/>
            <a:alphaOff val="0"/>
          </a:srgbClr>
        </a:solidFill>
        <a:ln>
          <a:noFill/>
        </a:ln>
        <a:effectLst/>
      </dsp:spPr>
      <dsp:style>
        <a:lnRef idx="0">
          <a:scrgbClr r="0" g="0" b="0"/>
        </a:lnRef>
        <a:fillRef idx="1">
          <a:scrgbClr r="0" g="0" b="0"/>
        </a:fillRef>
        <a:effectRef idx="0">
          <a:scrgbClr r="0" g="0" b="0"/>
        </a:effectRef>
        <a:fontRef idx="minor">
          <a:schemeClr val="lt1"/>
        </a:fontRef>
      </dsp:style>
    </dsp:sp>
    <dsp:sp modelId="{3AC11AB2-6111-4154-B785-5FDF92D95596}">
      <dsp:nvSpPr>
        <dsp:cNvPr id="0" name=""/>
        <dsp:cNvSpPr/>
      </dsp:nvSpPr>
      <dsp:spPr>
        <a:xfrm>
          <a:off x="1997913" y="122"/>
          <a:ext cx="979847" cy="783878"/>
        </a:xfrm>
        <a:prstGeom prst="roundRect">
          <a:avLst>
            <a:gd name="adj" fmla="val 10000"/>
          </a:avLst>
        </a:prstGeom>
        <a:solidFill>
          <a:srgbClr val="FFC000">
            <a:hueOff val="6533927"/>
            <a:satOff val="-27185"/>
            <a:lumOff val="6405"/>
            <a:alphaOff val="0"/>
          </a:srgbClr>
        </a:solidFill>
        <a:ln w="12700" cap="flat" cmpd="sng" algn="ctr">
          <a:solidFill>
            <a:sysClr val="window" lastClr="FFFFFF">
              <a:hueOff val="0"/>
              <a:satOff val="0"/>
              <a:lumOff val="0"/>
              <a:alphaOff val="0"/>
            </a:sys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6670" tIns="26670" rIns="26670" bIns="26670" numCol="1" spcCol="1270" anchor="ctr" anchorCtr="0">
          <a:noAutofit/>
        </a:bodyPr>
        <a:lstStyle/>
        <a:p>
          <a:pPr marL="0" lvl="0" indent="0" algn="ctr" defTabSz="622300">
            <a:lnSpc>
              <a:spcPct val="90000"/>
            </a:lnSpc>
            <a:spcBef>
              <a:spcPct val="0"/>
            </a:spcBef>
            <a:spcAft>
              <a:spcPct val="35000"/>
            </a:spcAft>
            <a:buNone/>
          </a:pPr>
          <a:r>
            <a:rPr lang="en-US" sz="1400" kern="1200">
              <a:solidFill>
                <a:sysClr val="window" lastClr="FFFFFF"/>
              </a:solidFill>
              <a:latin typeface="Calibri" panose="020F0502020204030204"/>
              <a:ea typeface="+mn-ea"/>
              <a:cs typeface="+mn-cs"/>
            </a:rPr>
            <a:t>Issue type Scheme</a:t>
          </a:r>
        </a:p>
      </dsp:txBody>
      <dsp:txXfrm>
        <a:off x="2020872" y="23081"/>
        <a:ext cx="933929" cy="737960"/>
      </dsp:txXfrm>
    </dsp:sp>
    <dsp:sp modelId="{74B2A6FF-F88D-44FF-868C-D473894F6707}">
      <dsp:nvSpPr>
        <dsp:cNvPr id="0" name=""/>
        <dsp:cNvSpPr/>
      </dsp:nvSpPr>
      <dsp:spPr>
        <a:xfrm rot="20700000">
          <a:off x="2439699" y="1234459"/>
          <a:ext cx="804654" cy="293954"/>
        </a:xfrm>
        <a:prstGeom prst="leftArrow">
          <a:avLst>
            <a:gd name="adj1" fmla="val 60000"/>
            <a:gd name="adj2" fmla="val 50000"/>
          </a:avLst>
        </a:prstGeom>
        <a:solidFill>
          <a:srgbClr val="FFC000">
            <a:hueOff val="9800891"/>
            <a:satOff val="-40777"/>
            <a:lumOff val="9608"/>
            <a:alphaOff val="0"/>
          </a:srgbClr>
        </a:solidFill>
        <a:ln>
          <a:noFill/>
        </a:ln>
        <a:effectLst/>
      </dsp:spPr>
      <dsp:style>
        <a:lnRef idx="0">
          <a:scrgbClr r="0" g="0" b="0"/>
        </a:lnRef>
        <a:fillRef idx="1">
          <a:scrgbClr r="0" g="0" b="0"/>
        </a:fillRef>
        <a:effectRef idx="0">
          <a:scrgbClr r="0" g="0" b="0"/>
        </a:effectRef>
        <a:fontRef idx="minor">
          <a:schemeClr val="lt1"/>
        </a:fontRef>
      </dsp:style>
    </dsp:sp>
    <dsp:sp modelId="{07CA60F8-E113-4AB8-A545-4AD60179123F}">
      <dsp:nvSpPr>
        <dsp:cNvPr id="0" name=""/>
        <dsp:cNvSpPr/>
      </dsp:nvSpPr>
      <dsp:spPr>
        <a:xfrm>
          <a:off x="2740721" y="885367"/>
          <a:ext cx="979847" cy="783878"/>
        </a:xfrm>
        <a:prstGeom prst="roundRect">
          <a:avLst>
            <a:gd name="adj" fmla="val 10000"/>
          </a:avLst>
        </a:prstGeom>
        <a:solidFill>
          <a:srgbClr val="FFC000">
            <a:hueOff val="9800891"/>
            <a:satOff val="-40777"/>
            <a:lumOff val="9608"/>
            <a:alphaOff val="0"/>
          </a:srgbClr>
        </a:solidFill>
        <a:ln w="12700" cap="flat" cmpd="sng" algn="ctr">
          <a:solidFill>
            <a:sysClr val="window" lastClr="FFFFFF">
              <a:hueOff val="0"/>
              <a:satOff val="0"/>
              <a:lumOff val="0"/>
              <a:alphaOff val="0"/>
            </a:sys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6670" tIns="26670" rIns="26670" bIns="26670" numCol="1" spcCol="1270" anchor="ctr" anchorCtr="0">
          <a:noAutofit/>
        </a:bodyPr>
        <a:lstStyle/>
        <a:p>
          <a:pPr marL="0" lvl="0" indent="0" algn="ctr" defTabSz="622300">
            <a:lnSpc>
              <a:spcPct val="90000"/>
            </a:lnSpc>
            <a:spcBef>
              <a:spcPct val="0"/>
            </a:spcBef>
            <a:spcAft>
              <a:spcPct val="35000"/>
            </a:spcAft>
            <a:buNone/>
          </a:pPr>
          <a:r>
            <a:rPr lang="en-US" sz="1400" kern="1200">
              <a:solidFill>
                <a:sysClr val="window" lastClr="FFFFFF"/>
              </a:solidFill>
              <a:latin typeface="Calibri" panose="020F0502020204030204"/>
              <a:ea typeface="+mn-ea"/>
              <a:cs typeface="+mn-cs"/>
            </a:rPr>
            <a:t>Permission Scheme</a:t>
          </a:r>
        </a:p>
      </dsp:txBody>
      <dsp:txXfrm>
        <a:off x="2763680" y="908326"/>
        <a:ext cx="933929" cy="737960"/>
      </dsp:txXfrm>
    </dsp:sp>
  </dsp:spTree>
</dsp:drawing>
</file>

<file path=ppt/diagrams/layout1.xml><?xml version="1.0" encoding="utf-8"?>
<dgm:layoutDef xmlns:dgm="http://schemas.openxmlformats.org/drawingml/2006/diagram" xmlns:a="http://schemas.openxmlformats.org/drawingml/2006/main" uniqueId="urn:microsoft.com/office/officeart/2005/8/layout/radial4">
  <dgm:title val=""/>
  <dgm:desc val=""/>
  <dgm:catLst>
    <dgm:cat type="relationship" pri="190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t modelId="11"/>
        <dgm:pt modelId="12"/>
      </dgm:ptLst>
      <dgm:cxnLst>
        <dgm:cxn modelId="2" srcId="0" destId="1" srcOrd="0" destOrd="0"/>
        <dgm:cxn modelId="15" srcId="1" destId="11" srcOrd="0" destOrd="0"/>
        <dgm:cxn modelId="16" srcId="1" destId="12" srcOrd="1"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cycle">
    <dgm:varLst>
      <dgm:chMax val="1"/>
      <dgm:dir/>
      <dgm:animLvl val="ctr"/>
      <dgm:resizeHandles val="exact"/>
    </dgm:varLst>
    <dgm:choose name="Name0">
      <dgm:if name="Name1" func="var" arg="dir" op="equ" val="norm">
        <dgm:choose name="Name2">
          <dgm:if name="Name3" axis="ch ch" ptType="node node" st="1 1" cnt="1 0" func="cnt" op="lte" val="1">
            <dgm:alg type="cycle">
              <dgm:param type="stAng" val="0"/>
              <dgm:param type="spanAng" val="360"/>
              <dgm:param type="ctrShpMap" val="fNode"/>
            </dgm:alg>
          </dgm:if>
          <dgm:else name="Name4">
            <dgm:choose name="Name5">
              <dgm:if name="Name6" axis="ch ch" ptType="node node" st="1 1" cnt="1 0" func="cnt" op="lte" val="3">
                <dgm:alg type="cycle">
                  <dgm:param type="stAng" val="-55"/>
                  <dgm:param type="spanAng" val="110"/>
                  <dgm:param type="ctrShpMap" val="fNode"/>
                </dgm:alg>
              </dgm:if>
              <dgm:else name="Name7">
                <dgm:choose name="Name8">
                  <dgm:if name="Name9" axis="ch ch" ptType="node node" st="1 1" cnt="1 0" func="cnt" op="equ" val="4">
                    <dgm:alg type="cycle">
                      <dgm:param type="stAng" val="-75"/>
                      <dgm:param type="spanAng" val="150"/>
                      <dgm:param type="ctrShpMap" val="fNode"/>
                    </dgm:alg>
                  </dgm:if>
                  <dgm:else name="Name10">
                    <dgm:alg type="cycle">
                      <dgm:param type="stAng" val="-90"/>
                      <dgm:param type="spanAng" val="180"/>
                      <dgm:param type="ctrShpMap" val="fNode"/>
                    </dgm:alg>
                  </dgm:else>
                </dgm:choose>
              </dgm:else>
            </dgm:choose>
          </dgm:else>
        </dgm:choose>
      </dgm:if>
      <dgm:else name="Name11">
        <dgm:choose name="Name12">
          <dgm:if name="Name13" axis="ch ch" ptType="node node" st="1 1" cnt="1 0" func="cnt" op="lte" val="1">
            <dgm:alg type="cycle">
              <dgm:param type="stAng" val="0"/>
              <dgm:param type="spanAng" val="-360"/>
              <dgm:param type="ctrShpMap" val="fNode"/>
            </dgm:alg>
          </dgm:if>
          <dgm:else name="Name14">
            <dgm:choose name="Name15">
              <dgm:if name="Name16" axis="ch ch" ptType="node node" st="1 1" cnt="1 0" func="cnt" op="lte" val="3">
                <dgm:alg type="cycle">
                  <dgm:param type="stAng" val="55"/>
                  <dgm:param type="spanAng" val="-110"/>
                  <dgm:param type="ctrShpMap" val="fNode"/>
                </dgm:alg>
              </dgm:if>
              <dgm:else name="Name17">
                <dgm:choose name="Name18">
                  <dgm:if name="Name19" axis="ch ch" ptType="node node" st="1 1" cnt="1 0" func="cnt" op="equ" val="4">
                    <dgm:alg type="cycle">
                      <dgm:param type="stAng" val="75"/>
                      <dgm:param type="spanAng" val="-150"/>
                      <dgm:param type="ctrShpMap" val="fNode"/>
                    </dgm:alg>
                  </dgm:if>
                  <dgm:else name="Name20">
                    <dgm:alg type="cycle">
                      <dgm:param type="stAng" val="90"/>
                      <dgm:param type="spanAng" val="-180"/>
                      <dgm:param type="ctrShpMap" val="fNode"/>
                    </dgm:alg>
                  </dgm:else>
                </dgm:choose>
              </dgm:else>
            </dgm:choose>
          </dgm:else>
        </dgm:choose>
      </dgm:else>
    </dgm:choose>
    <dgm:shape xmlns:r="http://schemas.openxmlformats.org/officeDocument/2006/relationships" r:blip="">
      <dgm:adjLst/>
    </dgm:shape>
    <dgm:presOf/>
    <dgm:constrLst>
      <dgm:constr type="w" for="ch" forName="centerShape" refType="w"/>
      <dgm:constr type="w" for="ch" forName="node" refType="w" refFor="ch" refForName="centerShape" fact="0.95"/>
      <dgm:constr type="h" for="ch" forName="parTrans" refType="w" refFor="ch" refForName="centerShape" fact="0.285"/>
      <dgm:constr type="sp" refType="w" refFor="ch" refForName="centerShape" op="equ" fact="0.23"/>
      <dgm:constr type="sibSp" refType="w" refFor="ch" refForName="node" fact="0.1"/>
      <dgm:constr type="primFontSz" for="ch" forName="node" op="equ"/>
    </dgm:constrLst>
    <dgm:choose name="Name21">
      <dgm:if name="Name22" axis="ch ch" ptType="node node" st="1 1" cnt="1 0" func="cnt" op="lte" val="5">
        <dgm:ruleLst>
          <dgm:rule type="w" for="ch" forName="centerShape" val="NaN" fact="0.27" max="NaN"/>
        </dgm:ruleLst>
      </dgm:if>
      <dgm:else name="Name23">
        <dgm:ruleLst>
          <dgm:rule type="w" for="ch" forName="centerShape" val="NaN" fact="0.27" max="NaN"/>
          <dgm:rule type="w" for="ch" forName="node" val="NaN" fact="0.7" max="NaN"/>
        </dgm:ruleLst>
      </dgm:else>
    </dgm:choose>
    <dgm:forEach name="Name24" axis="ch" ptType="node" cnt="1">
      <dgm:layoutNode name="centerShape" styleLbl="node0">
        <dgm:alg type="tx"/>
        <dgm:shape xmlns:r="http://schemas.openxmlformats.org/officeDocument/2006/relationships" type="ellipse" r:blip="">
          <dgm:adjLst/>
        </dgm:shape>
        <dgm:presOf axis="self"/>
        <dgm:constrLst>
          <dgm:constr type="tMarg" refType="primFontSz" fact="0.05"/>
          <dgm:constr type="bMarg" refType="primFontSz" fact="0.05"/>
          <dgm:constr type="lMarg" refType="primFontSz" fact="0.05"/>
          <dgm:constr type="rMarg" refType="primFontSz" fact="0.05"/>
          <dgm:constr type="primFontSz" val="65"/>
          <dgm:constr type="h" refType="w"/>
        </dgm:constrLst>
        <dgm:ruleLst>
          <dgm:rule type="primFontSz" val="5" fact="NaN" max="NaN"/>
        </dgm:ruleLst>
      </dgm:layoutNode>
      <dgm:forEach name="Name25" axis="ch">
        <dgm:forEach name="Name26" axis="self" ptType="parTrans">
          <dgm:layoutNode name="parTrans" styleLbl="bgSibTrans2D1">
            <dgm:alg type="conn">
              <dgm:param type="begPts" val="auto"/>
              <dgm:param type="endPts" val="ctr"/>
              <dgm:param type="endSty" val="noArr"/>
              <dgm:param type="begSty" val="arr"/>
            </dgm:alg>
            <dgm:shape xmlns:r="http://schemas.openxmlformats.org/officeDocument/2006/relationships" type="conn" r:blip="">
              <dgm:adjLst/>
            </dgm:shape>
            <dgm:presOf axis="self"/>
            <dgm:constrLst>
              <dgm:constr type="begPad" refType="connDist" fact="0.055"/>
              <dgm:constr type="endPad"/>
            </dgm:constrLst>
            <dgm:ruleLst/>
          </dgm:layoutNode>
        </dgm:forEach>
        <dgm:forEach name="Name27" axis="self" ptType="node">
          <dgm:layoutNode name="node" styleLbl="node1">
            <dgm:varLst>
              <dgm:bulletEnabled val="1"/>
            </dgm:varLst>
            <dgm:alg type="tx"/>
            <dgm:shape xmlns:r="http://schemas.openxmlformats.org/officeDocument/2006/relationships" type="roundRect" r:blip="">
              <dgm:adjLst>
                <dgm:adj idx="1" val="0.1"/>
              </dgm:adjLst>
            </dgm:shape>
            <dgm:presOf axis="desOrSelf" ptType="node"/>
            <dgm:constrLst>
              <dgm:constr type="primFontSz" val="65"/>
              <dgm:constr type="h" refType="w" fact="0.8"/>
              <dgm:constr type="tMarg" refType="primFontSz" fact="0.15"/>
              <dgm:constr type="bMarg" refType="primFontSz" fact="0.15"/>
              <dgm:constr type="lMarg" refType="primFontSz" fact="0.15"/>
              <dgm:constr type="rMarg" refType="primFontSz" fact="0.15"/>
            </dgm:constrLst>
            <dgm:ruleLst>
              <dgm:rule type="primFontSz" val="5" fact="NaN" max="NaN"/>
            </dgm:ruleLst>
          </dgm:layoutNode>
        </dgm:forEach>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E617BBF-70EC-4EB8-8733-5AEC70F31A94}" type="datetimeFigureOut">
              <a:rPr lang="en-IN" smtClean="0"/>
              <a:t>01-12-2025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C04D0F8-1535-4690-B71C-57C6EA3921A0}" type="slidenum">
              <a:rPr lang="en-IN" smtClean="0"/>
              <a:t>‹#›</a:t>
            </a:fld>
            <a:endParaRPr lang="en-IN"/>
          </a:p>
        </p:txBody>
      </p:sp>
    </p:spTree>
    <p:extLst>
      <p:ext uri="{BB962C8B-B14F-4D97-AF65-F5344CB8AC3E}">
        <p14:creationId xmlns:p14="http://schemas.microsoft.com/office/powerpoint/2010/main" val="7514593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C0696B5C-12A0-4042-B4D0-BD3B9A4F58C6}" type="slidenum">
              <a:rPr lang="pt-BR" smtClean="0"/>
              <a:pPr/>
              <a:t>2</a:t>
            </a:fld>
            <a:endParaRPr lang="pt-BR"/>
          </a:p>
        </p:txBody>
      </p:sp>
    </p:spTree>
    <p:extLst>
      <p:ext uri="{BB962C8B-B14F-4D97-AF65-F5344CB8AC3E}">
        <p14:creationId xmlns:p14="http://schemas.microsoft.com/office/powerpoint/2010/main" val="34414538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C0696B5C-12A0-4042-B4D0-BD3B9A4F58C6}" type="slidenum">
              <a:rPr lang="pt-BR" smtClean="0"/>
              <a:pPr/>
              <a:t>3</a:t>
            </a:fld>
            <a:endParaRPr lang="pt-BR"/>
          </a:p>
        </p:txBody>
      </p:sp>
    </p:spTree>
    <p:extLst>
      <p:ext uri="{BB962C8B-B14F-4D97-AF65-F5344CB8AC3E}">
        <p14:creationId xmlns:p14="http://schemas.microsoft.com/office/powerpoint/2010/main" val="329875098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C0696B5C-12A0-4042-B4D0-BD3B9A4F58C6}" type="slidenum">
              <a:rPr lang="pt-BR" smtClean="0"/>
              <a:pPr/>
              <a:t>4</a:t>
            </a:fld>
            <a:endParaRPr lang="pt-BR"/>
          </a:p>
        </p:txBody>
      </p:sp>
    </p:spTree>
    <p:extLst>
      <p:ext uri="{BB962C8B-B14F-4D97-AF65-F5344CB8AC3E}">
        <p14:creationId xmlns:p14="http://schemas.microsoft.com/office/powerpoint/2010/main" val="20387642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C0696B5C-12A0-4042-B4D0-BD3B9A4F58C6}" type="slidenum">
              <a:rPr lang="pt-BR" smtClean="0"/>
              <a:pPr/>
              <a:t>5</a:t>
            </a:fld>
            <a:endParaRPr lang="pt-BR"/>
          </a:p>
        </p:txBody>
      </p:sp>
    </p:spTree>
    <p:extLst>
      <p:ext uri="{BB962C8B-B14F-4D97-AF65-F5344CB8AC3E}">
        <p14:creationId xmlns:p14="http://schemas.microsoft.com/office/powerpoint/2010/main" val="50970263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C0696B5C-12A0-4042-B4D0-BD3B9A4F58C6}" type="slidenum">
              <a:rPr lang="pt-BR" smtClean="0"/>
              <a:pPr/>
              <a:t>6</a:t>
            </a:fld>
            <a:endParaRPr lang="pt-BR"/>
          </a:p>
        </p:txBody>
      </p:sp>
    </p:spTree>
    <p:extLst>
      <p:ext uri="{BB962C8B-B14F-4D97-AF65-F5344CB8AC3E}">
        <p14:creationId xmlns:p14="http://schemas.microsoft.com/office/powerpoint/2010/main" val="312342641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C0696B5C-12A0-4042-B4D0-BD3B9A4F58C6}" type="slidenum">
              <a:rPr lang="pt-BR" smtClean="0"/>
              <a:pPr/>
              <a:t>7</a:t>
            </a:fld>
            <a:endParaRPr lang="pt-BR"/>
          </a:p>
        </p:txBody>
      </p:sp>
    </p:spTree>
    <p:extLst>
      <p:ext uri="{BB962C8B-B14F-4D97-AF65-F5344CB8AC3E}">
        <p14:creationId xmlns:p14="http://schemas.microsoft.com/office/powerpoint/2010/main" val="152305195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C0696B5C-12A0-4042-B4D0-BD3B9A4F58C6}" type="slidenum">
              <a:rPr lang="pt-BR" smtClean="0"/>
              <a:pPr/>
              <a:t>8</a:t>
            </a:fld>
            <a:endParaRPr lang="pt-BR"/>
          </a:p>
        </p:txBody>
      </p:sp>
    </p:spTree>
    <p:extLst>
      <p:ext uri="{BB962C8B-B14F-4D97-AF65-F5344CB8AC3E}">
        <p14:creationId xmlns:p14="http://schemas.microsoft.com/office/powerpoint/2010/main" val="245993283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C0696B5C-12A0-4042-B4D0-BD3B9A4F58C6}" type="slidenum">
              <a:rPr lang="pt-BR" smtClean="0"/>
              <a:pPr/>
              <a:t>11</a:t>
            </a:fld>
            <a:endParaRPr lang="pt-BR"/>
          </a:p>
        </p:txBody>
      </p:sp>
    </p:spTree>
    <p:extLst>
      <p:ext uri="{BB962C8B-B14F-4D97-AF65-F5344CB8AC3E}">
        <p14:creationId xmlns:p14="http://schemas.microsoft.com/office/powerpoint/2010/main" val="35627098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96332AD-D446-4BAD-BC08-494CEFCD9297}" type="slidenum">
              <a:rPr kumimoji="0" lang="en-GB"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GB"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72579071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C0696B5C-12A0-4042-B4D0-BD3B9A4F58C6}" type="slidenum">
              <a:rPr lang="pt-BR" smtClean="0"/>
              <a:pPr/>
              <a:t>13</a:t>
            </a:fld>
            <a:endParaRPr lang="pt-BR"/>
          </a:p>
        </p:txBody>
      </p:sp>
    </p:spTree>
    <p:extLst>
      <p:ext uri="{BB962C8B-B14F-4D97-AF65-F5344CB8AC3E}">
        <p14:creationId xmlns:p14="http://schemas.microsoft.com/office/powerpoint/2010/main" val="360572043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C0696B5C-12A0-4042-B4D0-BD3B9A4F58C6}" type="slidenum">
              <a:rPr lang="pt-BR" smtClean="0"/>
              <a:pPr/>
              <a:t>14</a:t>
            </a:fld>
            <a:endParaRPr lang="pt-BR"/>
          </a:p>
        </p:txBody>
      </p:sp>
    </p:spTree>
    <p:extLst>
      <p:ext uri="{BB962C8B-B14F-4D97-AF65-F5344CB8AC3E}">
        <p14:creationId xmlns:p14="http://schemas.microsoft.com/office/powerpoint/2010/main" val="117536497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C0696B5C-12A0-4042-B4D0-BD3B9A4F58C6}" type="slidenum">
              <a:rPr lang="pt-BR" smtClean="0"/>
              <a:pPr/>
              <a:t>15</a:t>
            </a:fld>
            <a:endParaRPr lang="pt-BR"/>
          </a:p>
        </p:txBody>
      </p:sp>
    </p:spTree>
    <p:extLst>
      <p:ext uri="{BB962C8B-B14F-4D97-AF65-F5344CB8AC3E}">
        <p14:creationId xmlns:p14="http://schemas.microsoft.com/office/powerpoint/2010/main" val="69752067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C0696B5C-12A0-4042-B4D0-BD3B9A4F58C6}" type="slidenum">
              <a:rPr lang="pt-BR" smtClean="0"/>
              <a:pPr/>
              <a:t>16</a:t>
            </a:fld>
            <a:endParaRPr lang="pt-BR"/>
          </a:p>
        </p:txBody>
      </p:sp>
    </p:spTree>
    <p:extLst>
      <p:ext uri="{BB962C8B-B14F-4D97-AF65-F5344CB8AC3E}">
        <p14:creationId xmlns:p14="http://schemas.microsoft.com/office/powerpoint/2010/main" val="241479900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C0696B5C-12A0-4042-B4D0-BD3B9A4F58C6}" type="slidenum">
              <a:rPr lang="pt-BR" smtClean="0"/>
              <a:pPr/>
              <a:t>17</a:t>
            </a:fld>
            <a:endParaRPr lang="pt-BR"/>
          </a:p>
        </p:txBody>
      </p:sp>
    </p:spTree>
    <p:extLst>
      <p:ext uri="{BB962C8B-B14F-4D97-AF65-F5344CB8AC3E}">
        <p14:creationId xmlns:p14="http://schemas.microsoft.com/office/powerpoint/2010/main" val="3270181790"/>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 Id="rId5" Type="http://schemas.openxmlformats.org/officeDocument/2006/relationships/image" Target="../media/image2.png"/><Relationship Id="rId4" Type="http://schemas.openxmlformats.org/officeDocument/2006/relationships/image" Target="../media/image5.svg"/></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2.xml"/><Relationship Id="rId4" Type="http://schemas.openxmlformats.org/officeDocument/2006/relationships/image" Target="../media/image1.emf"/></Relationships>
</file>

<file path=ppt/slideLayouts/_rels/slideLayout11.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3.xml"/><Relationship Id="rId4" Type="http://schemas.openxmlformats.org/officeDocument/2006/relationships/image" Target="../media/image1.emf"/></Relationships>
</file>

<file path=ppt/slideLayouts/_rels/slideLayout12.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4.xml"/><Relationship Id="rId4" Type="http://schemas.openxmlformats.org/officeDocument/2006/relationships/image" Target="../media/image1.emf"/></Relationships>
</file>

<file path=ppt/slideLayouts/_rels/slideLayout13.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5.xml"/><Relationship Id="rId4" Type="http://schemas.openxmlformats.org/officeDocument/2006/relationships/image" Target="../media/image1.emf"/></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8" Type="http://schemas.openxmlformats.org/officeDocument/2006/relationships/hyperlink" Target="http://www.youtube.com/capgeminimedia" TargetMode="External"/><Relationship Id="rId13" Type="http://schemas.openxmlformats.org/officeDocument/2006/relationships/image" Target="../media/image14.png"/><Relationship Id="rId3" Type="http://schemas.openxmlformats.org/officeDocument/2006/relationships/image" Target="../media/image8.png"/><Relationship Id="rId7" Type="http://schemas.openxmlformats.org/officeDocument/2006/relationships/image" Target="../media/image10.png"/><Relationship Id="rId12" Type="http://schemas.openxmlformats.org/officeDocument/2006/relationships/image" Target="../media/image13.png"/><Relationship Id="rId2" Type="http://schemas.openxmlformats.org/officeDocument/2006/relationships/hyperlink" Target="http://www.linkedin.com/company/capgemini" TargetMode="External"/><Relationship Id="rId1" Type="http://schemas.openxmlformats.org/officeDocument/2006/relationships/slideMaster" Target="../slideMasters/slideMaster1.xml"/><Relationship Id="rId6" Type="http://schemas.openxmlformats.org/officeDocument/2006/relationships/hyperlink" Target="http://www.twitter.com/capgemini" TargetMode="External"/><Relationship Id="rId11" Type="http://schemas.openxmlformats.org/officeDocument/2006/relationships/image" Target="../media/image12.png"/><Relationship Id="rId5" Type="http://schemas.openxmlformats.org/officeDocument/2006/relationships/image" Target="../media/image9.png"/><Relationship Id="rId10" Type="http://schemas.openxmlformats.org/officeDocument/2006/relationships/hyperlink" Target="http://www.facebook.com/capgemini" TargetMode="External"/><Relationship Id="rId4" Type="http://schemas.openxmlformats.org/officeDocument/2006/relationships/hyperlink" Target="http://www.slideshare.net/capgemini" TargetMode="External"/><Relationship Id="rId9" Type="http://schemas.openxmlformats.org/officeDocument/2006/relationships/image" Target="../media/image11.png"/></Relationships>
</file>

<file path=ppt/slideLayouts/_rels/slideLayout20.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hyperlink" Target="http://www.youtube.com/capgeminimedia" TargetMode="External"/><Relationship Id="rId3" Type="http://schemas.openxmlformats.org/officeDocument/2006/relationships/tags" Target="../tags/tag8.xml"/><Relationship Id="rId7" Type="http://schemas.openxmlformats.org/officeDocument/2006/relationships/hyperlink" Target="http://www.linkedin.com/company/capgemini" TargetMode="External"/><Relationship Id="rId12" Type="http://schemas.openxmlformats.org/officeDocument/2006/relationships/image" Target="../media/image10.png"/><Relationship Id="rId17" Type="http://schemas.openxmlformats.org/officeDocument/2006/relationships/image" Target="../media/image14.png"/><Relationship Id="rId2" Type="http://schemas.openxmlformats.org/officeDocument/2006/relationships/tags" Target="../tags/tag7.xml"/><Relationship Id="rId16" Type="http://schemas.openxmlformats.org/officeDocument/2006/relationships/image" Target="../media/image12.png"/><Relationship Id="rId1" Type="http://schemas.openxmlformats.org/officeDocument/2006/relationships/tags" Target="../tags/tag6.xml"/><Relationship Id="rId6" Type="http://schemas.openxmlformats.org/officeDocument/2006/relationships/image" Target="../media/image13.png"/><Relationship Id="rId11" Type="http://schemas.openxmlformats.org/officeDocument/2006/relationships/hyperlink" Target="http://www.twitter.com/capgemini" TargetMode="External"/><Relationship Id="rId5" Type="http://schemas.openxmlformats.org/officeDocument/2006/relationships/slideMaster" Target="../slideMasters/slideMaster1.xml"/><Relationship Id="rId15" Type="http://schemas.openxmlformats.org/officeDocument/2006/relationships/hyperlink" Target="http://www.facebook.com/capgemini" TargetMode="External"/><Relationship Id="rId10" Type="http://schemas.openxmlformats.org/officeDocument/2006/relationships/image" Target="../media/image9.png"/><Relationship Id="rId4" Type="http://schemas.openxmlformats.org/officeDocument/2006/relationships/tags" Target="../tags/tag9.xml"/><Relationship Id="rId9" Type="http://schemas.openxmlformats.org/officeDocument/2006/relationships/hyperlink" Target="http://www.slideshare.net/capgemini" TargetMode="External"/><Relationship Id="rId14" Type="http://schemas.openxmlformats.org/officeDocument/2006/relationships/image" Target="../media/image11.png"/></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Master" Target="../slideMasters/slideMaster1.xml"/><Relationship Id="rId4" Type="http://schemas.openxmlformats.org/officeDocument/2006/relationships/image" Target="../media/image17.svg"/></Relationships>
</file>

<file path=ppt/slideLayouts/_rels/slideLayout27.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0.xml"/></Relationships>
</file>

<file path=ppt/slideLayouts/_rels/slideLayout28.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hemeOverride" Target="../theme/themeOverride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Diapositive de titre">
    <p:bg>
      <p:bgPr>
        <a:solidFill>
          <a:schemeClr val="accent4"/>
        </a:solidFill>
        <a:effectLst/>
      </p:bgPr>
    </p:bg>
    <p:spTree>
      <p:nvGrpSpPr>
        <p:cNvPr id="1" name=""/>
        <p:cNvGrpSpPr/>
        <p:nvPr/>
      </p:nvGrpSpPr>
      <p:grpSpPr>
        <a:xfrm>
          <a:off x="0" y="0"/>
          <a:ext cx="0" cy="0"/>
          <a:chOff x="0" y="0"/>
          <a:chExt cx="0" cy="0"/>
        </a:xfrm>
      </p:grpSpPr>
      <p:pic>
        <p:nvPicPr>
          <p:cNvPr id="4" name="Picture Placeholder 5" descr="CPU with binary numbers and blueprint">
            <a:extLst>
              <a:ext uri="{FF2B5EF4-FFF2-40B4-BE49-F238E27FC236}">
                <a16:creationId xmlns:a16="http://schemas.microsoft.com/office/drawing/2014/main" id="{0479BB20-05C6-7051-CCBD-C9909D7268F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Rectangle 4">
            <a:extLst>
              <a:ext uri="{FF2B5EF4-FFF2-40B4-BE49-F238E27FC236}">
                <a16:creationId xmlns:a16="http://schemas.microsoft.com/office/drawing/2014/main" id="{4D6A674C-B80A-D070-38A1-BF6D7C4D845D}"/>
              </a:ext>
            </a:extLst>
          </p:cNvPr>
          <p:cNvSpPr/>
          <p:nvPr userDrawn="1"/>
        </p:nvSpPr>
        <p:spPr>
          <a:xfrm>
            <a:off x="0" y="0"/>
            <a:ext cx="12192000" cy="6858000"/>
          </a:xfrm>
          <a:prstGeom prst="rect">
            <a:avLst/>
          </a:prstGeom>
          <a:gradFill flip="none" rotWithShape="1">
            <a:gsLst>
              <a:gs pos="0">
                <a:schemeClr val="accent4">
                  <a:alpha val="0"/>
                </a:schemeClr>
              </a:gs>
              <a:gs pos="36000">
                <a:schemeClr val="accent4">
                  <a:alpha val="67000"/>
                </a:schemeClr>
              </a:gs>
              <a:gs pos="98000">
                <a:schemeClr val="accent4">
                  <a:alpha val="67000"/>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err="1"/>
          </a:p>
        </p:txBody>
      </p:sp>
      <p:sp>
        <p:nvSpPr>
          <p:cNvPr id="6" name="Subtitle">
            <a:extLst>
              <a:ext uri="{FF2B5EF4-FFF2-40B4-BE49-F238E27FC236}">
                <a16:creationId xmlns:a16="http://schemas.microsoft.com/office/drawing/2014/main" id="{7C7ACEB4-5A7F-771B-29A9-1CFC7F8BABA3}"/>
              </a:ext>
            </a:extLst>
          </p:cNvPr>
          <p:cNvSpPr>
            <a:spLocks noGrp="1"/>
          </p:cNvSpPr>
          <p:nvPr>
            <p:ph type="subTitle" idx="1"/>
          </p:nvPr>
        </p:nvSpPr>
        <p:spPr>
          <a:xfrm>
            <a:off x="404812" y="4189631"/>
            <a:ext cx="8843967" cy="307777"/>
          </a:xfrm>
        </p:spPr>
        <p:txBody>
          <a:bodyPr wrap="square" lIns="36000" tIns="0" rIns="3600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7" name="Title">
            <a:extLst>
              <a:ext uri="{FF2B5EF4-FFF2-40B4-BE49-F238E27FC236}">
                <a16:creationId xmlns:a16="http://schemas.microsoft.com/office/drawing/2014/main" id="{75A815C0-7A4F-3F6F-7C49-67BF79E6B931}"/>
              </a:ext>
            </a:extLst>
          </p:cNvPr>
          <p:cNvSpPr>
            <a:spLocks noGrp="1"/>
          </p:cNvSpPr>
          <p:nvPr>
            <p:ph type="ctrTitle"/>
          </p:nvPr>
        </p:nvSpPr>
        <p:spPr>
          <a:xfrm>
            <a:off x="404813" y="2019518"/>
            <a:ext cx="8849356" cy="2031325"/>
          </a:xfrm>
        </p:spPr>
        <p:txBody>
          <a:bodyPr wrap="square" lIns="36000" rIns="36000" bIns="0" anchor="b" anchorCtr="0">
            <a:spAutoFit/>
          </a:bodyPr>
          <a:lstStyle>
            <a:lvl1pPr algn="l">
              <a:lnSpc>
                <a:spcPct val="100000"/>
              </a:lnSpc>
              <a:defRPr sz="6600" b="1" baseline="0">
                <a:solidFill>
                  <a:schemeClr val="bg1"/>
                </a:solidFill>
                <a:latin typeface="Ubuntu" panose="020B0504030602030204" pitchFamily="34" charset="0"/>
              </a:defRPr>
            </a:lvl1pPr>
          </a:lstStyle>
          <a:p>
            <a:r>
              <a:rPr lang="en-US"/>
              <a:t>Click to edit Master title style</a:t>
            </a:r>
            <a:endParaRPr lang="en-GB"/>
          </a:p>
        </p:txBody>
      </p:sp>
      <p:pic>
        <p:nvPicPr>
          <p:cNvPr id="8" name="Graphic 7">
            <a:extLst>
              <a:ext uri="{FF2B5EF4-FFF2-40B4-BE49-F238E27FC236}">
                <a16:creationId xmlns:a16="http://schemas.microsoft.com/office/drawing/2014/main" id="{641BFEB0-3D72-7FC4-E063-CA178ED8583C}"/>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504817" y="517664"/>
            <a:ext cx="2448272" cy="546060"/>
          </a:xfrm>
          <a:prstGeom prst="rect">
            <a:avLst/>
          </a:prstGeom>
        </p:spPr>
      </p:pic>
      <p:cxnSp>
        <p:nvCxnSpPr>
          <p:cNvPr id="11" name="Straight Connector 10">
            <a:extLst>
              <a:ext uri="{FF2B5EF4-FFF2-40B4-BE49-F238E27FC236}">
                <a16:creationId xmlns:a16="http://schemas.microsoft.com/office/drawing/2014/main" id="{1CE470D0-1C2D-CBD3-8E69-FECAFDBB3779}"/>
              </a:ext>
            </a:extLst>
          </p:cNvPr>
          <p:cNvCxnSpPr/>
          <p:nvPr userDrawn="1"/>
        </p:nvCxnSpPr>
        <p:spPr>
          <a:xfrm>
            <a:off x="3157179" y="476672"/>
            <a:ext cx="0" cy="504056"/>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pic>
        <p:nvPicPr>
          <p:cNvPr id="2" name="Picture 2" descr="Beazley launches new private equity liability insurance product -  Reinsurance News">
            <a:extLst>
              <a:ext uri="{FF2B5EF4-FFF2-40B4-BE49-F238E27FC236}">
                <a16:creationId xmlns:a16="http://schemas.microsoft.com/office/drawing/2014/main" id="{D132E314-08F8-FE9F-2DC5-5AE447125FE9}"/>
              </a:ext>
            </a:extLst>
          </p:cNvPr>
          <p:cNvPicPr>
            <a:picLocks noChangeAspect="1" noChangeArrowheads="1"/>
          </p:cNvPicPr>
          <p:nvPr userDrawn="1"/>
        </p:nvPicPr>
        <p:blipFill rotWithShape="1">
          <a:blip r:embed="rId5">
            <a:clrChange>
              <a:clrFrom>
                <a:srgbClr val="FFFFFF"/>
              </a:clrFrom>
              <a:clrTo>
                <a:srgbClr val="FFFFFF">
                  <a:alpha val="0"/>
                </a:srgbClr>
              </a:clrTo>
            </a:clrChange>
            <a:extLst>
              <a:ext uri="{28A0092B-C50C-407E-A947-70E740481C1C}">
                <a14:useLocalDpi xmlns:a14="http://schemas.microsoft.com/office/drawing/2010/main" val="0"/>
              </a:ext>
            </a:extLst>
          </a:blip>
          <a:srcRect t="21974" b="21974"/>
          <a:stretch/>
        </p:blipFill>
        <p:spPr bwMode="auto">
          <a:xfrm>
            <a:off x="3361270" y="568685"/>
            <a:ext cx="1414552" cy="44401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31744789"/>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Slide 2">
    <p:bg>
      <p:bgPr>
        <a:solidFill>
          <a:schemeClr val="accent4"/>
        </a:solidFill>
        <a:effectLst/>
      </p:bgPr>
    </p:bg>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5F0D51B9-A61A-4FDC-9E0F-E2A63E0E942C}"/>
              </a:ext>
            </a:extLst>
          </p:cNvPr>
          <p:cNvSpPr>
            <a:spLocks noGrp="1"/>
          </p:cNvSpPr>
          <p:nvPr>
            <p:ph type="pic" sz="quarter" idx="10" hasCustomPrompt="1"/>
          </p:nvPr>
        </p:nvSpPr>
        <p:spPr>
          <a:xfrm>
            <a:off x="5303838" y="0"/>
            <a:ext cx="6888162" cy="6858000"/>
          </a:xfrm>
          <a:solidFill>
            <a:schemeClr val="bg2">
              <a:lumMod val="90000"/>
            </a:schemeClr>
          </a:solidFill>
        </p:spPr>
        <p:txBody>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4561383"/>
            <a:ext cx="11386134" cy="307777"/>
          </a:xfrm>
        </p:spPr>
        <p:txBody>
          <a:bodyPr wrap="square" lIns="36000" tIns="0" rIns="3600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293129"/>
            <a:ext cx="11386134" cy="2215991"/>
          </a:xfrm>
        </p:spPr>
        <p:txBody>
          <a:bodyPr wrap="square" lIns="36000" rIns="36000" bIns="0" anchor="b" anchorCtr="0">
            <a:spAutoFit/>
          </a:bodyPr>
          <a:lstStyle>
            <a:lvl1pPr algn="l">
              <a:lnSpc>
                <a:spcPct val="90000"/>
              </a:lnSpc>
              <a:defRPr sz="8000" b="1" baseline="0">
                <a:solidFill>
                  <a:schemeClr val="bg1"/>
                </a:solidFill>
                <a:latin typeface="Ubuntu" panose="020B0504030602030204" pitchFamily="34" charset="0"/>
              </a:defRPr>
            </a:lvl1pPr>
          </a:lstStyle>
          <a:p>
            <a:r>
              <a:rPr lang="en-US"/>
              <a:t>Click to edit Master title style</a:t>
            </a:r>
            <a:endParaRPr lang="en-GB"/>
          </a:p>
        </p:txBody>
      </p:sp>
      <p:pic>
        <p:nvPicPr>
          <p:cNvPr id="5" name="Picture 4">
            <a:extLst>
              <a:ext uri="{FF2B5EF4-FFF2-40B4-BE49-F238E27FC236}">
                <a16:creationId xmlns:a16="http://schemas.microsoft.com/office/drawing/2014/main" id="{2733C7EA-E79C-C0CD-5F13-E6C26EE1E16F}"/>
              </a:ext>
            </a:extLst>
          </p:cNvPr>
          <p:cNvPicPr>
            <a:picLocks noChangeAspect="1"/>
          </p:cNvPicPr>
          <p:nvPr userDrawn="1"/>
        </p:nvPicPr>
        <p:blipFill>
          <a:blip r:embed="rId2"/>
          <a:stretch>
            <a:fillRect/>
          </a:stretch>
        </p:blipFill>
        <p:spPr>
          <a:xfrm>
            <a:off x="95972" y="259915"/>
            <a:ext cx="2633700" cy="1225402"/>
          </a:xfrm>
          <a:prstGeom prst="rect">
            <a:avLst/>
          </a:prstGeom>
        </p:spPr>
      </p:pic>
    </p:spTree>
    <p:extLst>
      <p:ext uri="{BB962C8B-B14F-4D97-AF65-F5344CB8AC3E}">
        <p14:creationId xmlns:p14="http://schemas.microsoft.com/office/powerpoint/2010/main" val="2162911810"/>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Slide 3 Full Picture">
    <p:bg>
      <p:bgPr>
        <a:solidFill>
          <a:schemeClr val="accent4"/>
        </a:solidFill>
        <a:effectLst/>
      </p:bgPr>
    </p:bg>
    <p:spTree>
      <p:nvGrpSpPr>
        <p:cNvPr id="1" name=""/>
        <p:cNvGrpSpPr/>
        <p:nvPr/>
      </p:nvGrpSpPr>
      <p:grpSpPr>
        <a:xfrm>
          <a:off x="0" y="0"/>
          <a:ext cx="0" cy="0"/>
          <a:chOff x="0" y="0"/>
          <a:chExt cx="0" cy="0"/>
        </a:xfrm>
      </p:grpSpPr>
      <p:sp>
        <p:nvSpPr>
          <p:cNvPr id="23" name="Picture Placeholder 22">
            <a:extLst>
              <a:ext uri="{FF2B5EF4-FFF2-40B4-BE49-F238E27FC236}">
                <a16:creationId xmlns:a16="http://schemas.microsoft.com/office/drawing/2014/main" id="{B92814EB-708F-421C-9F3F-E5C7B767B62F}"/>
              </a:ext>
            </a:extLst>
          </p:cNvPr>
          <p:cNvSpPr>
            <a:spLocks noGrp="1"/>
          </p:cNvSpPr>
          <p:nvPr>
            <p:ph type="pic" sz="quarter" idx="10" hasCustomPrompt="1"/>
          </p:nvPr>
        </p:nvSpPr>
        <p:spPr>
          <a:xfrm>
            <a:off x="0" y="0"/>
            <a:ext cx="12192000" cy="6858000"/>
          </a:xfrm>
          <a:custGeom>
            <a:avLst/>
            <a:gdLst>
              <a:gd name="connsiteX0" fmla="*/ 10205289 w 12192000"/>
              <a:gd name="connsiteY0" fmla="*/ 966629 h 6858000"/>
              <a:gd name="connsiteX1" fmla="*/ 10155045 w 12192000"/>
              <a:gd name="connsiteY1" fmla="*/ 1089100 h 6858000"/>
              <a:gd name="connsiteX2" fmla="*/ 10129923 w 12192000"/>
              <a:gd name="connsiteY2" fmla="*/ 1057697 h 6858000"/>
              <a:gd name="connsiteX3" fmla="*/ 10205289 w 12192000"/>
              <a:gd name="connsiteY3" fmla="*/ 966629 h 6858000"/>
              <a:gd name="connsiteX4" fmla="*/ 10359163 w 12192000"/>
              <a:gd name="connsiteY4" fmla="*/ 768791 h 6858000"/>
              <a:gd name="connsiteX5" fmla="*/ 10381145 w 12192000"/>
              <a:gd name="connsiteY5" fmla="*/ 803334 h 6858000"/>
              <a:gd name="connsiteX6" fmla="*/ 10330900 w 12192000"/>
              <a:gd name="connsiteY6" fmla="*/ 875561 h 6858000"/>
              <a:gd name="connsiteX7" fmla="*/ 10359163 w 12192000"/>
              <a:gd name="connsiteY7" fmla="*/ 768791 h 6858000"/>
              <a:gd name="connsiteX8" fmla="*/ 11203898 w 12192000"/>
              <a:gd name="connsiteY8" fmla="*/ 658881 h 6858000"/>
              <a:gd name="connsiteX9" fmla="*/ 11178776 w 12192000"/>
              <a:gd name="connsiteY9" fmla="*/ 684003 h 6858000"/>
              <a:gd name="connsiteX10" fmla="*/ 11203898 w 12192000"/>
              <a:gd name="connsiteY10" fmla="*/ 709126 h 6858000"/>
              <a:gd name="connsiteX11" fmla="*/ 11229020 w 12192000"/>
              <a:gd name="connsiteY11" fmla="*/ 684003 h 6858000"/>
              <a:gd name="connsiteX12" fmla="*/ 11203898 w 12192000"/>
              <a:gd name="connsiteY12" fmla="*/ 658881 h 6858000"/>
              <a:gd name="connsiteX13" fmla="*/ 10842765 w 12192000"/>
              <a:gd name="connsiteY13" fmla="*/ 646320 h 6858000"/>
              <a:gd name="connsiteX14" fmla="*/ 10817643 w 12192000"/>
              <a:gd name="connsiteY14" fmla="*/ 674583 h 6858000"/>
              <a:gd name="connsiteX15" fmla="*/ 10842765 w 12192000"/>
              <a:gd name="connsiteY15" fmla="*/ 699705 h 6858000"/>
              <a:gd name="connsiteX16" fmla="*/ 10867887 w 12192000"/>
              <a:gd name="connsiteY16" fmla="*/ 671442 h 6858000"/>
              <a:gd name="connsiteX17" fmla="*/ 10842765 w 12192000"/>
              <a:gd name="connsiteY17" fmla="*/ 646320 h 6858000"/>
              <a:gd name="connsiteX18" fmla="*/ 9570952 w 12192000"/>
              <a:gd name="connsiteY18" fmla="*/ 621198 h 6858000"/>
              <a:gd name="connsiteX19" fmla="*/ 9420219 w 12192000"/>
              <a:gd name="connsiteY19" fmla="*/ 806475 h 6858000"/>
              <a:gd name="connsiteX20" fmla="*/ 9545830 w 12192000"/>
              <a:gd name="connsiteY20" fmla="*/ 969769 h 6858000"/>
              <a:gd name="connsiteX21" fmla="*/ 9665161 w 12192000"/>
              <a:gd name="connsiteY21" fmla="*/ 894402 h 6858000"/>
              <a:gd name="connsiteX22" fmla="*/ 9724826 w 12192000"/>
              <a:gd name="connsiteY22" fmla="*/ 954068 h 6858000"/>
              <a:gd name="connsiteX23" fmla="*/ 9797053 w 12192000"/>
              <a:gd name="connsiteY23" fmla="*/ 900683 h 6858000"/>
              <a:gd name="connsiteX24" fmla="*/ 9847297 w 12192000"/>
              <a:gd name="connsiteY24" fmla="*/ 954068 h 6858000"/>
              <a:gd name="connsiteX25" fmla="*/ 9894401 w 12192000"/>
              <a:gd name="connsiteY25" fmla="*/ 928946 h 6858000"/>
              <a:gd name="connsiteX26" fmla="*/ 9947786 w 12192000"/>
              <a:gd name="connsiteY26" fmla="*/ 1092240 h 6858000"/>
              <a:gd name="connsiteX27" fmla="*/ 9935225 w 12192000"/>
              <a:gd name="connsiteY27" fmla="*/ 957208 h 6858000"/>
              <a:gd name="connsiteX28" fmla="*/ 9985470 w 12192000"/>
              <a:gd name="connsiteY28" fmla="*/ 775072 h 6858000"/>
              <a:gd name="connsiteX29" fmla="*/ 10013732 w 12192000"/>
              <a:gd name="connsiteY29" fmla="*/ 828457 h 6858000"/>
              <a:gd name="connsiteX30" fmla="*/ 10007452 w 12192000"/>
              <a:gd name="connsiteY30" fmla="*/ 875561 h 6858000"/>
              <a:gd name="connsiteX31" fmla="*/ 9944646 w 12192000"/>
              <a:gd name="connsiteY31" fmla="*/ 935226 h 6858000"/>
              <a:gd name="connsiteX32" fmla="*/ 9969768 w 12192000"/>
              <a:gd name="connsiteY32" fmla="*/ 954068 h 6858000"/>
              <a:gd name="connsiteX33" fmla="*/ 10045135 w 12192000"/>
              <a:gd name="connsiteY33" fmla="*/ 878701 h 6858000"/>
              <a:gd name="connsiteX34" fmla="*/ 10092239 w 12192000"/>
              <a:gd name="connsiteY34" fmla="*/ 844158 h 6858000"/>
              <a:gd name="connsiteX35" fmla="*/ 10092239 w 12192000"/>
              <a:gd name="connsiteY35" fmla="*/ 859859 h 6858000"/>
              <a:gd name="connsiteX36" fmla="*/ 10148764 w 12192000"/>
              <a:gd name="connsiteY36" fmla="*/ 938366 h 6858000"/>
              <a:gd name="connsiteX37" fmla="*/ 10208430 w 12192000"/>
              <a:gd name="connsiteY37" fmla="*/ 891262 h 6858000"/>
              <a:gd name="connsiteX38" fmla="*/ 10211570 w 12192000"/>
              <a:gd name="connsiteY38" fmla="*/ 935226 h 6858000"/>
              <a:gd name="connsiteX39" fmla="*/ 10098520 w 12192000"/>
              <a:gd name="connsiteY39" fmla="*/ 1057697 h 6858000"/>
              <a:gd name="connsiteX40" fmla="*/ 10158185 w 12192000"/>
              <a:gd name="connsiteY40" fmla="*/ 1120503 h 6858000"/>
              <a:gd name="connsiteX41" fmla="*/ 10252393 w 12192000"/>
              <a:gd name="connsiteY41" fmla="*/ 947787 h 6858000"/>
              <a:gd name="connsiteX42" fmla="*/ 10315199 w 12192000"/>
              <a:gd name="connsiteY42" fmla="*/ 919525 h 6858000"/>
              <a:gd name="connsiteX43" fmla="*/ 10381145 w 12192000"/>
              <a:gd name="connsiteY43" fmla="*/ 954068 h 6858000"/>
              <a:gd name="connsiteX44" fmla="*/ 10481634 w 12192000"/>
              <a:gd name="connsiteY44" fmla="*/ 884982 h 6858000"/>
              <a:gd name="connsiteX45" fmla="*/ 10513037 w 12192000"/>
              <a:gd name="connsiteY45" fmla="*/ 954068 h 6858000"/>
              <a:gd name="connsiteX46" fmla="*/ 10578983 w 12192000"/>
              <a:gd name="connsiteY46" fmla="*/ 778212 h 6858000"/>
              <a:gd name="connsiteX47" fmla="*/ 10632367 w 12192000"/>
              <a:gd name="connsiteY47" fmla="*/ 969769 h 6858000"/>
              <a:gd name="connsiteX48" fmla="*/ 10704594 w 12192000"/>
              <a:gd name="connsiteY48" fmla="*/ 800194 h 6858000"/>
              <a:gd name="connsiteX49" fmla="*/ 10767400 w 12192000"/>
              <a:gd name="connsiteY49" fmla="*/ 954068 h 6858000"/>
              <a:gd name="connsiteX50" fmla="*/ 10830205 w 12192000"/>
              <a:gd name="connsiteY50" fmla="*/ 866140 h 6858000"/>
              <a:gd name="connsiteX51" fmla="*/ 10893011 w 12192000"/>
              <a:gd name="connsiteY51" fmla="*/ 954068 h 6858000"/>
              <a:gd name="connsiteX52" fmla="*/ 10949536 w 12192000"/>
              <a:gd name="connsiteY52" fmla="*/ 900683 h 6858000"/>
              <a:gd name="connsiteX53" fmla="*/ 10980939 w 12192000"/>
              <a:gd name="connsiteY53" fmla="*/ 954068 h 6858000"/>
              <a:gd name="connsiteX54" fmla="*/ 11059446 w 12192000"/>
              <a:gd name="connsiteY54" fmla="*/ 778212 h 6858000"/>
              <a:gd name="connsiteX55" fmla="*/ 11144233 w 12192000"/>
              <a:gd name="connsiteY55" fmla="*/ 954068 h 6858000"/>
              <a:gd name="connsiteX56" fmla="*/ 11197618 w 12192000"/>
              <a:gd name="connsiteY56" fmla="*/ 894402 h 6858000"/>
              <a:gd name="connsiteX57" fmla="*/ 11244722 w 12192000"/>
              <a:gd name="connsiteY57" fmla="*/ 954068 h 6858000"/>
              <a:gd name="connsiteX58" fmla="*/ 11272985 w 12192000"/>
              <a:gd name="connsiteY58" fmla="*/ 938366 h 6858000"/>
              <a:gd name="connsiteX59" fmla="*/ 11225881 w 12192000"/>
              <a:gd name="connsiteY59" fmla="*/ 784493 h 6858000"/>
              <a:gd name="connsiteX60" fmla="*/ 11207039 w 12192000"/>
              <a:gd name="connsiteY60" fmla="*/ 740529 h 6858000"/>
              <a:gd name="connsiteX61" fmla="*/ 11188197 w 12192000"/>
              <a:gd name="connsiteY61" fmla="*/ 743669 h 6858000"/>
              <a:gd name="connsiteX62" fmla="*/ 11147374 w 12192000"/>
              <a:gd name="connsiteY62" fmla="*/ 913244 h 6858000"/>
              <a:gd name="connsiteX63" fmla="*/ 11062586 w 12192000"/>
              <a:gd name="connsiteY63" fmla="*/ 721687 h 6858000"/>
              <a:gd name="connsiteX64" fmla="*/ 10984079 w 12192000"/>
              <a:gd name="connsiteY64" fmla="*/ 875561 h 6858000"/>
              <a:gd name="connsiteX65" fmla="*/ 10977798 w 12192000"/>
              <a:gd name="connsiteY65" fmla="*/ 803334 h 6858000"/>
              <a:gd name="connsiteX66" fmla="*/ 10980939 w 12192000"/>
              <a:gd name="connsiteY66" fmla="*/ 765651 h 6858000"/>
              <a:gd name="connsiteX67" fmla="*/ 10943255 w 12192000"/>
              <a:gd name="connsiteY67" fmla="*/ 740529 h 6858000"/>
              <a:gd name="connsiteX68" fmla="*/ 10896151 w 12192000"/>
              <a:gd name="connsiteY68" fmla="*/ 916384 h 6858000"/>
              <a:gd name="connsiteX69" fmla="*/ 10858468 w 12192000"/>
              <a:gd name="connsiteY69" fmla="*/ 790773 h 6858000"/>
              <a:gd name="connsiteX70" fmla="*/ 10820784 w 12192000"/>
              <a:gd name="connsiteY70" fmla="*/ 740529 h 6858000"/>
              <a:gd name="connsiteX71" fmla="*/ 10773680 w 12192000"/>
              <a:gd name="connsiteY71" fmla="*/ 906964 h 6858000"/>
              <a:gd name="connsiteX72" fmla="*/ 10707734 w 12192000"/>
              <a:gd name="connsiteY72" fmla="*/ 740529 h 6858000"/>
              <a:gd name="connsiteX73" fmla="*/ 10638648 w 12192000"/>
              <a:gd name="connsiteY73" fmla="*/ 897543 h 6858000"/>
              <a:gd name="connsiteX74" fmla="*/ 10578983 w 12192000"/>
              <a:gd name="connsiteY74" fmla="*/ 721687 h 6858000"/>
              <a:gd name="connsiteX75" fmla="*/ 10516177 w 12192000"/>
              <a:gd name="connsiteY75" fmla="*/ 847298 h 6858000"/>
              <a:gd name="connsiteX76" fmla="*/ 10509897 w 12192000"/>
              <a:gd name="connsiteY76" fmla="*/ 847298 h 6858000"/>
              <a:gd name="connsiteX77" fmla="*/ 10509897 w 12192000"/>
              <a:gd name="connsiteY77" fmla="*/ 809615 h 6858000"/>
              <a:gd name="connsiteX78" fmla="*/ 10475353 w 12192000"/>
              <a:gd name="connsiteY78" fmla="*/ 737388 h 6858000"/>
              <a:gd name="connsiteX79" fmla="*/ 10387426 w 12192000"/>
              <a:gd name="connsiteY79" fmla="*/ 919525 h 6858000"/>
              <a:gd name="connsiteX80" fmla="*/ 10349742 w 12192000"/>
              <a:gd name="connsiteY80" fmla="*/ 903823 h 6858000"/>
              <a:gd name="connsiteX81" fmla="*/ 10425109 w 12192000"/>
              <a:gd name="connsiteY81" fmla="*/ 800194 h 6858000"/>
              <a:gd name="connsiteX82" fmla="*/ 10365444 w 12192000"/>
              <a:gd name="connsiteY82" fmla="*/ 740529 h 6858000"/>
              <a:gd name="connsiteX83" fmla="*/ 10286937 w 12192000"/>
              <a:gd name="connsiteY83" fmla="*/ 837877 h 6858000"/>
              <a:gd name="connsiteX84" fmla="*/ 10299498 w 12192000"/>
              <a:gd name="connsiteY84" fmla="*/ 900683 h 6858000"/>
              <a:gd name="connsiteX85" fmla="*/ 10249253 w 12192000"/>
              <a:gd name="connsiteY85" fmla="*/ 922665 h 6858000"/>
              <a:gd name="connsiteX86" fmla="*/ 10239832 w 12192000"/>
              <a:gd name="connsiteY86" fmla="*/ 784493 h 6858000"/>
              <a:gd name="connsiteX87" fmla="*/ 10202149 w 12192000"/>
              <a:gd name="connsiteY87" fmla="*/ 815895 h 6858000"/>
              <a:gd name="connsiteX88" fmla="*/ 10155045 w 12192000"/>
              <a:gd name="connsiteY88" fmla="*/ 897543 h 6858000"/>
              <a:gd name="connsiteX89" fmla="*/ 10133063 w 12192000"/>
              <a:gd name="connsiteY89" fmla="*/ 863000 h 6858000"/>
              <a:gd name="connsiteX90" fmla="*/ 10236692 w 12192000"/>
              <a:gd name="connsiteY90" fmla="*/ 762511 h 6858000"/>
              <a:gd name="connsiteX91" fmla="*/ 10202149 w 12192000"/>
              <a:gd name="connsiteY91" fmla="*/ 727968 h 6858000"/>
              <a:gd name="connsiteX92" fmla="*/ 10107941 w 12192000"/>
              <a:gd name="connsiteY92" fmla="*/ 784493 h 6858000"/>
              <a:gd name="connsiteX93" fmla="*/ 10051415 w 12192000"/>
              <a:gd name="connsiteY93" fmla="*/ 841018 h 6858000"/>
              <a:gd name="connsiteX94" fmla="*/ 10051415 w 12192000"/>
              <a:gd name="connsiteY94" fmla="*/ 825316 h 6858000"/>
              <a:gd name="connsiteX95" fmla="*/ 9985470 w 12192000"/>
              <a:gd name="connsiteY95" fmla="*/ 734248 h 6858000"/>
              <a:gd name="connsiteX96" fmla="*/ 9932085 w 12192000"/>
              <a:gd name="connsiteY96" fmla="*/ 775072 h 6858000"/>
              <a:gd name="connsiteX97" fmla="*/ 9910103 w 12192000"/>
              <a:gd name="connsiteY97" fmla="*/ 740529 h 6858000"/>
              <a:gd name="connsiteX98" fmla="*/ 9884981 w 12192000"/>
              <a:gd name="connsiteY98" fmla="*/ 746809 h 6858000"/>
              <a:gd name="connsiteX99" fmla="*/ 9891261 w 12192000"/>
              <a:gd name="connsiteY99" fmla="*/ 812755 h 6858000"/>
              <a:gd name="connsiteX100" fmla="*/ 9850437 w 12192000"/>
              <a:gd name="connsiteY100" fmla="*/ 922665 h 6858000"/>
              <a:gd name="connsiteX101" fmla="*/ 9822175 w 12192000"/>
              <a:gd name="connsiteY101" fmla="*/ 800194 h 6858000"/>
              <a:gd name="connsiteX102" fmla="*/ 9809614 w 12192000"/>
              <a:gd name="connsiteY102" fmla="*/ 797054 h 6858000"/>
              <a:gd name="connsiteX103" fmla="*/ 9781351 w 12192000"/>
              <a:gd name="connsiteY103" fmla="*/ 853579 h 6858000"/>
              <a:gd name="connsiteX104" fmla="*/ 9734247 w 12192000"/>
              <a:gd name="connsiteY104" fmla="*/ 919525 h 6858000"/>
              <a:gd name="connsiteX105" fmla="*/ 9709125 w 12192000"/>
              <a:gd name="connsiteY105" fmla="*/ 878701 h 6858000"/>
              <a:gd name="connsiteX106" fmla="*/ 9819035 w 12192000"/>
              <a:gd name="connsiteY106" fmla="*/ 778212 h 6858000"/>
              <a:gd name="connsiteX107" fmla="*/ 9784492 w 12192000"/>
              <a:gd name="connsiteY107" fmla="*/ 740529 h 6858000"/>
              <a:gd name="connsiteX108" fmla="*/ 9674582 w 12192000"/>
              <a:gd name="connsiteY108" fmla="*/ 825316 h 6858000"/>
              <a:gd name="connsiteX109" fmla="*/ 9555251 w 12192000"/>
              <a:gd name="connsiteY109" fmla="*/ 925805 h 6858000"/>
              <a:gd name="connsiteX110" fmla="*/ 9473604 w 12192000"/>
              <a:gd name="connsiteY110" fmla="*/ 800194 h 6858000"/>
              <a:gd name="connsiteX111" fmla="*/ 9567812 w 12192000"/>
              <a:gd name="connsiteY111" fmla="*/ 655741 h 6858000"/>
              <a:gd name="connsiteX112" fmla="*/ 9608636 w 12192000"/>
              <a:gd name="connsiteY112" fmla="*/ 721687 h 6858000"/>
              <a:gd name="connsiteX113" fmla="*/ 9655740 w 12192000"/>
              <a:gd name="connsiteY113" fmla="*/ 687144 h 6858000"/>
              <a:gd name="connsiteX114" fmla="*/ 9570952 w 12192000"/>
              <a:gd name="connsiteY114" fmla="*/ 621198 h 6858000"/>
              <a:gd name="connsiteX115" fmla="*/ 11503938 w 12192000"/>
              <a:gd name="connsiteY115" fmla="*/ 612538 h 6858000"/>
              <a:gd name="connsiteX116" fmla="*/ 11291551 w 12192000"/>
              <a:gd name="connsiteY116" fmla="*/ 832051 h 6858000"/>
              <a:gd name="connsiteX117" fmla="*/ 11365123 w 12192000"/>
              <a:gd name="connsiteY117" fmla="*/ 940418 h 6858000"/>
              <a:gd name="connsiteX118" fmla="*/ 11440083 w 12192000"/>
              <a:gd name="connsiteY118" fmla="*/ 941808 h 6858000"/>
              <a:gd name="connsiteX119" fmla="*/ 11444304 w 12192000"/>
              <a:gd name="connsiteY119" fmla="*/ 939708 h 6858000"/>
              <a:gd name="connsiteX120" fmla="*/ 11445324 w 12192000"/>
              <a:gd name="connsiteY120" fmla="*/ 939542 h 6858000"/>
              <a:gd name="connsiteX121" fmla="*/ 11475268 w 12192000"/>
              <a:gd name="connsiteY121" fmla="*/ 924644 h 6858000"/>
              <a:gd name="connsiteX122" fmla="*/ 11494474 w 12192000"/>
              <a:gd name="connsiteY122" fmla="*/ 907542 h 6858000"/>
              <a:gd name="connsiteX123" fmla="*/ 11488753 w 12192000"/>
              <a:gd name="connsiteY123" fmla="*/ 926162 h 6858000"/>
              <a:gd name="connsiteX124" fmla="*/ 11464846 w 12192000"/>
              <a:gd name="connsiteY124" fmla="*/ 951842 h 6858000"/>
              <a:gd name="connsiteX125" fmla="*/ 11432834 w 12192000"/>
              <a:gd name="connsiteY125" fmla="*/ 964214 h 6858000"/>
              <a:gd name="connsiteX126" fmla="*/ 11433416 w 12192000"/>
              <a:gd name="connsiteY126" fmla="*/ 964508 h 6858000"/>
              <a:gd name="connsiteX127" fmla="*/ 11427416 w 12192000"/>
              <a:gd name="connsiteY127" fmla="*/ 966826 h 6858000"/>
              <a:gd name="connsiteX128" fmla="*/ 11478812 w 12192000"/>
              <a:gd name="connsiteY128" fmla="*/ 980728 h 6858000"/>
              <a:gd name="connsiteX129" fmla="*/ 11601049 w 12192000"/>
              <a:gd name="connsiteY129" fmla="*/ 940412 h 6858000"/>
              <a:gd name="connsiteX130" fmla="*/ 11600229 w 12192000"/>
              <a:gd name="connsiteY130" fmla="*/ 940299 h 6858000"/>
              <a:gd name="connsiteX131" fmla="*/ 11604054 w 12192000"/>
              <a:gd name="connsiteY131" fmla="*/ 938167 h 6858000"/>
              <a:gd name="connsiteX132" fmla="*/ 11561078 w 12192000"/>
              <a:gd name="connsiteY132" fmla="*/ 923772 h 6858000"/>
              <a:gd name="connsiteX133" fmla="*/ 11546930 w 12192000"/>
              <a:gd name="connsiteY133" fmla="*/ 891807 h 6858000"/>
              <a:gd name="connsiteX134" fmla="*/ 11567885 w 12192000"/>
              <a:gd name="connsiteY134" fmla="*/ 908611 h 6858000"/>
              <a:gd name="connsiteX135" fmla="*/ 11601049 w 12192000"/>
              <a:gd name="connsiteY135" fmla="*/ 915389 h 6858000"/>
              <a:gd name="connsiteX136" fmla="*/ 11650104 w 12192000"/>
              <a:gd name="connsiteY136" fmla="*/ 900067 h 6858000"/>
              <a:gd name="connsiteX137" fmla="*/ 11650828 w 12192000"/>
              <a:gd name="connsiteY137" fmla="*/ 899169 h 6858000"/>
              <a:gd name="connsiteX138" fmla="*/ 11652427 w 12192000"/>
              <a:gd name="connsiteY138" fmla="*/ 898382 h 6858000"/>
              <a:gd name="connsiteX139" fmla="*/ 11683608 w 12192000"/>
              <a:gd name="connsiteY139" fmla="*/ 859705 h 6858000"/>
              <a:gd name="connsiteX140" fmla="*/ 11690343 w 12192000"/>
              <a:gd name="connsiteY140" fmla="*/ 825792 h 6858000"/>
              <a:gd name="connsiteX141" fmla="*/ 11690350 w 12192000"/>
              <a:gd name="connsiteY141" fmla="*/ 825831 h 6858000"/>
              <a:gd name="connsiteX142" fmla="*/ 11690350 w 12192000"/>
              <a:gd name="connsiteY142" fmla="*/ 825754 h 6858000"/>
              <a:gd name="connsiteX143" fmla="*/ 11690350 w 12192000"/>
              <a:gd name="connsiteY143" fmla="*/ 823091 h 6858000"/>
              <a:gd name="connsiteX144" fmla="*/ 11623276 w 12192000"/>
              <a:gd name="connsiteY144" fmla="*/ 684719 h 6858000"/>
              <a:gd name="connsiteX145" fmla="*/ 11573655 w 12192000"/>
              <a:gd name="connsiteY145" fmla="*/ 647215 h 6858000"/>
              <a:gd name="connsiteX146" fmla="*/ 11570681 w 12192000"/>
              <a:gd name="connsiteY146" fmla="*/ 645708 h 6858000"/>
              <a:gd name="connsiteX147" fmla="*/ 11570221 w 12192000"/>
              <a:gd name="connsiteY147" fmla="*/ 645361 h 6858000"/>
              <a:gd name="connsiteX148" fmla="*/ 11513655 w 12192000"/>
              <a:gd name="connsiteY148" fmla="*/ 616706 h 6858000"/>
              <a:gd name="connsiteX149" fmla="*/ 11503938 w 12192000"/>
              <a:gd name="connsiteY149" fmla="*/ 612538 h 6858000"/>
              <a:gd name="connsiteX150" fmla="*/ 0 w 12192000"/>
              <a:gd name="connsiteY150" fmla="*/ 0 h 6858000"/>
              <a:gd name="connsiteX151" fmla="*/ 12192000 w 12192000"/>
              <a:gd name="connsiteY151" fmla="*/ 0 h 6858000"/>
              <a:gd name="connsiteX152" fmla="*/ 12192000 w 12192000"/>
              <a:gd name="connsiteY152" fmla="*/ 6858000 h 6858000"/>
              <a:gd name="connsiteX153" fmla="*/ 0 w 12192000"/>
              <a:gd name="connsiteY15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Lst>
            <a:rect l="l" t="t" r="r" b="b"/>
            <a:pathLst>
              <a:path w="12192000" h="6858000">
                <a:moveTo>
                  <a:pt x="10205289" y="966629"/>
                </a:moveTo>
                <a:cubicBezTo>
                  <a:pt x="10205289" y="1067118"/>
                  <a:pt x="10180167" y="1089100"/>
                  <a:pt x="10155045" y="1089100"/>
                </a:cubicBezTo>
                <a:cubicBezTo>
                  <a:pt x="10139343" y="1089100"/>
                  <a:pt x="10129923" y="1073399"/>
                  <a:pt x="10129923" y="1057697"/>
                </a:cubicBezTo>
                <a:cubicBezTo>
                  <a:pt x="10129923" y="1013733"/>
                  <a:pt x="10164466" y="988611"/>
                  <a:pt x="10205289" y="966629"/>
                </a:cubicBezTo>
                <a:close/>
                <a:moveTo>
                  <a:pt x="10359163" y="768791"/>
                </a:moveTo>
                <a:cubicBezTo>
                  <a:pt x="10374864" y="768791"/>
                  <a:pt x="10384285" y="781352"/>
                  <a:pt x="10381145" y="803334"/>
                </a:cubicBezTo>
                <a:cubicBezTo>
                  <a:pt x="10378005" y="828457"/>
                  <a:pt x="10362303" y="853579"/>
                  <a:pt x="10330900" y="875561"/>
                </a:cubicBezTo>
                <a:cubicBezTo>
                  <a:pt x="10318339" y="828457"/>
                  <a:pt x="10327760" y="768791"/>
                  <a:pt x="10359163" y="768791"/>
                </a:cubicBezTo>
                <a:close/>
                <a:moveTo>
                  <a:pt x="11203898" y="658881"/>
                </a:moveTo>
                <a:cubicBezTo>
                  <a:pt x="11191337" y="658881"/>
                  <a:pt x="11178776" y="671442"/>
                  <a:pt x="11178776" y="684003"/>
                </a:cubicBezTo>
                <a:cubicBezTo>
                  <a:pt x="11181916" y="696564"/>
                  <a:pt x="11191337" y="709126"/>
                  <a:pt x="11203898" y="709126"/>
                </a:cubicBezTo>
                <a:cubicBezTo>
                  <a:pt x="11216459" y="709126"/>
                  <a:pt x="11229020" y="696564"/>
                  <a:pt x="11229020" y="684003"/>
                </a:cubicBezTo>
                <a:cubicBezTo>
                  <a:pt x="11229020" y="668302"/>
                  <a:pt x="11219600" y="658881"/>
                  <a:pt x="11203898" y="658881"/>
                </a:cubicBezTo>
                <a:close/>
                <a:moveTo>
                  <a:pt x="10842765" y="646320"/>
                </a:moveTo>
                <a:cubicBezTo>
                  <a:pt x="10827064" y="646320"/>
                  <a:pt x="10817643" y="658881"/>
                  <a:pt x="10817643" y="674583"/>
                </a:cubicBezTo>
                <a:cubicBezTo>
                  <a:pt x="10817643" y="690284"/>
                  <a:pt x="10830204" y="702845"/>
                  <a:pt x="10842765" y="699705"/>
                </a:cubicBezTo>
                <a:cubicBezTo>
                  <a:pt x="10858467" y="699705"/>
                  <a:pt x="10867887" y="687144"/>
                  <a:pt x="10867887" y="671442"/>
                </a:cubicBezTo>
                <a:cubicBezTo>
                  <a:pt x="10867887" y="655741"/>
                  <a:pt x="10858467" y="646320"/>
                  <a:pt x="10842765" y="646320"/>
                </a:cubicBezTo>
                <a:close/>
                <a:moveTo>
                  <a:pt x="9570952" y="621198"/>
                </a:moveTo>
                <a:cubicBezTo>
                  <a:pt x="9492445" y="621198"/>
                  <a:pt x="9420219" y="702845"/>
                  <a:pt x="9420219" y="806475"/>
                </a:cubicBezTo>
                <a:cubicBezTo>
                  <a:pt x="9420219" y="906964"/>
                  <a:pt x="9470463" y="969769"/>
                  <a:pt x="9545830" y="969769"/>
                </a:cubicBezTo>
                <a:cubicBezTo>
                  <a:pt x="9592934" y="969769"/>
                  <a:pt x="9636898" y="944647"/>
                  <a:pt x="9665161" y="894402"/>
                </a:cubicBezTo>
                <a:cubicBezTo>
                  <a:pt x="9671441" y="935226"/>
                  <a:pt x="9702844" y="954068"/>
                  <a:pt x="9724826" y="954068"/>
                </a:cubicBezTo>
                <a:cubicBezTo>
                  <a:pt x="9759369" y="954068"/>
                  <a:pt x="9784492" y="932086"/>
                  <a:pt x="9797053" y="900683"/>
                </a:cubicBezTo>
                <a:cubicBezTo>
                  <a:pt x="9803333" y="932086"/>
                  <a:pt x="9822175" y="954068"/>
                  <a:pt x="9847297" y="954068"/>
                </a:cubicBezTo>
                <a:cubicBezTo>
                  <a:pt x="9866139" y="954068"/>
                  <a:pt x="9881840" y="944647"/>
                  <a:pt x="9894401" y="928946"/>
                </a:cubicBezTo>
                <a:cubicBezTo>
                  <a:pt x="9891261" y="1035715"/>
                  <a:pt x="9884981" y="1104801"/>
                  <a:pt x="9947786" y="1092240"/>
                </a:cubicBezTo>
                <a:cubicBezTo>
                  <a:pt x="9938365" y="1060837"/>
                  <a:pt x="9935225" y="1007453"/>
                  <a:pt x="9935225" y="957208"/>
                </a:cubicBezTo>
                <a:cubicBezTo>
                  <a:pt x="9935225" y="822176"/>
                  <a:pt x="9957207" y="775072"/>
                  <a:pt x="9985470" y="775072"/>
                </a:cubicBezTo>
                <a:cubicBezTo>
                  <a:pt x="10007452" y="775072"/>
                  <a:pt x="10013732" y="800194"/>
                  <a:pt x="10013732" y="828457"/>
                </a:cubicBezTo>
                <a:cubicBezTo>
                  <a:pt x="10013732" y="844158"/>
                  <a:pt x="10013732" y="859859"/>
                  <a:pt x="10007452" y="875561"/>
                </a:cubicBezTo>
                <a:cubicBezTo>
                  <a:pt x="9972908" y="897543"/>
                  <a:pt x="9944646" y="913244"/>
                  <a:pt x="9944646" y="935226"/>
                </a:cubicBezTo>
                <a:cubicBezTo>
                  <a:pt x="9944646" y="954068"/>
                  <a:pt x="9957207" y="954068"/>
                  <a:pt x="9969768" y="954068"/>
                </a:cubicBezTo>
                <a:cubicBezTo>
                  <a:pt x="9994890" y="954068"/>
                  <a:pt x="10029433" y="928946"/>
                  <a:pt x="10045135" y="878701"/>
                </a:cubicBezTo>
                <a:cubicBezTo>
                  <a:pt x="10060836" y="869280"/>
                  <a:pt x="10076538" y="859859"/>
                  <a:pt x="10092239" y="844158"/>
                </a:cubicBezTo>
                <a:cubicBezTo>
                  <a:pt x="10092239" y="850439"/>
                  <a:pt x="10092239" y="853579"/>
                  <a:pt x="10092239" y="859859"/>
                </a:cubicBezTo>
                <a:cubicBezTo>
                  <a:pt x="10092239" y="910104"/>
                  <a:pt x="10114221" y="938366"/>
                  <a:pt x="10148764" y="938366"/>
                </a:cubicBezTo>
                <a:cubicBezTo>
                  <a:pt x="10177027" y="938366"/>
                  <a:pt x="10195868" y="919525"/>
                  <a:pt x="10208430" y="891262"/>
                </a:cubicBezTo>
                <a:cubicBezTo>
                  <a:pt x="10208430" y="906964"/>
                  <a:pt x="10208430" y="922665"/>
                  <a:pt x="10211570" y="935226"/>
                </a:cubicBezTo>
                <a:cubicBezTo>
                  <a:pt x="10158185" y="960348"/>
                  <a:pt x="10098520" y="985471"/>
                  <a:pt x="10098520" y="1057697"/>
                </a:cubicBezTo>
                <a:cubicBezTo>
                  <a:pt x="10098520" y="1095380"/>
                  <a:pt x="10123642" y="1120503"/>
                  <a:pt x="10158185" y="1120503"/>
                </a:cubicBezTo>
                <a:cubicBezTo>
                  <a:pt x="10233552" y="1120503"/>
                  <a:pt x="10252393" y="1041996"/>
                  <a:pt x="10252393" y="947787"/>
                </a:cubicBezTo>
                <a:cubicBezTo>
                  <a:pt x="10277516" y="938366"/>
                  <a:pt x="10296357" y="928946"/>
                  <a:pt x="10315199" y="919525"/>
                </a:cubicBezTo>
                <a:cubicBezTo>
                  <a:pt x="10334041" y="941507"/>
                  <a:pt x="10359163" y="954068"/>
                  <a:pt x="10381145" y="954068"/>
                </a:cubicBezTo>
                <a:cubicBezTo>
                  <a:pt x="10425109" y="954068"/>
                  <a:pt x="10456512" y="932086"/>
                  <a:pt x="10481634" y="884982"/>
                </a:cubicBezTo>
                <a:cubicBezTo>
                  <a:pt x="10484774" y="919525"/>
                  <a:pt x="10494195" y="954068"/>
                  <a:pt x="10513037" y="954068"/>
                </a:cubicBezTo>
                <a:cubicBezTo>
                  <a:pt x="10547580" y="954068"/>
                  <a:pt x="10553860" y="778212"/>
                  <a:pt x="10578983" y="778212"/>
                </a:cubicBezTo>
                <a:cubicBezTo>
                  <a:pt x="10597824" y="778212"/>
                  <a:pt x="10582123" y="969769"/>
                  <a:pt x="10632367" y="969769"/>
                </a:cubicBezTo>
                <a:cubicBezTo>
                  <a:pt x="10676331" y="969769"/>
                  <a:pt x="10685752" y="800194"/>
                  <a:pt x="10704594" y="800194"/>
                </a:cubicBezTo>
                <a:cubicBezTo>
                  <a:pt x="10720295" y="800194"/>
                  <a:pt x="10720295" y="954068"/>
                  <a:pt x="10767400" y="954068"/>
                </a:cubicBezTo>
                <a:cubicBezTo>
                  <a:pt x="10789381" y="954068"/>
                  <a:pt x="10817644" y="925805"/>
                  <a:pt x="10830205" y="866140"/>
                </a:cubicBezTo>
                <a:cubicBezTo>
                  <a:pt x="10836486" y="903823"/>
                  <a:pt x="10855327" y="954068"/>
                  <a:pt x="10893011" y="954068"/>
                </a:cubicBezTo>
                <a:cubicBezTo>
                  <a:pt x="10914993" y="954068"/>
                  <a:pt x="10933834" y="932086"/>
                  <a:pt x="10949536" y="900683"/>
                </a:cubicBezTo>
                <a:cubicBezTo>
                  <a:pt x="10952676" y="932086"/>
                  <a:pt x="10962097" y="954068"/>
                  <a:pt x="10980939" y="954068"/>
                </a:cubicBezTo>
                <a:cubicBezTo>
                  <a:pt x="11024903" y="954068"/>
                  <a:pt x="11024903" y="778212"/>
                  <a:pt x="11059446" y="778212"/>
                </a:cubicBezTo>
                <a:cubicBezTo>
                  <a:pt x="11087708" y="778212"/>
                  <a:pt x="11078287" y="954068"/>
                  <a:pt x="11144233" y="954068"/>
                </a:cubicBezTo>
                <a:cubicBezTo>
                  <a:pt x="11175636" y="954068"/>
                  <a:pt x="11191337" y="928946"/>
                  <a:pt x="11197618" y="894402"/>
                </a:cubicBezTo>
                <a:cubicBezTo>
                  <a:pt x="11210179" y="944647"/>
                  <a:pt x="11229021" y="954068"/>
                  <a:pt x="11244722" y="954068"/>
                </a:cubicBezTo>
                <a:cubicBezTo>
                  <a:pt x="11254143" y="954068"/>
                  <a:pt x="11263564" y="950928"/>
                  <a:pt x="11272985" y="938366"/>
                </a:cubicBezTo>
                <a:cubicBezTo>
                  <a:pt x="11219600" y="916384"/>
                  <a:pt x="11225881" y="837877"/>
                  <a:pt x="11225881" y="784493"/>
                </a:cubicBezTo>
                <a:cubicBezTo>
                  <a:pt x="11225881" y="759370"/>
                  <a:pt x="11222740" y="740529"/>
                  <a:pt x="11207039" y="740529"/>
                </a:cubicBezTo>
                <a:cubicBezTo>
                  <a:pt x="11197618" y="740529"/>
                  <a:pt x="11194478" y="740529"/>
                  <a:pt x="11188197" y="743669"/>
                </a:cubicBezTo>
                <a:cubicBezTo>
                  <a:pt x="11194478" y="834737"/>
                  <a:pt x="11172496" y="913244"/>
                  <a:pt x="11147374" y="913244"/>
                </a:cubicBezTo>
                <a:cubicBezTo>
                  <a:pt x="11115971" y="913244"/>
                  <a:pt x="11131672" y="721687"/>
                  <a:pt x="11062586" y="721687"/>
                </a:cubicBezTo>
                <a:cubicBezTo>
                  <a:pt x="10999780" y="721687"/>
                  <a:pt x="10990359" y="875561"/>
                  <a:pt x="10984079" y="875561"/>
                </a:cubicBezTo>
                <a:cubicBezTo>
                  <a:pt x="10977798" y="875561"/>
                  <a:pt x="10977798" y="834737"/>
                  <a:pt x="10977798" y="803334"/>
                </a:cubicBezTo>
                <a:cubicBezTo>
                  <a:pt x="10980939" y="787633"/>
                  <a:pt x="10980939" y="775072"/>
                  <a:pt x="10980939" y="765651"/>
                </a:cubicBezTo>
                <a:cubicBezTo>
                  <a:pt x="10980939" y="749950"/>
                  <a:pt x="10974658" y="727968"/>
                  <a:pt x="10943255" y="740529"/>
                </a:cubicBezTo>
                <a:cubicBezTo>
                  <a:pt x="10943255" y="850439"/>
                  <a:pt x="10921273" y="916384"/>
                  <a:pt x="10896151" y="916384"/>
                </a:cubicBezTo>
                <a:cubicBezTo>
                  <a:pt x="10858468" y="916384"/>
                  <a:pt x="10858468" y="815895"/>
                  <a:pt x="10858468" y="790773"/>
                </a:cubicBezTo>
                <a:cubicBezTo>
                  <a:pt x="10858468" y="762511"/>
                  <a:pt x="10861608" y="727968"/>
                  <a:pt x="10820784" y="740529"/>
                </a:cubicBezTo>
                <a:cubicBezTo>
                  <a:pt x="10814504" y="834737"/>
                  <a:pt x="10789381" y="906964"/>
                  <a:pt x="10773680" y="906964"/>
                </a:cubicBezTo>
                <a:cubicBezTo>
                  <a:pt x="10754838" y="906964"/>
                  <a:pt x="10757979" y="740529"/>
                  <a:pt x="10707734" y="740529"/>
                </a:cubicBezTo>
                <a:cubicBezTo>
                  <a:pt x="10660630" y="740529"/>
                  <a:pt x="10648069" y="897543"/>
                  <a:pt x="10638648" y="897543"/>
                </a:cubicBezTo>
                <a:cubicBezTo>
                  <a:pt x="10622947" y="897543"/>
                  <a:pt x="10644929" y="721687"/>
                  <a:pt x="10578983" y="721687"/>
                </a:cubicBezTo>
                <a:cubicBezTo>
                  <a:pt x="10544440" y="721687"/>
                  <a:pt x="10531879" y="781352"/>
                  <a:pt x="10516177" y="847298"/>
                </a:cubicBezTo>
                <a:cubicBezTo>
                  <a:pt x="10513037" y="859859"/>
                  <a:pt x="10509897" y="859859"/>
                  <a:pt x="10509897" y="847298"/>
                </a:cubicBezTo>
                <a:cubicBezTo>
                  <a:pt x="10509897" y="834737"/>
                  <a:pt x="10509897" y="822176"/>
                  <a:pt x="10509897" y="809615"/>
                </a:cubicBezTo>
                <a:cubicBezTo>
                  <a:pt x="10525598" y="743669"/>
                  <a:pt x="10506756" y="718547"/>
                  <a:pt x="10475353" y="737388"/>
                </a:cubicBezTo>
                <a:cubicBezTo>
                  <a:pt x="10484774" y="859859"/>
                  <a:pt x="10428249" y="919525"/>
                  <a:pt x="10387426" y="919525"/>
                </a:cubicBezTo>
                <a:cubicBezTo>
                  <a:pt x="10371724" y="919525"/>
                  <a:pt x="10359163" y="913244"/>
                  <a:pt x="10349742" y="903823"/>
                </a:cubicBezTo>
                <a:cubicBezTo>
                  <a:pt x="10399987" y="872421"/>
                  <a:pt x="10425109" y="834737"/>
                  <a:pt x="10425109" y="800194"/>
                </a:cubicBezTo>
                <a:cubicBezTo>
                  <a:pt x="10425109" y="762511"/>
                  <a:pt x="10403127" y="740529"/>
                  <a:pt x="10365444" y="740529"/>
                </a:cubicBezTo>
                <a:cubicBezTo>
                  <a:pt x="10315199" y="740529"/>
                  <a:pt x="10286937" y="793913"/>
                  <a:pt x="10286937" y="837877"/>
                </a:cubicBezTo>
                <a:cubicBezTo>
                  <a:pt x="10286937" y="863000"/>
                  <a:pt x="10290077" y="881841"/>
                  <a:pt x="10299498" y="900683"/>
                </a:cubicBezTo>
                <a:cubicBezTo>
                  <a:pt x="10280656" y="910104"/>
                  <a:pt x="10264955" y="916384"/>
                  <a:pt x="10249253" y="922665"/>
                </a:cubicBezTo>
                <a:cubicBezTo>
                  <a:pt x="10249253" y="875561"/>
                  <a:pt x="10242973" y="828457"/>
                  <a:pt x="10239832" y="784493"/>
                </a:cubicBezTo>
                <a:cubicBezTo>
                  <a:pt x="10211570" y="778212"/>
                  <a:pt x="10205289" y="790773"/>
                  <a:pt x="10202149" y="815895"/>
                </a:cubicBezTo>
                <a:cubicBezTo>
                  <a:pt x="10192728" y="863000"/>
                  <a:pt x="10173886" y="897543"/>
                  <a:pt x="10155045" y="897543"/>
                </a:cubicBezTo>
                <a:cubicBezTo>
                  <a:pt x="10142484" y="897543"/>
                  <a:pt x="10133063" y="881841"/>
                  <a:pt x="10133063" y="863000"/>
                </a:cubicBezTo>
                <a:cubicBezTo>
                  <a:pt x="10126782" y="775072"/>
                  <a:pt x="10199009" y="749950"/>
                  <a:pt x="10236692" y="762511"/>
                </a:cubicBezTo>
                <a:cubicBezTo>
                  <a:pt x="10242973" y="743669"/>
                  <a:pt x="10236692" y="727968"/>
                  <a:pt x="10202149" y="727968"/>
                </a:cubicBezTo>
                <a:cubicBezTo>
                  <a:pt x="10161325" y="727968"/>
                  <a:pt x="10129923" y="753090"/>
                  <a:pt x="10107941" y="784493"/>
                </a:cubicBezTo>
                <a:cubicBezTo>
                  <a:pt x="10092239" y="806475"/>
                  <a:pt x="10076538" y="822176"/>
                  <a:pt x="10051415" y="841018"/>
                </a:cubicBezTo>
                <a:cubicBezTo>
                  <a:pt x="10051415" y="834737"/>
                  <a:pt x="10051415" y="831597"/>
                  <a:pt x="10051415" y="825316"/>
                </a:cubicBezTo>
                <a:cubicBezTo>
                  <a:pt x="10051415" y="762511"/>
                  <a:pt x="10016872" y="734248"/>
                  <a:pt x="9985470" y="734248"/>
                </a:cubicBezTo>
                <a:cubicBezTo>
                  <a:pt x="9957207" y="734248"/>
                  <a:pt x="9941506" y="749950"/>
                  <a:pt x="9932085" y="775072"/>
                </a:cubicBezTo>
                <a:cubicBezTo>
                  <a:pt x="9928945" y="753090"/>
                  <a:pt x="9925804" y="740529"/>
                  <a:pt x="9910103" y="740529"/>
                </a:cubicBezTo>
                <a:cubicBezTo>
                  <a:pt x="9903822" y="740529"/>
                  <a:pt x="9894401" y="743669"/>
                  <a:pt x="9884981" y="746809"/>
                </a:cubicBezTo>
                <a:cubicBezTo>
                  <a:pt x="9888121" y="759370"/>
                  <a:pt x="9891261" y="790773"/>
                  <a:pt x="9891261" y="812755"/>
                </a:cubicBezTo>
                <a:cubicBezTo>
                  <a:pt x="9891261" y="888122"/>
                  <a:pt x="9869279" y="922665"/>
                  <a:pt x="9850437" y="922665"/>
                </a:cubicBezTo>
                <a:cubicBezTo>
                  <a:pt x="9825315" y="922665"/>
                  <a:pt x="9822175" y="834737"/>
                  <a:pt x="9822175" y="800194"/>
                </a:cubicBezTo>
                <a:cubicBezTo>
                  <a:pt x="9819035" y="800194"/>
                  <a:pt x="9815894" y="797054"/>
                  <a:pt x="9809614" y="797054"/>
                </a:cubicBezTo>
                <a:cubicBezTo>
                  <a:pt x="9787632" y="797054"/>
                  <a:pt x="9784492" y="825316"/>
                  <a:pt x="9781351" y="853579"/>
                </a:cubicBezTo>
                <a:cubicBezTo>
                  <a:pt x="9775071" y="881841"/>
                  <a:pt x="9759369" y="919525"/>
                  <a:pt x="9734247" y="919525"/>
                </a:cubicBezTo>
                <a:cubicBezTo>
                  <a:pt x="9718546" y="919525"/>
                  <a:pt x="9709125" y="903823"/>
                  <a:pt x="9709125" y="878701"/>
                </a:cubicBezTo>
                <a:cubicBezTo>
                  <a:pt x="9702844" y="822176"/>
                  <a:pt x="9749949" y="759370"/>
                  <a:pt x="9819035" y="778212"/>
                </a:cubicBezTo>
                <a:cubicBezTo>
                  <a:pt x="9825315" y="759370"/>
                  <a:pt x="9812754" y="740529"/>
                  <a:pt x="9784492" y="740529"/>
                </a:cubicBezTo>
                <a:cubicBezTo>
                  <a:pt x="9734247" y="740529"/>
                  <a:pt x="9690283" y="781352"/>
                  <a:pt x="9674582" y="825316"/>
                </a:cubicBezTo>
                <a:cubicBezTo>
                  <a:pt x="9655740" y="866140"/>
                  <a:pt x="9621197" y="925805"/>
                  <a:pt x="9555251" y="925805"/>
                </a:cubicBezTo>
                <a:cubicBezTo>
                  <a:pt x="9508147" y="925805"/>
                  <a:pt x="9473604" y="884982"/>
                  <a:pt x="9473604" y="800194"/>
                </a:cubicBezTo>
                <a:cubicBezTo>
                  <a:pt x="9473604" y="727968"/>
                  <a:pt x="9520708" y="655741"/>
                  <a:pt x="9567812" y="655741"/>
                </a:cubicBezTo>
                <a:cubicBezTo>
                  <a:pt x="9602355" y="655741"/>
                  <a:pt x="9611776" y="690284"/>
                  <a:pt x="9608636" y="721687"/>
                </a:cubicBezTo>
                <a:cubicBezTo>
                  <a:pt x="9627478" y="737388"/>
                  <a:pt x="9655740" y="721687"/>
                  <a:pt x="9655740" y="687144"/>
                </a:cubicBezTo>
                <a:cubicBezTo>
                  <a:pt x="9655740" y="662022"/>
                  <a:pt x="9636898" y="621198"/>
                  <a:pt x="9570952" y="621198"/>
                </a:cubicBezTo>
                <a:close/>
                <a:moveTo>
                  <a:pt x="11503938" y="612538"/>
                </a:moveTo>
                <a:cubicBezTo>
                  <a:pt x="11456741" y="669501"/>
                  <a:pt x="11291551" y="712570"/>
                  <a:pt x="11291551" y="832051"/>
                </a:cubicBezTo>
                <a:cubicBezTo>
                  <a:pt x="11291551" y="879288"/>
                  <a:pt x="11320702" y="923747"/>
                  <a:pt x="11365123" y="940418"/>
                </a:cubicBezTo>
                <a:cubicBezTo>
                  <a:pt x="11390110" y="950144"/>
                  <a:pt x="11415096" y="950144"/>
                  <a:pt x="11440083" y="941808"/>
                </a:cubicBezTo>
                <a:lnTo>
                  <a:pt x="11444304" y="939708"/>
                </a:lnTo>
                <a:lnTo>
                  <a:pt x="11445324" y="939542"/>
                </a:lnTo>
                <a:cubicBezTo>
                  <a:pt x="11456276" y="936118"/>
                  <a:pt x="11466199" y="930980"/>
                  <a:pt x="11475268" y="924644"/>
                </a:cubicBezTo>
                <a:lnTo>
                  <a:pt x="11494474" y="907542"/>
                </a:lnTo>
                <a:lnTo>
                  <a:pt x="11488753" y="926162"/>
                </a:lnTo>
                <a:lnTo>
                  <a:pt x="11464846" y="951842"/>
                </a:lnTo>
                <a:lnTo>
                  <a:pt x="11432834" y="964214"/>
                </a:lnTo>
                <a:lnTo>
                  <a:pt x="11433416" y="964508"/>
                </a:lnTo>
                <a:lnTo>
                  <a:pt x="11427416" y="966826"/>
                </a:lnTo>
                <a:cubicBezTo>
                  <a:pt x="11435751" y="975167"/>
                  <a:pt x="11455198" y="980728"/>
                  <a:pt x="11478812" y="980728"/>
                </a:cubicBezTo>
                <a:cubicBezTo>
                  <a:pt x="11521873" y="980728"/>
                  <a:pt x="11574657" y="968216"/>
                  <a:pt x="11601049" y="940412"/>
                </a:cubicBezTo>
                <a:lnTo>
                  <a:pt x="11600229" y="940299"/>
                </a:lnTo>
                <a:lnTo>
                  <a:pt x="11604054" y="938167"/>
                </a:lnTo>
                <a:cubicBezTo>
                  <a:pt x="11586248" y="938852"/>
                  <a:pt x="11571523" y="933368"/>
                  <a:pt x="11561078" y="923772"/>
                </a:cubicBezTo>
                <a:lnTo>
                  <a:pt x="11546930" y="891807"/>
                </a:lnTo>
                <a:lnTo>
                  <a:pt x="11567885" y="908611"/>
                </a:lnTo>
                <a:cubicBezTo>
                  <a:pt x="11578129" y="913304"/>
                  <a:pt x="11589242" y="915389"/>
                  <a:pt x="11601049" y="915389"/>
                </a:cubicBezTo>
                <a:cubicBezTo>
                  <a:pt x="11619281" y="915389"/>
                  <a:pt x="11636145" y="909719"/>
                  <a:pt x="11650104" y="900067"/>
                </a:cubicBezTo>
                <a:lnTo>
                  <a:pt x="11650828" y="899169"/>
                </a:lnTo>
                <a:lnTo>
                  <a:pt x="11652427" y="898382"/>
                </a:lnTo>
                <a:cubicBezTo>
                  <a:pt x="11666192" y="888863"/>
                  <a:pt x="11677091" y="875417"/>
                  <a:pt x="11683608" y="859705"/>
                </a:cubicBezTo>
                <a:lnTo>
                  <a:pt x="11690343" y="825792"/>
                </a:lnTo>
                <a:lnTo>
                  <a:pt x="11690350" y="825831"/>
                </a:lnTo>
                <a:lnTo>
                  <a:pt x="11690350" y="825754"/>
                </a:lnTo>
                <a:lnTo>
                  <a:pt x="11690350" y="823091"/>
                </a:lnTo>
                <a:cubicBezTo>
                  <a:pt x="11690350" y="768290"/>
                  <a:pt x="11662973" y="721710"/>
                  <a:pt x="11623276" y="684719"/>
                </a:cubicBezTo>
                <a:cubicBezTo>
                  <a:pt x="11608219" y="670334"/>
                  <a:pt x="11591450" y="658004"/>
                  <a:pt x="11573655" y="647215"/>
                </a:cubicBezTo>
                <a:lnTo>
                  <a:pt x="11570681" y="645708"/>
                </a:lnTo>
                <a:lnTo>
                  <a:pt x="11570221" y="645361"/>
                </a:lnTo>
                <a:cubicBezTo>
                  <a:pt x="11552175" y="634420"/>
                  <a:pt x="11533088" y="625042"/>
                  <a:pt x="11513655" y="616706"/>
                </a:cubicBezTo>
                <a:cubicBezTo>
                  <a:pt x="11510878" y="615317"/>
                  <a:pt x="11508102" y="613928"/>
                  <a:pt x="11503938" y="612538"/>
                </a:cubicBezTo>
                <a:close/>
                <a:moveTo>
                  <a:pt x="0" y="0"/>
                </a:moveTo>
                <a:lnTo>
                  <a:pt x="12192000" y="0"/>
                </a:lnTo>
                <a:lnTo>
                  <a:pt x="12192000" y="6858000"/>
                </a:lnTo>
                <a:lnTo>
                  <a:pt x="0" y="6858000"/>
                </a:lnTo>
                <a:close/>
              </a:path>
            </a:pathLst>
          </a:custGeom>
          <a:solidFill>
            <a:schemeClr val="accent4"/>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4561383"/>
            <a:ext cx="11386134" cy="307777"/>
          </a:xfrm>
        </p:spPr>
        <p:txBody>
          <a:bodyPr wrap="square" lIns="36000" tIns="0" rIns="3600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847127"/>
            <a:ext cx="11386134" cy="1661993"/>
          </a:xfrm>
        </p:spPr>
        <p:txBody>
          <a:bodyPr wrap="square" lIns="36000" rIns="36000" bIns="0" anchor="b" anchorCtr="0">
            <a:spAutoFit/>
          </a:bodyPr>
          <a:lstStyle>
            <a:lvl1pPr algn="l">
              <a:lnSpc>
                <a:spcPct val="90000"/>
              </a:lnSpc>
              <a:defRPr sz="6000" b="1" baseline="0">
                <a:solidFill>
                  <a:schemeClr val="bg1"/>
                </a:solidFill>
                <a:latin typeface="Ubuntu" panose="020B0504030602030204" pitchFamily="34" charset="0"/>
              </a:defRPr>
            </a:lvl1pPr>
          </a:lstStyle>
          <a:p>
            <a:r>
              <a:rPr lang="en-US"/>
              <a:t>Click to edit Master title style</a:t>
            </a:r>
            <a:endParaRPr lang="en-GB"/>
          </a:p>
        </p:txBody>
      </p:sp>
      <p:pic>
        <p:nvPicPr>
          <p:cNvPr id="6" name="Image 5" descr="Une image contenant texte&#10;&#10;Description générée automatiquement">
            <a:extLst>
              <a:ext uri="{FF2B5EF4-FFF2-40B4-BE49-F238E27FC236}">
                <a16:creationId xmlns:a16="http://schemas.microsoft.com/office/drawing/2014/main" id="{4E7913BD-2F2A-43EA-9355-0DD8C035B5EB}"/>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9014016" y="246471"/>
            <a:ext cx="3078000" cy="1248074"/>
          </a:xfrm>
          <a:prstGeom prst="rect">
            <a:avLst/>
          </a:prstGeom>
        </p:spPr>
      </p:pic>
    </p:spTree>
    <p:extLst>
      <p:ext uri="{BB962C8B-B14F-4D97-AF65-F5344CB8AC3E}">
        <p14:creationId xmlns:p14="http://schemas.microsoft.com/office/powerpoint/2010/main" val="1874741661"/>
      </p:ext>
    </p:extLst>
  </p:cSld>
  <p:clrMapOvr>
    <a:masterClrMapping/>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re et contenu">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404812" y="1447201"/>
            <a:ext cx="11379201" cy="50226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Placeholder 1">
            <a:extLst>
              <a:ext uri="{FF2B5EF4-FFF2-40B4-BE49-F238E27FC236}">
                <a16:creationId xmlns:a16="http://schemas.microsoft.com/office/drawing/2014/main" id="{39CB826F-EB2A-1E6E-D658-2654D347BFB0}"/>
              </a:ext>
            </a:extLst>
          </p:cNvPr>
          <p:cNvSpPr>
            <a:spLocks noGrp="1"/>
          </p:cNvSpPr>
          <p:nvPr>
            <p:ph type="title"/>
          </p:nvPr>
        </p:nvSpPr>
        <p:spPr>
          <a:xfrm>
            <a:off x="404813" y="60715"/>
            <a:ext cx="10947772" cy="716711"/>
          </a:xfrm>
          <a:prstGeom prst="rect">
            <a:avLst/>
          </a:prstGeom>
        </p:spPr>
        <p:txBody>
          <a:bodyPr vert="horz" lIns="0" tIns="0" rIns="0" bIns="0" rtlCol="0" anchor="ctr">
            <a:noAutofit/>
          </a:bodyPr>
          <a:lstStyle/>
          <a:p>
            <a:pPr marL="0" marR="0" lvl="0" indent="0" algn="l" defTabSz="914400" rtl="0" eaLnBrk="1" fontAlgn="auto" latinLnBrk="0" hangingPunct="1">
              <a:lnSpc>
                <a:spcPct val="90000"/>
              </a:lnSpc>
              <a:spcBef>
                <a:spcPct val="0"/>
              </a:spcBef>
              <a:spcAft>
                <a:spcPts val="0"/>
              </a:spcAft>
              <a:buClrTx/>
              <a:buSzTx/>
              <a:buFontTx/>
              <a:buNone/>
              <a:tabLst/>
              <a:defRPr/>
            </a:pPr>
            <a:r>
              <a:rPr lang="fr-FR"/>
              <a:t>CLICK TO INSERT TITLE</a:t>
            </a:r>
            <a:endParaRPr lang="en-US"/>
          </a:p>
        </p:txBody>
      </p:sp>
    </p:spTree>
    <p:extLst>
      <p:ext uri="{BB962C8B-B14F-4D97-AF65-F5344CB8AC3E}">
        <p14:creationId xmlns:p14="http://schemas.microsoft.com/office/powerpoint/2010/main" val="13070046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subtitle and content ">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404812" y="1899138"/>
            <a:ext cx="11379201" cy="457067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Espace réservé du texte 4"/>
          <p:cNvSpPr>
            <a:spLocks noGrp="1"/>
          </p:cNvSpPr>
          <p:nvPr>
            <p:ph type="body" sz="quarter" idx="11" hasCustomPrompt="1"/>
          </p:nvPr>
        </p:nvSpPr>
        <p:spPr>
          <a:xfrm>
            <a:off x="404813" y="1327150"/>
            <a:ext cx="11379200" cy="457688"/>
          </a:xfrm>
          <a:prstGeom prst="rect">
            <a:avLst/>
          </a:prstGeom>
        </p:spPr>
        <p:txBody>
          <a:bodyPr/>
          <a:lstStyle>
            <a:lvl1pPr>
              <a:defRPr>
                <a:solidFill>
                  <a:schemeClr val="accent2"/>
                </a:solidFill>
              </a:defRPr>
            </a:lvl1pPr>
          </a:lstStyle>
          <a:p>
            <a:pPr lvl="0"/>
            <a:r>
              <a:rPr lang="en-US"/>
              <a:t>Click to edit Master subtitle styles</a:t>
            </a:r>
          </a:p>
        </p:txBody>
      </p:sp>
      <p:sp>
        <p:nvSpPr>
          <p:cNvPr id="2" name="Title 1">
            <a:extLst>
              <a:ext uri="{FF2B5EF4-FFF2-40B4-BE49-F238E27FC236}">
                <a16:creationId xmlns:a16="http://schemas.microsoft.com/office/drawing/2014/main" id="{171054D7-80F5-442C-9F9E-FCC6CF14C5F1}"/>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40010901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subtitle">
    <p:spTree>
      <p:nvGrpSpPr>
        <p:cNvPr id="1" name=""/>
        <p:cNvGrpSpPr/>
        <p:nvPr/>
      </p:nvGrpSpPr>
      <p:grpSpPr>
        <a:xfrm>
          <a:off x="0" y="0"/>
          <a:ext cx="0" cy="0"/>
          <a:chOff x="0" y="0"/>
          <a:chExt cx="0" cy="0"/>
        </a:xfrm>
      </p:grpSpPr>
      <p:sp>
        <p:nvSpPr>
          <p:cNvPr id="5" name="Espace réservé du texte 4"/>
          <p:cNvSpPr>
            <a:spLocks noGrp="1"/>
          </p:cNvSpPr>
          <p:nvPr>
            <p:ph type="body" sz="quarter" idx="11" hasCustomPrompt="1"/>
          </p:nvPr>
        </p:nvSpPr>
        <p:spPr>
          <a:xfrm>
            <a:off x="404813" y="1327150"/>
            <a:ext cx="11379200" cy="457688"/>
          </a:xfrm>
          <a:prstGeom prst="rect">
            <a:avLst/>
          </a:prstGeom>
        </p:spPr>
        <p:txBody>
          <a:bodyPr/>
          <a:lstStyle>
            <a:lvl1pPr>
              <a:defRPr>
                <a:solidFill>
                  <a:schemeClr val="accent2"/>
                </a:solidFill>
              </a:defRPr>
            </a:lvl1pPr>
          </a:lstStyle>
          <a:p>
            <a:pPr lvl="0"/>
            <a:r>
              <a:rPr lang="en-US"/>
              <a:t>Click to edit Master subtitle styles</a:t>
            </a:r>
          </a:p>
        </p:txBody>
      </p:sp>
      <p:sp>
        <p:nvSpPr>
          <p:cNvPr id="2" name="Title 1">
            <a:extLst>
              <a:ext uri="{FF2B5EF4-FFF2-40B4-BE49-F238E27FC236}">
                <a16:creationId xmlns:a16="http://schemas.microsoft.com/office/drawing/2014/main" id="{171054D7-80F5-442C-9F9E-FCC6CF14C5F1}"/>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32198979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ntent two columns">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27CE2609-37DA-4C4C-BF45-E56CE85AA41D}"/>
              </a:ext>
            </a:extLst>
          </p:cNvPr>
          <p:cNvSpPr>
            <a:spLocks noGrp="1"/>
          </p:cNvSpPr>
          <p:nvPr>
            <p:ph type="body" sz="quarter" idx="10"/>
          </p:nvPr>
        </p:nvSpPr>
        <p:spPr>
          <a:xfrm>
            <a:off x="404812" y="2205318"/>
            <a:ext cx="5600701" cy="4257394"/>
          </a:xfrm>
          <a:prstGeom prst="rect">
            <a:avLst/>
          </a:prstGeom>
        </p:spPr>
        <p:txBody>
          <a:bodyPr>
            <a:noAutofit/>
          </a:bodyPr>
          <a:lstStyle>
            <a:lvl1pPr>
              <a:lnSpc>
                <a:spcPct val="100000"/>
              </a:lnSpc>
              <a:spcBef>
                <a:spcPts val="0"/>
              </a:spcBef>
              <a:spcAft>
                <a:spcPts val="600"/>
              </a:spcAft>
              <a:defRPr sz="1600"/>
            </a:lvl1pPr>
            <a:lvl2pPr>
              <a:lnSpc>
                <a:spcPct val="100000"/>
              </a:lnSpc>
              <a:spcBef>
                <a:spcPts val="0"/>
              </a:spcBef>
              <a:spcAft>
                <a:spcPts val="600"/>
              </a:spcAft>
              <a:defRPr sz="1600"/>
            </a:lvl2pPr>
            <a:lvl3pPr>
              <a:lnSpc>
                <a:spcPct val="100000"/>
              </a:lnSpc>
              <a:spcBef>
                <a:spcPts val="0"/>
              </a:spcBef>
              <a:spcAft>
                <a:spcPts val="600"/>
              </a:spcAft>
              <a:defRPr sz="1600"/>
            </a:lvl3pPr>
            <a:lvl4pPr>
              <a:lnSpc>
                <a:spcPct val="100000"/>
              </a:lnSpc>
              <a:spcBef>
                <a:spcPts val="0"/>
              </a:spcBef>
              <a:spcAft>
                <a:spcPts val="600"/>
              </a:spcAft>
              <a:defRPr sz="1600"/>
            </a:lvl4pPr>
            <a:lvl5pPr>
              <a:lnSpc>
                <a:spcPct val="100000"/>
              </a:lnSpc>
              <a:spcBef>
                <a:spcPts val="0"/>
              </a:spcBef>
              <a:spcAft>
                <a:spcPts val="600"/>
              </a:spcAft>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7">
            <a:extLst>
              <a:ext uri="{FF2B5EF4-FFF2-40B4-BE49-F238E27FC236}">
                <a16:creationId xmlns:a16="http://schemas.microsoft.com/office/drawing/2014/main" id="{D8D7F005-BA7C-423E-87B0-6782D88233F6}"/>
              </a:ext>
            </a:extLst>
          </p:cNvPr>
          <p:cNvSpPr>
            <a:spLocks noGrp="1"/>
          </p:cNvSpPr>
          <p:nvPr>
            <p:ph type="body" sz="quarter" idx="12" hasCustomPrompt="1"/>
          </p:nvPr>
        </p:nvSpPr>
        <p:spPr>
          <a:xfrm>
            <a:off x="404812" y="1327151"/>
            <a:ext cx="5600701" cy="743987"/>
          </a:xfrm>
          <a:prstGeom prst="rect">
            <a:avLst/>
          </a:prstGeom>
        </p:spPr>
        <p:txBody>
          <a:bodyPr anchor="ctr" anchorCtr="0">
            <a:noAutofit/>
          </a:bodyPr>
          <a:lstStyle>
            <a:lvl1pPr>
              <a:lnSpc>
                <a:spcPct val="100000"/>
              </a:lnSpc>
              <a:defRPr sz="1800" b="1">
                <a:solidFill>
                  <a:srgbClr val="12ABDB"/>
                </a:solidFill>
                <a:latin typeface="Ubuntu" panose="020B0504030602030204" pitchFamily="34" charset="0"/>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a:t>CLICK TO INSERT TITLE</a:t>
            </a:r>
          </a:p>
        </p:txBody>
      </p:sp>
      <p:sp>
        <p:nvSpPr>
          <p:cNvPr id="14" name="Text Placeholder 7">
            <a:extLst>
              <a:ext uri="{FF2B5EF4-FFF2-40B4-BE49-F238E27FC236}">
                <a16:creationId xmlns:a16="http://schemas.microsoft.com/office/drawing/2014/main" id="{47BDC0DA-1585-454D-9E74-41D2AFC0FEE5}"/>
              </a:ext>
            </a:extLst>
          </p:cNvPr>
          <p:cNvSpPr>
            <a:spLocks noGrp="1"/>
          </p:cNvSpPr>
          <p:nvPr>
            <p:ph type="body" sz="quarter" idx="13" hasCustomPrompt="1"/>
          </p:nvPr>
        </p:nvSpPr>
        <p:spPr>
          <a:xfrm>
            <a:off x="6196013" y="1327151"/>
            <a:ext cx="5588001" cy="743987"/>
          </a:xfrm>
          <a:prstGeom prst="rect">
            <a:avLst/>
          </a:prstGeom>
        </p:spPr>
        <p:txBody>
          <a:bodyPr anchor="ctr" anchorCtr="0">
            <a:noAutofit/>
          </a:bodyPr>
          <a:lstStyle>
            <a:lvl1pPr>
              <a:lnSpc>
                <a:spcPct val="100000"/>
              </a:lnSpc>
              <a:defRPr sz="1800" b="1">
                <a:solidFill>
                  <a:srgbClr val="12ABDB"/>
                </a:solidFill>
                <a:latin typeface="Ubuntu" panose="020B0504030602030204" pitchFamily="34" charset="0"/>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a:t>CLICK TO INSERT TITLE</a:t>
            </a:r>
          </a:p>
        </p:txBody>
      </p:sp>
      <p:sp>
        <p:nvSpPr>
          <p:cNvPr id="16" name="Text Placeholder 7">
            <a:extLst>
              <a:ext uri="{FF2B5EF4-FFF2-40B4-BE49-F238E27FC236}">
                <a16:creationId xmlns:a16="http://schemas.microsoft.com/office/drawing/2014/main" id="{27CE2609-37DA-4C4C-BF45-E56CE85AA41D}"/>
              </a:ext>
            </a:extLst>
          </p:cNvPr>
          <p:cNvSpPr>
            <a:spLocks noGrp="1"/>
          </p:cNvSpPr>
          <p:nvPr>
            <p:ph type="body" sz="quarter" idx="14"/>
          </p:nvPr>
        </p:nvSpPr>
        <p:spPr>
          <a:xfrm>
            <a:off x="6196013" y="2205318"/>
            <a:ext cx="5594351" cy="4257393"/>
          </a:xfrm>
          <a:prstGeom prst="rect">
            <a:avLst/>
          </a:prstGeom>
        </p:spPr>
        <p:txBody>
          <a:bodyPr>
            <a:noAutofit/>
          </a:bodyPr>
          <a:lstStyle>
            <a:lvl1pPr>
              <a:lnSpc>
                <a:spcPct val="100000"/>
              </a:lnSpc>
              <a:spcBef>
                <a:spcPts val="0"/>
              </a:spcBef>
              <a:spcAft>
                <a:spcPts val="600"/>
              </a:spcAft>
              <a:defRPr sz="1600"/>
            </a:lvl1pPr>
            <a:lvl2pPr>
              <a:lnSpc>
                <a:spcPct val="100000"/>
              </a:lnSpc>
              <a:spcBef>
                <a:spcPts val="0"/>
              </a:spcBef>
              <a:spcAft>
                <a:spcPts val="600"/>
              </a:spcAft>
              <a:defRPr sz="1600"/>
            </a:lvl2pPr>
            <a:lvl3pPr>
              <a:lnSpc>
                <a:spcPct val="100000"/>
              </a:lnSpc>
              <a:spcBef>
                <a:spcPts val="0"/>
              </a:spcBef>
              <a:spcAft>
                <a:spcPts val="600"/>
              </a:spcAft>
              <a:defRPr sz="1600"/>
            </a:lvl3pPr>
            <a:lvl4pPr>
              <a:lnSpc>
                <a:spcPct val="100000"/>
              </a:lnSpc>
              <a:spcBef>
                <a:spcPts val="0"/>
              </a:spcBef>
              <a:spcAft>
                <a:spcPts val="600"/>
              </a:spcAft>
              <a:defRPr sz="1600"/>
            </a:lvl4pPr>
            <a:lvl5pPr>
              <a:lnSpc>
                <a:spcPct val="100000"/>
              </a:lnSpc>
              <a:spcBef>
                <a:spcPts val="0"/>
              </a:spcBef>
              <a:spcAft>
                <a:spcPts val="600"/>
              </a:spcAft>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D996D1AE-BB05-402A-8454-CE893B60496E}"/>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26673726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 3 columns">
    <p:spTree>
      <p:nvGrpSpPr>
        <p:cNvPr id="1" name=""/>
        <p:cNvGrpSpPr/>
        <p:nvPr/>
      </p:nvGrpSpPr>
      <p:grpSpPr>
        <a:xfrm>
          <a:off x="0" y="0"/>
          <a:ext cx="0" cy="0"/>
          <a:chOff x="0" y="0"/>
          <a:chExt cx="0" cy="0"/>
        </a:xfrm>
      </p:grpSpPr>
      <p:sp>
        <p:nvSpPr>
          <p:cNvPr id="3" name="Text Placeholder 7">
            <a:extLst>
              <a:ext uri="{FF2B5EF4-FFF2-40B4-BE49-F238E27FC236}">
                <a16:creationId xmlns:a16="http://schemas.microsoft.com/office/drawing/2014/main" id="{27CE2609-37DA-4C4C-BF45-E56CE85AA41D}"/>
              </a:ext>
            </a:extLst>
          </p:cNvPr>
          <p:cNvSpPr>
            <a:spLocks noGrp="1"/>
          </p:cNvSpPr>
          <p:nvPr>
            <p:ph type="body" sz="quarter" idx="10"/>
          </p:nvPr>
        </p:nvSpPr>
        <p:spPr>
          <a:xfrm>
            <a:off x="404813"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7">
            <a:extLst>
              <a:ext uri="{FF2B5EF4-FFF2-40B4-BE49-F238E27FC236}">
                <a16:creationId xmlns:a16="http://schemas.microsoft.com/office/drawing/2014/main" id="{D8D7F005-BA7C-423E-87B0-6782D88233F6}"/>
              </a:ext>
            </a:extLst>
          </p:cNvPr>
          <p:cNvSpPr>
            <a:spLocks noGrp="1"/>
          </p:cNvSpPr>
          <p:nvPr>
            <p:ph type="body" sz="quarter" idx="12" hasCustomPrompt="1"/>
          </p:nvPr>
        </p:nvSpPr>
        <p:spPr>
          <a:xfrm>
            <a:off x="404813" y="1327151"/>
            <a:ext cx="3456432" cy="837826"/>
          </a:xfrm>
          <a:prstGeom prst="rect">
            <a:avLst/>
          </a:prstGeom>
        </p:spPr>
        <p:txBody>
          <a:bodyPr vert="horz" lIns="0" tIns="0" rIns="0" bIns="0" rtlCol="0" anchor="ctr" anchorCtr="0">
            <a:noAutofit/>
          </a:bodyPr>
          <a:lstStyle>
            <a:lvl1pPr algn="ctr">
              <a:lnSpc>
                <a:spcPct val="100000"/>
              </a:lnSpc>
              <a:defRPr lang="en-US" sz="1600" b="0" kern="1200" dirty="0">
                <a:solidFill>
                  <a:srgbClr val="12ABDB"/>
                </a:solidFill>
                <a:latin typeface="Ubuntu" panose="020B0504030602030204" pitchFamily="34" charset="0"/>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9" name="Text Placeholder 7">
            <a:extLst>
              <a:ext uri="{FF2B5EF4-FFF2-40B4-BE49-F238E27FC236}">
                <a16:creationId xmlns:a16="http://schemas.microsoft.com/office/drawing/2014/main" id="{27CE2609-37DA-4C4C-BF45-E56CE85AA41D}"/>
              </a:ext>
            </a:extLst>
          </p:cNvPr>
          <p:cNvSpPr>
            <a:spLocks noGrp="1"/>
          </p:cNvSpPr>
          <p:nvPr>
            <p:ph type="body" sz="quarter" idx="14"/>
          </p:nvPr>
        </p:nvSpPr>
        <p:spPr>
          <a:xfrm>
            <a:off x="4371047"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7">
            <a:extLst>
              <a:ext uri="{FF2B5EF4-FFF2-40B4-BE49-F238E27FC236}">
                <a16:creationId xmlns:a16="http://schemas.microsoft.com/office/drawing/2014/main" id="{D8D7F005-BA7C-423E-87B0-6782D88233F6}"/>
              </a:ext>
            </a:extLst>
          </p:cNvPr>
          <p:cNvSpPr>
            <a:spLocks noGrp="1"/>
          </p:cNvSpPr>
          <p:nvPr>
            <p:ph type="body" sz="quarter" idx="15" hasCustomPrompt="1"/>
          </p:nvPr>
        </p:nvSpPr>
        <p:spPr>
          <a:xfrm>
            <a:off x="4371047" y="1327151"/>
            <a:ext cx="3456432" cy="743987"/>
          </a:xfrm>
          <a:prstGeom prst="rect">
            <a:avLst/>
          </a:prstGeom>
        </p:spPr>
        <p:txBody>
          <a:bodyPr vert="horz" lIns="0" tIns="0" rIns="0" bIns="0" rtlCol="0" anchor="ctr" anchorCtr="0">
            <a:noAutofit/>
          </a:bodyPr>
          <a:lstStyle>
            <a:lvl1pPr algn="ctr">
              <a:lnSpc>
                <a:spcPct val="100000"/>
              </a:lnSpc>
              <a:defRPr lang="en-US" sz="1600" b="0" kern="1200" dirty="0">
                <a:solidFill>
                  <a:srgbClr val="12ABDB"/>
                </a:solidFill>
                <a:latin typeface="Ubuntu" panose="020B0504030602030204" pitchFamily="34" charset="0"/>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11" name="Text Placeholder 7">
            <a:extLst>
              <a:ext uri="{FF2B5EF4-FFF2-40B4-BE49-F238E27FC236}">
                <a16:creationId xmlns:a16="http://schemas.microsoft.com/office/drawing/2014/main" id="{27CE2609-37DA-4C4C-BF45-E56CE85AA41D}"/>
              </a:ext>
            </a:extLst>
          </p:cNvPr>
          <p:cNvSpPr>
            <a:spLocks noGrp="1"/>
          </p:cNvSpPr>
          <p:nvPr>
            <p:ph type="body" sz="quarter" idx="16"/>
          </p:nvPr>
        </p:nvSpPr>
        <p:spPr>
          <a:xfrm>
            <a:off x="8330755"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7">
            <a:extLst>
              <a:ext uri="{FF2B5EF4-FFF2-40B4-BE49-F238E27FC236}">
                <a16:creationId xmlns:a16="http://schemas.microsoft.com/office/drawing/2014/main" id="{D8D7F005-BA7C-423E-87B0-6782D88233F6}"/>
              </a:ext>
            </a:extLst>
          </p:cNvPr>
          <p:cNvSpPr>
            <a:spLocks noGrp="1"/>
          </p:cNvSpPr>
          <p:nvPr>
            <p:ph type="body" sz="quarter" idx="17" hasCustomPrompt="1"/>
          </p:nvPr>
        </p:nvSpPr>
        <p:spPr>
          <a:xfrm>
            <a:off x="8330755" y="1327151"/>
            <a:ext cx="3456432" cy="743987"/>
          </a:xfrm>
          <a:prstGeom prst="rect">
            <a:avLst/>
          </a:prstGeom>
        </p:spPr>
        <p:txBody>
          <a:bodyPr vert="horz" lIns="0" tIns="0" rIns="0" bIns="0" rtlCol="0" anchor="ctr" anchorCtr="0">
            <a:noAutofit/>
          </a:bodyPr>
          <a:lstStyle>
            <a:lvl1pPr algn="ctr">
              <a:lnSpc>
                <a:spcPct val="100000"/>
              </a:lnSpc>
              <a:defRPr lang="en-US" sz="1600" b="0" kern="1200" dirty="0">
                <a:solidFill>
                  <a:srgbClr val="12ABDB"/>
                </a:solidFill>
                <a:latin typeface="Ubuntu" panose="020B0504030602030204" pitchFamily="34" charset="0"/>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5" name="Title 4">
            <a:extLst>
              <a:ext uri="{FF2B5EF4-FFF2-40B4-BE49-F238E27FC236}">
                <a16:creationId xmlns:a16="http://schemas.microsoft.com/office/drawing/2014/main" id="{294515F3-E20E-47CC-8314-0A030AB3D1FD}"/>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39284021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Content 3 columns">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7B9A63D1-B6C5-4F10-ABD1-7445EB2D8ADC}"/>
              </a:ext>
            </a:extLst>
          </p:cNvPr>
          <p:cNvSpPr/>
          <p:nvPr userDrawn="1"/>
        </p:nvSpPr>
        <p:spPr>
          <a:xfrm>
            <a:off x="407988" y="2423886"/>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4" name="Rectangle 13">
            <a:extLst>
              <a:ext uri="{FF2B5EF4-FFF2-40B4-BE49-F238E27FC236}">
                <a16:creationId xmlns:a16="http://schemas.microsoft.com/office/drawing/2014/main" id="{A69DEBB0-4052-42E9-B8A1-20FEA957F747}"/>
              </a:ext>
            </a:extLst>
          </p:cNvPr>
          <p:cNvSpPr/>
          <p:nvPr userDrawn="1"/>
        </p:nvSpPr>
        <p:spPr>
          <a:xfrm>
            <a:off x="4333875" y="2423886"/>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5" name="Rectangle 14">
            <a:extLst>
              <a:ext uri="{FF2B5EF4-FFF2-40B4-BE49-F238E27FC236}">
                <a16:creationId xmlns:a16="http://schemas.microsoft.com/office/drawing/2014/main" id="{270917E2-630D-4941-BA4B-7EB65D4A7850}"/>
              </a:ext>
            </a:extLst>
          </p:cNvPr>
          <p:cNvSpPr/>
          <p:nvPr userDrawn="1"/>
        </p:nvSpPr>
        <p:spPr>
          <a:xfrm>
            <a:off x="8259763" y="2406300"/>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6" name="Text Placeholder 4">
            <a:extLst>
              <a:ext uri="{FF2B5EF4-FFF2-40B4-BE49-F238E27FC236}">
                <a16:creationId xmlns:a16="http://schemas.microsoft.com/office/drawing/2014/main" id="{5AE9BC27-7262-47DA-99EA-4AB1F52A8C33}"/>
              </a:ext>
            </a:extLst>
          </p:cNvPr>
          <p:cNvSpPr>
            <a:spLocks noGrp="1"/>
          </p:cNvSpPr>
          <p:nvPr>
            <p:ph type="body" sz="quarter" idx="13" hasCustomPrompt="1"/>
          </p:nvPr>
        </p:nvSpPr>
        <p:spPr>
          <a:xfrm>
            <a:off x="725016" y="3332368"/>
            <a:ext cx="2890194" cy="645047"/>
          </a:xfrm>
          <a:prstGeom prst="rect">
            <a:avLst/>
          </a:prstGeom>
          <a:noFill/>
        </p:spPr>
        <p:txBody>
          <a:bodyPr anchor="ctr">
            <a:noAutofit/>
          </a:bodyPr>
          <a:lstStyle>
            <a:lvl1pPr algn="l">
              <a:lnSpc>
                <a:spcPts val="1800"/>
              </a:lnSpc>
              <a:defRPr sz="1600" b="0">
                <a:solidFill>
                  <a:schemeClr val="accent1"/>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18" name="Text Placeholder 4">
            <a:extLst>
              <a:ext uri="{FF2B5EF4-FFF2-40B4-BE49-F238E27FC236}">
                <a16:creationId xmlns:a16="http://schemas.microsoft.com/office/drawing/2014/main" id="{EBBF7568-EC18-40A1-B3C2-1E64D0BFDEFF}"/>
              </a:ext>
            </a:extLst>
          </p:cNvPr>
          <p:cNvSpPr>
            <a:spLocks noGrp="1"/>
          </p:cNvSpPr>
          <p:nvPr>
            <p:ph type="body" sz="quarter" idx="33" hasCustomPrompt="1"/>
          </p:nvPr>
        </p:nvSpPr>
        <p:spPr>
          <a:xfrm>
            <a:off x="4650903" y="3332368"/>
            <a:ext cx="2890194" cy="645047"/>
          </a:xfrm>
          <a:prstGeom prst="rect">
            <a:avLst/>
          </a:prstGeom>
          <a:noFill/>
        </p:spPr>
        <p:txBody>
          <a:bodyPr anchor="ctr">
            <a:noAutofit/>
          </a:bodyPr>
          <a:lstStyle>
            <a:lvl1pPr algn="l">
              <a:lnSpc>
                <a:spcPts val="1800"/>
              </a:lnSpc>
              <a:defRPr sz="1600" b="0">
                <a:solidFill>
                  <a:srgbClr val="2EA657"/>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19" name="Text Placeholder 4">
            <a:extLst>
              <a:ext uri="{FF2B5EF4-FFF2-40B4-BE49-F238E27FC236}">
                <a16:creationId xmlns:a16="http://schemas.microsoft.com/office/drawing/2014/main" id="{0C0A1379-EE65-47B3-B113-45D1ED57400C}"/>
              </a:ext>
            </a:extLst>
          </p:cNvPr>
          <p:cNvSpPr>
            <a:spLocks noGrp="1"/>
          </p:cNvSpPr>
          <p:nvPr>
            <p:ph type="body" sz="quarter" idx="35" hasCustomPrompt="1"/>
          </p:nvPr>
        </p:nvSpPr>
        <p:spPr>
          <a:xfrm>
            <a:off x="8576791" y="3332368"/>
            <a:ext cx="2890194" cy="645047"/>
          </a:xfrm>
          <a:prstGeom prst="rect">
            <a:avLst/>
          </a:prstGeom>
          <a:noFill/>
        </p:spPr>
        <p:txBody>
          <a:bodyPr anchor="ctr">
            <a:noAutofit/>
          </a:bodyPr>
          <a:lstStyle>
            <a:lvl1pPr algn="l">
              <a:lnSpc>
                <a:spcPts val="1800"/>
              </a:lnSpc>
              <a:defRPr sz="1600" b="0">
                <a:solidFill>
                  <a:srgbClr val="BA2980"/>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22" name="Text Placeholder 7">
            <a:extLst>
              <a:ext uri="{FF2B5EF4-FFF2-40B4-BE49-F238E27FC236}">
                <a16:creationId xmlns:a16="http://schemas.microsoft.com/office/drawing/2014/main" id="{E24DC023-E500-4824-A661-003A568299EA}"/>
              </a:ext>
            </a:extLst>
          </p:cNvPr>
          <p:cNvSpPr>
            <a:spLocks noGrp="1"/>
          </p:cNvSpPr>
          <p:nvPr>
            <p:ph type="body" sz="quarter" idx="10"/>
          </p:nvPr>
        </p:nvSpPr>
        <p:spPr>
          <a:xfrm>
            <a:off x="725015"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chemeClr val="accent1"/>
              </a:buClr>
              <a:defRPr sz="1400"/>
            </a:lvl2pPr>
            <a:lvl3pPr>
              <a:lnSpc>
                <a:spcPct val="100000"/>
              </a:lnSpc>
              <a:spcBef>
                <a:spcPts val="0"/>
              </a:spcBef>
              <a:buClr>
                <a:schemeClr val="accent1"/>
              </a:buClr>
              <a:defRPr sz="1400"/>
            </a:lvl3pPr>
            <a:lvl4pPr>
              <a:lnSpc>
                <a:spcPct val="100000"/>
              </a:lnSpc>
              <a:spcBef>
                <a:spcPts val="0"/>
              </a:spcBef>
              <a:buClr>
                <a:schemeClr val="accent1"/>
              </a:buClr>
              <a:defRPr sz="1400"/>
            </a:lvl4pPr>
            <a:lvl5pPr>
              <a:lnSpc>
                <a:spcPct val="100000"/>
              </a:lnSpc>
              <a:spcBef>
                <a:spcPts val="0"/>
              </a:spcBef>
              <a:buClr>
                <a:schemeClr val="accent1"/>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3" name="Text Placeholder 7">
            <a:extLst>
              <a:ext uri="{FF2B5EF4-FFF2-40B4-BE49-F238E27FC236}">
                <a16:creationId xmlns:a16="http://schemas.microsoft.com/office/drawing/2014/main" id="{B1037A2D-940F-4255-984B-C4A7AABBB724}"/>
              </a:ext>
            </a:extLst>
          </p:cNvPr>
          <p:cNvSpPr>
            <a:spLocks noGrp="1"/>
          </p:cNvSpPr>
          <p:nvPr>
            <p:ph type="body" sz="quarter" idx="40"/>
          </p:nvPr>
        </p:nvSpPr>
        <p:spPr>
          <a:xfrm>
            <a:off x="4650903"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rgbClr val="2EA657"/>
              </a:buClr>
              <a:defRPr sz="1400"/>
            </a:lvl2pPr>
            <a:lvl3pPr>
              <a:lnSpc>
                <a:spcPct val="100000"/>
              </a:lnSpc>
              <a:spcBef>
                <a:spcPts val="0"/>
              </a:spcBef>
              <a:buClr>
                <a:srgbClr val="2EA657"/>
              </a:buClr>
              <a:defRPr sz="1400"/>
            </a:lvl3pPr>
            <a:lvl4pPr>
              <a:lnSpc>
                <a:spcPct val="100000"/>
              </a:lnSpc>
              <a:spcBef>
                <a:spcPts val="0"/>
              </a:spcBef>
              <a:buClr>
                <a:srgbClr val="2EA657"/>
              </a:buClr>
              <a:defRPr sz="1400"/>
            </a:lvl4pPr>
            <a:lvl5pPr>
              <a:lnSpc>
                <a:spcPct val="100000"/>
              </a:lnSpc>
              <a:spcBef>
                <a:spcPts val="0"/>
              </a:spcBef>
              <a:buClr>
                <a:srgbClr val="2EA657"/>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Text Placeholder 7">
            <a:extLst>
              <a:ext uri="{FF2B5EF4-FFF2-40B4-BE49-F238E27FC236}">
                <a16:creationId xmlns:a16="http://schemas.microsoft.com/office/drawing/2014/main" id="{5849E3D5-EF9E-46F2-9C73-58806A392B34}"/>
              </a:ext>
            </a:extLst>
          </p:cNvPr>
          <p:cNvSpPr>
            <a:spLocks noGrp="1"/>
          </p:cNvSpPr>
          <p:nvPr>
            <p:ph type="body" sz="quarter" idx="41"/>
          </p:nvPr>
        </p:nvSpPr>
        <p:spPr>
          <a:xfrm>
            <a:off x="8576791"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rgbClr val="BA2980"/>
              </a:buClr>
              <a:defRPr sz="1400"/>
            </a:lvl2pPr>
            <a:lvl3pPr>
              <a:lnSpc>
                <a:spcPct val="100000"/>
              </a:lnSpc>
              <a:spcBef>
                <a:spcPts val="0"/>
              </a:spcBef>
              <a:buClr>
                <a:srgbClr val="BA2980"/>
              </a:buClr>
              <a:defRPr sz="1400"/>
            </a:lvl3pPr>
            <a:lvl4pPr>
              <a:lnSpc>
                <a:spcPct val="100000"/>
              </a:lnSpc>
              <a:spcBef>
                <a:spcPts val="0"/>
              </a:spcBef>
              <a:buClr>
                <a:srgbClr val="BA2980"/>
              </a:buClr>
              <a:defRPr sz="1400"/>
            </a:lvl4pPr>
            <a:lvl5pPr>
              <a:lnSpc>
                <a:spcPct val="100000"/>
              </a:lnSpc>
              <a:spcBef>
                <a:spcPts val="0"/>
              </a:spcBef>
              <a:buClr>
                <a:srgbClr val="BA2980"/>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18A66D25-366C-4142-B5D9-9A4107D8BC80}"/>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391729236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Only Title">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 name="Title 2">
            <a:extLst>
              <a:ext uri="{FF2B5EF4-FFF2-40B4-BE49-F238E27FC236}">
                <a16:creationId xmlns:a16="http://schemas.microsoft.com/office/drawing/2014/main" id="{57F0C9DF-D1FA-45A1-91F6-147FDC3E7341}"/>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18867260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Titre seul">
    <p:bg>
      <p:bgPr>
        <a:solidFill>
          <a:schemeClr val="accent4"/>
        </a:solidFill>
        <a:effectLst/>
      </p:bgPr>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 name="Espace réservé du texte 9">
            <a:extLst>
              <a:ext uri="{FF2B5EF4-FFF2-40B4-BE49-F238E27FC236}">
                <a16:creationId xmlns:a16="http://schemas.microsoft.com/office/drawing/2014/main" id="{0850DA69-657E-41C3-B340-B16C354CA1D0}"/>
              </a:ext>
            </a:extLst>
          </p:cNvPr>
          <p:cNvSpPr>
            <a:spLocks noGrp="1"/>
          </p:cNvSpPr>
          <p:nvPr>
            <p:ph type="body" sz="quarter" idx="10"/>
          </p:nvPr>
        </p:nvSpPr>
        <p:spPr>
          <a:xfrm>
            <a:off x="404813" y="1447800"/>
            <a:ext cx="11406187" cy="4951413"/>
          </a:xfrm>
        </p:spPr>
        <p:txBody>
          <a:bodyPr/>
          <a:lstStyle>
            <a:lvl1pPr>
              <a:defRPr>
                <a:solidFill>
                  <a:schemeClr val="bg1"/>
                </a:solidFill>
              </a:defRPr>
            </a:lvl1pPr>
            <a:lvl2pPr>
              <a:defRPr>
                <a:solidFill>
                  <a:schemeClr val="bg1"/>
                </a:solidFill>
              </a:defRPr>
            </a:lvl2pPr>
            <a:lvl3pPr>
              <a:defRPr>
                <a:solidFill>
                  <a:schemeClr val="bg1"/>
                </a:solidFill>
              </a:defRPr>
            </a:lvl3pPr>
            <a:lvl4pPr>
              <a:buClr>
                <a:schemeClr val="accent5"/>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5E6BB52B-0C5D-4023-89D5-282E9A520223}"/>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de-DE"/>
          </a:p>
        </p:txBody>
      </p:sp>
    </p:spTree>
    <p:extLst>
      <p:ext uri="{BB962C8B-B14F-4D97-AF65-F5344CB8AC3E}">
        <p14:creationId xmlns:p14="http://schemas.microsoft.com/office/powerpoint/2010/main" val="155290604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_Titre seul">
    <p:bg>
      <p:bgPr>
        <a:solidFill>
          <a:schemeClr val="accent4"/>
        </a:solidFill>
        <a:effectLst/>
      </p:bgPr>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 name="Title 2">
            <a:extLst>
              <a:ext uri="{FF2B5EF4-FFF2-40B4-BE49-F238E27FC236}">
                <a16:creationId xmlns:a16="http://schemas.microsoft.com/office/drawing/2014/main" id="{5E6BB52B-0C5D-4023-89D5-282E9A520223}"/>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de-DE"/>
          </a:p>
        </p:txBody>
      </p:sp>
    </p:spTree>
    <p:extLst>
      <p:ext uri="{BB962C8B-B14F-4D97-AF65-F5344CB8AC3E}">
        <p14:creationId xmlns:p14="http://schemas.microsoft.com/office/powerpoint/2010/main" val="329880258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and content light Grey">
    <p:bg>
      <p:bgPr>
        <a:solidFill>
          <a:schemeClr val="bg2"/>
        </a:solidFill>
        <a:effectLst/>
      </p:bgPr>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 name="Espace réservé du texte 8">
            <a:extLst>
              <a:ext uri="{FF2B5EF4-FFF2-40B4-BE49-F238E27FC236}">
                <a16:creationId xmlns:a16="http://schemas.microsoft.com/office/drawing/2014/main" id="{E7C5D7A7-45E9-4756-B28B-644907783FEA}"/>
              </a:ext>
            </a:extLst>
          </p:cNvPr>
          <p:cNvSpPr>
            <a:spLocks noGrp="1"/>
          </p:cNvSpPr>
          <p:nvPr>
            <p:ph type="body" sz="quarter" idx="10"/>
          </p:nvPr>
        </p:nvSpPr>
        <p:spPr>
          <a:xfrm>
            <a:off x="404812" y="1447800"/>
            <a:ext cx="11406188" cy="49516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0C89E73A-8AF6-4995-85C4-948312F9A282}"/>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10119855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Section Break dark">
    <p:bg>
      <p:bgPr>
        <a:solidFill>
          <a:schemeClr val="accent4"/>
        </a:solidFill>
        <a:effectLst/>
      </p:bgPr>
    </p:bg>
    <p:spTree>
      <p:nvGrpSpPr>
        <p:cNvPr id="1" name=""/>
        <p:cNvGrpSpPr/>
        <p:nvPr/>
      </p:nvGrpSpPr>
      <p:grpSpPr>
        <a:xfrm>
          <a:off x="0" y="0"/>
          <a:ext cx="0" cy="0"/>
          <a:chOff x="0" y="0"/>
          <a:chExt cx="0" cy="0"/>
        </a:xfrm>
      </p:grpSpPr>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3772800"/>
            <a:ext cx="11329987" cy="307777"/>
          </a:xfrm>
        </p:spPr>
        <p:txBody>
          <a:bodyPr lIns="0" tIns="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264961"/>
            <a:ext cx="11329987" cy="1477328"/>
          </a:xfrm>
        </p:spPr>
        <p:txBody>
          <a:bodyPr lIns="0" bIns="0" anchor="b" anchorCtr="0">
            <a:spAutoFit/>
          </a:bodyPr>
          <a:lstStyle>
            <a:lvl1pPr algn="l">
              <a:lnSpc>
                <a:spcPct val="80000"/>
              </a:lnSpc>
              <a:defRPr sz="6000" baseline="0">
                <a:solidFill>
                  <a:schemeClr val="bg1"/>
                </a:solidFill>
              </a:defRPr>
            </a:lvl1pPr>
          </a:lstStyle>
          <a:p>
            <a:r>
              <a:rPr lang="en-US"/>
              <a:t>Click to edit Master title style</a:t>
            </a:r>
            <a:endParaRPr lang="en-GB"/>
          </a:p>
        </p:txBody>
      </p:sp>
      <p:sp>
        <p:nvSpPr>
          <p:cNvPr id="9" name="Text Placeholder 8">
            <a:extLst>
              <a:ext uri="{FF2B5EF4-FFF2-40B4-BE49-F238E27FC236}">
                <a16:creationId xmlns:a16="http://schemas.microsoft.com/office/drawing/2014/main" id="{E744C52A-2030-4EFF-B1D2-B60B2B279897}"/>
              </a:ext>
            </a:extLst>
          </p:cNvPr>
          <p:cNvSpPr>
            <a:spLocks noGrp="1"/>
          </p:cNvSpPr>
          <p:nvPr>
            <p:ph type="body" sz="quarter" idx="10" hasCustomPrompt="1"/>
          </p:nvPr>
        </p:nvSpPr>
        <p:spPr>
          <a:xfrm>
            <a:off x="404813" y="1825079"/>
            <a:ext cx="4611067" cy="307777"/>
          </a:xfrm>
        </p:spPr>
        <p:txBody>
          <a:bodyPr wrap="square" anchor="b">
            <a:spAutoFit/>
          </a:bodyPr>
          <a:lstStyle>
            <a:lvl1pPr>
              <a:defRPr>
                <a:solidFill>
                  <a:schemeClr val="accent2"/>
                </a:solidFill>
                <a:latin typeface="Ubuntu Light" panose="020B0304030602030204" pitchFamily="34" charset="0"/>
              </a:defRPr>
            </a:lvl1pPr>
            <a:lvl2pPr marL="88900" indent="0">
              <a:buNone/>
              <a:defRPr/>
            </a:lvl2pPr>
          </a:lstStyle>
          <a:p>
            <a:pPr lvl="0"/>
            <a:r>
              <a:rPr lang="fr-FR"/>
              <a:t>INSERT A LABEL/ALBEIT</a:t>
            </a:r>
          </a:p>
        </p:txBody>
      </p:sp>
    </p:spTree>
    <p:extLst>
      <p:ext uri="{BB962C8B-B14F-4D97-AF65-F5344CB8AC3E}">
        <p14:creationId xmlns:p14="http://schemas.microsoft.com/office/powerpoint/2010/main" val="1180630144"/>
      </p:ext>
    </p:extLst>
  </p:cSld>
  <p:clrMapOvr>
    <a:masterClrMapping/>
  </p:clrMapOvr>
  <p:extLst>
    <p:ext uri="{DCECCB84-F9BA-43D5-87BE-67443E8EF086}">
      <p15:sldGuideLst xmlns:p15="http://schemas.microsoft.com/office/powerpoint/2012/main"/>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Title and full screen image">
    <p:bg>
      <p:bgPr>
        <a:solidFill>
          <a:schemeClr val="accent4"/>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7E832AC1-21AF-4DAD-A220-3541D7B3D0D5}"/>
              </a:ext>
            </a:extLst>
          </p:cNvPr>
          <p:cNvSpPr>
            <a:spLocks noGrp="1"/>
          </p:cNvSpPr>
          <p:nvPr>
            <p:ph type="pic" sz="quarter" idx="10" hasCustomPrompt="1"/>
          </p:nvPr>
        </p:nvSpPr>
        <p:spPr>
          <a:xfrm>
            <a:off x="0" y="0"/>
            <a:ext cx="12192000" cy="6858000"/>
          </a:xfrm>
          <a:custGeom>
            <a:avLst/>
            <a:gdLst>
              <a:gd name="connsiteX0" fmla="*/ 11786547 w 12192000"/>
              <a:gd name="connsiteY0" fmla="*/ 205058 h 6858000"/>
              <a:gd name="connsiteX1" fmla="*/ 11562163 w 12192000"/>
              <a:gd name="connsiteY1" fmla="*/ 436971 h 6858000"/>
              <a:gd name="connsiteX2" fmla="*/ 11639891 w 12192000"/>
              <a:gd name="connsiteY2" fmla="*/ 551459 h 6858000"/>
              <a:gd name="connsiteX3" fmla="*/ 11719085 w 12192000"/>
              <a:gd name="connsiteY3" fmla="*/ 552927 h 6858000"/>
              <a:gd name="connsiteX4" fmla="*/ 11751166 w 12192000"/>
              <a:gd name="connsiteY4" fmla="*/ 536965 h 6858000"/>
              <a:gd name="connsiteX5" fmla="*/ 11777548 w 12192000"/>
              <a:gd name="connsiteY5" fmla="*/ 513474 h 6858000"/>
              <a:gd name="connsiteX6" fmla="*/ 11770504 w 12192000"/>
              <a:gd name="connsiteY6" fmla="*/ 536398 h 6858000"/>
              <a:gd name="connsiteX7" fmla="*/ 11705703 w 12192000"/>
              <a:gd name="connsiteY7" fmla="*/ 579359 h 6858000"/>
              <a:gd name="connsiteX8" fmla="*/ 11760002 w 12192000"/>
              <a:gd name="connsiteY8" fmla="*/ 594046 h 6858000"/>
              <a:gd name="connsiteX9" fmla="*/ 11889144 w 12192000"/>
              <a:gd name="connsiteY9" fmla="*/ 551453 h 6858000"/>
              <a:gd name="connsiteX10" fmla="*/ 11824573 w 12192000"/>
              <a:gd name="connsiteY10" fmla="*/ 494172 h 6858000"/>
              <a:gd name="connsiteX11" fmla="*/ 11889144 w 12192000"/>
              <a:gd name="connsiteY11" fmla="*/ 525016 h 6858000"/>
              <a:gd name="connsiteX12" fmla="*/ 11974376 w 12192000"/>
              <a:gd name="connsiteY12" fmla="*/ 467391 h 6858000"/>
              <a:gd name="connsiteX13" fmla="*/ 11981591 w 12192000"/>
              <a:gd name="connsiteY13" fmla="*/ 431058 h 6858000"/>
              <a:gd name="connsiteX14" fmla="*/ 11981599 w 12192000"/>
              <a:gd name="connsiteY14" fmla="*/ 431100 h 6858000"/>
              <a:gd name="connsiteX15" fmla="*/ 11981599 w 12192000"/>
              <a:gd name="connsiteY15" fmla="*/ 431017 h 6858000"/>
              <a:gd name="connsiteX16" fmla="*/ 11981599 w 12192000"/>
              <a:gd name="connsiteY16" fmla="*/ 428164 h 6858000"/>
              <a:gd name="connsiteX17" fmla="*/ 11909738 w 12192000"/>
              <a:gd name="connsiteY17" fmla="*/ 279916 h 6858000"/>
              <a:gd name="connsiteX18" fmla="*/ 11796813 w 12192000"/>
              <a:gd name="connsiteY18" fmla="*/ 209461 h 6858000"/>
              <a:gd name="connsiteX19" fmla="*/ 11786547 w 12192000"/>
              <a:gd name="connsiteY19" fmla="*/ 205058 h 6858000"/>
              <a:gd name="connsiteX20" fmla="*/ 0 w 12192000"/>
              <a:gd name="connsiteY20" fmla="*/ 0 h 6858000"/>
              <a:gd name="connsiteX21" fmla="*/ 12192000 w 12192000"/>
              <a:gd name="connsiteY21" fmla="*/ 0 h 6858000"/>
              <a:gd name="connsiteX22" fmla="*/ 12192000 w 12192000"/>
              <a:gd name="connsiteY22" fmla="*/ 6858000 h 6858000"/>
              <a:gd name="connsiteX23" fmla="*/ 0 w 12192000"/>
              <a:gd name="connsiteY2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2192000" h="6858000">
                <a:moveTo>
                  <a:pt x="11786547" y="205058"/>
                </a:moveTo>
                <a:cubicBezTo>
                  <a:pt x="11736684" y="265238"/>
                  <a:pt x="11562163" y="310740"/>
                  <a:pt x="11562163" y="436971"/>
                </a:cubicBezTo>
                <a:cubicBezTo>
                  <a:pt x="11562163" y="486876"/>
                  <a:pt x="11592961" y="533846"/>
                  <a:pt x="11639891" y="551459"/>
                </a:cubicBezTo>
                <a:cubicBezTo>
                  <a:pt x="11666289" y="561734"/>
                  <a:pt x="11692687" y="561734"/>
                  <a:pt x="11719085" y="552927"/>
                </a:cubicBezTo>
                <a:cubicBezTo>
                  <a:pt x="11730818" y="549258"/>
                  <a:pt x="11741450" y="543753"/>
                  <a:pt x="11751166" y="536965"/>
                </a:cubicBezTo>
                <a:lnTo>
                  <a:pt x="11777548" y="513474"/>
                </a:lnTo>
                <a:lnTo>
                  <a:pt x="11770504" y="536398"/>
                </a:lnTo>
                <a:cubicBezTo>
                  <a:pt x="11758809" y="558154"/>
                  <a:pt x="11734320" y="574953"/>
                  <a:pt x="11705703" y="579359"/>
                </a:cubicBezTo>
                <a:cubicBezTo>
                  <a:pt x="11714508" y="588171"/>
                  <a:pt x="11735054" y="594046"/>
                  <a:pt x="11760002" y="594046"/>
                </a:cubicBezTo>
                <a:cubicBezTo>
                  <a:pt x="11805495" y="594046"/>
                  <a:pt x="11861261" y="580827"/>
                  <a:pt x="11889144" y="551453"/>
                </a:cubicBezTo>
                <a:cubicBezTo>
                  <a:pt x="11850989" y="552921"/>
                  <a:pt x="11826041" y="527953"/>
                  <a:pt x="11824573" y="494172"/>
                </a:cubicBezTo>
                <a:cubicBezTo>
                  <a:pt x="11842183" y="516203"/>
                  <a:pt x="11864196" y="525016"/>
                  <a:pt x="11889144" y="525016"/>
                </a:cubicBezTo>
                <a:cubicBezTo>
                  <a:pt x="11927667" y="525016"/>
                  <a:pt x="11960411" y="501057"/>
                  <a:pt x="11974376" y="467391"/>
                </a:cubicBezTo>
                <a:lnTo>
                  <a:pt x="11981591" y="431058"/>
                </a:lnTo>
                <a:lnTo>
                  <a:pt x="11981599" y="431100"/>
                </a:lnTo>
                <a:lnTo>
                  <a:pt x="11981599" y="431017"/>
                </a:lnTo>
                <a:lnTo>
                  <a:pt x="11981599" y="428164"/>
                </a:lnTo>
                <a:cubicBezTo>
                  <a:pt x="11981599" y="369452"/>
                  <a:pt x="11952268" y="319547"/>
                  <a:pt x="11909738" y="279916"/>
                </a:cubicBezTo>
                <a:cubicBezTo>
                  <a:pt x="11877473" y="249092"/>
                  <a:pt x="11837876" y="227075"/>
                  <a:pt x="11796813" y="209461"/>
                </a:cubicBezTo>
                <a:cubicBezTo>
                  <a:pt x="11793879" y="207994"/>
                  <a:pt x="11790946" y="206526"/>
                  <a:pt x="11786547" y="205058"/>
                </a:cubicBezTo>
                <a:close/>
                <a:moveTo>
                  <a:pt x="0" y="0"/>
                </a:moveTo>
                <a:lnTo>
                  <a:pt x="12192000" y="0"/>
                </a:lnTo>
                <a:lnTo>
                  <a:pt x="12192000" y="6858000"/>
                </a:lnTo>
                <a:lnTo>
                  <a:pt x="0" y="6858000"/>
                </a:lnTo>
                <a:close/>
              </a:path>
            </a:pathLst>
          </a:custGeom>
        </p:spPr>
        <p:txBody>
          <a:bodyPr wrap="square">
            <a:noAutofit/>
          </a:bodyPr>
          <a:lstStyle>
            <a:lvl1pPr>
              <a:defRPr>
                <a:solidFill>
                  <a:schemeClr val="bg2">
                    <a:lumMod val="50000"/>
                  </a:schemeClr>
                </a:solidFill>
              </a:defRPr>
            </a:lvl1pPr>
          </a:lstStyle>
          <a:p>
            <a:r>
              <a:rPr lang="en-US"/>
              <a:t>Click icon to add picture and arrange the picture in the background</a:t>
            </a:r>
            <a:endParaRPr lang="en-GB"/>
          </a:p>
        </p:txBody>
      </p:sp>
      <p:sp>
        <p:nvSpPr>
          <p:cNvPr id="2" name="Title 1">
            <a:extLst>
              <a:ext uri="{FF2B5EF4-FFF2-40B4-BE49-F238E27FC236}">
                <a16:creationId xmlns:a16="http://schemas.microsoft.com/office/drawing/2014/main" id="{FDB0CAFF-8B20-4B52-A18C-BFD139761BF9}"/>
              </a:ext>
            </a:extLst>
          </p:cNvPr>
          <p:cNvSpPr>
            <a:spLocks noGrp="1"/>
          </p:cNvSpPr>
          <p:nvPr>
            <p:ph type="title"/>
          </p:nvPr>
        </p:nvSpPr>
        <p:spPr>
          <a:xfrm>
            <a:off x="404813" y="1951673"/>
            <a:ext cx="4562475" cy="2954655"/>
          </a:xfrm>
        </p:spPr>
        <p:txBody>
          <a:bodyPr vert="horz" wrap="square" lIns="72000" tIns="0" rIns="0" bIns="0" rtlCol="0" anchor="ctr">
            <a:spAutoFit/>
          </a:bodyPr>
          <a:lstStyle>
            <a:lvl1pPr>
              <a:lnSpc>
                <a:spcPct val="80000"/>
              </a:lnSpc>
              <a:defRPr lang="en-GB" sz="6000" dirty="0">
                <a:solidFill>
                  <a:schemeClr val="bg1"/>
                </a:solidFill>
              </a:defRPr>
            </a:lvl1pPr>
          </a:lstStyle>
          <a:p>
            <a:pPr lvl="0"/>
            <a:r>
              <a:rPr lang="en-US"/>
              <a:t>Click to edit Master title style</a:t>
            </a:r>
            <a:endParaRPr lang="en-GB"/>
          </a:p>
        </p:txBody>
      </p:sp>
    </p:spTree>
    <p:extLst>
      <p:ext uri="{BB962C8B-B14F-4D97-AF65-F5344CB8AC3E}">
        <p14:creationId xmlns:p14="http://schemas.microsoft.com/office/powerpoint/2010/main" val="385027615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Purple">
    <p:bg>
      <p:bgPr>
        <a:solidFill>
          <a:srgbClr val="2B0A3D"/>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9415048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Full picture white Pik">
    <p:bg>
      <p:bgPr>
        <a:solidFill>
          <a:schemeClr val="bg2"/>
        </a:solidFill>
        <a:effectLst/>
      </p:bgPr>
    </p:bg>
    <p:spTree>
      <p:nvGrpSpPr>
        <p:cNvPr id="1" name=""/>
        <p:cNvGrpSpPr/>
        <p:nvPr/>
      </p:nvGrpSpPr>
      <p:grpSpPr>
        <a:xfrm>
          <a:off x="0" y="0"/>
          <a:ext cx="0" cy="0"/>
          <a:chOff x="0" y="0"/>
          <a:chExt cx="0" cy="0"/>
        </a:xfrm>
      </p:grpSpPr>
      <p:sp>
        <p:nvSpPr>
          <p:cNvPr id="14" name="Picture Placeholder 13">
            <a:extLst>
              <a:ext uri="{FF2B5EF4-FFF2-40B4-BE49-F238E27FC236}">
                <a16:creationId xmlns:a16="http://schemas.microsoft.com/office/drawing/2014/main" id="{1EB2D5A7-8ABD-41FC-934A-8D0E9E07B98D}"/>
              </a:ext>
            </a:extLst>
          </p:cNvPr>
          <p:cNvSpPr>
            <a:spLocks noGrp="1"/>
          </p:cNvSpPr>
          <p:nvPr>
            <p:ph type="pic" sz="quarter" idx="13" hasCustomPrompt="1"/>
          </p:nvPr>
        </p:nvSpPr>
        <p:spPr>
          <a:xfrm>
            <a:off x="0" y="0"/>
            <a:ext cx="12192000" cy="6858000"/>
          </a:xfrm>
          <a:custGeom>
            <a:avLst/>
            <a:gdLst>
              <a:gd name="connsiteX0" fmla="*/ 11904137 w 12192000"/>
              <a:gd name="connsiteY0" fmla="*/ 374761 h 6858000"/>
              <a:gd name="connsiteX1" fmla="*/ 11851113 w 12192000"/>
              <a:gd name="connsiteY1" fmla="*/ 409256 h 6858000"/>
              <a:gd name="connsiteX2" fmla="*/ 11813853 w 12192000"/>
              <a:gd name="connsiteY2" fmla="*/ 476806 h 6858000"/>
              <a:gd name="connsiteX3" fmla="*/ 11772294 w 12192000"/>
              <a:gd name="connsiteY3" fmla="*/ 537171 h 6858000"/>
              <a:gd name="connsiteX4" fmla="*/ 11703507 w 12192000"/>
              <a:gd name="connsiteY4" fmla="*/ 580289 h 6858000"/>
              <a:gd name="connsiteX5" fmla="*/ 11747932 w 12192000"/>
              <a:gd name="connsiteY5" fmla="*/ 591787 h 6858000"/>
              <a:gd name="connsiteX6" fmla="*/ 11796656 w 12192000"/>
              <a:gd name="connsiteY6" fmla="*/ 587475 h 6858000"/>
              <a:gd name="connsiteX7" fmla="*/ 11879774 w 12192000"/>
              <a:gd name="connsiteY7" fmla="*/ 551544 h 6858000"/>
              <a:gd name="connsiteX8" fmla="*/ 11816719 w 12192000"/>
              <a:gd name="connsiteY8" fmla="*/ 494054 h 6858000"/>
              <a:gd name="connsiteX9" fmla="*/ 11904137 w 12192000"/>
              <a:gd name="connsiteY9" fmla="*/ 521361 h 6858000"/>
              <a:gd name="connsiteX10" fmla="*/ 11965759 w 12192000"/>
              <a:gd name="connsiteY10" fmla="*/ 460997 h 6858000"/>
              <a:gd name="connsiteX11" fmla="*/ 11964326 w 12192000"/>
              <a:gd name="connsiteY11" fmla="*/ 404944 h 6858000"/>
              <a:gd name="connsiteX12" fmla="*/ 11904137 w 12192000"/>
              <a:gd name="connsiteY12" fmla="*/ 374761 h 6858000"/>
              <a:gd name="connsiteX13" fmla="*/ 11779497 w 12192000"/>
              <a:gd name="connsiteY13" fmla="*/ 210928 h 6858000"/>
              <a:gd name="connsiteX14" fmla="*/ 11559747 w 12192000"/>
              <a:gd name="connsiteY14" fmla="*/ 439472 h 6858000"/>
              <a:gd name="connsiteX15" fmla="*/ 11635870 w 12192000"/>
              <a:gd name="connsiteY15" fmla="*/ 550150 h 6858000"/>
              <a:gd name="connsiteX16" fmla="*/ 11720610 w 12192000"/>
              <a:gd name="connsiteY16" fmla="*/ 545838 h 6858000"/>
              <a:gd name="connsiteX17" fmla="*/ 11780933 w 12192000"/>
              <a:gd name="connsiteY17" fmla="*/ 489780 h 6858000"/>
              <a:gd name="connsiteX18" fmla="*/ 11826894 w 12192000"/>
              <a:gd name="connsiteY18" fmla="*/ 413599 h 6858000"/>
              <a:gd name="connsiteX19" fmla="*/ 11888654 w 12192000"/>
              <a:gd name="connsiteY19" fmla="*/ 361853 h 6858000"/>
              <a:gd name="connsiteX20" fmla="*/ 11963340 w 12192000"/>
              <a:gd name="connsiteY20" fmla="*/ 380539 h 6858000"/>
              <a:gd name="connsiteX21" fmla="*/ 11900144 w 12192000"/>
              <a:gd name="connsiteY21" fmla="*/ 284235 h 6858000"/>
              <a:gd name="connsiteX22" fmla="*/ 11789551 w 12192000"/>
              <a:gd name="connsiteY22" fmla="*/ 215240 h 6858000"/>
              <a:gd name="connsiteX23" fmla="*/ 11779497 w 12192000"/>
              <a:gd name="connsiteY23" fmla="*/ 210928 h 6858000"/>
              <a:gd name="connsiteX24" fmla="*/ 0 w 12192000"/>
              <a:gd name="connsiteY24" fmla="*/ 0 h 6858000"/>
              <a:gd name="connsiteX25" fmla="*/ 12192000 w 12192000"/>
              <a:gd name="connsiteY25" fmla="*/ 0 h 6858000"/>
              <a:gd name="connsiteX26" fmla="*/ 12192000 w 12192000"/>
              <a:gd name="connsiteY26" fmla="*/ 6858000 h 6858000"/>
              <a:gd name="connsiteX27" fmla="*/ 0 w 12192000"/>
              <a:gd name="connsiteY2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2192000" h="6858000">
                <a:moveTo>
                  <a:pt x="11904137" y="374761"/>
                </a:moveTo>
                <a:cubicBezTo>
                  <a:pt x="11881208" y="376199"/>
                  <a:pt x="11864011" y="390571"/>
                  <a:pt x="11851113" y="409256"/>
                </a:cubicBezTo>
                <a:cubicBezTo>
                  <a:pt x="11835349" y="429377"/>
                  <a:pt x="11825318" y="453810"/>
                  <a:pt x="11813853" y="476806"/>
                </a:cubicBezTo>
                <a:cubicBezTo>
                  <a:pt x="11802389" y="498365"/>
                  <a:pt x="11789491" y="518487"/>
                  <a:pt x="11772294" y="537171"/>
                </a:cubicBezTo>
                <a:cubicBezTo>
                  <a:pt x="11753664" y="557293"/>
                  <a:pt x="11730735" y="573103"/>
                  <a:pt x="11703507" y="580289"/>
                </a:cubicBezTo>
                <a:cubicBezTo>
                  <a:pt x="11716405" y="588912"/>
                  <a:pt x="11733601" y="591787"/>
                  <a:pt x="11747932" y="591787"/>
                </a:cubicBezTo>
                <a:cubicBezTo>
                  <a:pt x="11763696" y="593224"/>
                  <a:pt x="11780893" y="590350"/>
                  <a:pt x="11796656" y="587475"/>
                </a:cubicBezTo>
                <a:cubicBezTo>
                  <a:pt x="11826751" y="583163"/>
                  <a:pt x="11858278" y="573103"/>
                  <a:pt x="11879774" y="551544"/>
                </a:cubicBezTo>
                <a:cubicBezTo>
                  <a:pt x="11845381" y="551544"/>
                  <a:pt x="11818153" y="528548"/>
                  <a:pt x="11816719" y="494054"/>
                </a:cubicBezTo>
                <a:cubicBezTo>
                  <a:pt x="11838216" y="519924"/>
                  <a:pt x="11871176" y="529985"/>
                  <a:pt x="11904137" y="521361"/>
                </a:cubicBezTo>
                <a:cubicBezTo>
                  <a:pt x="11932798" y="512738"/>
                  <a:pt x="11957160" y="489742"/>
                  <a:pt x="11965759" y="460997"/>
                </a:cubicBezTo>
                <a:cubicBezTo>
                  <a:pt x="11971491" y="442312"/>
                  <a:pt x="11972924" y="423628"/>
                  <a:pt x="11964326" y="404944"/>
                </a:cubicBezTo>
                <a:cubicBezTo>
                  <a:pt x="11952861" y="383385"/>
                  <a:pt x="11928499" y="373324"/>
                  <a:pt x="11904137" y="374761"/>
                </a:cubicBezTo>
                <a:close/>
                <a:moveTo>
                  <a:pt x="11779497" y="210928"/>
                </a:moveTo>
                <a:cubicBezTo>
                  <a:pt x="11730664" y="271298"/>
                  <a:pt x="11559747" y="314420"/>
                  <a:pt x="11559747" y="439472"/>
                </a:cubicBezTo>
                <a:cubicBezTo>
                  <a:pt x="11559747" y="486906"/>
                  <a:pt x="11589909" y="532902"/>
                  <a:pt x="11635870" y="550150"/>
                </a:cubicBezTo>
                <a:cubicBezTo>
                  <a:pt x="11663159" y="560212"/>
                  <a:pt x="11693320" y="558775"/>
                  <a:pt x="11720610" y="545838"/>
                </a:cubicBezTo>
                <a:cubicBezTo>
                  <a:pt x="11746463" y="534339"/>
                  <a:pt x="11765134" y="514216"/>
                  <a:pt x="11780933" y="489780"/>
                </a:cubicBezTo>
                <a:cubicBezTo>
                  <a:pt x="11798168" y="465345"/>
                  <a:pt x="11811095" y="439472"/>
                  <a:pt x="11826894" y="413599"/>
                </a:cubicBezTo>
                <a:cubicBezTo>
                  <a:pt x="11841257" y="390601"/>
                  <a:pt x="11861365" y="367603"/>
                  <a:pt x="11888654" y="361853"/>
                </a:cubicBezTo>
                <a:cubicBezTo>
                  <a:pt x="11914507" y="354666"/>
                  <a:pt x="11944668" y="361853"/>
                  <a:pt x="11963340" y="380539"/>
                </a:cubicBezTo>
                <a:cubicBezTo>
                  <a:pt x="11951850" y="343167"/>
                  <a:pt x="11930306" y="311545"/>
                  <a:pt x="11900144" y="284235"/>
                </a:cubicBezTo>
                <a:cubicBezTo>
                  <a:pt x="11867110" y="254050"/>
                  <a:pt x="11829767" y="232489"/>
                  <a:pt x="11789551" y="215240"/>
                </a:cubicBezTo>
                <a:cubicBezTo>
                  <a:pt x="11786678" y="213803"/>
                  <a:pt x="11782369" y="212365"/>
                  <a:pt x="11779497" y="210928"/>
                </a:cubicBezTo>
                <a:close/>
                <a:moveTo>
                  <a:pt x="0" y="0"/>
                </a:moveTo>
                <a:lnTo>
                  <a:pt x="12192000" y="0"/>
                </a:lnTo>
                <a:lnTo>
                  <a:pt x="12192000" y="6858000"/>
                </a:lnTo>
                <a:lnTo>
                  <a:pt x="0" y="6858000"/>
                </a:lnTo>
                <a:close/>
              </a:path>
            </a:pathLst>
          </a:custGeom>
          <a:solidFill>
            <a:schemeClr val="accent4"/>
          </a:solidFill>
        </p:spPr>
        <p:txBody>
          <a:bodyPr wrap="square">
            <a:noAutofit/>
          </a:bodyPr>
          <a:lstStyle>
            <a:lvl1pPr>
              <a:defRPr>
                <a:solidFill>
                  <a:schemeClr val="bg2">
                    <a:lumMod val="50000"/>
                  </a:schemeClr>
                </a:solidFill>
              </a:defRPr>
            </a:lvl1pPr>
          </a:lstStyle>
          <a:p>
            <a:r>
              <a:rPr lang="de-DE"/>
              <a:t>Insert Picture and send </a:t>
            </a:r>
            <a:r>
              <a:rPr lang="de-DE" err="1"/>
              <a:t>to</a:t>
            </a:r>
            <a:r>
              <a:rPr lang="de-DE"/>
              <a:t> back</a:t>
            </a:r>
          </a:p>
        </p:txBody>
      </p:sp>
      <p:grpSp>
        <p:nvGrpSpPr>
          <p:cNvPr id="5" name="Group 37">
            <a:extLst>
              <a:ext uri="{FF2B5EF4-FFF2-40B4-BE49-F238E27FC236}">
                <a16:creationId xmlns:a16="http://schemas.microsoft.com/office/drawing/2014/main" id="{175605CD-31A1-4F5E-8CC8-FA82332DB3A0}"/>
              </a:ext>
            </a:extLst>
          </p:cNvPr>
          <p:cNvGrpSpPr/>
          <p:nvPr userDrawn="1"/>
        </p:nvGrpSpPr>
        <p:grpSpPr>
          <a:xfrm>
            <a:off x="11562864" y="207688"/>
            <a:ext cx="418487" cy="387209"/>
            <a:chOff x="5481638" y="2859088"/>
            <a:chExt cx="1231900" cy="1139825"/>
          </a:xfrm>
          <a:solidFill>
            <a:schemeClr val="bg1"/>
          </a:solidFill>
        </p:grpSpPr>
        <p:sp>
          <p:nvSpPr>
            <p:cNvPr id="6" name="Freeform 320">
              <a:extLst>
                <a:ext uri="{FF2B5EF4-FFF2-40B4-BE49-F238E27FC236}">
                  <a16:creationId xmlns:a16="http://schemas.microsoft.com/office/drawing/2014/main" id="{AE5DD593-FDBD-4A70-83DE-64E2F0ED00BB}"/>
                </a:ext>
              </a:extLst>
            </p:cNvPr>
            <p:cNvSpPr>
              <a:spLocks/>
            </p:cNvSpPr>
            <p:nvPr userDrawn="1"/>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7" name="Freeform 321">
              <a:extLst>
                <a:ext uri="{FF2B5EF4-FFF2-40B4-BE49-F238E27FC236}">
                  <a16:creationId xmlns:a16="http://schemas.microsoft.com/office/drawing/2014/main" id="{5E1F1E46-28BC-4B11-9A4D-30E587571815}"/>
                </a:ext>
              </a:extLst>
            </p:cNvPr>
            <p:cNvSpPr>
              <a:spLocks/>
            </p:cNvSpPr>
            <p:nvPr userDrawn="1"/>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239537054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Full picture blue Pik">
    <p:bg>
      <p:bgPr>
        <a:solidFill>
          <a:schemeClr val="bg2"/>
        </a:solidFill>
        <a:effectLst/>
      </p:bgPr>
    </p:bg>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0B335D29-1EFC-4491-AD11-74BC952F53E5}"/>
              </a:ext>
            </a:extLst>
          </p:cNvPr>
          <p:cNvSpPr>
            <a:spLocks noGrp="1"/>
          </p:cNvSpPr>
          <p:nvPr>
            <p:ph type="pic" sz="quarter" idx="13" hasCustomPrompt="1"/>
          </p:nvPr>
        </p:nvSpPr>
        <p:spPr>
          <a:xfrm>
            <a:off x="0" y="0"/>
            <a:ext cx="12192000" cy="6858000"/>
          </a:xfrm>
          <a:custGeom>
            <a:avLst/>
            <a:gdLst>
              <a:gd name="connsiteX0" fmla="*/ 11785528 w 12192000"/>
              <a:gd name="connsiteY0" fmla="*/ 202927 h 6858000"/>
              <a:gd name="connsiteX1" fmla="*/ 11561144 w 12192000"/>
              <a:gd name="connsiteY1" fmla="*/ 434840 h 6858000"/>
              <a:gd name="connsiteX2" fmla="*/ 11638872 w 12192000"/>
              <a:gd name="connsiteY2" fmla="*/ 549328 h 6858000"/>
              <a:gd name="connsiteX3" fmla="*/ 11718066 w 12192000"/>
              <a:gd name="connsiteY3" fmla="*/ 550796 h 6858000"/>
              <a:gd name="connsiteX4" fmla="*/ 11750147 w 12192000"/>
              <a:gd name="connsiteY4" fmla="*/ 534834 h 6858000"/>
              <a:gd name="connsiteX5" fmla="*/ 11776529 w 12192000"/>
              <a:gd name="connsiteY5" fmla="*/ 511343 h 6858000"/>
              <a:gd name="connsiteX6" fmla="*/ 11769485 w 12192000"/>
              <a:gd name="connsiteY6" fmla="*/ 534267 h 6858000"/>
              <a:gd name="connsiteX7" fmla="*/ 11704684 w 12192000"/>
              <a:gd name="connsiteY7" fmla="*/ 577228 h 6858000"/>
              <a:gd name="connsiteX8" fmla="*/ 11758983 w 12192000"/>
              <a:gd name="connsiteY8" fmla="*/ 591915 h 6858000"/>
              <a:gd name="connsiteX9" fmla="*/ 11888125 w 12192000"/>
              <a:gd name="connsiteY9" fmla="*/ 549322 h 6858000"/>
              <a:gd name="connsiteX10" fmla="*/ 11823554 w 12192000"/>
              <a:gd name="connsiteY10" fmla="*/ 492041 h 6858000"/>
              <a:gd name="connsiteX11" fmla="*/ 11888125 w 12192000"/>
              <a:gd name="connsiteY11" fmla="*/ 522885 h 6858000"/>
              <a:gd name="connsiteX12" fmla="*/ 11973357 w 12192000"/>
              <a:gd name="connsiteY12" fmla="*/ 465260 h 6858000"/>
              <a:gd name="connsiteX13" fmla="*/ 11980572 w 12192000"/>
              <a:gd name="connsiteY13" fmla="*/ 428927 h 6858000"/>
              <a:gd name="connsiteX14" fmla="*/ 11980580 w 12192000"/>
              <a:gd name="connsiteY14" fmla="*/ 428969 h 6858000"/>
              <a:gd name="connsiteX15" fmla="*/ 11980580 w 12192000"/>
              <a:gd name="connsiteY15" fmla="*/ 428886 h 6858000"/>
              <a:gd name="connsiteX16" fmla="*/ 11980580 w 12192000"/>
              <a:gd name="connsiteY16" fmla="*/ 426033 h 6858000"/>
              <a:gd name="connsiteX17" fmla="*/ 11908719 w 12192000"/>
              <a:gd name="connsiteY17" fmla="*/ 277785 h 6858000"/>
              <a:gd name="connsiteX18" fmla="*/ 11795794 w 12192000"/>
              <a:gd name="connsiteY18" fmla="*/ 207330 h 6858000"/>
              <a:gd name="connsiteX19" fmla="*/ 11785528 w 12192000"/>
              <a:gd name="connsiteY19" fmla="*/ 202927 h 6858000"/>
              <a:gd name="connsiteX20" fmla="*/ 0 w 12192000"/>
              <a:gd name="connsiteY20" fmla="*/ 0 h 6858000"/>
              <a:gd name="connsiteX21" fmla="*/ 12192000 w 12192000"/>
              <a:gd name="connsiteY21" fmla="*/ 0 h 6858000"/>
              <a:gd name="connsiteX22" fmla="*/ 12192000 w 12192000"/>
              <a:gd name="connsiteY22" fmla="*/ 6858000 h 6858000"/>
              <a:gd name="connsiteX23" fmla="*/ 0 w 12192000"/>
              <a:gd name="connsiteY2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2192000" h="6858000">
                <a:moveTo>
                  <a:pt x="11785528" y="202927"/>
                </a:moveTo>
                <a:cubicBezTo>
                  <a:pt x="11735665" y="263107"/>
                  <a:pt x="11561144" y="308609"/>
                  <a:pt x="11561144" y="434840"/>
                </a:cubicBezTo>
                <a:cubicBezTo>
                  <a:pt x="11561144" y="484745"/>
                  <a:pt x="11591942" y="531715"/>
                  <a:pt x="11638872" y="549328"/>
                </a:cubicBezTo>
                <a:cubicBezTo>
                  <a:pt x="11665270" y="559603"/>
                  <a:pt x="11691668" y="559603"/>
                  <a:pt x="11718066" y="550796"/>
                </a:cubicBezTo>
                <a:cubicBezTo>
                  <a:pt x="11729799" y="547127"/>
                  <a:pt x="11740431" y="541622"/>
                  <a:pt x="11750147" y="534834"/>
                </a:cubicBezTo>
                <a:lnTo>
                  <a:pt x="11776529" y="511343"/>
                </a:lnTo>
                <a:lnTo>
                  <a:pt x="11769485" y="534267"/>
                </a:lnTo>
                <a:cubicBezTo>
                  <a:pt x="11757790" y="556023"/>
                  <a:pt x="11733301" y="572822"/>
                  <a:pt x="11704684" y="577228"/>
                </a:cubicBezTo>
                <a:cubicBezTo>
                  <a:pt x="11713489" y="586040"/>
                  <a:pt x="11734035" y="591915"/>
                  <a:pt x="11758983" y="591915"/>
                </a:cubicBezTo>
                <a:cubicBezTo>
                  <a:pt x="11804476" y="591915"/>
                  <a:pt x="11860242" y="578696"/>
                  <a:pt x="11888125" y="549322"/>
                </a:cubicBezTo>
                <a:cubicBezTo>
                  <a:pt x="11849970" y="550790"/>
                  <a:pt x="11825022" y="525822"/>
                  <a:pt x="11823554" y="492041"/>
                </a:cubicBezTo>
                <a:cubicBezTo>
                  <a:pt x="11841164" y="514072"/>
                  <a:pt x="11863177" y="522885"/>
                  <a:pt x="11888125" y="522885"/>
                </a:cubicBezTo>
                <a:cubicBezTo>
                  <a:pt x="11926648" y="522885"/>
                  <a:pt x="11959392" y="498926"/>
                  <a:pt x="11973357" y="465260"/>
                </a:cubicBezTo>
                <a:lnTo>
                  <a:pt x="11980572" y="428927"/>
                </a:lnTo>
                <a:lnTo>
                  <a:pt x="11980580" y="428969"/>
                </a:lnTo>
                <a:lnTo>
                  <a:pt x="11980580" y="428886"/>
                </a:lnTo>
                <a:lnTo>
                  <a:pt x="11980580" y="426033"/>
                </a:lnTo>
                <a:cubicBezTo>
                  <a:pt x="11980580" y="367321"/>
                  <a:pt x="11951249" y="317416"/>
                  <a:pt x="11908719" y="277785"/>
                </a:cubicBezTo>
                <a:cubicBezTo>
                  <a:pt x="11876454" y="246961"/>
                  <a:pt x="11836857" y="224944"/>
                  <a:pt x="11795794" y="207330"/>
                </a:cubicBezTo>
                <a:cubicBezTo>
                  <a:pt x="11792860" y="205863"/>
                  <a:pt x="11789927" y="204395"/>
                  <a:pt x="11785528" y="202927"/>
                </a:cubicBezTo>
                <a:close/>
                <a:moveTo>
                  <a:pt x="0" y="0"/>
                </a:moveTo>
                <a:lnTo>
                  <a:pt x="12192000" y="0"/>
                </a:lnTo>
                <a:lnTo>
                  <a:pt x="12192000" y="6858000"/>
                </a:lnTo>
                <a:lnTo>
                  <a:pt x="0" y="6858000"/>
                </a:lnTo>
                <a:close/>
              </a:path>
            </a:pathLst>
          </a:custGeom>
          <a:solidFill>
            <a:schemeClr val="bg2"/>
          </a:solidFill>
        </p:spPr>
        <p:txBody>
          <a:bodyPr wrap="square">
            <a:noAutofit/>
          </a:bodyPr>
          <a:lstStyle>
            <a:lvl1pPr>
              <a:defRPr>
                <a:solidFill>
                  <a:schemeClr val="bg2">
                    <a:lumMod val="50000"/>
                  </a:schemeClr>
                </a:solidFill>
              </a:defRPr>
            </a:lvl1pPr>
          </a:lstStyle>
          <a:p>
            <a:r>
              <a:rPr lang="de-DE"/>
              <a:t>Insert Picture and send </a:t>
            </a:r>
            <a:r>
              <a:rPr lang="de-DE" err="1"/>
              <a:t>to</a:t>
            </a:r>
            <a:r>
              <a:rPr lang="de-DE"/>
              <a:t> back</a:t>
            </a:r>
          </a:p>
        </p:txBody>
      </p:sp>
    </p:spTree>
    <p:extLst>
      <p:ext uri="{BB962C8B-B14F-4D97-AF65-F5344CB8AC3E}">
        <p14:creationId xmlns:p14="http://schemas.microsoft.com/office/powerpoint/2010/main" val="345951295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p:cSld name="Final Slide 1">
    <p:bg>
      <p:bgPr>
        <a:solidFill>
          <a:srgbClr val="272936"/>
        </a:solidFill>
        <a:effectLst/>
      </p:bgPr>
    </p:bg>
    <p:spTree>
      <p:nvGrpSpPr>
        <p:cNvPr id="1" name=""/>
        <p:cNvGrpSpPr/>
        <p:nvPr/>
      </p:nvGrpSpPr>
      <p:grpSpPr>
        <a:xfrm>
          <a:off x="0" y="0"/>
          <a:ext cx="0" cy="0"/>
          <a:chOff x="0" y="0"/>
          <a:chExt cx="0" cy="0"/>
        </a:xfrm>
      </p:grpSpPr>
      <p:pic>
        <p:nvPicPr>
          <p:cNvPr id="17" name="Picture 2" descr="D:\My Work\Template\Icons\Social Media\LinkedIN.png">
            <a:hlinkClick r:id="rId2"/>
          </p:cNvPr>
          <p:cNvPicPr>
            <a:picLocks noChangeAspect="1" noChangeArrowheads="1"/>
          </p:cNvPicPr>
          <p:nvPr/>
        </p:nvPicPr>
        <p:blipFill>
          <a:blip r:embed="rId3" cstate="print"/>
          <a:srcRect/>
          <a:stretch>
            <a:fillRect/>
          </a:stretch>
        </p:blipFill>
        <p:spPr bwMode="auto">
          <a:xfrm>
            <a:off x="810097" y="4968013"/>
            <a:ext cx="333195" cy="333195"/>
          </a:xfrm>
          <a:prstGeom prst="rect">
            <a:avLst/>
          </a:prstGeom>
          <a:noFill/>
        </p:spPr>
      </p:pic>
      <p:pic>
        <p:nvPicPr>
          <p:cNvPr id="18" name="Picture 4" descr="D:\My Work\Template\Icons\Social Media\SlideShare.png">
            <a:hlinkClick r:id="rId4"/>
          </p:cNvPr>
          <p:cNvPicPr>
            <a:picLocks noChangeAspect="1" noChangeArrowheads="1"/>
          </p:cNvPicPr>
          <p:nvPr/>
        </p:nvPicPr>
        <p:blipFill>
          <a:blip r:embed="rId5" cstate="print"/>
          <a:srcRect/>
          <a:stretch>
            <a:fillRect/>
          </a:stretch>
        </p:blipFill>
        <p:spPr bwMode="auto">
          <a:xfrm>
            <a:off x="1193474" y="4968013"/>
            <a:ext cx="333195" cy="333195"/>
          </a:xfrm>
          <a:prstGeom prst="rect">
            <a:avLst/>
          </a:prstGeom>
          <a:noFill/>
        </p:spPr>
      </p:pic>
      <p:pic>
        <p:nvPicPr>
          <p:cNvPr id="19" name="Picture 5" descr="D:\My Work\Template\Icons\Social Media\Twitter.png">
            <a:hlinkClick r:id="rId6"/>
          </p:cNvPr>
          <p:cNvPicPr>
            <a:picLocks noChangeAspect="1" noChangeArrowheads="1"/>
          </p:cNvPicPr>
          <p:nvPr/>
        </p:nvPicPr>
        <p:blipFill>
          <a:blip r:embed="rId7" cstate="print"/>
          <a:srcRect/>
          <a:stretch>
            <a:fillRect/>
          </a:stretch>
        </p:blipFill>
        <p:spPr bwMode="auto">
          <a:xfrm>
            <a:off x="1576851" y="4968013"/>
            <a:ext cx="333195" cy="333195"/>
          </a:xfrm>
          <a:prstGeom prst="rect">
            <a:avLst/>
          </a:prstGeom>
          <a:noFill/>
        </p:spPr>
      </p:pic>
      <p:pic>
        <p:nvPicPr>
          <p:cNvPr id="20" name="Picture 6" descr="D:\My Work\Template\Icons\Social Media\YouTube.png">
            <a:hlinkClick r:id="rId8"/>
          </p:cNvPr>
          <p:cNvPicPr>
            <a:picLocks noChangeAspect="1" noChangeArrowheads="1"/>
          </p:cNvPicPr>
          <p:nvPr/>
        </p:nvPicPr>
        <p:blipFill>
          <a:blip r:embed="rId9" cstate="print"/>
          <a:srcRect/>
          <a:stretch>
            <a:fillRect/>
          </a:stretch>
        </p:blipFill>
        <p:spPr bwMode="auto">
          <a:xfrm>
            <a:off x="1960227" y="4968013"/>
            <a:ext cx="333195" cy="333195"/>
          </a:xfrm>
          <a:prstGeom prst="rect">
            <a:avLst/>
          </a:prstGeom>
          <a:noFill/>
        </p:spPr>
      </p:pic>
      <p:pic>
        <p:nvPicPr>
          <p:cNvPr id="21" name="Picture 7" descr="D:\My Work\Template\Icons\Social Media\Facebook.png">
            <a:hlinkClick r:id="rId10"/>
          </p:cNvPr>
          <p:cNvPicPr>
            <a:picLocks noChangeAspect="1" noChangeArrowheads="1"/>
          </p:cNvPicPr>
          <p:nvPr/>
        </p:nvPicPr>
        <p:blipFill>
          <a:blip r:embed="rId11" cstate="print"/>
          <a:srcRect/>
          <a:stretch>
            <a:fillRect/>
          </a:stretch>
        </p:blipFill>
        <p:spPr bwMode="auto">
          <a:xfrm>
            <a:off x="426720" y="4968013"/>
            <a:ext cx="333195" cy="333195"/>
          </a:xfrm>
          <a:prstGeom prst="rect">
            <a:avLst/>
          </a:prstGeom>
          <a:noFill/>
        </p:spPr>
      </p:pic>
      <p:sp>
        <p:nvSpPr>
          <p:cNvPr id="23" name="Rectangle 22"/>
          <p:cNvSpPr/>
          <p:nvPr/>
        </p:nvSpPr>
        <p:spPr>
          <a:xfrm>
            <a:off x="426720" y="5810190"/>
            <a:ext cx="3293016" cy="400110"/>
          </a:xfrm>
          <a:prstGeom prst="rect">
            <a:avLst/>
          </a:prstGeom>
        </p:spPr>
        <p:txBody>
          <a:bodyPr wrap="square" lIns="0" tIns="0" rIns="0" bIns="0" anchor="b" anchorCtr="0">
            <a:spAutoFit/>
          </a:bodyPr>
          <a:lstStyle/>
          <a:p>
            <a:pPr>
              <a:spcAft>
                <a:spcPts val="600"/>
              </a:spcAft>
            </a:pPr>
            <a:r>
              <a:rPr lang="en-US" sz="700" noProof="0">
                <a:solidFill>
                  <a:schemeClr val="bg1"/>
                </a:solidFill>
                <a:latin typeface="Ubuntu" panose="020B0504030602030204" pitchFamily="34" charset="0"/>
                <a:cs typeface="Arial"/>
              </a:rPr>
              <a:t>This presentation contains information that may be privileged or confidential and is the property of the Capgemini Group.</a:t>
            </a:r>
          </a:p>
          <a:p>
            <a:pPr>
              <a:spcAft>
                <a:spcPts val="600"/>
              </a:spcAft>
            </a:pPr>
            <a:r>
              <a:rPr lang="en-US" sz="700" noProof="0">
                <a:solidFill>
                  <a:schemeClr val="bg1"/>
                </a:solidFill>
                <a:latin typeface="Ubuntu" panose="020B0504030602030204" pitchFamily="34" charset="0"/>
                <a:cs typeface="Arial"/>
              </a:rPr>
              <a:t>Copyright © 2023 Capgemini. All rights reserved.</a:t>
            </a:r>
          </a:p>
        </p:txBody>
      </p:sp>
      <p:pic>
        <p:nvPicPr>
          <p:cNvPr id="28" name="Image 27">
            <a:extLst>
              <a:ext uri="{FF2B5EF4-FFF2-40B4-BE49-F238E27FC236}">
                <a16:creationId xmlns:a16="http://schemas.microsoft.com/office/drawing/2014/main" id="{CFD4BD67-7A96-4F02-AD8B-7157189FD651}"/>
              </a:ext>
            </a:extLst>
          </p:cNvPr>
          <p:cNvPicPr>
            <a:picLocks noChangeAspect="1"/>
          </p:cNvPicPr>
          <p:nvPr userDrawn="1"/>
        </p:nvPicPr>
        <p:blipFill>
          <a:blip r:embed="rId12">
            <a:extLst>
              <a:ext uri="{28A0092B-C50C-407E-A947-70E740481C1C}">
                <a14:useLocalDpi xmlns:a14="http://schemas.microsoft.com/office/drawing/2010/main" val="0"/>
              </a:ext>
            </a:extLst>
          </a:blip>
          <a:stretch>
            <a:fillRect/>
          </a:stretch>
        </p:blipFill>
        <p:spPr>
          <a:xfrm rot="1808368" flipV="1">
            <a:off x="3661091" y="-1184328"/>
            <a:ext cx="10604299" cy="7497656"/>
          </a:xfrm>
          <a:prstGeom prst="rect">
            <a:avLst/>
          </a:prstGeom>
        </p:spPr>
      </p:pic>
      <p:sp>
        <p:nvSpPr>
          <p:cNvPr id="14" name="Rectangle 13"/>
          <p:cNvSpPr/>
          <p:nvPr/>
        </p:nvSpPr>
        <p:spPr>
          <a:xfrm>
            <a:off x="6536185" y="3318394"/>
            <a:ext cx="4638213" cy="149363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lvl="0" algn="just"/>
            <a:r>
              <a:rPr lang="en-US" sz="900">
                <a:solidFill>
                  <a:schemeClr val="bg1"/>
                </a:solidFill>
                <a:effectLst/>
                <a:latin typeface="Ubuntu" panose="020B0504030602030204" pitchFamily="34" charset="0"/>
              </a:rPr>
              <a:t>Capgemini is a global leader in partnering with companies to transform and manage their business by harnessing the power of technology. The Group is guided everyday by its purpose of unleashing human energy through technology for an inclusive and sustainable future. It is a responsible and diverse organization of over 325,000 team members more than 50 countries. With its strong 55-year heritage and deep industry expertise, Capgemini is trusted by its clients to address the entire breadth of their business needs, from strategy and design to operations, fueled by the fast evolving and innovative world of cloud, data, AI, connectivity, software, digital engineering and platforms. The Group reported in 2021 global revenues of €18 billion.</a:t>
            </a:r>
          </a:p>
        </p:txBody>
      </p:sp>
      <p:sp>
        <p:nvSpPr>
          <p:cNvPr id="15" name="Rectangle 14"/>
          <p:cNvSpPr/>
          <p:nvPr/>
        </p:nvSpPr>
        <p:spPr>
          <a:xfrm>
            <a:off x="6536184" y="2939130"/>
            <a:ext cx="2219960" cy="22961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nSpc>
                <a:spcPts val="2000"/>
              </a:lnSpc>
            </a:pPr>
            <a:r>
              <a:rPr lang="en-US" sz="1400">
                <a:solidFill>
                  <a:schemeClr val="bg1"/>
                </a:solidFill>
                <a:latin typeface="Ubuntu" panose="020B0504030602030204" pitchFamily="34" charset="0"/>
              </a:rPr>
              <a:t>About Capgemini</a:t>
            </a:r>
          </a:p>
        </p:txBody>
      </p:sp>
      <p:sp>
        <p:nvSpPr>
          <p:cNvPr id="16" name="Rectangle 15"/>
          <p:cNvSpPr/>
          <p:nvPr/>
        </p:nvSpPr>
        <p:spPr>
          <a:xfrm>
            <a:off x="6536184" y="4893914"/>
            <a:ext cx="4345176"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GB" sz="900">
                <a:solidFill>
                  <a:schemeClr val="bg1"/>
                </a:solidFill>
                <a:effectLst/>
                <a:latin typeface="Ubuntu" panose="020B0504030602030204" pitchFamily="34" charset="0"/>
              </a:rPr>
              <a:t>Get the Future You Want </a:t>
            </a:r>
            <a:r>
              <a:rPr lang="en-US" sz="900">
                <a:solidFill>
                  <a:schemeClr val="bg1"/>
                </a:solidFill>
                <a:effectLst/>
                <a:latin typeface="Ubuntu" panose="020B0504030602030204" pitchFamily="34" charset="0"/>
              </a:rPr>
              <a:t>|</a:t>
            </a:r>
            <a:r>
              <a:rPr lang="en-GB" sz="900">
                <a:solidFill>
                  <a:schemeClr val="bg1"/>
                </a:solidFill>
                <a:effectLst/>
                <a:latin typeface="Ubuntu" panose="020B0504030602030204" pitchFamily="34" charset="0"/>
              </a:rPr>
              <a:t> </a:t>
            </a:r>
            <a:r>
              <a:rPr lang="en-US" sz="1050">
                <a:solidFill>
                  <a:schemeClr val="accent2"/>
                </a:solidFill>
                <a:latin typeface="Ubuntu" panose="020B0504030602030204" pitchFamily="34" charset="0"/>
              </a:rPr>
              <a:t>www.capgemini.com</a:t>
            </a:r>
          </a:p>
        </p:txBody>
      </p:sp>
      <p:pic>
        <p:nvPicPr>
          <p:cNvPr id="13" name="Image 12" descr="Une image contenant texte&#10;&#10;Description générée automatiquement">
            <a:extLst>
              <a:ext uri="{FF2B5EF4-FFF2-40B4-BE49-F238E27FC236}">
                <a16:creationId xmlns:a16="http://schemas.microsoft.com/office/drawing/2014/main" id="{A0C8CF1B-496A-4A5B-A698-8344534684E8}"/>
              </a:ext>
            </a:extLst>
          </p:cNvPr>
          <p:cNvPicPr>
            <a:picLocks noChangeAspect="1"/>
          </p:cNvPicPr>
          <p:nvPr userDrawn="1"/>
        </p:nvPicPr>
        <p:blipFill>
          <a:blip r:embed="rId13" cstate="hqprint">
            <a:extLst>
              <a:ext uri="{28A0092B-C50C-407E-A947-70E740481C1C}">
                <a14:useLocalDpi xmlns:a14="http://schemas.microsoft.com/office/drawing/2010/main" val="0"/>
              </a:ext>
            </a:extLst>
          </a:blip>
          <a:stretch>
            <a:fillRect/>
          </a:stretch>
        </p:blipFill>
        <p:spPr>
          <a:xfrm>
            <a:off x="14669" y="622130"/>
            <a:ext cx="3024000" cy="1226177"/>
          </a:xfrm>
          <a:prstGeom prst="rect">
            <a:avLst/>
          </a:prstGeom>
        </p:spPr>
      </p:pic>
    </p:spTree>
    <p:extLst>
      <p:ext uri="{BB962C8B-B14F-4D97-AF65-F5344CB8AC3E}">
        <p14:creationId xmlns:p14="http://schemas.microsoft.com/office/powerpoint/2010/main" val="3181395857"/>
      </p:ext>
    </p:extLst>
  </p:cSld>
  <p:clrMapOvr>
    <a:masterClrMapping/>
  </p:clrMapOvr>
  <p:extLst>
    <p:ext uri="{DCECCB84-F9BA-43D5-87BE-67443E8EF086}">
      <p15:sldGuideLst xmlns:p15="http://schemas.microsoft.com/office/powerpoint/2012/main"/>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blank" preserve="1">
  <p:cSld name="2_Final Slide 2">
    <p:bg>
      <p:bgPr>
        <a:solidFill>
          <a:srgbClr val="272936"/>
        </a:solidFill>
        <a:effectLst/>
      </p:bgPr>
    </p:bg>
    <p:spTree>
      <p:nvGrpSpPr>
        <p:cNvPr id="1" name=""/>
        <p:cNvGrpSpPr/>
        <p:nvPr/>
      </p:nvGrpSpPr>
      <p:grpSpPr>
        <a:xfrm>
          <a:off x="0" y="0"/>
          <a:ext cx="0" cy="0"/>
          <a:chOff x="0" y="0"/>
          <a:chExt cx="0" cy="0"/>
        </a:xfrm>
      </p:grpSpPr>
      <p:pic>
        <p:nvPicPr>
          <p:cNvPr id="16" name="Image 15">
            <a:extLst>
              <a:ext uri="{FF2B5EF4-FFF2-40B4-BE49-F238E27FC236}">
                <a16:creationId xmlns:a16="http://schemas.microsoft.com/office/drawing/2014/main" id="{0489A022-D524-4B27-A5EC-7E24500CC9BC}"/>
              </a:ext>
            </a:extLst>
          </p:cNvPr>
          <p:cNvPicPr>
            <a:picLocks noChangeAspect="1"/>
          </p:cNvPicPr>
          <p:nvPr userDrawn="1"/>
        </p:nvPicPr>
        <p:blipFill>
          <a:blip r:embed="rId6" cstate="hqprint">
            <a:extLst>
              <a:ext uri="{28A0092B-C50C-407E-A947-70E740481C1C}">
                <a14:useLocalDpi xmlns:a14="http://schemas.microsoft.com/office/drawing/2010/main" val="0"/>
              </a:ext>
            </a:extLst>
          </a:blip>
          <a:stretch>
            <a:fillRect/>
          </a:stretch>
        </p:blipFill>
        <p:spPr>
          <a:xfrm>
            <a:off x="432214" y="1295400"/>
            <a:ext cx="9702386" cy="6043284"/>
          </a:xfrm>
          <a:prstGeom prst="rect">
            <a:avLst/>
          </a:prstGeom>
        </p:spPr>
      </p:pic>
      <p:sp>
        <p:nvSpPr>
          <p:cNvPr id="57" name="Rectangle 56"/>
          <p:cNvSpPr/>
          <p:nvPr/>
        </p:nvSpPr>
        <p:spPr>
          <a:xfrm>
            <a:off x="426720" y="5840235"/>
            <a:ext cx="3221008" cy="400110"/>
          </a:xfrm>
          <a:prstGeom prst="rect">
            <a:avLst/>
          </a:prstGeom>
        </p:spPr>
        <p:txBody>
          <a:bodyPr wrap="square" lIns="0" tIns="0" rIns="0" bIns="0" anchor="b" anchorCtr="0">
            <a:spAutoFit/>
          </a:bodyPr>
          <a:lstStyle/>
          <a:p>
            <a:pPr lvl="0">
              <a:spcAft>
                <a:spcPts val="600"/>
              </a:spcAft>
            </a:pPr>
            <a:r>
              <a:rPr lang="en-US" sz="700" noProof="0">
                <a:solidFill>
                  <a:schemeClr val="bg1"/>
                </a:solidFill>
                <a:latin typeface="Ubuntu" panose="020B0504030602030204" pitchFamily="34" charset="0"/>
                <a:cs typeface="Arial"/>
              </a:rPr>
              <a:t>This presentation contains information that may be privileged or confidential and is the property of the Capgemini Group.</a:t>
            </a:r>
          </a:p>
          <a:p>
            <a:pPr lvl="0">
              <a:spcAft>
                <a:spcPts val="600"/>
              </a:spcAft>
            </a:pPr>
            <a:r>
              <a:rPr lang="en-US" sz="700" noProof="0">
                <a:solidFill>
                  <a:schemeClr val="bg1"/>
                </a:solidFill>
                <a:latin typeface="Ubuntu" panose="020B0504030602030204" pitchFamily="34" charset="0"/>
                <a:cs typeface="Arial"/>
              </a:rPr>
              <a:t>Copyright © 2022 Capgemini. All rights reserved.</a:t>
            </a:r>
          </a:p>
        </p:txBody>
      </p:sp>
      <p:pic>
        <p:nvPicPr>
          <p:cNvPr id="17" name="Picture 2" descr="D:\My Work\Template\Icons\Social Media\LinkedIN.png">
            <a:hlinkClick r:id="rId7"/>
            <a:extLst>
              <a:ext uri="{FF2B5EF4-FFF2-40B4-BE49-F238E27FC236}">
                <a16:creationId xmlns:a16="http://schemas.microsoft.com/office/drawing/2014/main" id="{F6DF1D6E-8462-43E1-AFC5-8A5C855024F4}"/>
              </a:ext>
            </a:extLst>
          </p:cNvPr>
          <p:cNvPicPr>
            <a:picLocks noChangeAspect="1" noChangeArrowheads="1"/>
          </p:cNvPicPr>
          <p:nvPr/>
        </p:nvPicPr>
        <p:blipFill>
          <a:blip r:embed="rId8" cstate="print"/>
          <a:srcRect/>
          <a:stretch>
            <a:fillRect/>
          </a:stretch>
        </p:blipFill>
        <p:spPr bwMode="auto">
          <a:xfrm>
            <a:off x="810097" y="5328053"/>
            <a:ext cx="333195" cy="333195"/>
          </a:xfrm>
          <a:prstGeom prst="rect">
            <a:avLst/>
          </a:prstGeom>
          <a:noFill/>
        </p:spPr>
      </p:pic>
      <p:pic>
        <p:nvPicPr>
          <p:cNvPr id="19" name="Picture 4" descr="D:\My Work\Template\Icons\Social Media\SlideShare.png">
            <a:hlinkClick r:id="rId9"/>
            <a:extLst>
              <a:ext uri="{FF2B5EF4-FFF2-40B4-BE49-F238E27FC236}">
                <a16:creationId xmlns:a16="http://schemas.microsoft.com/office/drawing/2014/main" id="{DA74C6D2-FFE3-4CE8-B52D-0A33097AEEAF}"/>
              </a:ext>
            </a:extLst>
          </p:cNvPr>
          <p:cNvPicPr>
            <a:picLocks noChangeAspect="1" noChangeArrowheads="1"/>
          </p:cNvPicPr>
          <p:nvPr/>
        </p:nvPicPr>
        <p:blipFill>
          <a:blip r:embed="rId10" cstate="print"/>
          <a:srcRect/>
          <a:stretch>
            <a:fillRect/>
          </a:stretch>
        </p:blipFill>
        <p:spPr bwMode="auto">
          <a:xfrm>
            <a:off x="1193474" y="5328053"/>
            <a:ext cx="333195" cy="333195"/>
          </a:xfrm>
          <a:prstGeom prst="rect">
            <a:avLst/>
          </a:prstGeom>
          <a:noFill/>
        </p:spPr>
      </p:pic>
      <p:pic>
        <p:nvPicPr>
          <p:cNvPr id="20" name="Picture 5" descr="D:\My Work\Template\Icons\Social Media\Twitter.png">
            <a:hlinkClick r:id="rId11"/>
            <a:extLst>
              <a:ext uri="{FF2B5EF4-FFF2-40B4-BE49-F238E27FC236}">
                <a16:creationId xmlns:a16="http://schemas.microsoft.com/office/drawing/2014/main" id="{14E10122-92A2-4535-9737-8C1BE0EE0AEC}"/>
              </a:ext>
            </a:extLst>
          </p:cNvPr>
          <p:cNvPicPr>
            <a:picLocks noChangeAspect="1" noChangeArrowheads="1"/>
          </p:cNvPicPr>
          <p:nvPr/>
        </p:nvPicPr>
        <p:blipFill>
          <a:blip r:embed="rId12" cstate="print"/>
          <a:srcRect/>
          <a:stretch>
            <a:fillRect/>
          </a:stretch>
        </p:blipFill>
        <p:spPr bwMode="auto">
          <a:xfrm>
            <a:off x="1576851" y="5328053"/>
            <a:ext cx="333195" cy="333195"/>
          </a:xfrm>
          <a:prstGeom prst="rect">
            <a:avLst/>
          </a:prstGeom>
          <a:noFill/>
        </p:spPr>
      </p:pic>
      <p:pic>
        <p:nvPicPr>
          <p:cNvPr id="21" name="Picture 6" descr="D:\My Work\Template\Icons\Social Media\YouTube.png">
            <a:hlinkClick r:id="rId13"/>
            <a:extLst>
              <a:ext uri="{FF2B5EF4-FFF2-40B4-BE49-F238E27FC236}">
                <a16:creationId xmlns:a16="http://schemas.microsoft.com/office/drawing/2014/main" id="{BA6EF96A-02CA-41A1-9095-358FE7486671}"/>
              </a:ext>
            </a:extLst>
          </p:cNvPr>
          <p:cNvPicPr>
            <a:picLocks noChangeAspect="1" noChangeArrowheads="1"/>
          </p:cNvPicPr>
          <p:nvPr/>
        </p:nvPicPr>
        <p:blipFill>
          <a:blip r:embed="rId14" cstate="print"/>
          <a:srcRect/>
          <a:stretch>
            <a:fillRect/>
          </a:stretch>
        </p:blipFill>
        <p:spPr bwMode="auto">
          <a:xfrm>
            <a:off x="1960227" y="5328053"/>
            <a:ext cx="333195" cy="333195"/>
          </a:xfrm>
          <a:prstGeom prst="rect">
            <a:avLst/>
          </a:prstGeom>
          <a:noFill/>
        </p:spPr>
      </p:pic>
      <p:pic>
        <p:nvPicPr>
          <p:cNvPr id="22" name="Picture 7" descr="D:\My Work\Template\Icons\Social Media\Facebook.png">
            <a:hlinkClick r:id="rId15"/>
            <a:extLst>
              <a:ext uri="{FF2B5EF4-FFF2-40B4-BE49-F238E27FC236}">
                <a16:creationId xmlns:a16="http://schemas.microsoft.com/office/drawing/2014/main" id="{BCC76D32-C587-45AA-A26C-ED5B038C867B}"/>
              </a:ext>
            </a:extLst>
          </p:cNvPr>
          <p:cNvPicPr>
            <a:picLocks noChangeAspect="1" noChangeArrowheads="1"/>
          </p:cNvPicPr>
          <p:nvPr/>
        </p:nvPicPr>
        <p:blipFill>
          <a:blip r:embed="rId16" cstate="print"/>
          <a:srcRect/>
          <a:stretch>
            <a:fillRect/>
          </a:stretch>
        </p:blipFill>
        <p:spPr bwMode="auto">
          <a:xfrm>
            <a:off x="426720" y="5328053"/>
            <a:ext cx="333195" cy="333195"/>
          </a:xfrm>
          <a:prstGeom prst="rect">
            <a:avLst/>
          </a:prstGeom>
          <a:noFill/>
        </p:spPr>
      </p:pic>
      <p:sp>
        <p:nvSpPr>
          <p:cNvPr id="36" name="Rectangle 35"/>
          <p:cNvSpPr/>
          <p:nvPr/>
        </p:nvSpPr>
        <p:spPr>
          <a:xfrm>
            <a:off x="426523" y="1447577"/>
            <a:ext cx="4962957" cy="130746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lvl="0" algn="just"/>
            <a:r>
              <a:rPr lang="en-US" sz="900">
                <a:solidFill>
                  <a:schemeClr val="bg1"/>
                </a:solidFill>
                <a:effectLst/>
                <a:latin typeface="Ubuntu" panose="020B0504030602030204" pitchFamily="34" charset="0"/>
              </a:rPr>
              <a:t>Capgemini is a global leader in partnering with companies to transform and manage their business by harnessing the power of technology. The Group is guided everyday by its purpose of unleashing human energy through technology for an inclusive and sustainable future. It is a responsible and diverse organization of over 325,000 team members more than 50 countries. With its strong 55-year heritage and deep industry expertise, Capgemini is trusted by its clients to address the entire breadth of their business needs, from strategy and design to operations, fueled by the fast evolving and innovative world of cloud, data, AI, connectivity, software, digital engineering and platforms. The Group reported in 2021 global revenues of €18 billion.</a:t>
            </a:r>
          </a:p>
        </p:txBody>
      </p:sp>
      <p:sp>
        <p:nvSpPr>
          <p:cNvPr id="48" name="Rectangle 47"/>
          <p:cNvSpPr/>
          <p:nvPr/>
        </p:nvSpPr>
        <p:spPr>
          <a:xfrm>
            <a:off x="426523" y="1074000"/>
            <a:ext cx="2219960" cy="22961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nSpc>
                <a:spcPts val="2000"/>
              </a:lnSpc>
            </a:pPr>
            <a:r>
              <a:rPr lang="en-US" sz="1400">
                <a:solidFill>
                  <a:schemeClr val="bg1"/>
                </a:solidFill>
                <a:latin typeface="Ubuntu" panose="020B0504030602030204" pitchFamily="34" charset="0"/>
              </a:rPr>
              <a:t>About Capgemini</a:t>
            </a:r>
          </a:p>
        </p:txBody>
      </p:sp>
      <p:sp>
        <p:nvSpPr>
          <p:cNvPr id="60" name="Rectangle 59"/>
          <p:cNvSpPr/>
          <p:nvPr>
            <p:custDataLst>
              <p:tags r:id="rId1"/>
            </p:custDataLst>
          </p:nvPr>
        </p:nvSpPr>
        <p:spPr>
          <a:xfrm>
            <a:off x="6324599" y="1111153"/>
            <a:ext cx="2240280" cy="1031051"/>
          </a:xfrm>
          <a:prstGeom prst="rect">
            <a:avLst/>
          </a:prstGeom>
        </p:spPr>
        <p:txBody>
          <a:bodyPr wrap="square" lIns="0" tIns="0" rIns="0" bIns="0">
            <a:spAutoFit/>
          </a:bodyPr>
          <a:lstStyle/>
          <a:p>
            <a:pPr>
              <a:spcAft>
                <a:spcPts val="600"/>
              </a:spcAft>
            </a:pPr>
            <a:r>
              <a:rPr lang="en-US" sz="1200" b="1">
                <a:solidFill>
                  <a:schemeClr val="bg1"/>
                </a:solidFill>
                <a:latin typeface="Ubuntu" panose="020B0504030602030204" pitchFamily="34" charset="0"/>
                <a:cs typeface="Arial"/>
              </a:rPr>
              <a:t>Name, Last Name</a:t>
            </a:r>
          </a:p>
          <a:p>
            <a:pPr>
              <a:lnSpc>
                <a:spcPts val="1200"/>
              </a:lnSpc>
            </a:pPr>
            <a:r>
              <a:rPr lang="en-US" sz="1000">
                <a:solidFill>
                  <a:schemeClr val="bg1"/>
                </a:solidFill>
                <a:latin typeface="Ubuntu" panose="020B0504030602030204" pitchFamily="34" charset="0"/>
                <a:cs typeface="Arial"/>
              </a:rPr>
              <a:t>Title/Role</a:t>
            </a:r>
          </a:p>
          <a:p>
            <a:pPr>
              <a:lnSpc>
                <a:spcPts val="1200"/>
              </a:lnSpc>
            </a:pPr>
            <a:r>
              <a:rPr lang="en-US" sz="1000">
                <a:solidFill>
                  <a:schemeClr val="bg1"/>
                </a:solidFill>
                <a:latin typeface="Ubuntu" panose="020B0504030602030204" pitchFamily="34" charset="0"/>
                <a:cs typeface="Arial"/>
              </a:rPr>
              <a:t>Capgemini Office (Optional)</a:t>
            </a:r>
          </a:p>
          <a:p>
            <a:pPr>
              <a:lnSpc>
                <a:spcPts val="1200"/>
              </a:lnSpc>
            </a:pPr>
            <a:r>
              <a:rPr lang="en-US" sz="1000">
                <a:solidFill>
                  <a:schemeClr val="bg1"/>
                </a:solidFill>
                <a:latin typeface="Ubuntu" panose="020B0504030602030204" pitchFamily="34" charset="0"/>
                <a:cs typeface="Arial"/>
              </a:rPr>
              <a:t>Address Line 1</a:t>
            </a:r>
          </a:p>
          <a:p>
            <a:pPr>
              <a:lnSpc>
                <a:spcPts val="1200"/>
              </a:lnSpc>
            </a:pPr>
            <a:r>
              <a:rPr lang="en-US" sz="1000">
                <a:solidFill>
                  <a:schemeClr val="bg1"/>
                </a:solidFill>
                <a:latin typeface="Ubuntu" panose="020B0504030602030204" pitchFamily="34" charset="0"/>
                <a:cs typeface="Arial"/>
              </a:rPr>
              <a:t>Address Line 2 </a:t>
            </a:r>
          </a:p>
          <a:p>
            <a:pPr>
              <a:lnSpc>
                <a:spcPts val="1200"/>
              </a:lnSpc>
            </a:pPr>
            <a:r>
              <a:rPr lang="en-US" sz="1000">
                <a:solidFill>
                  <a:schemeClr val="bg1"/>
                </a:solidFill>
                <a:latin typeface="Ubuntu" panose="020B0504030602030204" pitchFamily="34" charset="0"/>
                <a:cs typeface="Arial"/>
              </a:rPr>
              <a:t>Address Line 3</a:t>
            </a:r>
          </a:p>
        </p:txBody>
      </p:sp>
      <p:sp>
        <p:nvSpPr>
          <p:cNvPr id="61" name="Rectangle 60"/>
          <p:cNvSpPr/>
          <p:nvPr>
            <p:custDataLst>
              <p:tags r:id="rId2"/>
            </p:custDataLst>
          </p:nvPr>
        </p:nvSpPr>
        <p:spPr>
          <a:xfrm>
            <a:off x="9499996" y="1111153"/>
            <a:ext cx="2240280" cy="1031051"/>
          </a:xfrm>
          <a:prstGeom prst="rect">
            <a:avLst/>
          </a:prstGeom>
        </p:spPr>
        <p:txBody>
          <a:bodyPr wrap="square" lIns="0" tIns="0" rIns="0" bIns="0">
            <a:spAutoFit/>
          </a:bodyPr>
          <a:lstStyle/>
          <a:p>
            <a:pPr>
              <a:spcAft>
                <a:spcPts val="600"/>
              </a:spcAft>
            </a:pPr>
            <a:r>
              <a:rPr lang="en-US" sz="1200" b="1">
                <a:solidFill>
                  <a:schemeClr val="bg1"/>
                </a:solidFill>
                <a:latin typeface="Ubuntu" panose="020B0504030602030204" pitchFamily="34" charset="0"/>
                <a:cs typeface="Arial"/>
              </a:rPr>
              <a:t>Name, Last Name</a:t>
            </a:r>
          </a:p>
          <a:p>
            <a:pPr>
              <a:lnSpc>
                <a:spcPts val="1200"/>
              </a:lnSpc>
            </a:pPr>
            <a:r>
              <a:rPr lang="en-US" sz="1000">
                <a:solidFill>
                  <a:schemeClr val="bg1"/>
                </a:solidFill>
                <a:latin typeface="Ubuntu" panose="020B0504030602030204" pitchFamily="34" charset="0"/>
                <a:cs typeface="Arial"/>
              </a:rPr>
              <a:t>Title/Role</a:t>
            </a:r>
          </a:p>
          <a:p>
            <a:pPr>
              <a:lnSpc>
                <a:spcPts val="1200"/>
              </a:lnSpc>
            </a:pPr>
            <a:r>
              <a:rPr lang="en-US" sz="1000">
                <a:solidFill>
                  <a:schemeClr val="bg1"/>
                </a:solidFill>
                <a:latin typeface="Ubuntu" panose="020B0504030602030204" pitchFamily="34" charset="0"/>
                <a:cs typeface="Arial"/>
              </a:rPr>
              <a:t>Capgemini Office (Optional)</a:t>
            </a:r>
          </a:p>
          <a:p>
            <a:pPr>
              <a:lnSpc>
                <a:spcPts val="1200"/>
              </a:lnSpc>
            </a:pPr>
            <a:r>
              <a:rPr lang="en-US" sz="1000">
                <a:solidFill>
                  <a:schemeClr val="bg1"/>
                </a:solidFill>
                <a:latin typeface="Ubuntu" panose="020B0504030602030204" pitchFamily="34" charset="0"/>
                <a:cs typeface="Arial"/>
              </a:rPr>
              <a:t>Address Line 1</a:t>
            </a:r>
          </a:p>
          <a:p>
            <a:pPr>
              <a:lnSpc>
                <a:spcPts val="1200"/>
              </a:lnSpc>
            </a:pPr>
            <a:r>
              <a:rPr lang="en-US" sz="1000">
                <a:solidFill>
                  <a:schemeClr val="bg1"/>
                </a:solidFill>
                <a:latin typeface="Ubuntu" panose="020B0504030602030204" pitchFamily="34" charset="0"/>
                <a:cs typeface="Arial"/>
              </a:rPr>
              <a:t>Address Line 2 </a:t>
            </a:r>
          </a:p>
          <a:p>
            <a:pPr>
              <a:lnSpc>
                <a:spcPts val="1200"/>
              </a:lnSpc>
            </a:pPr>
            <a:r>
              <a:rPr lang="en-US" sz="1000">
                <a:solidFill>
                  <a:schemeClr val="bg1"/>
                </a:solidFill>
                <a:latin typeface="Ubuntu" panose="020B0504030602030204" pitchFamily="34" charset="0"/>
                <a:cs typeface="Arial"/>
              </a:rPr>
              <a:t>Address Line 3</a:t>
            </a:r>
          </a:p>
        </p:txBody>
      </p:sp>
      <p:sp>
        <p:nvSpPr>
          <p:cNvPr id="62" name="Rectangle 61"/>
          <p:cNvSpPr/>
          <p:nvPr>
            <p:custDataLst>
              <p:tags r:id="rId3"/>
            </p:custDataLst>
          </p:nvPr>
        </p:nvSpPr>
        <p:spPr>
          <a:xfrm>
            <a:off x="6324599" y="2397949"/>
            <a:ext cx="2240280" cy="1031051"/>
          </a:xfrm>
          <a:prstGeom prst="rect">
            <a:avLst/>
          </a:prstGeom>
        </p:spPr>
        <p:txBody>
          <a:bodyPr wrap="square" lIns="0" tIns="0" rIns="0" bIns="0">
            <a:spAutoFit/>
          </a:bodyPr>
          <a:lstStyle/>
          <a:p>
            <a:pPr>
              <a:spcAft>
                <a:spcPts val="600"/>
              </a:spcAft>
            </a:pPr>
            <a:r>
              <a:rPr lang="en-US" sz="1200" b="1">
                <a:solidFill>
                  <a:schemeClr val="bg1"/>
                </a:solidFill>
                <a:latin typeface="Ubuntu" panose="020B0504030602030204" pitchFamily="34" charset="0"/>
                <a:cs typeface="Arial"/>
              </a:rPr>
              <a:t>Name, Last Name</a:t>
            </a:r>
          </a:p>
          <a:p>
            <a:pPr>
              <a:lnSpc>
                <a:spcPts val="1200"/>
              </a:lnSpc>
            </a:pPr>
            <a:r>
              <a:rPr lang="en-US" sz="1000">
                <a:solidFill>
                  <a:schemeClr val="bg1"/>
                </a:solidFill>
                <a:latin typeface="Ubuntu" panose="020B0504030602030204" pitchFamily="34" charset="0"/>
                <a:cs typeface="Arial"/>
              </a:rPr>
              <a:t>Title/Role</a:t>
            </a:r>
          </a:p>
          <a:p>
            <a:pPr>
              <a:lnSpc>
                <a:spcPts val="1200"/>
              </a:lnSpc>
            </a:pPr>
            <a:r>
              <a:rPr lang="en-US" sz="1000">
                <a:solidFill>
                  <a:schemeClr val="bg1"/>
                </a:solidFill>
                <a:latin typeface="Ubuntu" panose="020B0504030602030204" pitchFamily="34" charset="0"/>
                <a:cs typeface="Arial"/>
              </a:rPr>
              <a:t>Capgemini Office (Optional)</a:t>
            </a:r>
          </a:p>
          <a:p>
            <a:pPr>
              <a:lnSpc>
                <a:spcPts val="1200"/>
              </a:lnSpc>
            </a:pPr>
            <a:r>
              <a:rPr lang="en-US" sz="1000">
                <a:solidFill>
                  <a:schemeClr val="bg1"/>
                </a:solidFill>
                <a:latin typeface="Ubuntu" panose="020B0504030602030204" pitchFamily="34" charset="0"/>
                <a:cs typeface="Arial"/>
              </a:rPr>
              <a:t>Address Line 1</a:t>
            </a:r>
          </a:p>
          <a:p>
            <a:pPr>
              <a:lnSpc>
                <a:spcPts val="1200"/>
              </a:lnSpc>
            </a:pPr>
            <a:r>
              <a:rPr lang="en-US" sz="1000">
                <a:solidFill>
                  <a:schemeClr val="bg1"/>
                </a:solidFill>
                <a:latin typeface="Ubuntu" panose="020B0504030602030204" pitchFamily="34" charset="0"/>
                <a:cs typeface="Arial"/>
              </a:rPr>
              <a:t>Address Line 2 </a:t>
            </a:r>
          </a:p>
          <a:p>
            <a:pPr>
              <a:lnSpc>
                <a:spcPts val="1200"/>
              </a:lnSpc>
            </a:pPr>
            <a:r>
              <a:rPr lang="en-US" sz="1000">
                <a:solidFill>
                  <a:schemeClr val="bg1"/>
                </a:solidFill>
                <a:latin typeface="Ubuntu" panose="020B0504030602030204" pitchFamily="34" charset="0"/>
                <a:cs typeface="Arial"/>
              </a:rPr>
              <a:t>Address Line 3</a:t>
            </a:r>
          </a:p>
        </p:txBody>
      </p:sp>
      <p:sp>
        <p:nvSpPr>
          <p:cNvPr id="63" name="Rectangle 62"/>
          <p:cNvSpPr/>
          <p:nvPr>
            <p:custDataLst>
              <p:tags r:id="rId4"/>
            </p:custDataLst>
          </p:nvPr>
        </p:nvSpPr>
        <p:spPr>
          <a:xfrm>
            <a:off x="9499996" y="2397949"/>
            <a:ext cx="2240280" cy="1031051"/>
          </a:xfrm>
          <a:prstGeom prst="rect">
            <a:avLst/>
          </a:prstGeom>
        </p:spPr>
        <p:txBody>
          <a:bodyPr wrap="square" lIns="0" tIns="0" rIns="0" bIns="0">
            <a:spAutoFit/>
          </a:bodyPr>
          <a:lstStyle/>
          <a:p>
            <a:pPr>
              <a:spcAft>
                <a:spcPts val="600"/>
              </a:spcAft>
            </a:pPr>
            <a:r>
              <a:rPr lang="en-US" sz="1200" b="1">
                <a:solidFill>
                  <a:schemeClr val="bg1"/>
                </a:solidFill>
                <a:latin typeface="Ubuntu" panose="020B0504030602030204" pitchFamily="34" charset="0"/>
                <a:cs typeface="Arial"/>
              </a:rPr>
              <a:t>Name, Last Name</a:t>
            </a:r>
          </a:p>
          <a:p>
            <a:pPr>
              <a:lnSpc>
                <a:spcPts val="1200"/>
              </a:lnSpc>
            </a:pPr>
            <a:r>
              <a:rPr lang="en-US" sz="1000">
                <a:solidFill>
                  <a:schemeClr val="bg1"/>
                </a:solidFill>
                <a:latin typeface="Ubuntu" panose="020B0504030602030204" pitchFamily="34" charset="0"/>
                <a:cs typeface="Arial"/>
              </a:rPr>
              <a:t>Title/Role</a:t>
            </a:r>
          </a:p>
          <a:p>
            <a:pPr>
              <a:lnSpc>
                <a:spcPts val="1200"/>
              </a:lnSpc>
            </a:pPr>
            <a:r>
              <a:rPr lang="en-US" sz="1000">
                <a:solidFill>
                  <a:schemeClr val="bg1"/>
                </a:solidFill>
                <a:latin typeface="Ubuntu" panose="020B0504030602030204" pitchFamily="34" charset="0"/>
                <a:cs typeface="Arial"/>
              </a:rPr>
              <a:t>Capgemini Office (Optional)</a:t>
            </a:r>
          </a:p>
          <a:p>
            <a:pPr>
              <a:lnSpc>
                <a:spcPts val="1200"/>
              </a:lnSpc>
            </a:pPr>
            <a:r>
              <a:rPr lang="en-US" sz="1000">
                <a:solidFill>
                  <a:schemeClr val="bg1"/>
                </a:solidFill>
                <a:latin typeface="Ubuntu" panose="020B0504030602030204" pitchFamily="34" charset="0"/>
                <a:cs typeface="Arial"/>
              </a:rPr>
              <a:t>Address Line 1</a:t>
            </a:r>
          </a:p>
          <a:p>
            <a:pPr>
              <a:lnSpc>
                <a:spcPts val="1200"/>
              </a:lnSpc>
            </a:pPr>
            <a:r>
              <a:rPr lang="en-US" sz="1000">
                <a:solidFill>
                  <a:schemeClr val="bg1"/>
                </a:solidFill>
                <a:latin typeface="Ubuntu" panose="020B0504030602030204" pitchFamily="34" charset="0"/>
                <a:cs typeface="Arial"/>
              </a:rPr>
              <a:t>Address Line 2 </a:t>
            </a:r>
          </a:p>
          <a:p>
            <a:pPr>
              <a:lnSpc>
                <a:spcPts val="1200"/>
              </a:lnSpc>
            </a:pPr>
            <a:r>
              <a:rPr lang="en-US" sz="1000">
                <a:solidFill>
                  <a:schemeClr val="bg1"/>
                </a:solidFill>
                <a:latin typeface="Ubuntu" panose="020B0504030602030204" pitchFamily="34" charset="0"/>
                <a:cs typeface="Arial"/>
              </a:rPr>
              <a:t>Address Line 3</a:t>
            </a:r>
          </a:p>
        </p:txBody>
      </p:sp>
      <p:cxnSp>
        <p:nvCxnSpPr>
          <p:cNvPr id="64" name="Straight Connector 63"/>
          <p:cNvCxnSpPr/>
          <p:nvPr/>
        </p:nvCxnSpPr>
        <p:spPr>
          <a:xfrm flipV="1">
            <a:off x="6096000" y="1113931"/>
            <a:ext cx="0" cy="2276757"/>
          </a:xfrm>
          <a:prstGeom prst="line">
            <a:avLst/>
          </a:prstGeom>
          <a:ln>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18" name="Rectangle 17">
            <a:extLst>
              <a:ext uri="{FF2B5EF4-FFF2-40B4-BE49-F238E27FC236}">
                <a16:creationId xmlns:a16="http://schemas.microsoft.com/office/drawing/2014/main" id="{6E560A55-CF18-4C11-8B57-BBD5A6CD7E74}"/>
              </a:ext>
            </a:extLst>
          </p:cNvPr>
          <p:cNvSpPr/>
          <p:nvPr/>
        </p:nvSpPr>
        <p:spPr>
          <a:xfrm>
            <a:off x="426523" y="2805111"/>
            <a:ext cx="4345176"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GB" sz="900">
                <a:solidFill>
                  <a:schemeClr val="bg1"/>
                </a:solidFill>
                <a:effectLst/>
                <a:latin typeface="Ubuntu" panose="020B0504030602030204" pitchFamily="34" charset="0"/>
              </a:rPr>
              <a:t>Get the Future You Want </a:t>
            </a:r>
            <a:r>
              <a:rPr lang="en-US" sz="900">
                <a:solidFill>
                  <a:schemeClr val="bg1"/>
                </a:solidFill>
                <a:effectLst/>
                <a:latin typeface="Ubuntu" panose="020B0504030602030204" pitchFamily="34" charset="0"/>
              </a:rPr>
              <a:t>|</a:t>
            </a:r>
            <a:r>
              <a:rPr lang="en-GB" sz="900">
                <a:solidFill>
                  <a:schemeClr val="bg1"/>
                </a:solidFill>
                <a:effectLst/>
                <a:latin typeface="Ubuntu" panose="020B0504030602030204" pitchFamily="34" charset="0"/>
              </a:rPr>
              <a:t> </a:t>
            </a:r>
            <a:r>
              <a:rPr lang="en-US" sz="1050">
                <a:solidFill>
                  <a:schemeClr val="accent2"/>
                </a:solidFill>
                <a:latin typeface="Ubuntu" panose="020B0504030602030204" pitchFamily="34" charset="0"/>
              </a:rPr>
              <a:t>www.capgemini.com</a:t>
            </a:r>
          </a:p>
        </p:txBody>
      </p:sp>
      <p:pic>
        <p:nvPicPr>
          <p:cNvPr id="24" name="Image 23" descr="Une image contenant texte&#10;&#10;Description générée automatiquement">
            <a:extLst>
              <a:ext uri="{FF2B5EF4-FFF2-40B4-BE49-F238E27FC236}">
                <a16:creationId xmlns:a16="http://schemas.microsoft.com/office/drawing/2014/main" id="{67291309-8FC0-47AE-9F48-E59E45B7FC66}"/>
              </a:ext>
            </a:extLst>
          </p:cNvPr>
          <p:cNvPicPr>
            <a:picLocks noChangeAspect="1"/>
          </p:cNvPicPr>
          <p:nvPr userDrawn="1"/>
        </p:nvPicPr>
        <p:blipFill>
          <a:blip r:embed="rId17" cstate="hqprint">
            <a:extLst>
              <a:ext uri="{28A0092B-C50C-407E-A947-70E740481C1C}">
                <a14:useLocalDpi xmlns:a14="http://schemas.microsoft.com/office/drawing/2010/main" val="0"/>
              </a:ext>
            </a:extLst>
          </a:blip>
          <a:stretch>
            <a:fillRect/>
          </a:stretch>
        </p:blipFill>
        <p:spPr>
          <a:xfrm>
            <a:off x="8765367" y="5376781"/>
            <a:ext cx="3024000" cy="1226177"/>
          </a:xfrm>
          <a:prstGeom prst="rect">
            <a:avLst/>
          </a:prstGeom>
        </p:spPr>
      </p:pic>
    </p:spTree>
    <p:extLst>
      <p:ext uri="{BB962C8B-B14F-4D97-AF65-F5344CB8AC3E}">
        <p14:creationId xmlns:p14="http://schemas.microsoft.com/office/powerpoint/2010/main" val="180638930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p:cSld name="1_Final Slide 1">
    <p:bg>
      <p:bgPr>
        <a:solidFill>
          <a:srgbClr val="272936"/>
        </a:solidFill>
        <a:effectLst/>
      </p:bgPr>
    </p:bg>
    <p:spTree>
      <p:nvGrpSpPr>
        <p:cNvPr id="1" name=""/>
        <p:cNvGrpSpPr/>
        <p:nvPr/>
      </p:nvGrpSpPr>
      <p:grpSpPr>
        <a:xfrm>
          <a:off x="0" y="0"/>
          <a:ext cx="0" cy="0"/>
          <a:chOff x="0" y="0"/>
          <a:chExt cx="0" cy="0"/>
        </a:xfrm>
      </p:grpSpPr>
      <p:pic>
        <p:nvPicPr>
          <p:cNvPr id="3" name="Image 2" descr="Une image contenant texte&#10;&#10;Description générée automatiquement">
            <a:extLst>
              <a:ext uri="{FF2B5EF4-FFF2-40B4-BE49-F238E27FC236}">
                <a16:creationId xmlns:a16="http://schemas.microsoft.com/office/drawing/2014/main" id="{4DF6B7E3-9385-486A-9E72-0D561900C7FA}"/>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14669" y="622130"/>
            <a:ext cx="3024000" cy="1226177"/>
          </a:xfrm>
          <a:prstGeom prst="rect">
            <a:avLst/>
          </a:prstGeom>
        </p:spPr>
      </p:pic>
    </p:spTree>
    <p:extLst>
      <p:ext uri="{BB962C8B-B14F-4D97-AF65-F5344CB8AC3E}">
        <p14:creationId xmlns:p14="http://schemas.microsoft.com/office/powerpoint/2010/main" val="4032874828"/>
      </p:ext>
    </p:extLst>
  </p:cSld>
  <p:clrMapOvr>
    <a:masterClrMapping/>
  </p:clrMapOvr>
  <p:extLst>
    <p:ext uri="{DCECCB84-F9BA-43D5-87BE-67443E8EF086}">
      <p15:sldGuideLst xmlns:p15="http://schemas.microsoft.com/office/powerpoint/2012/main"/>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1_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lgn="ctr">
              <a:defRPr sz="4000"/>
            </a:lvl1pPr>
          </a:lstStyle>
          <a:p>
            <a:r>
              <a:rPr lang="en-US"/>
              <a:t>Click to edit Master title style</a:t>
            </a:r>
          </a:p>
        </p:txBody>
      </p:sp>
    </p:spTree>
    <p:extLst>
      <p:ext uri="{BB962C8B-B14F-4D97-AF65-F5344CB8AC3E}">
        <p14:creationId xmlns:p14="http://schemas.microsoft.com/office/powerpoint/2010/main" val="52063933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7FB450-1E49-4B52-9911-7E6917A8A2A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99ED87E-8BF4-4026-80B2-EE6EEFE4270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D3A384A-808A-4F76-B2EA-38B99153B74E}"/>
              </a:ext>
            </a:extLst>
          </p:cNvPr>
          <p:cNvSpPr>
            <a:spLocks noGrp="1"/>
          </p:cNvSpPr>
          <p:nvPr>
            <p:ph type="dt" sz="half" idx="10"/>
          </p:nvPr>
        </p:nvSpPr>
        <p:spPr/>
        <p:txBody>
          <a:bodyPr/>
          <a:lstStyle/>
          <a:p>
            <a:endParaRPr lang="en-IN"/>
          </a:p>
        </p:txBody>
      </p:sp>
      <p:sp>
        <p:nvSpPr>
          <p:cNvPr id="5" name="Footer Placeholder 4">
            <a:extLst>
              <a:ext uri="{FF2B5EF4-FFF2-40B4-BE49-F238E27FC236}">
                <a16:creationId xmlns:a16="http://schemas.microsoft.com/office/drawing/2014/main" id="{7010D720-78A7-459B-8E5D-D20CA26773D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0046FEB-8EDD-4919-A26E-5757EB36EA85}"/>
              </a:ext>
            </a:extLst>
          </p:cNvPr>
          <p:cNvSpPr>
            <a:spLocks noGrp="1"/>
          </p:cNvSpPr>
          <p:nvPr>
            <p:ph type="sldNum" sz="quarter" idx="12"/>
          </p:nvPr>
        </p:nvSpPr>
        <p:spPr/>
        <p:txBody>
          <a:bodyPr/>
          <a:lstStyle/>
          <a:p>
            <a:fld id="{EF8DFA20-5F2A-463A-9076-07DB3AA08392}" type="slidenum">
              <a:rPr lang="en-IN" smtClean="0"/>
              <a:t>‹#›</a:t>
            </a:fld>
            <a:endParaRPr lang="en-IN"/>
          </a:p>
        </p:txBody>
      </p:sp>
    </p:spTree>
    <p:extLst>
      <p:ext uri="{BB962C8B-B14F-4D97-AF65-F5344CB8AC3E}">
        <p14:creationId xmlns:p14="http://schemas.microsoft.com/office/powerpoint/2010/main" val="130551788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Rectangle 4">
            <a:extLst>
              <a:ext uri="{FF2B5EF4-FFF2-40B4-BE49-F238E27FC236}">
                <a16:creationId xmlns:a16="http://schemas.microsoft.com/office/drawing/2014/main" id="{D88196A4-F67C-4FA9-BC80-1229B1578153}"/>
              </a:ext>
            </a:extLst>
          </p:cNvPr>
          <p:cNvSpPr>
            <a:spLocks noGrp="1" noChangeArrowheads="1"/>
          </p:cNvSpPr>
          <p:nvPr>
            <p:ph type="dt" sz="half" idx="10"/>
          </p:nvPr>
        </p:nvSpPr>
        <p:spPr>
          <a:ln/>
        </p:spPr>
        <p:txBody>
          <a:bodyPr/>
          <a:lstStyle>
            <a:lvl1pPr>
              <a:defRPr/>
            </a:lvl1pPr>
          </a:lstStyle>
          <a:p>
            <a:endParaRPr lang="en-GB" altLang="en-US"/>
          </a:p>
        </p:txBody>
      </p:sp>
      <p:sp>
        <p:nvSpPr>
          <p:cNvPr id="4" name="Rectangle 5">
            <a:extLst>
              <a:ext uri="{FF2B5EF4-FFF2-40B4-BE49-F238E27FC236}">
                <a16:creationId xmlns:a16="http://schemas.microsoft.com/office/drawing/2014/main" id="{64969AD8-CD0C-499B-9BE1-FA6AB8E880B7}"/>
              </a:ext>
            </a:extLst>
          </p:cNvPr>
          <p:cNvSpPr>
            <a:spLocks noGrp="1" noChangeArrowheads="1"/>
          </p:cNvSpPr>
          <p:nvPr>
            <p:ph type="ftr" sz="quarter" idx="11"/>
          </p:nvPr>
        </p:nvSpPr>
        <p:spPr>
          <a:ln/>
        </p:spPr>
        <p:txBody>
          <a:bodyPr/>
          <a:lstStyle>
            <a:lvl1pPr>
              <a:defRPr/>
            </a:lvl1pPr>
          </a:lstStyle>
          <a:p>
            <a:endParaRPr lang="en-GB" altLang="en-US"/>
          </a:p>
        </p:txBody>
      </p:sp>
      <p:sp>
        <p:nvSpPr>
          <p:cNvPr id="5" name="Rectangle 6">
            <a:extLst>
              <a:ext uri="{FF2B5EF4-FFF2-40B4-BE49-F238E27FC236}">
                <a16:creationId xmlns:a16="http://schemas.microsoft.com/office/drawing/2014/main" id="{B5332CFB-F65C-46A0-95AF-1C401646AB90}"/>
              </a:ext>
            </a:extLst>
          </p:cNvPr>
          <p:cNvSpPr>
            <a:spLocks noGrp="1" noChangeArrowheads="1"/>
          </p:cNvSpPr>
          <p:nvPr>
            <p:ph type="sldNum" sz="quarter" idx="12"/>
          </p:nvPr>
        </p:nvSpPr>
        <p:spPr>
          <a:ln/>
        </p:spPr>
        <p:txBody>
          <a:bodyPr/>
          <a:lstStyle>
            <a:lvl1pPr>
              <a:defRPr/>
            </a:lvl1pPr>
          </a:lstStyle>
          <a:p>
            <a:endParaRPr lang="en-GB" altLang="en-US"/>
          </a:p>
        </p:txBody>
      </p:sp>
    </p:spTree>
    <p:extLst>
      <p:ext uri="{BB962C8B-B14F-4D97-AF65-F5344CB8AC3E}">
        <p14:creationId xmlns:p14="http://schemas.microsoft.com/office/powerpoint/2010/main" val="151409640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4CB0F1-9E5B-45DE-88F6-453E7CBE735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46D4186F-A385-4EE2-9B52-5C96F647E84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71C80C20-F4D8-4291-975B-DCC3C27AFACF}"/>
              </a:ext>
            </a:extLst>
          </p:cNvPr>
          <p:cNvSpPr>
            <a:spLocks noGrp="1"/>
          </p:cNvSpPr>
          <p:nvPr>
            <p:ph type="dt" sz="half" idx="10"/>
          </p:nvPr>
        </p:nvSpPr>
        <p:spPr/>
        <p:txBody>
          <a:bodyPr/>
          <a:lstStyle/>
          <a:p>
            <a:fld id="{63ED0650-D9F0-459B-9D87-0B1326143F31}" type="datetimeFigureOut">
              <a:rPr lang="en-IN" smtClean="0"/>
              <a:t>01-12-2025</a:t>
            </a:fld>
            <a:endParaRPr lang="en-IN"/>
          </a:p>
        </p:txBody>
      </p:sp>
      <p:sp>
        <p:nvSpPr>
          <p:cNvPr id="5" name="Footer Placeholder 4">
            <a:extLst>
              <a:ext uri="{FF2B5EF4-FFF2-40B4-BE49-F238E27FC236}">
                <a16:creationId xmlns:a16="http://schemas.microsoft.com/office/drawing/2014/main" id="{1F4CC7C2-D2E0-4001-96CC-DC9AC930E1B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8CE88BB-7B9D-48CD-A5A0-EE4D617F7716}"/>
              </a:ext>
            </a:extLst>
          </p:cNvPr>
          <p:cNvSpPr>
            <a:spLocks noGrp="1"/>
          </p:cNvSpPr>
          <p:nvPr>
            <p:ph type="sldNum" sz="quarter" idx="12"/>
          </p:nvPr>
        </p:nvSpPr>
        <p:spPr/>
        <p:txBody>
          <a:bodyPr/>
          <a:lstStyle/>
          <a:p>
            <a:fld id="{EF8DFA20-5F2A-463A-9076-07DB3AA08392}" type="slidenum">
              <a:rPr lang="en-IN" smtClean="0"/>
              <a:t>‹#›</a:t>
            </a:fld>
            <a:endParaRPr lang="en-IN"/>
          </a:p>
        </p:txBody>
      </p:sp>
    </p:spTree>
    <p:extLst>
      <p:ext uri="{BB962C8B-B14F-4D97-AF65-F5344CB8AC3E}">
        <p14:creationId xmlns:p14="http://schemas.microsoft.com/office/powerpoint/2010/main" val="287708508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Image and Text1 (fixe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20ECE27-3956-4FE1-8709-933577BED31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524" y="0"/>
            <a:ext cx="12188952" cy="6858000"/>
          </a:xfrm>
          <a:prstGeom prst="rect">
            <a:avLst/>
          </a:prstGeom>
        </p:spPr>
      </p:pic>
      <p:pic>
        <p:nvPicPr>
          <p:cNvPr id="7" name="Graphic 6">
            <a:extLst>
              <a:ext uri="{FF2B5EF4-FFF2-40B4-BE49-F238E27FC236}">
                <a16:creationId xmlns:a16="http://schemas.microsoft.com/office/drawing/2014/main" id="{0D0D1E5A-3176-4CB4-975A-4DC18D29026C}"/>
              </a:ext>
            </a:extLst>
          </p:cNvPr>
          <p:cNvPicPr>
            <a:picLocks noChangeAspect="1"/>
          </p:cNvPicPr>
          <p:nvPr userDrawn="1"/>
        </p:nvPicPr>
        <p:blipFill rotWithShape="1">
          <a:blip r:embed="rId3">
            <a:extLst>
              <a:ext uri="{96DAC541-7B7A-43D3-8B79-37D633B846F1}">
                <asvg:svgBlip xmlns:asvg="http://schemas.microsoft.com/office/drawing/2016/SVG/main" r:embed="rId4"/>
              </a:ext>
            </a:extLst>
          </a:blip>
          <a:srcRect r="23077" b="19676"/>
          <a:stretch/>
        </p:blipFill>
        <p:spPr>
          <a:xfrm rot="16200000">
            <a:off x="5406681" y="72677"/>
            <a:ext cx="6870699" cy="6699938"/>
          </a:xfrm>
          <a:prstGeom prst="rect">
            <a:avLst/>
          </a:prstGeom>
        </p:spPr>
      </p:pic>
      <p:sp>
        <p:nvSpPr>
          <p:cNvPr id="11" name="Title Placeholder 1">
            <a:extLst>
              <a:ext uri="{FF2B5EF4-FFF2-40B4-BE49-F238E27FC236}">
                <a16:creationId xmlns:a16="http://schemas.microsoft.com/office/drawing/2014/main" id="{AC165F49-BCC1-4C3B-91C3-5D1BB415ABF1}"/>
              </a:ext>
            </a:extLst>
          </p:cNvPr>
          <p:cNvSpPr>
            <a:spLocks noGrp="1"/>
          </p:cNvSpPr>
          <p:nvPr>
            <p:ph type="title" hasCustomPrompt="1"/>
          </p:nvPr>
        </p:nvSpPr>
        <p:spPr>
          <a:xfrm>
            <a:off x="6688365" y="4308293"/>
            <a:ext cx="3484336" cy="1721321"/>
          </a:xfrm>
          <a:prstGeom prst="rect">
            <a:avLst/>
          </a:prstGeom>
        </p:spPr>
        <p:txBody>
          <a:bodyPr vert="horz" lIns="0" tIns="0" rIns="0" bIns="45720" rtlCol="0" anchor="b">
            <a:noAutofit/>
          </a:bodyPr>
          <a:lstStyle>
            <a:lvl1pPr>
              <a:lnSpc>
                <a:spcPts val="3000"/>
              </a:lnSpc>
              <a:defRPr sz="2600">
                <a:solidFill>
                  <a:schemeClr val="bg1"/>
                </a:solidFill>
              </a:defRPr>
            </a:lvl1pPr>
          </a:lstStyle>
          <a:p>
            <a:r>
              <a:rPr lang="en-US"/>
              <a:t>Click to add title</a:t>
            </a:r>
            <a:endParaRPr lang="pt-PT"/>
          </a:p>
        </p:txBody>
      </p:sp>
      <p:sp>
        <p:nvSpPr>
          <p:cNvPr id="12" name="Text Placeholder 7">
            <a:extLst>
              <a:ext uri="{FF2B5EF4-FFF2-40B4-BE49-F238E27FC236}">
                <a16:creationId xmlns:a16="http://schemas.microsoft.com/office/drawing/2014/main" id="{98BC8B91-D2A3-4F52-B4E2-1C3C1B691942}"/>
              </a:ext>
            </a:extLst>
          </p:cNvPr>
          <p:cNvSpPr>
            <a:spLocks noGrp="1"/>
          </p:cNvSpPr>
          <p:nvPr>
            <p:ph type="body" sz="quarter" idx="32" hasCustomPrompt="1"/>
          </p:nvPr>
        </p:nvSpPr>
        <p:spPr>
          <a:xfrm>
            <a:off x="407988" y="5085184"/>
            <a:ext cx="4123375" cy="944430"/>
          </a:xfrm>
          <a:prstGeom prst="rect">
            <a:avLst/>
          </a:prstGeom>
        </p:spPr>
        <p:txBody>
          <a:bodyPr anchor="b">
            <a:noAutofit/>
          </a:bodyPr>
          <a:lstStyle>
            <a:lvl1pPr>
              <a:lnSpc>
                <a:spcPts val="2200"/>
              </a:lnSpc>
              <a:spcAft>
                <a:spcPts val="0"/>
              </a:spcAft>
              <a:defRPr sz="1800"/>
            </a:lvl1pPr>
            <a:lvl2pPr>
              <a:lnSpc>
                <a:spcPct val="100000"/>
              </a:lnSpc>
              <a:defRPr sz="1400"/>
            </a:lvl2pPr>
            <a:lvl3pPr>
              <a:lnSpc>
                <a:spcPct val="100000"/>
              </a:lnSpc>
              <a:defRPr sz="1400"/>
            </a:lvl3pPr>
            <a:lvl4pPr>
              <a:lnSpc>
                <a:spcPct val="100000"/>
              </a:lnSpc>
              <a:defRPr sz="1400"/>
            </a:lvl4pPr>
            <a:lvl5pPr>
              <a:lnSpc>
                <a:spcPct val="100000"/>
              </a:lnSpc>
              <a:defRPr sz="1200"/>
            </a:lvl5pPr>
          </a:lstStyle>
          <a:p>
            <a:pPr lvl="0"/>
            <a:r>
              <a:rPr lang="en-US"/>
              <a:t>Click to insert text</a:t>
            </a:r>
          </a:p>
        </p:txBody>
      </p:sp>
    </p:spTree>
    <p:extLst>
      <p:ext uri="{BB962C8B-B14F-4D97-AF65-F5344CB8AC3E}">
        <p14:creationId xmlns:p14="http://schemas.microsoft.com/office/powerpoint/2010/main" val="213191715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D. Title Only">
    <p:spTree>
      <p:nvGrpSpPr>
        <p:cNvPr id="1" name=""/>
        <p:cNvGrpSpPr/>
        <p:nvPr/>
      </p:nvGrpSpPr>
      <p:grpSpPr>
        <a:xfrm>
          <a:off x="0" y="0"/>
          <a:ext cx="0" cy="0"/>
          <a:chOff x="0" y="0"/>
          <a:chExt cx="0" cy="0"/>
        </a:xfrm>
      </p:grpSpPr>
      <p:sp>
        <p:nvSpPr>
          <p:cNvPr id="57" name="Date Placeholder 56"/>
          <p:cNvSpPr>
            <a:spLocks noGrp="1"/>
          </p:cNvSpPr>
          <p:nvPr>
            <p:ph type="dt" sz="half" idx="14"/>
          </p:nvPr>
        </p:nvSpPr>
        <p:spPr/>
        <p:txBody>
          <a:bodyPr/>
          <a:lstStyle>
            <a:lvl1pPr>
              <a:defRPr>
                <a:solidFill>
                  <a:schemeClr val="bg1">
                    <a:lumMod val="50000"/>
                  </a:schemeClr>
                </a:solidFill>
                <a:latin typeface="+mn-lt"/>
                <a:sym typeface="Trebuchet MS" panose="020B0603020202020204" pitchFamily="34" charset="0"/>
              </a:defRPr>
            </a:lvl1pPr>
          </a:lstStyle>
          <a:p>
            <a:endParaRPr lang="en-US"/>
          </a:p>
        </p:txBody>
      </p:sp>
      <p:sp>
        <p:nvSpPr>
          <p:cNvPr id="7"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2019 by The Boston Consulting Group, Inc. All rights reserved.</a:t>
            </a:r>
          </a:p>
        </p:txBody>
      </p:sp>
      <p:sp>
        <p:nvSpPr>
          <p:cNvPr id="8" name="Title 7"/>
          <p:cNvSpPr>
            <a:spLocks noGrp="1"/>
          </p:cNvSpPr>
          <p:nvPr>
            <p:ph type="title" hasCustomPrompt="1"/>
          </p:nvPr>
        </p:nvSpPr>
        <p:spPr>
          <a:xfrm>
            <a:off x="630000" y="622800"/>
            <a:ext cx="10933350" cy="332399"/>
          </a:xfrm>
        </p:spPr>
        <p:txBody>
          <a:bodyPr/>
          <a:lstStyle>
            <a:lvl1pPr>
              <a:defRPr>
                <a:latin typeface="+mj-lt"/>
                <a:sym typeface="Trebuchet MS" panose="020B0603020202020204" pitchFamily="34" charset="0"/>
              </a:defRPr>
            </a:lvl1pPr>
          </a:lstStyle>
          <a:p>
            <a:r>
              <a:rPr lang="en-US"/>
              <a:t>Click to add title</a:t>
            </a:r>
          </a:p>
        </p:txBody>
      </p:sp>
      <p:sp>
        <p:nvSpPr>
          <p:cNvPr id="1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Beazley Agile </a:t>
            </a:r>
            <a:r>
              <a:rPr lang="en-US" sz="700" err="1">
                <a:solidFill>
                  <a:schemeClr val="bg1">
                    <a:lumMod val="50000"/>
                  </a:schemeClr>
                </a:solidFill>
                <a:latin typeface="+mn-lt"/>
                <a:sym typeface="Trebuchet MS" panose="020B0603020202020204" pitchFamily="34" charset="0"/>
              </a:rPr>
              <a:t>Playbook_compendium</a:t>
            </a:r>
            <a:r>
              <a:rPr lang="en-US" sz="700">
                <a:solidFill>
                  <a:schemeClr val="bg1">
                    <a:lumMod val="50000"/>
                  </a:schemeClr>
                </a:solidFill>
                <a:latin typeface="+mn-lt"/>
                <a:sym typeface="Trebuchet MS" panose="020B0603020202020204" pitchFamily="34" charset="0"/>
              </a:rPr>
              <a:t> v9.pptx</a:t>
            </a:r>
          </a:p>
        </p:txBody>
      </p:sp>
      <p:sp>
        <p:nvSpPr>
          <p:cNvPr id="2" name="TextBox 1">
            <a:extLst>
              <a:ext uri="{FF2B5EF4-FFF2-40B4-BE49-F238E27FC236}">
                <a16:creationId xmlns:a16="http://schemas.microsoft.com/office/drawing/2014/main" id="{4B9E4376-1115-9C1F-5D4D-2ECE8D766411}"/>
              </a:ext>
            </a:extLst>
          </p:cNvPr>
          <p:cNvSpPr txBox="1"/>
          <p:nvPr userDrawn="1"/>
        </p:nvSpPr>
        <p:spPr>
          <a:xfrm>
            <a:off x="2218144" y="6530635"/>
            <a:ext cx="7421078" cy="2000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IN" sz="700" kern="0">
                <a:solidFill>
                  <a:srgbClr val="A6A6A6"/>
                </a:solidFill>
                <a:latin typeface="Ubuntu" panose="020B0504030602030204" pitchFamily="34" charset="0"/>
                <a:ea typeface="+mn-ea"/>
                <a:cs typeface="Arial" panose="020B0604020202020204" pitchFamily="34" charset="0"/>
              </a:rPr>
              <a:t>This content is specific to GPAS &amp; Billing Release Trains delivery only which is in Capgemini's scope of work</a:t>
            </a:r>
            <a:endParaRPr lang="en-IN" sz="700" kern="0" noProof="0">
              <a:solidFill>
                <a:srgbClr val="A6A6A6"/>
              </a:solidFill>
              <a:latin typeface="Ubuntu" panose="020B0504030602030204" pitchFamily="34" charset="0"/>
              <a:ea typeface="+mn-ea"/>
              <a:cs typeface="Arial" panose="020B0604020202020204" pitchFamily="34" charset="0"/>
            </a:endParaRPr>
          </a:p>
        </p:txBody>
      </p:sp>
    </p:spTree>
    <p:extLst>
      <p:ext uri="{BB962C8B-B14F-4D97-AF65-F5344CB8AC3E}">
        <p14:creationId xmlns:p14="http://schemas.microsoft.com/office/powerpoint/2010/main" val="127669298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1" orient="horz" pos="4320">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userDrawn="1">
  <p:cSld name="1_Section Header">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184150" y="175419"/>
            <a:ext cx="10515600" cy="365127"/>
          </a:xfrm>
        </p:spPr>
        <p:txBody>
          <a:bodyPr anchor="t">
            <a:normAutofit/>
          </a:bodyPr>
          <a:lstStyle>
            <a:lvl1pPr>
              <a:defRPr lang="en-US" sz="2800" kern="1200" dirty="0">
                <a:solidFill>
                  <a:srgbClr val="FF0000"/>
                </a:solidFill>
                <a:latin typeface="+mn-lt"/>
                <a:ea typeface="+mn-ea"/>
                <a:cs typeface="+mn-cs"/>
              </a:defRPr>
            </a:lvl1pPr>
          </a:lstStyle>
          <a:p>
            <a:r>
              <a:rPr lang="en-US"/>
              <a:t>Main Heading</a:t>
            </a:r>
          </a:p>
        </p:txBody>
      </p:sp>
      <p:sp>
        <p:nvSpPr>
          <p:cNvPr id="4" name="Date Placeholder 3"/>
          <p:cNvSpPr>
            <a:spLocks noGrp="1"/>
          </p:cNvSpPr>
          <p:nvPr>
            <p:ph type="dt" sz="half" idx="10"/>
          </p:nvPr>
        </p:nvSpPr>
        <p:spPr/>
        <p:txBody>
          <a:bodyPr/>
          <a:lstStyle/>
          <a:p>
            <a:fld id="{A62CCA1E-0EEA-4CCA-A9F2-89AEF8419AFD}" type="datetimeFigureOut">
              <a:rPr lang="en-GB" smtClean="0"/>
              <a:t>01/12/2025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B6612583-AFA1-4562-9DDD-EB238F2D05DB}" type="slidenum">
              <a:rPr lang="en-GB" smtClean="0"/>
              <a:t>‹#›</a:t>
            </a:fld>
            <a:endParaRPr lang="en-GB"/>
          </a:p>
        </p:txBody>
      </p:sp>
      <p:sp>
        <p:nvSpPr>
          <p:cNvPr id="7" name="Subtitle 2">
            <a:extLst>
              <a:ext uri="{FF2B5EF4-FFF2-40B4-BE49-F238E27FC236}">
                <a16:creationId xmlns:a16="http://schemas.microsoft.com/office/drawing/2014/main" id="{D0007C42-634C-FE59-CD16-D8B207A58BAD}"/>
              </a:ext>
            </a:extLst>
          </p:cNvPr>
          <p:cNvSpPr>
            <a:spLocks noGrp="1"/>
          </p:cNvSpPr>
          <p:nvPr>
            <p:ph type="subTitle" idx="1" hasCustomPrompt="1"/>
          </p:nvPr>
        </p:nvSpPr>
        <p:spPr>
          <a:xfrm>
            <a:off x="184150" y="617538"/>
            <a:ext cx="9144000" cy="365125"/>
          </a:xfrm>
        </p:spPr>
        <p:txBody>
          <a:bodyPr>
            <a:normAutofit/>
          </a:bodyPr>
          <a:lstStyle>
            <a:lvl1pPr marL="0" indent="0" algn="l">
              <a:buNone/>
              <a:defRPr sz="1800">
                <a:solidFill>
                  <a:schemeClr val="accent6">
                    <a:lumMod val="75000"/>
                  </a:schemeClr>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Optional </a:t>
            </a:r>
            <a:r>
              <a:rPr lang="en-US" err="1"/>
              <a:t>Subheader</a:t>
            </a:r>
            <a:endParaRPr lang="en-US"/>
          </a:p>
        </p:txBody>
      </p:sp>
      <p:sp>
        <p:nvSpPr>
          <p:cNvPr id="3" name="TextBox 2">
            <a:extLst>
              <a:ext uri="{FF2B5EF4-FFF2-40B4-BE49-F238E27FC236}">
                <a16:creationId xmlns:a16="http://schemas.microsoft.com/office/drawing/2014/main" id="{38E0E0C4-4771-1FA8-87EE-300AA265EFF4}"/>
              </a:ext>
            </a:extLst>
          </p:cNvPr>
          <p:cNvSpPr txBox="1"/>
          <p:nvPr userDrawn="1"/>
        </p:nvSpPr>
        <p:spPr>
          <a:xfrm>
            <a:off x="2218144" y="6530635"/>
            <a:ext cx="7421078" cy="2000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IN" sz="700" kern="0">
                <a:solidFill>
                  <a:srgbClr val="A6A6A6"/>
                </a:solidFill>
                <a:latin typeface="Ubuntu" panose="020B0504030602030204" pitchFamily="34" charset="0"/>
                <a:ea typeface="+mn-ea"/>
                <a:cs typeface="Arial" panose="020B0604020202020204" pitchFamily="34" charset="0"/>
              </a:rPr>
              <a:t>This content is specific to GPAS &amp; Billing Release Trains delivery only which is in Capgemini's scope of work</a:t>
            </a:r>
            <a:endParaRPr lang="en-IN" sz="700" kern="0" noProof="0">
              <a:solidFill>
                <a:srgbClr val="A6A6A6"/>
              </a:solidFill>
              <a:latin typeface="Ubuntu" panose="020B0504030602030204" pitchFamily="34" charset="0"/>
              <a:ea typeface="+mn-ea"/>
              <a:cs typeface="Arial" panose="020B0604020202020204" pitchFamily="34" charset="0"/>
            </a:endParaRPr>
          </a:p>
        </p:txBody>
      </p:sp>
    </p:spTree>
    <p:extLst>
      <p:ext uri="{BB962C8B-B14F-4D97-AF65-F5344CB8AC3E}">
        <p14:creationId xmlns:p14="http://schemas.microsoft.com/office/powerpoint/2010/main" val="3822512054"/>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image" Target="../media/image2.png"/><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image" Target="../media/image1.emf"/><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oleObject" Target="../embeddings/oleObject1.bin"/><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tags" Target="../tags/tag1.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21" name="Object 20" hidden="1"/>
          <p:cNvGraphicFramePr>
            <a:graphicFrameLocks noChangeAspect="1"/>
          </p:cNvGraphicFramePr>
          <p:nvPr>
            <p:custDataLst>
              <p:tags r:id="rId30"/>
            </p:custDataLst>
            <p:extLst>
              <p:ext uri="{D42A27DB-BD31-4B8C-83A1-F6EECF244321}">
                <p14:modId xmlns:p14="http://schemas.microsoft.com/office/powerpoint/2010/main" val="197578679"/>
              </p:ext>
            </p:ext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1" imgW="270" imgH="270" progId="TCLayout.ActiveDocument.1">
                  <p:embed/>
                </p:oleObj>
              </mc:Choice>
              <mc:Fallback>
                <p:oleObj name="think-cell Slide" r:id="rId31" imgW="270" imgH="270" progId="TCLayout.ActiveDocument.1">
                  <p:embed/>
                  <p:pic>
                    <p:nvPicPr>
                      <p:cNvPr id="21" name="Object 20" hidden="1"/>
                      <p:cNvPicPr>
                        <a:picLocks noChangeAspect="1" noChangeArrowheads="1"/>
                      </p:cNvPicPr>
                      <p:nvPr/>
                    </p:nvPicPr>
                    <p:blipFill>
                      <a:blip r:embed="rId32">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p:spPr>
                  </p:pic>
                </p:oleObj>
              </mc:Fallback>
            </mc:AlternateContent>
          </a:graphicData>
        </a:graphic>
      </p:graphicFrame>
      <p:sp>
        <p:nvSpPr>
          <p:cNvPr id="4" name="Text Placeholder 1"/>
          <p:cNvSpPr>
            <a:spLocks noGrp="1"/>
          </p:cNvSpPr>
          <p:nvPr>
            <p:ph type="body" idx="1"/>
          </p:nvPr>
        </p:nvSpPr>
        <p:spPr>
          <a:xfrm>
            <a:off x="404813" y="1327150"/>
            <a:ext cx="11376880" cy="5135563"/>
          </a:xfrm>
          <a:prstGeom prst="rect">
            <a:avLst/>
          </a:prstGeom>
        </p:spPr>
        <p:txBody>
          <a:bodyPr vert="horz" lIns="0" tIns="0" rIns="0" bIns="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9" name="Title Placeholder 1"/>
          <p:cNvSpPr>
            <a:spLocks noGrp="1"/>
          </p:cNvSpPr>
          <p:nvPr>
            <p:ph type="title"/>
          </p:nvPr>
        </p:nvSpPr>
        <p:spPr>
          <a:xfrm>
            <a:off x="404813" y="392516"/>
            <a:ext cx="9776592" cy="716711"/>
          </a:xfrm>
          <a:prstGeom prst="rect">
            <a:avLst/>
          </a:prstGeom>
        </p:spPr>
        <p:txBody>
          <a:bodyPr vert="horz" lIns="0" tIns="0" rIns="0" bIns="0" rtlCol="0" anchor="ctr">
            <a:noAutofit/>
          </a:bodyPr>
          <a:lstStyle/>
          <a:p>
            <a:pPr marL="0" marR="0" lvl="0" indent="0" algn="l" defTabSz="914400" rtl="0" eaLnBrk="1" fontAlgn="auto" latinLnBrk="0" hangingPunct="1">
              <a:lnSpc>
                <a:spcPct val="90000"/>
              </a:lnSpc>
              <a:spcBef>
                <a:spcPct val="0"/>
              </a:spcBef>
              <a:spcAft>
                <a:spcPts val="0"/>
              </a:spcAft>
              <a:buClrTx/>
              <a:buSzTx/>
              <a:buFontTx/>
              <a:buNone/>
              <a:tabLst/>
              <a:defRPr/>
            </a:pPr>
            <a:r>
              <a:rPr lang="fr-FR"/>
              <a:t>CLICK TO INSERT TITLE</a:t>
            </a:r>
            <a:endParaRPr lang="en-US"/>
          </a:p>
        </p:txBody>
      </p:sp>
      <p:grpSp>
        <p:nvGrpSpPr>
          <p:cNvPr id="3" name="Group 2">
            <a:extLst>
              <a:ext uri="{FF2B5EF4-FFF2-40B4-BE49-F238E27FC236}">
                <a16:creationId xmlns:a16="http://schemas.microsoft.com/office/drawing/2014/main" id="{7D254FA0-1CD0-4186-9223-F354145FAE6C}"/>
              </a:ext>
            </a:extLst>
          </p:cNvPr>
          <p:cNvGrpSpPr/>
          <p:nvPr userDrawn="1"/>
        </p:nvGrpSpPr>
        <p:grpSpPr>
          <a:xfrm>
            <a:off x="12295891" y="1659"/>
            <a:ext cx="360000" cy="2069166"/>
            <a:chOff x="12498114" y="115959"/>
            <a:chExt cx="360000" cy="2069166"/>
          </a:xfrm>
        </p:grpSpPr>
        <p:sp>
          <p:nvSpPr>
            <p:cNvPr id="11" name="Rectangle 10">
              <a:extLst>
                <a:ext uri="{FF2B5EF4-FFF2-40B4-BE49-F238E27FC236}">
                  <a16:creationId xmlns:a16="http://schemas.microsoft.com/office/drawing/2014/main" id="{EF1244FD-1856-4971-9A73-AD6DF3F42A90}"/>
                </a:ext>
              </a:extLst>
            </p:cNvPr>
            <p:cNvSpPr/>
            <p:nvPr/>
          </p:nvSpPr>
          <p:spPr>
            <a:xfrm>
              <a:off x="12498114" y="115959"/>
              <a:ext cx="360000" cy="406800"/>
            </a:xfrm>
            <a:prstGeom prst="rect">
              <a:avLst/>
            </a:prstGeom>
            <a:solidFill>
              <a:srgbClr val="0070A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latin typeface="Ubuntu" panose="020B0504030602030204" pitchFamily="34" charset="0"/>
                </a:rPr>
                <a:t>1</a:t>
              </a:r>
            </a:p>
            <a:p>
              <a:pPr algn="ctr">
                <a:lnSpc>
                  <a:spcPct val="90000"/>
                </a:lnSpc>
                <a:spcAft>
                  <a:spcPts val="0"/>
                </a:spcAft>
              </a:pPr>
              <a:r>
                <a:rPr lang="en-GB" sz="700">
                  <a:latin typeface="Ubuntu" panose="020B0504030602030204" pitchFamily="34" charset="0"/>
                </a:rPr>
                <a:t>112</a:t>
              </a:r>
            </a:p>
            <a:p>
              <a:pPr algn="ctr">
                <a:lnSpc>
                  <a:spcPct val="90000"/>
                </a:lnSpc>
                <a:spcAft>
                  <a:spcPts val="0"/>
                </a:spcAft>
              </a:pPr>
              <a:r>
                <a:rPr lang="en-GB" sz="700">
                  <a:latin typeface="Ubuntu" panose="020B0504030602030204" pitchFamily="34" charset="0"/>
                </a:rPr>
                <a:t>173</a:t>
              </a:r>
            </a:p>
          </p:txBody>
        </p:sp>
        <p:sp>
          <p:nvSpPr>
            <p:cNvPr id="12" name="Rectangle 11">
              <a:extLst>
                <a:ext uri="{FF2B5EF4-FFF2-40B4-BE49-F238E27FC236}">
                  <a16:creationId xmlns:a16="http://schemas.microsoft.com/office/drawing/2014/main" id="{22B40C78-6F20-4C95-AB26-B29FEC0FF747}"/>
                </a:ext>
              </a:extLst>
            </p:cNvPr>
            <p:cNvSpPr/>
            <p:nvPr/>
          </p:nvSpPr>
          <p:spPr>
            <a:xfrm>
              <a:off x="12498114" y="533371"/>
              <a:ext cx="360000" cy="4068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solidFill>
                    <a:schemeClr val="tx1"/>
                  </a:solidFill>
                  <a:latin typeface="Ubuntu" panose="020B0504030602030204" pitchFamily="34" charset="0"/>
                </a:rPr>
                <a:t>18</a:t>
              </a:r>
            </a:p>
            <a:p>
              <a:pPr algn="ctr">
                <a:lnSpc>
                  <a:spcPct val="90000"/>
                </a:lnSpc>
                <a:spcAft>
                  <a:spcPts val="0"/>
                </a:spcAft>
              </a:pPr>
              <a:r>
                <a:rPr lang="en-GB" sz="700">
                  <a:solidFill>
                    <a:schemeClr val="tx1"/>
                  </a:solidFill>
                  <a:latin typeface="Ubuntu" panose="020B0504030602030204" pitchFamily="34" charset="0"/>
                </a:rPr>
                <a:t>171</a:t>
              </a:r>
            </a:p>
            <a:p>
              <a:pPr algn="ctr">
                <a:lnSpc>
                  <a:spcPct val="90000"/>
                </a:lnSpc>
                <a:spcAft>
                  <a:spcPts val="0"/>
                </a:spcAft>
              </a:pPr>
              <a:r>
                <a:rPr lang="en-GB" sz="700">
                  <a:solidFill>
                    <a:schemeClr val="tx1"/>
                  </a:solidFill>
                  <a:latin typeface="Ubuntu" panose="020B0504030602030204" pitchFamily="34" charset="0"/>
                </a:rPr>
                <a:t>219</a:t>
              </a:r>
            </a:p>
          </p:txBody>
        </p:sp>
        <p:sp>
          <p:nvSpPr>
            <p:cNvPr id="13" name="Rectangle 12">
              <a:extLst>
                <a:ext uri="{FF2B5EF4-FFF2-40B4-BE49-F238E27FC236}">
                  <a16:creationId xmlns:a16="http://schemas.microsoft.com/office/drawing/2014/main" id="{1AED4E7D-39CE-49AE-9D4C-16EA940CBE5F}"/>
                </a:ext>
              </a:extLst>
            </p:cNvPr>
            <p:cNvSpPr/>
            <p:nvPr/>
          </p:nvSpPr>
          <p:spPr>
            <a:xfrm>
              <a:off x="12498114" y="950783"/>
              <a:ext cx="360000" cy="406800"/>
            </a:xfrm>
            <a:prstGeom prst="rect">
              <a:avLst/>
            </a:prstGeom>
            <a:solidFill>
              <a:srgbClr val="2B0A3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latin typeface="Ubuntu" panose="020B0504030602030204" pitchFamily="34" charset="0"/>
                </a:rPr>
                <a:t>43</a:t>
              </a:r>
            </a:p>
            <a:p>
              <a:pPr algn="ctr">
                <a:lnSpc>
                  <a:spcPct val="90000"/>
                </a:lnSpc>
                <a:spcAft>
                  <a:spcPts val="0"/>
                </a:spcAft>
              </a:pPr>
              <a:r>
                <a:rPr lang="en-GB" sz="700">
                  <a:latin typeface="Ubuntu" panose="020B0504030602030204" pitchFamily="34" charset="0"/>
                </a:rPr>
                <a:t>10</a:t>
              </a:r>
            </a:p>
            <a:p>
              <a:pPr algn="ctr">
                <a:lnSpc>
                  <a:spcPct val="90000"/>
                </a:lnSpc>
                <a:spcAft>
                  <a:spcPts val="0"/>
                </a:spcAft>
              </a:pPr>
              <a:r>
                <a:rPr lang="en-GB" sz="700">
                  <a:latin typeface="Ubuntu" panose="020B0504030602030204" pitchFamily="34" charset="0"/>
                </a:rPr>
                <a:t>61</a:t>
              </a:r>
            </a:p>
          </p:txBody>
        </p:sp>
        <p:sp>
          <p:nvSpPr>
            <p:cNvPr id="14" name="Rectangle 13">
              <a:extLst>
                <a:ext uri="{FF2B5EF4-FFF2-40B4-BE49-F238E27FC236}">
                  <a16:creationId xmlns:a16="http://schemas.microsoft.com/office/drawing/2014/main" id="{392DC803-B0F7-4D0E-81CA-9DDCB14FA42C}"/>
                </a:ext>
              </a:extLst>
            </p:cNvPr>
            <p:cNvSpPr/>
            <p:nvPr/>
          </p:nvSpPr>
          <p:spPr>
            <a:xfrm>
              <a:off x="12498114" y="1364202"/>
              <a:ext cx="360000" cy="4068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latin typeface="Ubuntu" panose="020B0504030602030204" pitchFamily="34" charset="0"/>
                </a:rPr>
                <a:t>39</a:t>
              </a:r>
            </a:p>
            <a:p>
              <a:pPr algn="ctr">
                <a:lnSpc>
                  <a:spcPct val="90000"/>
                </a:lnSpc>
                <a:spcAft>
                  <a:spcPts val="0"/>
                </a:spcAft>
              </a:pPr>
              <a:r>
                <a:rPr lang="en-GB" sz="700">
                  <a:latin typeface="Ubuntu" panose="020B0504030602030204" pitchFamily="34" charset="0"/>
                </a:rPr>
                <a:t>41</a:t>
              </a:r>
            </a:p>
            <a:p>
              <a:pPr algn="ctr">
                <a:lnSpc>
                  <a:spcPct val="90000"/>
                </a:lnSpc>
                <a:spcAft>
                  <a:spcPts val="0"/>
                </a:spcAft>
              </a:pPr>
              <a:r>
                <a:rPr lang="en-GB" sz="700">
                  <a:latin typeface="Ubuntu" panose="020B0504030602030204" pitchFamily="34" charset="0"/>
                </a:rPr>
                <a:t>54</a:t>
              </a:r>
            </a:p>
          </p:txBody>
        </p:sp>
        <p:sp>
          <p:nvSpPr>
            <p:cNvPr id="63" name="Rectangle 62">
              <a:extLst>
                <a:ext uri="{FF2B5EF4-FFF2-40B4-BE49-F238E27FC236}">
                  <a16:creationId xmlns:a16="http://schemas.microsoft.com/office/drawing/2014/main" id="{B60470E2-9B98-4C49-AC1B-A56CD2EB54B9}"/>
                </a:ext>
              </a:extLst>
            </p:cNvPr>
            <p:cNvSpPr/>
            <p:nvPr/>
          </p:nvSpPr>
          <p:spPr>
            <a:xfrm>
              <a:off x="12498114" y="1778325"/>
              <a:ext cx="360000" cy="406800"/>
            </a:xfrm>
            <a:prstGeom prst="rect">
              <a:avLst/>
            </a:prstGeom>
            <a:solidFill>
              <a:schemeClr val="bg2"/>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solidFill>
                    <a:schemeClr val="tx1"/>
                  </a:solidFill>
                  <a:latin typeface="Ubuntu" panose="020B0504030602030204" pitchFamily="34" charset="0"/>
                </a:rPr>
                <a:t>236</a:t>
              </a:r>
            </a:p>
            <a:p>
              <a:pPr algn="ctr">
                <a:lnSpc>
                  <a:spcPct val="90000"/>
                </a:lnSpc>
                <a:spcAft>
                  <a:spcPts val="0"/>
                </a:spcAft>
              </a:pPr>
              <a:r>
                <a:rPr lang="en-GB" sz="700">
                  <a:solidFill>
                    <a:schemeClr val="tx1"/>
                  </a:solidFill>
                  <a:latin typeface="Ubuntu" panose="020B0504030602030204" pitchFamily="34" charset="0"/>
                </a:rPr>
                <a:t>236</a:t>
              </a:r>
            </a:p>
            <a:p>
              <a:pPr algn="ctr">
                <a:lnSpc>
                  <a:spcPct val="90000"/>
                </a:lnSpc>
                <a:spcAft>
                  <a:spcPts val="0"/>
                </a:spcAft>
              </a:pPr>
              <a:r>
                <a:rPr lang="en-GB" sz="700">
                  <a:solidFill>
                    <a:schemeClr val="tx1"/>
                  </a:solidFill>
                  <a:latin typeface="Ubuntu" panose="020B0504030602030204" pitchFamily="34" charset="0"/>
                </a:rPr>
                <a:t>236</a:t>
              </a:r>
            </a:p>
          </p:txBody>
        </p:sp>
      </p:grpSp>
      <p:grpSp>
        <p:nvGrpSpPr>
          <p:cNvPr id="4096" name="Groupe 4095">
            <a:extLst>
              <a:ext uri="{FF2B5EF4-FFF2-40B4-BE49-F238E27FC236}">
                <a16:creationId xmlns:a16="http://schemas.microsoft.com/office/drawing/2014/main" id="{4ADC82C4-641D-4930-B946-DC8978F5F98C}"/>
              </a:ext>
            </a:extLst>
          </p:cNvPr>
          <p:cNvGrpSpPr/>
          <p:nvPr/>
        </p:nvGrpSpPr>
        <p:grpSpPr>
          <a:xfrm>
            <a:off x="12295891" y="4289244"/>
            <a:ext cx="1462993" cy="2058800"/>
            <a:chOff x="12432704" y="1992581"/>
            <a:chExt cx="1462993" cy="2058800"/>
          </a:xfrm>
        </p:grpSpPr>
        <p:sp>
          <p:nvSpPr>
            <p:cNvPr id="41" name="Forme libre : forme 40">
              <a:extLst>
                <a:ext uri="{FF2B5EF4-FFF2-40B4-BE49-F238E27FC236}">
                  <a16:creationId xmlns:a16="http://schemas.microsoft.com/office/drawing/2014/main" id="{EC826880-5A3C-4E1C-81B2-A1CB9E331DC3}"/>
                </a:ext>
              </a:extLst>
            </p:cNvPr>
            <p:cNvSpPr/>
            <p:nvPr/>
          </p:nvSpPr>
          <p:spPr>
            <a:xfrm>
              <a:off x="12800391"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8E12"/>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142</a:t>
              </a:r>
            </a:p>
            <a:p>
              <a:pPr algn="ctr">
                <a:lnSpc>
                  <a:spcPct val="90000"/>
                </a:lnSpc>
                <a:spcAft>
                  <a:spcPts val="0"/>
                </a:spcAft>
              </a:pPr>
              <a:r>
                <a:rPr lang="en-US" sz="700">
                  <a:latin typeface="Ubuntu" panose="020B0504030602030204" pitchFamily="34" charset="0"/>
                </a:rPr>
                <a:t>18</a:t>
              </a:r>
            </a:p>
          </p:txBody>
        </p:sp>
        <p:sp>
          <p:nvSpPr>
            <p:cNvPr id="42" name="Forme libre : forme 41">
              <a:extLst>
                <a:ext uri="{FF2B5EF4-FFF2-40B4-BE49-F238E27FC236}">
                  <a16:creationId xmlns:a16="http://schemas.microsoft.com/office/drawing/2014/main" id="{44796AC3-FBF9-498C-9326-20ACFCF63EE6}"/>
                </a:ext>
              </a:extLst>
            </p:cNvPr>
            <p:cNvSpPr/>
            <p:nvPr/>
          </p:nvSpPr>
          <p:spPr>
            <a:xfrm>
              <a:off x="12800391"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9C29"/>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156</a:t>
              </a:r>
            </a:p>
            <a:p>
              <a:pPr algn="ctr">
                <a:lnSpc>
                  <a:spcPct val="90000"/>
                </a:lnSpc>
                <a:spcAft>
                  <a:spcPts val="0"/>
                </a:spcAft>
              </a:pPr>
              <a:r>
                <a:rPr lang="en-US" sz="700">
                  <a:latin typeface="Ubuntu" panose="020B0504030602030204" pitchFamily="34" charset="0"/>
                </a:rPr>
                <a:t>41</a:t>
              </a:r>
            </a:p>
          </p:txBody>
        </p:sp>
        <p:sp>
          <p:nvSpPr>
            <p:cNvPr id="43" name="Forme libre : forme 42">
              <a:extLst>
                <a:ext uri="{FF2B5EF4-FFF2-40B4-BE49-F238E27FC236}">
                  <a16:creationId xmlns:a16="http://schemas.microsoft.com/office/drawing/2014/main" id="{2D1DB5D7-2017-4A8F-80D6-C8641C9CE84C}"/>
                </a:ext>
              </a:extLst>
            </p:cNvPr>
            <p:cNvSpPr/>
            <p:nvPr/>
          </p:nvSpPr>
          <p:spPr>
            <a:xfrm>
              <a:off x="12800391"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FFB24A"/>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178</a:t>
              </a:r>
            </a:p>
            <a:p>
              <a:pPr algn="ctr">
                <a:lnSpc>
                  <a:spcPct val="90000"/>
                </a:lnSpc>
                <a:spcAft>
                  <a:spcPts val="0"/>
                </a:spcAft>
              </a:pPr>
              <a:r>
                <a:rPr lang="en-US" sz="700">
                  <a:latin typeface="Ubuntu" panose="020B0504030602030204" pitchFamily="34" charset="0"/>
                </a:rPr>
                <a:t>74</a:t>
              </a:r>
            </a:p>
          </p:txBody>
        </p:sp>
        <p:sp>
          <p:nvSpPr>
            <p:cNvPr id="44" name="Forme libre : forme 43">
              <a:extLst>
                <a:ext uri="{FF2B5EF4-FFF2-40B4-BE49-F238E27FC236}">
                  <a16:creationId xmlns:a16="http://schemas.microsoft.com/office/drawing/2014/main" id="{92191BDF-6BAB-45F9-9FA1-89C34179FD61}"/>
                </a:ext>
              </a:extLst>
            </p:cNvPr>
            <p:cNvSpPr/>
            <p:nvPr/>
          </p:nvSpPr>
          <p:spPr>
            <a:xfrm>
              <a:off x="12800391"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D068"/>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208</a:t>
              </a:r>
            </a:p>
            <a:p>
              <a:pPr algn="ctr">
                <a:lnSpc>
                  <a:spcPct val="90000"/>
                </a:lnSpc>
                <a:spcAft>
                  <a:spcPts val="0"/>
                </a:spcAft>
              </a:pPr>
              <a:r>
                <a:rPr lang="en-US" sz="700">
                  <a:latin typeface="Ubuntu" panose="020B0504030602030204" pitchFamily="34" charset="0"/>
                </a:rPr>
                <a:t>104</a:t>
              </a:r>
            </a:p>
          </p:txBody>
        </p:sp>
        <p:sp>
          <p:nvSpPr>
            <p:cNvPr id="45" name="Forme libre : forme 44">
              <a:extLst>
                <a:ext uri="{FF2B5EF4-FFF2-40B4-BE49-F238E27FC236}">
                  <a16:creationId xmlns:a16="http://schemas.microsoft.com/office/drawing/2014/main" id="{EF971F25-4035-43BA-BC8C-22E9B837A713}"/>
                </a:ext>
              </a:extLst>
            </p:cNvPr>
            <p:cNvSpPr/>
            <p:nvPr/>
          </p:nvSpPr>
          <p:spPr>
            <a:xfrm>
              <a:off x="12800391" y="1992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DA80"/>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218</a:t>
              </a:r>
            </a:p>
            <a:p>
              <a:pPr algn="ctr">
                <a:lnSpc>
                  <a:spcPct val="90000"/>
                </a:lnSpc>
                <a:spcAft>
                  <a:spcPts val="0"/>
                </a:spcAft>
              </a:pPr>
              <a:r>
                <a:rPr lang="en-US" sz="700">
                  <a:latin typeface="Ubuntu" panose="020B0504030602030204" pitchFamily="34" charset="0"/>
                </a:rPr>
                <a:t>128</a:t>
              </a:r>
            </a:p>
          </p:txBody>
        </p:sp>
        <p:sp>
          <p:nvSpPr>
            <p:cNvPr id="46" name="Forme libre : forme 45">
              <a:extLst>
                <a:ext uri="{FF2B5EF4-FFF2-40B4-BE49-F238E27FC236}">
                  <a16:creationId xmlns:a16="http://schemas.microsoft.com/office/drawing/2014/main" id="{F5691FCB-A410-4C6B-963D-15CCFA8EB678}"/>
                </a:ext>
              </a:extLst>
            </p:cNvPr>
            <p:cNvSpPr/>
            <p:nvPr/>
          </p:nvSpPr>
          <p:spPr>
            <a:xfrm>
              <a:off x="13168875"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42142E"/>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66</a:t>
              </a:r>
            </a:p>
            <a:p>
              <a:pPr algn="ctr">
                <a:lnSpc>
                  <a:spcPct val="90000"/>
                </a:lnSpc>
                <a:spcAft>
                  <a:spcPts val="0"/>
                </a:spcAft>
              </a:pPr>
              <a:r>
                <a:rPr lang="en-US" sz="700">
                  <a:solidFill>
                    <a:schemeClr val="bg1"/>
                  </a:solidFill>
                  <a:latin typeface="Ubuntu" panose="020B0504030602030204" pitchFamily="34" charset="0"/>
                </a:rPr>
                <a:t>20</a:t>
              </a:r>
            </a:p>
            <a:p>
              <a:pPr algn="ctr">
                <a:lnSpc>
                  <a:spcPct val="90000"/>
                </a:lnSpc>
                <a:spcAft>
                  <a:spcPts val="0"/>
                </a:spcAft>
              </a:pPr>
              <a:r>
                <a:rPr lang="en-US" sz="700">
                  <a:solidFill>
                    <a:schemeClr val="bg1"/>
                  </a:solidFill>
                  <a:latin typeface="Ubuntu" panose="020B0504030602030204" pitchFamily="34" charset="0"/>
                </a:rPr>
                <a:t>46</a:t>
              </a:r>
            </a:p>
          </p:txBody>
        </p:sp>
        <p:sp>
          <p:nvSpPr>
            <p:cNvPr id="47" name="Forme libre : forme 46">
              <a:extLst>
                <a:ext uri="{FF2B5EF4-FFF2-40B4-BE49-F238E27FC236}">
                  <a16:creationId xmlns:a16="http://schemas.microsoft.com/office/drawing/2014/main" id="{D0F79893-1FFE-4F7F-B020-867CE988C67E}"/>
                </a:ext>
              </a:extLst>
            </p:cNvPr>
            <p:cNvSpPr/>
            <p:nvPr/>
          </p:nvSpPr>
          <p:spPr>
            <a:xfrm>
              <a:off x="13168875"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590A42"/>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89</a:t>
              </a:r>
            </a:p>
            <a:p>
              <a:pPr algn="ctr">
                <a:lnSpc>
                  <a:spcPct val="90000"/>
                </a:lnSpc>
                <a:spcAft>
                  <a:spcPts val="0"/>
                </a:spcAft>
              </a:pPr>
              <a:r>
                <a:rPr lang="en-US" sz="700">
                  <a:solidFill>
                    <a:schemeClr val="bg1"/>
                  </a:solidFill>
                  <a:latin typeface="Ubuntu" panose="020B0504030602030204" pitchFamily="34" charset="0"/>
                </a:rPr>
                <a:t>10</a:t>
              </a:r>
            </a:p>
            <a:p>
              <a:pPr algn="ctr">
                <a:lnSpc>
                  <a:spcPct val="90000"/>
                </a:lnSpc>
                <a:spcAft>
                  <a:spcPts val="0"/>
                </a:spcAft>
              </a:pPr>
              <a:r>
                <a:rPr lang="en-US" sz="700">
                  <a:solidFill>
                    <a:schemeClr val="bg1"/>
                  </a:solidFill>
                  <a:latin typeface="Ubuntu" panose="020B0504030602030204" pitchFamily="34" charset="0"/>
                </a:rPr>
                <a:t>66</a:t>
              </a:r>
            </a:p>
          </p:txBody>
        </p:sp>
        <p:sp>
          <p:nvSpPr>
            <p:cNvPr id="48" name="Forme libre : forme 47">
              <a:extLst>
                <a:ext uri="{FF2B5EF4-FFF2-40B4-BE49-F238E27FC236}">
                  <a16:creationId xmlns:a16="http://schemas.microsoft.com/office/drawing/2014/main" id="{4BC28B06-4332-436B-9E8F-27299D73CB0F}"/>
                </a:ext>
              </a:extLst>
            </p:cNvPr>
            <p:cNvSpPr/>
            <p:nvPr/>
          </p:nvSpPr>
          <p:spPr>
            <a:xfrm>
              <a:off x="13168875"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750D5C"/>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117</a:t>
              </a:r>
            </a:p>
            <a:p>
              <a:pPr algn="ctr">
                <a:lnSpc>
                  <a:spcPct val="90000"/>
                </a:lnSpc>
                <a:spcAft>
                  <a:spcPts val="0"/>
                </a:spcAft>
              </a:pPr>
              <a:r>
                <a:rPr lang="en-US" sz="700">
                  <a:solidFill>
                    <a:schemeClr val="bg1"/>
                  </a:solidFill>
                  <a:latin typeface="Ubuntu" panose="020B0504030602030204" pitchFamily="34" charset="0"/>
                </a:rPr>
                <a:t>13</a:t>
              </a:r>
            </a:p>
            <a:p>
              <a:pPr algn="ctr">
                <a:lnSpc>
                  <a:spcPct val="90000"/>
                </a:lnSpc>
                <a:spcAft>
                  <a:spcPts val="0"/>
                </a:spcAft>
              </a:pPr>
              <a:r>
                <a:rPr lang="en-US" sz="700">
                  <a:solidFill>
                    <a:schemeClr val="bg1"/>
                  </a:solidFill>
                  <a:latin typeface="Ubuntu" panose="020B0504030602030204" pitchFamily="34" charset="0"/>
                </a:rPr>
                <a:t>92</a:t>
              </a:r>
            </a:p>
          </p:txBody>
        </p:sp>
        <p:sp>
          <p:nvSpPr>
            <p:cNvPr id="49" name="Forme libre : forme 48">
              <a:extLst>
                <a:ext uri="{FF2B5EF4-FFF2-40B4-BE49-F238E27FC236}">
                  <a16:creationId xmlns:a16="http://schemas.microsoft.com/office/drawing/2014/main" id="{90419B70-8C46-4DE8-9DD4-F2A6106ED6F5}"/>
                </a:ext>
              </a:extLst>
            </p:cNvPr>
            <p:cNvSpPr/>
            <p:nvPr/>
          </p:nvSpPr>
          <p:spPr>
            <a:xfrm>
              <a:off x="13168875"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802B73"/>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128</a:t>
              </a:r>
            </a:p>
            <a:p>
              <a:pPr algn="ctr">
                <a:lnSpc>
                  <a:spcPct val="90000"/>
                </a:lnSpc>
                <a:spcAft>
                  <a:spcPts val="0"/>
                </a:spcAft>
              </a:pPr>
              <a:r>
                <a:rPr lang="en-US" sz="700">
                  <a:solidFill>
                    <a:schemeClr val="bg1"/>
                  </a:solidFill>
                  <a:latin typeface="Ubuntu" panose="020B0504030602030204" pitchFamily="34" charset="0"/>
                </a:rPr>
                <a:t>43</a:t>
              </a:r>
            </a:p>
            <a:p>
              <a:pPr algn="ctr">
                <a:lnSpc>
                  <a:spcPct val="90000"/>
                </a:lnSpc>
                <a:spcAft>
                  <a:spcPts val="0"/>
                </a:spcAft>
              </a:pPr>
              <a:r>
                <a:rPr lang="en-US" sz="700">
                  <a:solidFill>
                    <a:schemeClr val="bg1"/>
                  </a:solidFill>
                  <a:latin typeface="Ubuntu" panose="020B0504030602030204" pitchFamily="34" charset="0"/>
                </a:rPr>
                <a:t>115</a:t>
              </a:r>
            </a:p>
          </p:txBody>
        </p:sp>
        <p:sp>
          <p:nvSpPr>
            <p:cNvPr id="50" name="Forme libre : forme 49">
              <a:extLst>
                <a:ext uri="{FF2B5EF4-FFF2-40B4-BE49-F238E27FC236}">
                  <a16:creationId xmlns:a16="http://schemas.microsoft.com/office/drawing/2014/main" id="{0A0CFFBA-E8FE-434D-9D74-BB9F352B4723}"/>
                </a:ext>
              </a:extLst>
            </p:cNvPr>
            <p:cNvSpPr/>
            <p:nvPr/>
          </p:nvSpPr>
          <p:spPr>
            <a:xfrm>
              <a:off x="13168875" y="1992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9E4780"/>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158</a:t>
              </a:r>
            </a:p>
            <a:p>
              <a:pPr algn="ctr">
                <a:lnSpc>
                  <a:spcPct val="90000"/>
                </a:lnSpc>
                <a:spcAft>
                  <a:spcPts val="0"/>
                </a:spcAft>
              </a:pPr>
              <a:r>
                <a:rPr lang="en-US" sz="700">
                  <a:solidFill>
                    <a:schemeClr val="bg1"/>
                  </a:solidFill>
                  <a:latin typeface="Ubuntu" panose="020B0504030602030204" pitchFamily="34" charset="0"/>
                </a:rPr>
                <a:t>71</a:t>
              </a:r>
            </a:p>
            <a:p>
              <a:pPr algn="ctr">
                <a:lnSpc>
                  <a:spcPct val="90000"/>
                </a:lnSpc>
                <a:spcAft>
                  <a:spcPts val="0"/>
                </a:spcAft>
              </a:pPr>
              <a:r>
                <a:rPr lang="en-US" sz="700">
                  <a:solidFill>
                    <a:schemeClr val="bg1"/>
                  </a:solidFill>
                  <a:latin typeface="Ubuntu" panose="020B0504030602030204" pitchFamily="34" charset="0"/>
                </a:rPr>
                <a:t>128</a:t>
              </a:r>
            </a:p>
          </p:txBody>
        </p:sp>
        <p:sp>
          <p:nvSpPr>
            <p:cNvPr id="51" name="Forme libre : forme 50">
              <a:extLst>
                <a:ext uri="{FF2B5EF4-FFF2-40B4-BE49-F238E27FC236}">
                  <a16:creationId xmlns:a16="http://schemas.microsoft.com/office/drawing/2014/main" id="{D041A42A-2FF1-4516-85CE-87051937629F}"/>
                </a:ext>
              </a:extLst>
            </p:cNvPr>
            <p:cNvSpPr/>
            <p:nvPr/>
          </p:nvSpPr>
          <p:spPr>
            <a:xfrm>
              <a:off x="13535697"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A6001A"/>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166</a:t>
              </a:r>
            </a:p>
            <a:p>
              <a:pPr algn="ctr">
                <a:lnSpc>
                  <a:spcPct val="90000"/>
                </a:lnSpc>
                <a:spcAft>
                  <a:spcPts val="0"/>
                </a:spcAft>
              </a:pPr>
              <a:r>
                <a:rPr lang="en-US" sz="700">
                  <a:solidFill>
                    <a:schemeClr val="bg1"/>
                  </a:solidFill>
                  <a:latin typeface="Ubuntu" panose="020B0504030602030204" pitchFamily="34" charset="0"/>
                </a:rPr>
                <a:t>0</a:t>
              </a:r>
            </a:p>
            <a:p>
              <a:pPr algn="ctr">
                <a:lnSpc>
                  <a:spcPct val="90000"/>
                </a:lnSpc>
                <a:spcAft>
                  <a:spcPts val="0"/>
                </a:spcAft>
              </a:pPr>
              <a:r>
                <a:rPr lang="en-US" sz="700">
                  <a:solidFill>
                    <a:schemeClr val="bg1"/>
                  </a:solidFill>
                  <a:latin typeface="Ubuntu" panose="020B0504030602030204" pitchFamily="34" charset="0"/>
                </a:rPr>
                <a:t>26</a:t>
              </a:r>
            </a:p>
          </p:txBody>
        </p:sp>
        <p:sp>
          <p:nvSpPr>
            <p:cNvPr id="52" name="Forme libre : forme 51">
              <a:extLst>
                <a:ext uri="{FF2B5EF4-FFF2-40B4-BE49-F238E27FC236}">
                  <a16:creationId xmlns:a16="http://schemas.microsoft.com/office/drawing/2014/main" id="{02084D3E-01E3-4506-9076-881D83455262}"/>
                </a:ext>
              </a:extLst>
            </p:cNvPr>
            <p:cNvSpPr/>
            <p:nvPr/>
          </p:nvSpPr>
          <p:spPr>
            <a:xfrm>
              <a:off x="13535697"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E30021"/>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227</a:t>
              </a:r>
            </a:p>
            <a:p>
              <a:pPr algn="ctr">
                <a:lnSpc>
                  <a:spcPct val="90000"/>
                </a:lnSpc>
                <a:spcAft>
                  <a:spcPts val="0"/>
                </a:spcAft>
              </a:pPr>
              <a:r>
                <a:rPr lang="en-US" sz="700">
                  <a:solidFill>
                    <a:schemeClr val="bg1"/>
                  </a:solidFill>
                  <a:latin typeface="Ubuntu" panose="020B0504030602030204" pitchFamily="34" charset="0"/>
                </a:rPr>
                <a:t>03</a:t>
              </a:r>
            </a:p>
            <a:p>
              <a:pPr algn="ctr">
                <a:lnSpc>
                  <a:spcPct val="90000"/>
                </a:lnSpc>
                <a:spcAft>
                  <a:spcPts val="0"/>
                </a:spcAft>
              </a:pPr>
              <a:r>
                <a:rPr lang="en-US" sz="700">
                  <a:solidFill>
                    <a:schemeClr val="bg1"/>
                  </a:solidFill>
                  <a:latin typeface="Ubuntu" panose="020B0504030602030204" pitchFamily="34" charset="0"/>
                </a:rPr>
                <a:t>33</a:t>
              </a:r>
            </a:p>
          </p:txBody>
        </p:sp>
        <p:sp>
          <p:nvSpPr>
            <p:cNvPr id="53" name="Forme libre : forme 52">
              <a:extLst>
                <a:ext uri="{FF2B5EF4-FFF2-40B4-BE49-F238E27FC236}">
                  <a16:creationId xmlns:a16="http://schemas.microsoft.com/office/drawing/2014/main" id="{96939CDC-56D5-42B9-843A-231E1C541E5D}"/>
                </a:ext>
              </a:extLst>
            </p:cNvPr>
            <p:cNvSpPr/>
            <p:nvPr/>
          </p:nvSpPr>
          <p:spPr>
            <a:xfrm>
              <a:off x="13535697"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FF304D"/>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48</a:t>
              </a:r>
            </a:p>
            <a:p>
              <a:pPr algn="ctr">
                <a:lnSpc>
                  <a:spcPct val="90000"/>
                </a:lnSpc>
                <a:spcAft>
                  <a:spcPts val="0"/>
                </a:spcAft>
              </a:pPr>
              <a:r>
                <a:rPr lang="en-US" sz="700">
                  <a:latin typeface="Ubuntu" panose="020B0504030602030204" pitchFamily="34" charset="0"/>
                </a:rPr>
                <a:t>77</a:t>
              </a:r>
            </a:p>
          </p:txBody>
        </p:sp>
        <p:sp>
          <p:nvSpPr>
            <p:cNvPr id="54" name="Forme libre : forme 53">
              <a:extLst>
                <a:ext uri="{FF2B5EF4-FFF2-40B4-BE49-F238E27FC236}">
                  <a16:creationId xmlns:a16="http://schemas.microsoft.com/office/drawing/2014/main" id="{66B49780-B844-4D04-8283-E12AAC6933AF}"/>
                </a:ext>
              </a:extLst>
            </p:cNvPr>
            <p:cNvSpPr/>
            <p:nvPr/>
          </p:nvSpPr>
          <p:spPr>
            <a:xfrm>
              <a:off x="13535697"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455E"/>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69</a:t>
              </a:r>
            </a:p>
            <a:p>
              <a:pPr algn="ctr">
                <a:lnSpc>
                  <a:spcPct val="90000"/>
                </a:lnSpc>
                <a:spcAft>
                  <a:spcPts val="0"/>
                </a:spcAft>
              </a:pPr>
              <a:r>
                <a:rPr lang="en-US" sz="700">
                  <a:latin typeface="Ubuntu" panose="020B0504030602030204" pitchFamily="34" charset="0"/>
                </a:rPr>
                <a:t>94</a:t>
              </a:r>
            </a:p>
          </p:txBody>
        </p:sp>
        <p:sp>
          <p:nvSpPr>
            <p:cNvPr id="55" name="Forme libre : forme 54">
              <a:extLst>
                <a:ext uri="{FF2B5EF4-FFF2-40B4-BE49-F238E27FC236}">
                  <a16:creationId xmlns:a16="http://schemas.microsoft.com/office/drawing/2014/main" id="{FF82BEF1-5FD1-4558-9313-1606ABF3D69C}"/>
                </a:ext>
              </a:extLst>
            </p:cNvPr>
            <p:cNvSpPr/>
            <p:nvPr/>
          </p:nvSpPr>
          <p:spPr>
            <a:xfrm>
              <a:off x="13535697" y="1992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5770"/>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87</a:t>
              </a:r>
            </a:p>
            <a:p>
              <a:pPr algn="ctr">
                <a:lnSpc>
                  <a:spcPct val="90000"/>
                </a:lnSpc>
                <a:spcAft>
                  <a:spcPts val="0"/>
                </a:spcAft>
              </a:pPr>
              <a:r>
                <a:rPr lang="en-US" sz="700">
                  <a:latin typeface="Ubuntu" panose="020B0504030602030204" pitchFamily="34" charset="0"/>
                </a:rPr>
                <a:t>112</a:t>
              </a:r>
            </a:p>
          </p:txBody>
        </p:sp>
        <p:sp>
          <p:nvSpPr>
            <p:cNvPr id="56" name="Forme libre : forme 55">
              <a:extLst>
                <a:ext uri="{FF2B5EF4-FFF2-40B4-BE49-F238E27FC236}">
                  <a16:creationId xmlns:a16="http://schemas.microsoft.com/office/drawing/2014/main" id="{86AAEC8D-AC95-4215-80AB-61B5B47B8691}"/>
                </a:ext>
              </a:extLst>
            </p:cNvPr>
            <p:cNvSpPr/>
            <p:nvPr/>
          </p:nvSpPr>
          <p:spPr>
            <a:xfrm>
              <a:off x="12432704"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811B6F"/>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129</a:t>
              </a:r>
            </a:p>
            <a:p>
              <a:pPr algn="ctr">
                <a:lnSpc>
                  <a:spcPct val="90000"/>
                </a:lnSpc>
                <a:spcAft>
                  <a:spcPts val="0"/>
                </a:spcAft>
              </a:pPr>
              <a:r>
                <a:rPr lang="en-US" sz="700">
                  <a:solidFill>
                    <a:schemeClr val="bg1"/>
                  </a:solidFill>
                  <a:latin typeface="Ubuntu" panose="020B0504030602030204" pitchFamily="34" charset="0"/>
                </a:rPr>
                <a:t>27</a:t>
              </a:r>
            </a:p>
            <a:p>
              <a:pPr algn="ctr">
                <a:lnSpc>
                  <a:spcPct val="90000"/>
                </a:lnSpc>
                <a:spcAft>
                  <a:spcPts val="0"/>
                </a:spcAft>
              </a:pPr>
              <a:r>
                <a:rPr lang="en-US" sz="700">
                  <a:solidFill>
                    <a:schemeClr val="bg1"/>
                  </a:solidFill>
                  <a:latin typeface="Ubuntu" panose="020B0504030602030204" pitchFamily="34" charset="0"/>
                </a:rPr>
                <a:t>111</a:t>
              </a:r>
            </a:p>
          </p:txBody>
        </p:sp>
        <p:sp>
          <p:nvSpPr>
            <p:cNvPr id="57" name="Forme libre : forme 56">
              <a:extLst>
                <a:ext uri="{FF2B5EF4-FFF2-40B4-BE49-F238E27FC236}">
                  <a16:creationId xmlns:a16="http://schemas.microsoft.com/office/drawing/2014/main" id="{345AA905-3BBB-4015-9537-2162DD20DA02}"/>
                </a:ext>
              </a:extLst>
            </p:cNvPr>
            <p:cNvSpPr/>
            <p:nvPr/>
          </p:nvSpPr>
          <p:spPr>
            <a:xfrm>
              <a:off x="12432704"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A12980"/>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161</a:t>
              </a:r>
            </a:p>
            <a:p>
              <a:pPr algn="ctr">
                <a:lnSpc>
                  <a:spcPct val="90000"/>
                </a:lnSpc>
                <a:spcAft>
                  <a:spcPts val="0"/>
                </a:spcAft>
              </a:pPr>
              <a:r>
                <a:rPr lang="en-US" sz="700">
                  <a:solidFill>
                    <a:schemeClr val="bg1"/>
                  </a:solidFill>
                  <a:latin typeface="Ubuntu" panose="020B0504030602030204" pitchFamily="34" charset="0"/>
                </a:rPr>
                <a:t>41</a:t>
              </a:r>
            </a:p>
            <a:p>
              <a:pPr algn="ctr">
                <a:lnSpc>
                  <a:spcPct val="90000"/>
                </a:lnSpc>
                <a:spcAft>
                  <a:spcPts val="0"/>
                </a:spcAft>
              </a:pPr>
              <a:r>
                <a:rPr lang="en-US" sz="700">
                  <a:solidFill>
                    <a:schemeClr val="bg1"/>
                  </a:solidFill>
                  <a:latin typeface="Ubuntu" panose="020B0504030602030204" pitchFamily="34" charset="0"/>
                </a:rPr>
                <a:t>128</a:t>
              </a:r>
            </a:p>
          </p:txBody>
        </p:sp>
        <p:sp>
          <p:nvSpPr>
            <p:cNvPr id="58" name="Forme libre : forme 57">
              <a:extLst>
                <a:ext uri="{FF2B5EF4-FFF2-40B4-BE49-F238E27FC236}">
                  <a16:creationId xmlns:a16="http://schemas.microsoft.com/office/drawing/2014/main" id="{8E50898F-084D-45EC-9EDA-C64E62F50B6F}"/>
                </a:ext>
              </a:extLst>
            </p:cNvPr>
            <p:cNvSpPr/>
            <p:nvPr/>
          </p:nvSpPr>
          <p:spPr>
            <a:xfrm>
              <a:off x="12432704"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BA2980"/>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186</a:t>
              </a:r>
            </a:p>
            <a:p>
              <a:pPr algn="ctr">
                <a:lnSpc>
                  <a:spcPct val="90000"/>
                </a:lnSpc>
                <a:spcAft>
                  <a:spcPts val="0"/>
                </a:spcAft>
              </a:pPr>
              <a:r>
                <a:rPr lang="en-US" sz="700">
                  <a:solidFill>
                    <a:schemeClr val="bg1"/>
                  </a:solidFill>
                  <a:latin typeface="Ubuntu" panose="020B0504030602030204" pitchFamily="34" charset="0"/>
                </a:rPr>
                <a:t>41</a:t>
              </a:r>
            </a:p>
            <a:p>
              <a:pPr algn="ctr">
                <a:lnSpc>
                  <a:spcPct val="90000"/>
                </a:lnSpc>
                <a:spcAft>
                  <a:spcPts val="0"/>
                </a:spcAft>
              </a:pPr>
              <a:r>
                <a:rPr lang="en-US" sz="700">
                  <a:solidFill>
                    <a:schemeClr val="bg1"/>
                  </a:solidFill>
                  <a:latin typeface="Ubuntu" panose="020B0504030602030204" pitchFamily="34" charset="0"/>
                </a:rPr>
                <a:t>128</a:t>
              </a:r>
            </a:p>
          </p:txBody>
        </p:sp>
        <p:sp>
          <p:nvSpPr>
            <p:cNvPr id="59" name="Forme libre : forme 58">
              <a:extLst>
                <a:ext uri="{FF2B5EF4-FFF2-40B4-BE49-F238E27FC236}">
                  <a16:creationId xmlns:a16="http://schemas.microsoft.com/office/drawing/2014/main" id="{850EF37B-321C-4CAE-A8B1-66C0053A83E3}"/>
                </a:ext>
              </a:extLst>
            </p:cNvPr>
            <p:cNvSpPr/>
            <p:nvPr/>
          </p:nvSpPr>
          <p:spPr>
            <a:xfrm>
              <a:off x="12432704"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D13A8C"/>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209</a:t>
              </a:r>
            </a:p>
            <a:p>
              <a:pPr algn="ctr">
                <a:lnSpc>
                  <a:spcPct val="90000"/>
                </a:lnSpc>
                <a:spcAft>
                  <a:spcPts val="0"/>
                </a:spcAft>
              </a:pPr>
              <a:r>
                <a:rPr lang="en-US" sz="700">
                  <a:latin typeface="Ubuntu" panose="020B0504030602030204" pitchFamily="34" charset="0"/>
                </a:rPr>
                <a:t>58</a:t>
              </a:r>
            </a:p>
            <a:p>
              <a:pPr algn="ctr">
                <a:lnSpc>
                  <a:spcPct val="90000"/>
                </a:lnSpc>
                <a:spcAft>
                  <a:spcPts val="0"/>
                </a:spcAft>
              </a:pPr>
              <a:r>
                <a:rPr lang="en-US" sz="700">
                  <a:latin typeface="Ubuntu" panose="020B0504030602030204" pitchFamily="34" charset="0"/>
                </a:rPr>
                <a:t>140</a:t>
              </a:r>
            </a:p>
          </p:txBody>
        </p:sp>
        <p:sp>
          <p:nvSpPr>
            <p:cNvPr id="60" name="Forme libre : forme 59">
              <a:extLst>
                <a:ext uri="{FF2B5EF4-FFF2-40B4-BE49-F238E27FC236}">
                  <a16:creationId xmlns:a16="http://schemas.microsoft.com/office/drawing/2014/main" id="{49EEAAAC-C871-41A3-9B9B-6381B2FD4E28}"/>
                </a:ext>
              </a:extLst>
            </p:cNvPr>
            <p:cNvSpPr/>
            <p:nvPr/>
          </p:nvSpPr>
          <p:spPr>
            <a:xfrm>
              <a:off x="12432704" y="1993636"/>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E557AD"/>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229</a:t>
              </a:r>
            </a:p>
            <a:p>
              <a:pPr algn="ctr">
                <a:lnSpc>
                  <a:spcPct val="90000"/>
                </a:lnSpc>
                <a:spcAft>
                  <a:spcPts val="0"/>
                </a:spcAft>
              </a:pPr>
              <a:r>
                <a:rPr lang="en-US" sz="700">
                  <a:latin typeface="Ubuntu" panose="020B0504030602030204" pitchFamily="34" charset="0"/>
                </a:rPr>
                <a:t>87</a:t>
              </a:r>
            </a:p>
            <a:p>
              <a:pPr algn="ctr">
                <a:lnSpc>
                  <a:spcPct val="90000"/>
                </a:lnSpc>
                <a:spcAft>
                  <a:spcPts val="0"/>
                </a:spcAft>
              </a:pPr>
              <a:r>
                <a:rPr lang="en-US" sz="700">
                  <a:latin typeface="Ubuntu" panose="020B0504030602030204" pitchFamily="34" charset="0"/>
                </a:rPr>
                <a:t>173</a:t>
              </a:r>
            </a:p>
          </p:txBody>
        </p:sp>
      </p:grpSp>
      <p:sp>
        <p:nvSpPr>
          <p:cNvPr id="61" name="Rectangle 60">
            <a:extLst>
              <a:ext uri="{FF2B5EF4-FFF2-40B4-BE49-F238E27FC236}">
                <a16:creationId xmlns:a16="http://schemas.microsoft.com/office/drawing/2014/main" id="{9D36E5FD-F409-4495-819A-440FA57D9E19}"/>
              </a:ext>
            </a:extLst>
          </p:cNvPr>
          <p:cNvSpPr/>
          <p:nvPr/>
        </p:nvSpPr>
        <p:spPr>
          <a:xfrm>
            <a:off x="12295891" y="6412526"/>
            <a:ext cx="2545089" cy="615553"/>
          </a:xfrm>
          <a:prstGeom prst="rect">
            <a:avLst/>
          </a:prstGeom>
        </p:spPr>
        <p:txBody>
          <a:bodyPr wrap="square" lIns="0" tIns="0" rIns="0" bIns="0">
            <a:spAutoFit/>
          </a:bodyPr>
          <a:lstStyle/>
          <a:p>
            <a:r>
              <a:rPr lang="en-GB" sz="800">
                <a:latin typeface="Ubuntu" panose="020B0504030602030204" pitchFamily="34" charset="0"/>
              </a:rPr>
              <a:t>Security Classification:</a:t>
            </a:r>
          </a:p>
          <a:p>
            <a:r>
              <a:rPr lang="en-GB" sz="800">
                <a:latin typeface="Ubuntu" panose="020B0504030602030204" pitchFamily="34" charset="0"/>
              </a:rPr>
              <a:t>SEC0: Public</a:t>
            </a:r>
          </a:p>
          <a:p>
            <a:r>
              <a:rPr lang="en-GB" sz="800">
                <a:latin typeface="Ubuntu" panose="020B0504030602030204" pitchFamily="34" charset="0"/>
              </a:rPr>
              <a:t>SEC1: Company Confidential</a:t>
            </a:r>
          </a:p>
          <a:p>
            <a:r>
              <a:rPr lang="en-GB" sz="800">
                <a:latin typeface="Ubuntu" panose="020B0504030602030204" pitchFamily="34" charset="0"/>
              </a:rPr>
              <a:t>SEC2: Company Restricted/Customer restricted</a:t>
            </a:r>
          </a:p>
          <a:p>
            <a:r>
              <a:rPr lang="en-GB" sz="800">
                <a:latin typeface="Ubuntu" panose="020B0504030602030204" pitchFamily="34" charset="0"/>
              </a:rPr>
              <a:t>SEC3: Company Sensitive</a:t>
            </a:r>
          </a:p>
        </p:txBody>
      </p:sp>
      <p:grpSp>
        <p:nvGrpSpPr>
          <p:cNvPr id="4097" name="Groupe 4096">
            <a:extLst>
              <a:ext uri="{FF2B5EF4-FFF2-40B4-BE49-F238E27FC236}">
                <a16:creationId xmlns:a16="http://schemas.microsoft.com/office/drawing/2014/main" id="{14207897-E387-4B97-A694-8751D86BCF12}"/>
              </a:ext>
            </a:extLst>
          </p:cNvPr>
          <p:cNvGrpSpPr/>
          <p:nvPr/>
        </p:nvGrpSpPr>
        <p:grpSpPr>
          <a:xfrm>
            <a:off x="12295891" y="2164677"/>
            <a:ext cx="1465123" cy="2058800"/>
            <a:chOff x="14041053" y="1992581"/>
            <a:chExt cx="1465123" cy="2058800"/>
          </a:xfrm>
        </p:grpSpPr>
        <p:sp>
          <p:nvSpPr>
            <p:cNvPr id="66" name="Forme libre : forme 65">
              <a:extLst>
                <a:ext uri="{FF2B5EF4-FFF2-40B4-BE49-F238E27FC236}">
                  <a16:creationId xmlns:a16="http://schemas.microsoft.com/office/drawing/2014/main" id="{94847038-3CB7-4111-AB03-FA1A594002AA}"/>
                </a:ext>
              </a:extLst>
            </p:cNvPr>
            <p:cNvSpPr/>
            <p:nvPr/>
          </p:nvSpPr>
          <p:spPr>
            <a:xfrm>
              <a:off x="14777224"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F434A"/>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15</a:t>
              </a:r>
            </a:p>
            <a:p>
              <a:pPr algn="ctr">
                <a:lnSpc>
                  <a:spcPct val="90000"/>
                </a:lnSpc>
                <a:spcAft>
                  <a:spcPts val="0"/>
                </a:spcAft>
              </a:pPr>
              <a:r>
                <a:rPr lang="en-US" sz="700" b="0">
                  <a:solidFill>
                    <a:schemeClr val="bg1"/>
                  </a:solidFill>
                  <a:latin typeface="Ubuntu" panose="020B0504030602030204" pitchFamily="34" charset="0"/>
                </a:rPr>
                <a:t>67</a:t>
              </a:r>
            </a:p>
            <a:p>
              <a:pPr algn="ctr">
                <a:lnSpc>
                  <a:spcPct val="90000"/>
                </a:lnSpc>
                <a:spcAft>
                  <a:spcPts val="0"/>
                </a:spcAft>
              </a:pPr>
              <a:r>
                <a:rPr lang="en-US" sz="700" b="0">
                  <a:solidFill>
                    <a:schemeClr val="bg1"/>
                  </a:solidFill>
                  <a:latin typeface="Ubuntu" panose="020B0504030602030204" pitchFamily="34" charset="0"/>
                </a:rPr>
                <a:t>74</a:t>
              </a:r>
            </a:p>
          </p:txBody>
        </p:sp>
        <p:sp>
          <p:nvSpPr>
            <p:cNvPr id="67" name="Forme libre : forme 66">
              <a:extLst>
                <a:ext uri="{FF2B5EF4-FFF2-40B4-BE49-F238E27FC236}">
                  <a16:creationId xmlns:a16="http://schemas.microsoft.com/office/drawing/2014/main" id="{1B50522B-BA67-4790-8697-3AC343D4ACB8}"/>
                </a:ext>
              </a:extLst>
            </p:cNvPr>
            <p:cNvSpPr/>
            <p:nvPr/>
          </p:nvSpPr>
          <p:spPr>
            <a:xfrm>
              <a:off x="14777224"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F6A73"/>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15</a:t>
              </a:r>
            </a:p>
            <a:p>
              <a:pPr algn="ctr">
                <a:lnSpc>
                  <a:spcPct val="90000"/>
                </a:lnSpc>
                <a:spcAft>
                  <a:spcPts val="0"/>
                </a:spcAft>
              </a:pPr>
              <a:r>
                <a:rPr lang="en-US" sz="700" b="0">
                  <a:solidFill>
                    <a:schemeClr val="bg1"/>
                  </a:solidFill>
                  <a:latin typeface="Ubuntu" panose="020B0504030602030204" pitchFamily="34" charset="0"/>
                </a:rPr>
                <a:t>106</a:t>
              </a:r>
            </a:p>
            <a:p>
              <a:pPr algn="ctr">
                <a:lnSpc>
                  <a:spcPct val="90000"/>
                </a:lnSpc>
                <a:spcAft>
                  <a:spcPts val="0"/>
                </a:spcAft>
              </a:pPr>
              <a:r>
                <a:rPr lang="en-US" sz="700" b="0">
                  <a:solidFill>
                    <a:schemeClr val="bg1"/>
                  </a:solidFill>
                  <a:latin typeface="Ubuntu" panose="020B0504030602030204" pitchFamily="34" charset="0"/>
                </a:rPr>
                <a:t>115</a:t>
              </a:r>
            </a:p>
          </p:txBody>
        </p:sp>
        <p:sp>
          <p:nvSpPr>
            <p:cNvPr id="68" name="Forme libre : forme 67">
              <a:extLst>
                <a:ext uri="{FF2B5EF4-FFF2-40B4-BE49-F238E27FC236}">
                  <a16:creationId xmlns:a16="http://schemas.microsoft.com/office/drawing/2014/main" id="{B90AA6F9-B8A6-4490-A465-CBEFAEA6DFCA}"/>
                </a:ext>
              </a:extLst>
            </p:cNvPr>
            <p:cNvSpPr/>
            <p:nvPr/>
          </p:nvSpPr>
          <p:spPr>
            <a:xfrm>
              <a:off x="14777224"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0F878A"/>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15</a:t>
              </a:r>
            </a:p>
            <a:p>
              <a:pPr algn="ctr">
                <a:lnSpc>
                  <a:spcPct val="90000"/>
                </a:lnSpc>
                <a:spcAft>
                  <a:spcPts val="0"/>
                </a:spcAft>
              </a:pPr>
              <a:r>
                <a:rPr lang="en-US" sz="700" b="0">
                  <a:solidFill>
                    <a:schemeClr val="bg1"/>
                  </a:solidFill>
                  <a:latin typeface="Ubuntu" panose="020B0504030602030204" pitchFamily="34" charset="0"/>
                </a:rPr>
                <a:t>135</a:t>
              </a:r>
            </a:p>
            <a:p>
              <a:pPr algn="ctr">
                <a:lnSpc>
                  <a:spcPct val="90000"/>
                </a:lnSpc>
                <a:spcAft>
                  <a:spcPts val="0"/>
                </a:spcAft>
              </a:pPr>
              <a:r>
                <a:rPr lang="en-US" sz="700" b="0">
                  <a:solidFill>
                    <a:schemeClr val="bg1"/>
                  </a:solidFill>
                  <a:latin typeface="Ubuntu" panose="020B0504030602030204" pitchFamily="34" charset="0"/>
                </a:rPr>
                <a:t>138</a:t>
              </a:r>
            </a:p>
          </p:txBody>
        </p:sp>
        <p:sp>
          <p:nvSpPr>
            <p:cNvPr id="69" name="Forme libre : forme 68">
              <a:extLst>
                <a:ext uri="{FF2B5EF4-FFF2-40B4-BE49-F238E27FC236}">
                  <a16:creationId xmlns:a16="http://schemas.microsoft.com/office/drawing/2014/main" id="{AEDB31E0-288F-492F-BC3E-94F3C3363294}"/>
                </a:ext>
              </a:extLst>
            </p:cNvPr>
            <p:cNvSpPr/>
            <p:nvPr/>
          </p:nvSpPr>
          <p:spPr>
            <a:xfrm>
              <a:off x="14777224"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B2A2"/>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178</a:t>
              </a:r>
            </a:p>
            <a:p>
              <a:pPr algn="ctr">
                <a:lnSpc>
                  <a:spcPct val="90000"/>
                </a:lnSpc>
                <a:spcAft>
                  <a:spcPts val="0"/>
                </a:spcAft>
              </a:pPr>
              <a:r>
                <a:rPr lang="en-US" sz="700" b="0">
                  <a:latin typeface="Ubuntu" panose="020B0504030602030204" pitchFamily="34" charset="0"/>
                </a:rPr>
                <a:t>162</a:t>
              </a:r>
            </a:p>
          </p:txBody>
        </p:sp>
        <p:sp>
          <p:nvSpPr>
            <p:cNvPr id="70" name="Forme libre : forme 69">
              <a:extLst>
                <a:ext uri="{FF2B5EF4-FFF2-40B4-BE49-F238E27FC236}">
                  <a16:creationId xmlns:a16="http://schemas.microsoft.com/office/drawing/2014/main" id="{8F775A35-2F34-403A-95F8-4058F1A09A02}"/>
                </a:ext>
              </a:extLst>
            </p:cNvPr>
            <p:cNvSpPr/>
            <p:nvPr/>
          </p:nvSpPr>
          <p:spPr>
            <a:xfrm>
              <a:off x="14777224"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E0CB"/>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244</a:t>
              </a:r>
            </a:p>
            <a:p>
              <a:pPr algn="ctr">
                <a:lnSpc>
                  <a:spcPct val="90000"/>
                </a:lnSpc>
                <a:spcAft>
                  <a:spcPts val="0"/>
                </a:spcAft>
              </a:pPr>
              <a:r>
                <a:rPr lang="en-US" sz="700" b="0">
                  <a:latin typeface="Ubuntu" panose="020B0504030602030204" pitchFamily="34" charset="0"/>
                </a:rPr>
                <a:t>203</a:t>
              </a:r>
            </a:p>
          </p:txBody>
        </p:sp>
        <p:sp>
          <p:nvSpPr>
            <p:cNvPr id="71" name="Forme libre : forme 70">
              <a:extLst>
                <a:ext uri="{FF2B5EF4-FFF2-40B4-BE49-F238E27FC236}">
                  <a16:creationId xmlns:a16="http://schemas.microsoft.com/office/drawing/2014/main" id="{59DA3B5B-D788-45A0-A698-ABE05A9025B0}"/>
                </a:ext>
              </a:extLst>
            </p:cNvPr>
            <p:cNvSpPr/>
            <p:nvPr/>
          </p:nvSpPr>
          <p:spPr>
            <a:xfrm>
              <a:off x="14041053"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178036"/>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23</a:t>
              </a:r>
            </a:p>
            <a:p>
              <a:pPr algn="ctr">
                <a:lnSpc>
                  <a:spcPct val="90000"/>
                </a:lnSpc>
                <a:spcAft>
                  <a:spcPts val="0"/>
                </a:spcAft>
              </a:pPr>
              <a:r>
                <a:rPr lang="en-US" sz="700" b="0">
                  <a:solidFill>
                    <a:schemeClr val="bg1"/>
                  </a:solidFill>
                  <a:latin typeface="Ubuntu" panose="020B0504030602030204" pitchFamily="34" charset="0"/>
                </a:rPr>
                <a:t>128</a:t>
              </a:r>
            </a:p>
            <a:p>
              <a:pPr algn="ctr">
                <a:lnSpc>
                  <a:spcPct val="90000"/>
                </a:lnSpc>
                <a:spcAft>
                  <a:spcPts val="0"/>
                </a:spcAft>
              </a:pPr>
              <a:r>
                <a:rPr lang="en-US" sz="700" b="0">
                  <a:solidFill>
                    <a:schemeClr val="bg1"/>
                  </a:solidFill>
                  <a:latin typeface="Ubuntu" panose="020B0504030602030204" pitchFamily="34" charset="0"/>
                </a:rPr>
                <a:t>54</a:t>
              </a:r>
            </a:p>
          </p:txBody>
        </p:sp>
        <p:sp>
          <p:nvSpPr>
            <p:cNvPr id="72" name="Forme libre : forme 71">
              <a:extLst>
                <a:ext uri="{FF2B5EF4-FFF2-40B4-BE49-F238E27FC236}">
                  <a16:creationId xmlns:a16="http://schemas.microsoft.com/office/drawing/2014/main" id="{B988192C-3701-4200-ADA5-936C0610D953}"/>
                </a:ext>
              </a:extLst>
            </p:cNvPr>
            <p:cNvSpPr/>
            <p:nvPr/>
          </p:nvSpPr>
          <p:spPr>
            <a:xfrm>
              <a:off x="14041053"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178C3D"/>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23</a:t>
              </a:r>
            </a:p>
            <a:p>
              <a:pPr algn="ctr">
                <a:lnSpc>
                  <a:spcPct val="90000"/>
                </a:lnSpc>
                <a:spcAft>
                  <a:spcPts val="0"/>
                </a:spcAft>
              </a:pPr>
              <a:r>
                <a:rPr lang="en-US" sz="700" b="0">
                  <a:solidFill>
                    <a:schemeClr val="bg1"/>
                  </a:solidFill>
                  <a:latin typeface="Ubuntu" panose="020B0504030602030204" pitchFamily="34" charset="0"/>
                </a:rPr>
                <a:t>140</a:t>
              </a:r>
            </a:p>
            <a:p>
              <a:pPr algn="ctr">
                <a:lnSpc>
                  <a:spcPct val="90000"/>
                </a:lnSpc>
                <a:spcAft>
                  <a:spcPts val="0"/>
                </a:spcAft>
              </a:pPr>
              <a:r>
                <a:rPr lang="en-US" sz="700" b="0">
                  <a:solidFill>
                    <a:schemeClr val="bg1"/>
                  </a:solidFill>
                  <a:latin typeface="Ubuntu" panose="020B0504030602030204" pitchFamily="34" charset="0"/>
                </a:rPr>
                <a:t>61</a:t>
              </a:r>
            </a:p>
          </p:txBody>
        </p:sp>
        <p:sp>
          <p:nvSpPr>
            <p:cNvPr id="73" name="Forme libre : forme 72">
              <a:extLst>
                <a:ext uri="{FF2B5EF4-FFF2-40B4-BE49-F238E27FC236}">
                  <a16:creationId xmlns:a16="http://schemas.microsoft.com/office/drawing/2014/main" id="{FDFAC846-10F6-421E-8B39-673C784E01DE}"/>
                </a:ext>
              </a:extLst>
            </p:cNvPr>
            <p:cNvSpPr/>
            <p:nvPr/>
          </p:nvSpPr>
          <p:spPr>
            <a:xfrm>
              <a:off x="14041053"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2EA657"/>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46</a:t>
              </a:r>
            </a:p>
            <a:p>
              <a:pPr algn="ctr">
                <a:lnSpc>
                  <a:spcPct val="90000"/>
                </a:lnSpc>
                <a:spcAft>
                  <a:spcPts val="0"/>
                </a:spcAft>
              </a:pPr>
              <a:r>
                <a:rPr lang="en-US" sz="700" b="0">
                  <a:latin typeface="Ubuntu" panose="020B0504030602030204" pitchFamily="34" charset="0"/>
                </a:rPr>
                <a:t>166</a:t>
              </a:r>
            </a:p>
            <a:p>
              <a:pPr algn="ctr">
                <a:lnSpc>
                  <a:spcPct val="90000"/>
                </a:lnSpc>
                <a:spcAft>
                  <a:spcPts val="0"/>
                </a:spcAft>
              </a:pPr>
              <a:r>
                <a:rPr lang="en-US" sz="700" b="0">
                  <a:latin typeface="Ubuntu" panose="020B0504030602030204" pitchFamily="34" charset="0"/>
                </a:rPr>
                <a:t>87</a:t>
              </a:r>
            </a:p>
          </p:txBody>
        </p:sp>
        <p:sp>
          <p:nvSpPr>
            <p:cNvPr id="74" name="Forme libre : forme 73">
              <a:extLst>
                <a:ext uri="{FF2B5EF4-FFF2-40B4-BE49-F238E27FC236}">
                  <a16:creationId xmlns:a16="http://schemas.microsoft.com/office/drawing/2014/main" id="{353643F0-22F7-4B48-AE39-5FC8C334472F}"/>
                </a:ext>
              </a:extLst>
            </p:cNvPr>
            <p:cNvSpPr/>
            <p:nvPr/>
          </p:nvSpPr>
          <p:spPr>
            <a:xfrm>
              <a:off x="14041053"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33B569"/>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51</a:t>
              </a:r>
            </a:p>
            <a:p>
              <a:pPr algn="ctr">
                <a:lnSpc>
                  <a:spcPct val="90000"/>
                </a:lnSpc>
                <a:spcAft>
                  <a:spcPts val="0"/>
                </a:spcAft>
              </a:pPr>
              <a:r>
                <a:rPr lang="en-US" sz="700" b="0">
                  <a:latin typeface="Ubuntu" panose="020B0504030602030204" pitchFamily="34" charset="0"/>
                </a:rPr>
                <a:t>181</a:t>
              </a:r>
            </a:p>
            <a:p>
              <a:pPr algn="ctr">
                <a:lnSpc>
                  <a:spcPct val="90000"/>
                </a:lnSpc>
                <a:spcAft>
                  <a:spcPts val="0"/>
                </a:spcAft>
              </a:pPr>
              <a:r>
                <a:rPr lang="en-US" sz="700" b="0">
                  <a:latin typeface="Ubuntu" panose="020B0504030602030204" pitchFamily="34" charset="0"/>
                </a:rPr>
                <a:t>105</a:t>
              </a:r>
            </a:p>
          </p:txBody>
        </p:sp>
        <p:sp>
          <p:nvSpPr>
            <p:cNvPr id="75" name="Forme libre : forme 74">
              <a:extLst>
                <a:ext uri="{FF2B5EF4-FFF2-40B4-BE49-F238E27FC236}">
                  <a16:creationId xmlns:a16="http://schemas.microsoft.com/office/drawing/2014/main" id="{33F41D49-321E-46F2-BE66-44E85399808F}"/>
                </a:ext>
              </a:extLst>
            </p:cNvPr>
            <p:cNvSpPr/>
            <p:nvPr/>
          </p:nvSpPr>
          <p:spPr>
            <a:xfrm>
              <a:off x="14041053"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57CF80"/>
            </a:solidFill>
            <a:ln w="6695" cap="flat">
              <a:noFill/>
              <a:prstDash val="solid"/>
              <a:miter/>
            </a:ln>
          </p:spPr>
          <p:txBody>
            <a:bodyPr rtlCol="0" anchor="ctr"/>
            <a:lstStyle/>
            <a:p>
              <a:pPr algn="ctr">
                <a:lnSpc>
                  <a:spcPct val="90000"/>
                </a:lnSpc>
                <a:spcAft>
                  <a:spcPts val="0"/>
                </a:spcAft>
              </a:pPr>
              <a:endParaRPr lang="en-US" sz="700" b="0">
                <a:latin typeface="Ubuntu" panose="020B0504030602030204" pitchFamily="34" charset="0"/>
              </a:endParaRPr>
            </a:p>
            <a:p>
              <a:pPr algn="ctr">
                <a:lnSpc>
                  <a:spcPct val="90000"/>
                </a:lnSpc>
                <a:spcAft>
                  <a:spcPts val="0"/>
                </a:spcAft>
              </a:pPr>
              <a:r>
                <a:rPr lang="en-US" sz="700" b="0">
                  <a:latin typeface="Ubuntu" panose="020B0504030602030204" pitchFamily="34" charset="0"/>
                </a:rPr>
                <a:t>87</a:t>
              </a:r>
            </a:p>
            <a:p>
              <a:pPr algn="ctr">
                <a:lnSpc>
                  <a:spcPct val="90000"/>
                </a:lnSpc>
                <a:spcAft>
                  <a:spcPts val="0"/>
                </a:spcAft>
              </a:pPr>
              <a:r>
                <a:rPr lang="en-US" sz="700" b="0">
                  <a:latin typeface="Ubuntu" panose="020B0504030602030204" pitchFamily="34" charset="0"/>
                </a:rPr>
                <a:t>207</a:t>
              </a:r>
            </a:p>
            <a:p>
              <a:pPr algn="ctr">
                <a:lnSpc>
                  <a:spcPct val="90000"/>
                </a:lnSpc>
                <a:spcAft>
                  <a:spcPts val="0"/>
                </a:spcAft>
              </a:pPr>
              <a:r>
                <a:rPr lang="en-US" sz="700" b="0">
                  <a:latin typeface="Ubuntu" panose="020B0504030602030204" pitchFamily="34" charset="0"/>
                </a:rPr>
                <a:t>128</a:t>
              </a:r>
            </a:p>
            <a:p>
              <a:pPr algn="ctr">
                <a:lnSpc>
                  <a:spcPct val="90000"/>
                </a:lnSpc>
                <a:spcAft>
                  <a:spcPts val="0"/>
                </a:spcAft>
              </a:pPr>
              <a:endParaRPr lang="en-US" sz="700" b="0">
                <a:latin typeface="Ubuntu" panose="020B0504030602030204" pitchFamily="34" charset="0"/>
              </a:endParaRPr>
            </a:p>
          </p:txBody>
        </p:sp>
        <p:sp>
          <p:nvSpPr>
            <p:cNvPr id="76" name="Forme libre : forme 75">
              <a:extLst>
                <a:ext uri="{FF2B5EF4-FFF2-40B4-BE49-F238E27FC236}">
                  <a16:creationId xmlns:a16="http://schemas.microsoft.com/office/drawing/2014/main" id="{99A866AE-65FA-4F9E-98D0-E71681C14AC2}"/>
                </a:ext>
              </a:extLst>
            </p:cNvPr>
            <p:cNvSpPr/>
            <p:nvPr/>
          </p:nvSpPr>
          <p:spPr>
            <a:xfrm>
              <a:off x="15145311"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173340"/>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23</a:t>
              </a:r>
            </a:p>
            <a:p>
              <a:pPr algn="ctr">
                <a:lnSpc>
                  <a:spcPct val="90000"/>
                </a:lnSpc>
                <a:spcAft>
                  <a:spcPts val="0"/>
                </a:spcAft>
              </a:pPr>
              <a:r>
                <a:rPr lang="en-US" sz="700" b="0">
                  <a:solidFill>
                    <a:schemeClr val="bg1"/>
                  </a:solidFill>
                  <a:latin typeface="Ubuntu" panose="020B0504030602030204" pitchFamily="34" charset="0"/>
                </a:rPr>
                <a:t>51</a:t>
              </a:r>
            </a:p>
            <a:p>
              <a:pPr algn="ctr">
                <a:lnSpc>
                  <a:spcPct val="90000"/>
                </a:lnSpc>
                <a:spcAft>
                  <a:spcPts val="0"/>
                </a:spcAft>
              </a:pPr>
              <a:r>
                <a:rPr lang="en-US" sz="700" b="0">
                  <a:solidFill>
                    <a:schemeClr val="bg1"/>
                  </a:solidFill>
                  <a:latin typeface="Ubuntu" panose="020B0504030602030204" pitchFamily="34" charset="0"/>
                </a:rPr>
                <a:t>64</a:t>
              </a:r>
            </a:p>
          </p:txBody>
        </p:sp>
        <p:sp>
          <p:nvSpPr>
            <p:cNvPr id="77" name="Forme libre : forme 76">
              <a:extLst>
                <a:ext uri="{FF2B5EF4-FFF2-40B4-BE49-F238E27FC236}">
                  <a16:creationId xmlns:a16="http://schemas.microsoft.com/office/drawing/2014/main" id="{FF63074E-4AF4-4930-9679-FD2D7A0F2A11}"/>
                </a:ext>
              </a:extLst>
            </p:cNvPr>
            <p:cNvSpPr/>
            <p:nvPr/>
          </p:nvSpPr>
          <p:spPr>
            <a:xfrm>
              <a:off x="15145311"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214554"/>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33</a:t>
              </a:r>
            </a:p>
            <a:p>
              <a:pPr algn="ctr">
                <a:lnSpc>
                  <a:spcPct val="90000"/>
                </a:lnSpc>
                <a:spcAft>
                  <a:spcPts val="0"/>
                </a:spcAft>
              </a:pPr>
              <a:r>
                <a:rPr lang="en-US" sz="700" b="0">
                  <a:solidFill>
                    <a:schemeClr val="bg1"/>
                  </a:solidFill>
                  <a:latin typeface="Ubuntu" panose="020B0504030602030204" pitchFamily="34" charset="0"/>
                </a:rPr>
                <a:t>69</a:t>
              </a:r>
            </a:p>
            <a:p>
              <a:pPr algn="ctr">
                <a:lnSpc>
                  <a:spcPct val="90000"/>
                </a:lnSpc>
                <a:spcAft>
                  <a:spcPts val="0"/>
                </a:spcAft>
              </a:pPr>
              <a:r>
                <a:rPr lang="en-US" sz="700" b="0">
                  <a:solidFill>
                    <a:schemeClr val="bg1"/>
                  </a:solidFill>
                  <a:latin typeface="Ubuntu" panose="020B0504030602030204" pitchFamily="34" charset="0"/>
                </a:rPr>
                <a:t>84</a:t>
              </a:r>
            </a:p>
          </p:txBody>
        </p:sp>
        <p:sp>
          <p:nvSpPr>
            <p:cNvPr id="78" name="Forme libre : forme 77">
              <a:extLst>
                <a:ext uri="{FF2B5EF4-FFF2-40B4-BE49-F238E27FC236}">
                  <a16:creationId xmlns:a16="http://schemas.microsoft.com/office/drawing/2014/main" id="{56DB4C49-7593-476E-9314-2444B469873A}"/>
                </a:ext>
              </a:extLst>
            </p:cNvPr>
            <p:cNvSpPr/>
            <p:nvPr/>
          </p:nvSpPr>
          <p:spPr>
            <a:xfrm>
              <a:off x="15145311"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14596B"/>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20</a:t>
              </a:r>
            </a:p>
            <a:p>
              <a:pPr algn="ctr">
                <a:lnSpc>
                  <a:spcPct val="90000"/>
                </a:lnSpc>
                <a:spcAft>
                  <a:spcPts val="0"/>
                </a:spcAft>
              </a:pPr>
              <a:r>
                <a:rPr lang="en-US" sz="700" b="0">
                  <a:solidFill>
                    <a:schemeClr val="bg1"/>
                  </a:solidFill>
                  <a:latin typeface="Ubuntu" panose="020B0504030602030204" pitchFamily="34" charset="0"/>
                </a:rPr>
                <a:t>89</a:t>
              </a:r>
            </a:p>
            <a:p>
              <a:pPr algn="ctr">
                <a:lnSpc>
                  <a:spcPct val="90000"/>
                </a:lnSpc>
                <a:spcAft>
                  <a:spcPts val="0"/>
                </a:spcAft>
              </a:pPr>
              <a:r>
                <a:rPr lang="en-US" sz="700" b="0">
                  <a:solidFill>
                    <a:schemeClr val="bg1"/>
                  </a:solidFill>
                  <a:latin typeface="Ubuntu" panose="020B0504030602030204" pitchFamily="34" charset="0"/>
                </a:rPr>
                <a:t>107</a:t>
              </a:r>
            </a:p>
          </p:txBody>
        </p:sp>
        <p:sp>
          <p:nvSpPr>
            <p:cNvPr id="79" name="Forme libre : forme 78">
              <a:extLst>
                <a:ext uri="{FF2B5EF4-FFF2-40B4-BE49-F238E27FC236}">
                  <a16:creationId xmlns:a16="http://schemas.microsoft.com/office/drawing/2014/main" id="{82B57E86-9AA1-49BE-93E7-6C1DB4AFDDF9}"/>
                </a:ext>
              </a:extLst>
            </p:cNvPr>
            <p:cNvSpPr/>
            <p:nvPr/>
          </p:nvSpPr>
          <p:spPr>
            <a:xfrm>
              <a:off x="15145311"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336B7D"/>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51</a:t>
              </a:r>
            </a:p>
            <a:p>
              <a:pPr algn="ctr">
                <a:lnSpc>
                  <a:spcPct val="90000"/>
                </a:lnSpc>
                <a:spcAft>
                  <a:spcPts val="0"/>
                </a:spcAft>
              </a:pPr>
              <a:r>
                <a:rPr lang="en-US" sz="700" b="0">
                  <a:solidFill>
                    <a:schemeClr val="bg1"/>
                  </a:solidFill>
                  <a:latin typeface="Ubuntu" panose="020B0504030602030204" pitchFamily="34" charset="0"/>
                </a:rPr>
                <a:t>107</a:t>
              </a:r>
            </a:p>
            <a:p>
              <a:pPr algn="ctr">
                <a:lnSpc>
                  <a:spcPct val="90000"/>
                </a:lnSpc>
                <a:spcAft>
                  <a:spcPts val="0"/>
                </a:spcAft>
              </a:pPr>
              <a:r>
                <a:rPr lang="en-US" sz="700" b="0">
                  <a:solidFill>
                    <a:schemeClr val="bg1"/>
                  </a:solidFill>
                  <a:latin typeface="Ubuntu" panose="020B0504030602030204" pitchFamily="34" charset="0"/>
                </a:rPr>
                <a:t>25</a:t>
              </a:r>
            </a:p>
          </p:txBody>
        </p:sp>
        <p:sp>
          <p:nvSpPr>
            <p:cNvPr id="80" name="Forme libre : forme 79">
              <a:extLst>
                <a:ext uri="{FF2B5EF4-FFF2-40B4-BE49-F238E27FC236}">
                  <a16:creationId xmlns:a16="http://schemas.microsoft.com/office/drawing/2014/main" id="{F58D84FF-3235-47A7-A015-65B66A7E9528}"/>
                </a:ext>
              </a:extLst>
            </p:cNvPr>
            <p:cNvSpPr/>
            <p:nvPr/>
          </p:nvSpPr>
          <p:spPr>
            <a:xfrm>
              <a:off x="15145311"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338091"/>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51</a:t>
              </a:r>
            </a:p>
            <a:p>
              <a:pPr algn="ctr">
                <a:lnSpc>
                  <a:spcPct val="90000"/>
                </a:lnSpc>
                <a:spcAft>
                  <a:spcPts val="0"/>
                </a:spcAft>
              </a:pPr>
              <a:r>
                <a:rPr lang="en-US" sz="700" b="0">
                  <a:solidFill>
                    <a:schemeClr val="bg1"/>
                  </a:solidFill>
                  <a:latin typeface="Ubuntu" panose="020B0504030602030204" pitchFamily="34" charset="0"/>
                </a:rPr>
                <a:t>128</a:t>
              </a:r>
            </a:p>
            <a:p>
              <a:pPr algn="ctr">
                <a:lnSpc>
                  <a:spcPct val="90000"/>
                </a:lnSpc>
                <a:spcAft>
                  <a:spcPts val="0"/>
                </a:spcAft>
              </a:pPr>
              <a:r>
                <a:rPr lang="en-US" sz="700" b="0">
                  <a:solidFill>
                    <a:schemeClr val="bg1"/>
                  </a:solidFill>
                  <a:latin typeface="Ubuntu" panose="020B0504030602030204" pitchFamily="34" charset="0"/>
                </a:rPr>
                <a:t>145</a:t>
              </a:r>
            </a:p>
          </p:txBody>
        </p:sp>
        <p:sp>
          <p:nvSpPr>
            <p:cNvPr id="81" name="Forme libre : forme 80">
              <a:extLst>
                <a:ext uri="{FF2B5EF4-FFF2-40B4-BE49-F238E27FC236}">
                  <a16:creationId xmlns:a16="http://schemas.microsoft.com/office/drawing/2014/main" id="{0C2FDFFD-39D1-4054-899F-2527AF6109D7}"/>
                </a:ext>
              </a:extLst>
            </p:cNvPr>
            <p:cNvSpPr/>
            <p:nvPr/>
          </p:nvSpPr>
          <p:spPr>
            <a:xfrm>
              <a:off x="14408740"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7D74"/>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0</a:t>
              </a:r>
            </a:p>
            <a:p>
              <a:pPr algn="ctr">
                <a:lnSpc>
                  <a:spcPct val="90000"/>
                </a:lnSpc>
                <a:spcAft>
                  <a:spcPts val="0"/>
                </a:spcAft>
              </a:pPr>
              <a:r>
                <a:rPr lang="en-US" sz="700" b="0">
                  <a:solidFill>
                    <a:schemeClr val="bg1"/>
                  </a:solidFill>
                  <a:latin typeface="Ubuntu" panose="020B0504030602030204" pitchFamily="34" charset="0"/>
                </a:rPr>
                <a:t>125</a:t>
              </a:r>
            </a:p>
            <a:p>
              <a:pPr algn="ctr">
                <a:lnSpc>
                  <a:spcPct val="90000"/>
                </a:lnSpc>
                <a:spcAft>
                  <a:spcPts val="0"/>
                </a:spcAft>
              </a:pPr>
              <a:r>
                <a:rPr lang="en-US" sz="700" b="0">
                  <a:solidFill>
                    <a:schemeClr val="bg1"/>
                  </a:solidFill>
                  <a:latin typeface="Ubuntu" panose="020B0504030602030204" pitchFamily="34" charset="0"/>
                </a:rPr>
                <a:t>116</a:t>
              </a:r>
            </a:p>
          </p:txBody>
        </p:sp>
        <p:sp>
          <p:nvSpPr>
            <p:cNvPr id="82" name="Forme libre : forme 81">
              <a:extLst>
                <a:ext uri="{FF2B5EF4-FFF2-40B4-BE49-F238E27FC236}">
                  <a16:creationId xmlns:a16="http://schemas.microsoft.com/office/drawing/2014/main" id="{3B4493E8-9680-4EA3-9A68-6174B5ADF266}"/>
                </a:ext>
              </a:extLst>
            </p:cNvPr>
            <p:cNvSpPr/>
            <p:nvPr/>
          </p:nvSpPr>
          <p:spPr>
            <a:xfrm>
              <a:off x="14408740"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929B"/>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0</a:t>
              </a:r>
            </a:p>
            <a:p>
              <a:pPr algn="ctr">
                <a:lnSpc>
                  <a:spcPct val="90000"/>
                </a:lnSpc>
                <a:spcAft>
                  <a:spcPts val="0"/>
                </a:spcAft>
              </a:pPr>
              <a:r>
                <a:rPr lang="en-US" sz="700" b="0">
                  <a:solidFill>
                    <a:schemeClr val="bg1"/>
                  </a:solidFill>
                  <a:latin typeface="Ubuntu" panose="020B0504030602030204" pitchFamily="34" charset="0"/>
                </a:rPr>
                <a:t>146</a:t>
              </a:r>
            </a:p>
            <a:p>
              <a:pPr algn="ctr">
                <a:lnSpc>
                  <a:spcPct val="90000"/>
                </a:lnSpc>
                <a:spcAft>
                  <a:spcPts val="0"/>
                </a:spcAft>
              </a:pPr>
              <a:r>
                <a:rPr lang="en-US" sz="700" b="0">
                  <a:solidFill>
                    <a:schemeClr val="bg1"/>
                  </a:solidFill>
                  <a:latin typeface="Ubuntu" panose="020B0504030602030204" pitchFamily="34" charset="0"/>
                </a:rPr>
                <a:t>155</a:t>
              </a:r>
            </a:p>
          </p:txBody>
        </p:sp>
        <p:sp>
          <p:nvSpPr>
            <p:cNvPr id="83" name="Forme libre : forme 82">
              <a:extLst>
                <a:ext uri="{FF2B5EF4-FFF2-40B4-BE49-F238E27FC236}">
                  <a16:creationId xmlns:a16="http://schemas.microsoft.com/office/drawing/2014/main" id="{B4B6B943-D34B-48B2-95E0-76C5F8BA25FA}"/>
                </a:ext>
              </a:extLst>
            </p:cNvPr>
            <p:cNvSpPr/>
            <p:nvPr/>
          </p:nvSpPr>
          <p:spPr>
            <a:xfrm>
              <a:off x="14408740"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00BFBF"/>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191</a:t>
              </a:r>
            </a:p>
            <a:p>
              <a:pPr algn="ctr">
                <a:lnSpc>
                  <a:spcPct val="90000"/>
                </a:lnSpc>
                <a:spcAft>
                  <a:spcPts val="0"/>
                </a:spcAft>
              </a:pPr>
              <a:r>
                <a:rPr lang="en-US" sz="700" b="0">
                  <a:latin typeface="Ubuntu" panose="020B0504030602030204" pitchFamily="34" charset="0"/>
                </a:rPr>
                <a:t>191</a:t>
              </a:r>
            </a:p>
          </p:txBody>
        </p:sp>
        <p:sp>
          <p:nvSpPr>
            <p:cNvPr id="84" name="Forme libre : forme 83">
              <a:extLst>
                <a:ext uri="{FF2B5EF4-FFF2-40B4-BE49-F238E27FC236}">
                  <a16:creationId xmlns:a16="http://schemas.microsoft.com/office/drawing/2014/main" id="{B434FFE6-E50A-4EA9-83D4-F9F4917BBCB8}"/>
                </a:ext>
              </a:extLst>
            </p:cNvPr>
            <p:cNvSpPr/>
            <p:nvPr/>
          </p:nvSpPr>
          <p:spPr>
            <a:xfrm>
              <a:off x="14408740"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D5D0"/>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213</a:t>
              </a:r>
            </a:p>
            <a:p>
              <a:pPr algn="ctr">
                <a:lnSpc>
                  <a:spcPct val="90000"/>
                </a:lnSpc>
                <a:spcAft>
                  <a:spcPts val="0"/>
                </a:spcAft>
              </a:pPr>
              <a:r>
                <a:rPr lang="en-US" sz="700" b="0">
                  <a:latin typeface="Ubuntu" panose="020B0504030602030204" pitchFamily="34" charset="0"/>
                </a:rPr>
                <a:t>208</a:t>
              </a:r>
            </a:p>
          </p:txBody>
        </p:sp>
        <p:sp>
          <p:nvSpPr>
            <p:cNvPr id="85" name="Forme libre : forme 84">
              <a:extLst>
                <a:ext uri="{FF2B5EF4-FFF2-40B4-BE49-F238E27FC236}">
                  <a16:creationId xmlns:a16="http://schemas.microsoft.com/office/drawing/2014/main" id="{E0BE1B97-A7F2-4E15-8D45-CD3F50622B5F}"/>
                </a:ext>
              </a:extLst>
            </p:cNvPr>
            <p:cNvSpPr/>
            <p:nvPr/>
          </p:nvSpPr>
          <p:spPr>
            <a:xfrm>
              <a:off x="14408740"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E6E3"/>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230</a:t>
              </a:r>
            </a:p>
            <a:p>
              <a:pPr algn="ctr">
                <a:lnSpc>
                  <a:spcPct val="90000"/>
                </a:lnSpc>
                <a:spcAft>
                  <a:spcPts val="0"/>
                </a:spcAft>
              </a:pPr>
              <a:r>
                <a:rPr lang="en-US" sz="700" b="0">
                  <a:latin typeface="Ubuntu" panose="020B0504030602030204" pitchFamily="34" charset="0"/>
                </a:rPr>
                <a:t>227</a:t>
              </a:r>
            </a:p>
          </p:txBody>
        </p:sp>
      </p:grpSp>
      <p:grpSp>
        <p:nvGrpSpPr>
          <p:cNvPr id="94" name="Groupe 1">
            <a:extLst>
              <a:ext uri="{FF2B5EF4-FFF2-40B4-BE49-F238E27FC236}">
                <a16:creationId xmlns:a16="http://schemas.microsoft.com/office/drawing/2014/main" id="{11A3E882-4152-49CC-A658-0BA2BD4CCF4E}"/>
              </a:ext>
            </a:extLst>
          </p:cNvPr>
          <p:cNvGrpSpPr>
            <a:grpSpLocks noChangeAspect="1"/>
          </p:cNvGrpSpPr>
          <p:nvPr userDrawn="1"/>
        </p:nvGrpSpPr>
        <p:grpSpPr>
          <a:xfrm>
            <a:off x="11562163" y="205059"/>
            <a:ext cx="419436" cy="388988"/>
            <a:chOff x="11501102" y="171573"/>
            <a:chExt cx="419436" cy="388988"/>
          </a:xfrm>
        </p:grpSpPr>
        <p:sp>
          <p:nvSpPr>
            <p:cNvPr id="95" name="Freeform 13">
              <a:extLst>
                <a:ext uri="{FF2B5EF4-FFF2-40B4-BE49-F238E27FC236}">
                  <a16:creationId xmlns:a16="http://schemas.microsoft.com/office/drawing/2014/main" id="{7962C740-AA7F-4225-AF45-30CEC5D85747}"/>
                </a:ext>
              </a:extLst>
            </p:cNvPr>
            <p:cNvSpPr>
              <a:spLocks/>
            </p:cNvSpPr>
            <p:nvPr userDrawn="1"/>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96" name="Freeform 14">
              <a:extLst>
                <a:ext uri="{FF2B5EF4-FFF2-40B4-BE49-F238E27FC236}">
                  <a16:creationId xmlns:a16="http://schemas.microsoft.com/office/drawing/2014/main" id="{8B6BE8F3-0248-42CC-8053-5B10FA1A6457}"/>
                </a:ext>
              </a:extLst>
            </p:cNvPr>
            <p:cNvSpPr>
              <a:spLocks/>
            </p:cNvSpPr>
            <p:nvPr userDrawn="1"/>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grpSp>
      <p:sp>
        <p:nvSpPr>
          <p:cNvPr id="65" name="Rectangle 27">
            <a:extLst>
              <a:ext uri="{FF2B5EF4-FFF2-40B4-BE49-F238E27FC236}">
                <a16:creationId xmlns:a16="http://schemas.microsoft.com/office/drawing/2014/main" id="{5B538C81-213B-41EC-BB81-FEF313C9D880}"/>
              </a:ext>
            </a:extLst>
          </p:cNvPr>
          <p:cNvSpPr/>
          <p:nvPr userDrawn="1"/>
        </p:nvSpPr>
        <p:spPr>
          <a:xfrm>
            <a:off x="404813" y="6517871"/>
            <a:ext cx="3410847" cy="219456"/>
          </a:xfrm>
          <a:prstGeom prst="rect">
            <a:avLst/>
          </a:prstGeom>
        </p:spPr>
        <p:txBody>
          <a:bodyPr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700" kern="0">
                <a:solidFill>
                  <a:srgbClr val="A6A6A6"/>
                </a:solidFill>
                <a:latin typeface="Ubuntu" panose="020B0504030602030204" pitchFamily="34" charset="0"/>
                <a:cs typeface="Arial" panose="020B0604020202020204" pitchFamily="34" charset="0"/>
              </a:rPr>
              <a:t>BEAZLEY GPAS &amp; Billing Ways of Working</a:t>
            </a:r>
          </a:p>
        </p:txBody>
      </p:sp>
      <p:sp>
        <p:nvSpPr>
          <p:cNvPr id="86" name="Retângulo 43">
            <a:extLst>
              <a:ext uri="{FF2B5EF4-FFF2-40B4-BE49-F238E27FC236}">
                <a16:creationId xmlns:a16="http://schemas.microsoft.com/office/drawing/2014/main" id="{5539996C-DD2A-49D6-AFB0-763FCB2EE440}"/>
              </a:ext>
            </a:extLst>
          </p:cNvPr>
          <p:cNvSpPr/>
          <p:nvPr userDrawn="1"/>
        </p:nvSpPr>
        <p:spPr>
          <a:xfrm>
            <a:off x="11744128" y="6517658"/>
            <a:ext cx="229263" cy="215444"/>
          </a:xfrm>
          <a:prstGeom prst="rect">
            <a:avLst/>
          </a:prstGeom>
        </p:spPr>
        <p:txBody>
          <a:bodyPr wrap="square" lIns="0" rIns="0">
            <a:spAutoFit/>
          </a:bodyPr>
          <a:lstStyle/>
          <a:p>
            <a:pPr algn="r"/>
            <a:fld id="{0502E5A9-B53C-401E-A0E0-4A359BB0A9E5}" type="slidenum">
              <a:rPr lang="en-US" sz="800" smtClean="0">
                <a:solidFill>
                  <a:srgbClr val="A6A6A6"/>
                </a:solidFill>
                <a:latin typeface="Ubuntu" panose="020B0504030602030204" pitchFamily="34" charset="0"/>
                <a:cs typeface="Arial" panose="020B0604020202020204" pitchFamily="34" charset="0"/>
              </a:rPr>
              <a:pPr algn="r"/>
              <a:t>‹#›</a:t>
            </a:fld>
            <a:endParaRPr lang="en-US" sz="800">
              <a:solidFill>
                <a:srgbClr val="A6A6A6"/>
              </a:solidFill>
              <a:latin typeface="Ubuntu" panose="020B0504030602030204" pitchFamily="34" charset="0"/>
              <a:cs typeface="Arial" panose="020B0604020202020204" pitchFamily="34" charset="0"/>
            </a:endParaRPr>
          </a:p>
        </p:txBody>
      </p:sp>
      <p:sp>
        <p:nvSpPr>
          <p:cNvPr id="89" name="Rectangle 27">
            <a:extLst>
              <a:ext uri="{FF2B5EF4-FFF2-40B4-BE49-F238E27FC236}">
                <a16:creationId xmlns:a16="http://schemas.microsoft.com/office/drawing/2014/main" id="{01D50803-B26A-4936-A06C-6E086A6DD719}"/>
              </a:ext>
            </a:extLst>
          </p:cNvPr>
          <p:cNvSpPr/>
          <p:nvPr userDrawn="1"/>
        </p:nvSpPr>
        <p:spPr>
          <a:xfrm>
            <a:off x="7227070" y="6517871"/>
            <a:ext cx="4532162" cy="219456"/>
          </a:xfrm>
          <a:prstGeom prst="rect">
            <a:avLst/>
          </a:prstGeom>
        </p:spPr>
        <p:txBody>
          <a:bodyPr wrap="square" lIns="0" tIns="0" rIns="0" bIns="0" anchor="ctr"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700">
                <a:solidFill>
                  <a:srgbClr val="A6A6A6"/>
                </a:solidFill>
                <a:latin typeface="Ubuntu" panose="020B0504030602030204" pitchFamily="34" charset="0"/>
                <a:cs typeface="Arial" panose="020B0604020202020204" pitchFamily="34" charset="0"/>
              </a:rPr>
              <a:t>Company Confidential © Capgemini 2024. All rights reserved |</a:t>
            </a:r>
          </a:p>
        </p:txBody>
      </p:sp>
      <p:cxnSp>
        <p:nvCxnSpPr>
          <p:cNvPr id="10" name="Straight Connector 9">
            <a:extLst>
              <a:ext uri="{FF2B5EF4-FFF2-40B4-BE49-F238E27FC236}">
                <a16:creationId xmlns:a16="http://schemas.microsoft.com/office/drawing/2014/main" id="{7797B668-E068-70A8-69E5-7131536A32AB}"/>
              </a:ext>
            </a:extLst>
          </p:cNvPr>
          <p:cNvCxnSpPr>
            <a:cxnSpLocks/>
          </p:cNvCxnSpPr>
          <p:nvPr userDrawn="1"/>
        </p:nvCxnSpPr>
        <p:spPr>
          <a:xfrm>
            <a:off x="11436785" y="205059"/>
            <a:ext cx="0" cy="388988"/>
          </a:xfrm>
          <a:prstGeom prst="line">
            <a:avLst/>
          </a:prstGeom>
        </p:spPr>
        <p:style>
          <a:lnRef idx="1">
            <a:schemeClr val="accent1"/>
          </a:lnRef>
          <a:fillRef idx="0">
            <a:schemeClr val="accent1"/>
          </a:fillRef>
          <a:effectRef idx="0">
            <a:schemeClr val="accent1"/>
          </a:effectRef>
          <a:fontRef idx="minor">
            <a:schemeClr val="tx1"/>
          </a:fontRef>
        </p:style>
      </p:cxnSp>
      <p:pic>
        <p:nvPicPr>
          <p:cNvPr id="1026" name="Picture 2" descr="Beazley launches new private equity liability insurance product -  Reinsurance News">
            <a:extLst>
              <a:ext uri="{FF2B5EF4-FFF2-40B4-BE49-F238E27FC236}">
                <a16:creationId xmlns:a16="http://schemas.microsoft.com/office/drawing/2014/main" id="{2C582416-2708-DD78-F5FE-F070C3FF6311}"/>
              </a:ext>
            </a:extLst>
          </p:cNvPr>
          <p:cNvPicPr>
            <a:picLocks noChangeAspect="1" noChangeArrowheads="1"/>
          </p:cNvPicPr>
          <p:nvPr userDrawn="1"/>
        </p:nvPicPr>
        <p:blipFill rotWithShape="1">
          <a:blip r:embed="rId33">
            <a:clrChange>
              <a:clrFrom>
                <a:srgbClr val="FFFFFF"/>
              </a:clrFrom>
              <a:clrTo>
                <a:srgbClr val="FFFFFF">
                  <a:alpha val="0"/>
                </a:srgbClr>
              </a:clrTo>
            </a:clrChange>
            <a:extLst>
              <a:ext uri="{28A0092B-C50C-407E-A947-70E740481C1C}">
                <a14:useLocalDpi xmlns:a14="http://schemas.microsoft.com/office/drawing/2010/main" val="0"/>
              </a:ext>
            </a:extLst>
          </a:blip>
          <a:srcRect t="21974" b="21974"/>
          <a:stretch/>
        </p:blipFill>
        <p:spPr bwMode="auto">
          <a:xfrm>
            <a:off x="10306782" y="241880"/>
            <a:ext cx="1004626" cy="315346"/>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3FA11B39-3F99-4FEF-9C7B-F4C2A6873C69}"/>
              </a:ext>
            </a:extLst>
          </p:cNvPr>
          <p:cNvSpPr txBox="1"/>
          <p:nvPr userDrawn="1"/>
        </p:nvSpPr>
        <p:spPr>
          <a:xfrm>
            <a:off x="2218144" y="6530635"/>
            <a:ext cx="7421078" cy="2000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IN" sz="700" kern="0">
                <a:solidFill>
                  <a:srgbClr val="A6A6A6"/>
                </a:solidFill>
                <a:latin typeface="Ubuntu" panose="020B0504030602030204" pitchFamily="34" charset="0"/>
                <a:ea typeface="+mn-ea"/>
                <a:cs typeface="Arial" panose="020B0604020202020204" pitchFamily="34" charset="0"/>
              </a:rPr>
              <a:t>This content is specific to GPAS &amp; Billing Release Trains delivery only which is in Capgemini's scope of work</a:t>
            </a:r>
            <a:endParaRPr lang="en-IN" sz="700" kern="0" noProof="0">
              <a:solidFill>
                <a:srgbClr val="A6A6A6"/>
              </a:solidFill>
              <a:latin typeface="Ubuntu" panose="020B0504030602030204" pitchFamily="34" charset="0"/>
              <a:ea typeface="+mn-ea"/>
              <a:cs typeface="Arial" panose="020B0604020202020204" pitchFamily="34" charset="0"/>
            </a:endParaRPr>
          </a:p>
        </p:txBody>
      </p:sp>
    </p:spTree>
    <p:extLst>
      <p:ext uri="{BB962C8B-B14F-4D97-AF65-F5344CB8AC3E}">
        <p14:creationId xmlns:p14="http://schemas.microsoft.com/office/powerpoint/2010/main" val="4947136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Lst>
  <p:hf hdr="0"/>
  <p:txStyles>
    <p:titleStyle>
      <a:lvl1pPr marL="0" marR="0" indent="0" algn="l" defTabSz="914400" rtl="0" eaLnBrk="1" fontAlgn="auto" latinLnBrk="0" hangingPunct="1">
        <a:lnSpc>
          <a:spcPct val="90000"/>
        </a:lnSpc>
        <a:spcBef>
          <a:spcPct val="0"/>
        </a:spcBef>
        <a:spcAft>
          <a:spcPts val="0"/>
        </a:spcAft>
        <a:buClrTx/>
        <a:buSzTx/>
        <a:buFontTx/>
        <a:buNone/>
        <a:tabLst/>
        <a:defRPr kumimoji="0" lang="en-US" sz="2600" b="0" i="0" u="none" strike="noStrike" kern="1200" cap="all" spc="0" normalizeH="0" baseline="0" noProof="0" dirty="0">
          <a:ln>
            <a:noFill/>
          </a:ln>
          <a:solidFill>
            <a:schemeClr val="accent4"/>
          </a:solidFill>
          <a:effectLst/>
          <a:uLnTx/>
          <a:uFillTx/>
          <a:latin typeface="+mj-lt"/>
          <a:ea typeface="+mj-ea"/>
          <a:cs typeface="+mj-cs"/>
        </a:defRPr>
      </a:lvl1pPr>
    </p:titleStyle>
    <p:bodyStyle>
      <a:lvl1pPr marL="0" indent="0" algn="l" defTabSz="914400" rtl="0" eaLnBrk="1" latinLnBrk="0" hangingPunct="1">
        <a:lnSpc>
          <a:spcPct val="100000"/>
        </a:lnSpc>
        <a:spcBef>
          <a:spcPts val="0"/>
        </a:spcBef>
        <a:spcAft>
          <a:spcPts val="600"/>
        </a:spcAft>
        <a:buFont typeface="Arial" panose="020B0604020202020204" pitchFamily="34" charset="0"/>
        <a:buNone/>
        <a:defRPr sz="2000" kern="1200" baseline="0">
          <a:solidFill>
            <a:schemeClr val="tx1"/>
          </a:solidFill>
          <a:latin typeface="Ubuntu" panose="020B0504030602030204" pitchFamily="34" charset="0"/>
          <a:ea typeface="+mn-ea"/>
          <a:cs typeface="+mn-cs"/>
        </a:defRPr>
      </a:lvl1pPr>
      <a:lvl2pPr marL="177800" indent="-177800" algn="l" defTabSz="914400" rtl="0" eaLnBrk="1" latinLnBrk="0" hangingPunct="1">
        <a:lnSpc>
          <a:spcPct val="100000"/>
        </a:lnSpc>
        <a:spcBef>
          <a:spcPts val="0"/>
        </a:spcBef>
        <a:spcAft>
          <a:spcPts val="600"/>
        </a:spcAft>
        <a:buClr>
          <a:schemeClr val="accent1"/>
        </a:buClr>
        <a:buFont typeface="Wingdings" panose="05000000000000000000" pitchFamily="2" charset="2"/>
        <a:buChar char="§"/>
        <a:defRPr sz="1800" kern="1200" baseline="0">
          <a:solidFill>
            <a:schemeClr val="tx1"/>
          </a:solidFill>
          <a:latin typeface="Ubuntu" panose="020B0504030602030204" pitchFamily="34" charset="0"/>
          <a:ea typeface="+mn-ea"/>
          <a:cs typeface="+mn-cs"/>
        </a:defRPr>
      </a:lvl2pPr>
      <a:lvl3pPr marL="361950" indent="-184150" algn="l" defTabSz="914400" rtl="0" eaLnBrk="1" latinLnBrk="0" hangingPunct="1">
        <a:lnSpc>
          <a:spcPct val="100000"/>
        </a:lnSpc>
        <a:spcBef>
          <a:spcPts val="0"/>
        </a:spcBef>
        <a:spcAft>
          <a:spcPts val="600"/>
        </a:spcAft>
        <a:buClr>
          <a:schemeClr val="accent2"/>
        </a:buClr>
        <a:buFont typeface="Arial" panose="020B0604020202020204" pitchFamily="34" charset="0"/>
        <a:buChar char="•"/>
        <a:defRPr sz="1600" kern="1200" baseline="0">
          <a:solidFill>
            <a:schemeClr val="tx1"/>
          </a:solidFill>
          <a:latin typeface="Ubuntu" panose="020B0504030602030204" pitchFamily="34" charset="0"/>
          <a:ea typeface="+mn-ea"/>
          <a:cs typeface="+mn-cs"/>
        </a:defRPr>
      </a:lvl3pPr>
      <a:lvl4pPr marL="539750" indent="-177800" algn="l" defTabSz="914400" rtl="0" eaLnBrk="1" latinLnBrk="0" hangingPunct="1">
        <a:lnSpc>
          <a:spcPct val="100000"/>
        </a:lnSpc>
        <a:spcBef>
          <a:spcPts val="0"/>
        </a:spcBef>
        <a:spcAft>
          <a:spcPts val="600"/>
        </a:spcAft>
        <a:buClr>
          <a:schemeClr val="tx1"/>
        </a:buClr>
        <a:buFont typeface="Ubuntu" panose="020B0504030602030204" pitchFamily="34" charset="0"/>
        <a:buChar char="–"/>
        <a:defRPr sz="1400" kern="1200" baseline="0">
          <a:solidFill>
            <a:schemeClr val="tx1"/>
          </a:solidFill>
          <a:latin typeface="Ubuntu" panose="020B0504030602030204" pitchFamily="34" charset="0"/>
          <a:ea typeface="+mn-ea"/>
          <a:cs typeface="+mn-cs"/>
        </a:defRPr>
      </a:lvl4pPr>
      <a:lvl5pPr marL="717550" indent="-177800" algn="l" defTabSz="914400" rtl="0" eaLnBrk="1" latinLnBrk="0" hangingPunct="1">
        <a:lnSpc>
          <a:spcPct val="100000"/>
        </a:lnSpc>
        <a:spcBef>
          <a:spcPts val="0"/>
        </a:spcBef>
        <a:spcAft>
          <a:spcPts val="600"/>
        </a:spcAft>
        <a:buClr>
          <a:schemeClr val="accent3"/>
        </a:buClr>
        <a:buFont typeface="Arial" panose="020B0604020202020204" pitchFamily="34" charset="0"/>
        <a:buChar char="•"/>
        <a:defRPr sz="1400" kern="1200" baseline="0">
          <a:solidFill>
            <a:schemeClr val="tx1"/>
          </a:solidFill>
          <a:latin typeface="Ubuntu" panose="020B050403060203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709">
          <p15:clr>
            <a:srgbClr val="F26B43"/>
          </p15:clr>
        </p15:guide>
        <p15:guide id="2" pos="7423">
          <p15:clr>
            <a:srgbClr val="F26B43"/>
          </p15:clr>
        </p15:guide>
        <p15:guide id="3" orient="horz" pos="4071">
          <p15:clr>
            <a:srgbClr val="F26B43"/>
          </p15:clr>
        </p15:guide>
        <p15:guide id="4" pos="255">
          <p15:clr>
            <a:srgbClr val="F26B43"/>
          </p15:clr>
        </p15:guide>
        <p15:guide id="5" orient="horz" pos="836">
          <p15:clr>
            <a:srgbClr val="F26B43"/>
          </p15:clr>
        </p15:guide>
        <p15:guide id="6" orient="horz" pos="245">
          <p15:clr>
            <a:srgbClr val="F26B43"/>
          </p15:clr>
        </p15:guide>
        <p15:guide id="7" pos="3840">
          <p15:clr>
            <a:srgbClr val="F26B43"/>
          </p15:clr>
        </p15:guide>
        <p15:guide id="8" pos="3899">
          <p15:clr>
            <a:srgbClr val="F26B43"/>
          </p15:clr>
        </p15:guide>
        <p15:guide id="9" pos="3783">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xml"/><Relationship Id="rId1" Type="http://schemas.openxmlformats.org/officeDocument/2006/relationships/slideLayout" Target="../slideLayouts/slideLayout10.xml"/><Relationship Id="rId4" Type="http://schemas.openxmlformats.org/officeDocument/2006/relationships/image" Target="../media/image19.png"/></Relationships>
</file>

<file path=ppt/slides/_rels/slide3.xml.rels><?xml version="1.0" encoding="UTF-8" standalone="yes"?>
<Relationships xmlns="http://schemas.openxmlformats.org/package/2006/relationships"><Relationship Id="rId8" Type="http://schemas.openxmlformats.org/officeDocument/2006/relationships/image" Target="../media/image25.emf"/><Relationship Id="rId3" Type="http://schemas.openxmlformats.org/officeDocument/2006/relationships/image" Target="../media/image20.emf"/><Relationship Id="rId7" Type="http://schemas.openxmlformats.org/officeDocument/2006/relationships/image" Target="../media/image24.emf"/><Relationship Id="rId2" Type="http://schemas.openxmlformats.org/officeDocument/2006/relationships/notesSlide" Target="../notesSlides/notesSlide2.xml"/><Relationship Id="rId1" Type="http://schemas.openxmlformats.org/officeDocument/2006/relationships/slideLayout" Target="../slideLayouts/slideLayout10.xml"/><Relationship Id="rId6" Type="http://schemas.openxmlformats.org/officeDocument/2006/relationships/image" Target="../media/image23.emf"/><Relationship Id="rId5" Type="http://schemas.openxmlformats.org/officeDocument/2006/relationships/image" Target="../media/image22.emf"/><Relationship Id="rId4" Type="http://schemas.openxmlformats.org/officeDocument/2006/relationships/image" Target="../media/image21.emf"/></Relationships>
</file>

<file path=ppt/slides/_rels/slide4.xml.rels><?xml version="1.0" encoding="UTF-8" standalone="yes"?>
<Relationships xmlns="http://schemas.openxmlformats.org/package/2006/relationships"><Relationship Id="rId3" Type="http://schemas.openxmlformats.org/officeDocument/2006/relationships/hyperlink" Target="mailto:Service.desk@beazley.com" TargetMode="External"/><Relationship Id="rId2" Type="http://schemas.openxmlformats.org/officeDocument/2006/relationships/notesSlide" Target="../notesSlides/notesSlide3.xml"/><Relationship Id="rId1" Type="http://schemas.openxmlformats.org/officeDocument/2006/relationships/slideLayout" Target="../slideLayouts/slideLayout10.xml"/><Relationship Id="rId4" Type="http://schemas.openxmlformats.org/officeDocument/2006/relationships/hyperlink" Target="https://capgemini.sharepoint.com/:x:/r/sites/BeazleyJumpstart/Shared%20Documents/General/VDI/Beazley%20VDI%20details%20latest.xlsx?d=wddfb098cc6f540b2b2acf86c30ec14bf&amp;csf=1&amp;web=1&amp;e=zqXZDr" TargetMode="Externa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27.xml"/><Relationship Id="rId2" Type="http://schemas.openxmlformats.org/officeDocument/2006/relationships/tags" Target="../tags/tag12.xml"/><Relationship Id="rId1" Type="http://schemas.openxmlformats.org/officeDocument/2006/relationships/tags" Target="../tags/tag11.xml"/><Relationship Id="rId5" Type="http://schemas.openxmlformats.org/officeDocument/2006/relationships/image" Target="../media/image26.emf"/><Relationship Id="rId4" Type="http://schemas.openxmlformats.org/officeDocument/2006/relationships/oleObject" Target="../embeddings/oleObject3.bin"/></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9.xml"/><Relationship Id="rId1" Type="http://schemas.openxmlformats.org/officeDocument/2006/relationships/slideLayout" Target="../slideLayouts/slideLayout24.xml"/><Relationship Id="rId6" Type="http://schemas.openxmlformats.org/officeDocument/2006/relationships/image" Target="../media/image30.svg"/><Relationship Id="rId5" Type="http://schemas.openxmlformats.org/officeDocument/2006/relationships/image" Target="../media/image29.png"/><Relationship Id="rId4" Type="http://schemas.openxmlformats.org/officeDocument/2006/relationships/image" Target="../media/image28.svg"/></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8" Type="http://schemas.openxmlformats.org/officeDocument/2006/relationships/image" Target="../media/image31.png"/><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1.xml"/><Relationship Id="rId1" Type="http://schemas.openxmlformats.org/officeDocument/2006/relationships/slideLayout" Target="../slideLayouts/slideLayout10.xml"/><Relationship Id="rId6" Type="http://schemas.openxmlformats.org/officeDocument/2006/relationships/diagramColors" Target="../diagrams/colors1.xml"/><Relationship Id="rId11" Type="http://schemas.openxmlformats.org/officeDocument/2006/relationships/image" Target="../media/image34.png"/><Relationship Id="rId5" Type="http://schemas.openxmlformats.org/officeDocument/2006/relationships/diagramQuickStyle" Target="../diagrams/quickStyle1.xml"/><Relationship Id="rId10" Type="http://schemas.openxmlformats.org/officeDocument/2006/relationships/image" Target="../media/image33.png"/><Relationship Id="rId4" Type="http://schemas.openxmlformats.org/officeDocument/2006/relationships/diagramLayout" Target="../diagrams/layout1.xml"/><Relationship Id="rId9" Type="http://schemas.openxmlformats.org/officeDocument/2006/relationships/image" Target="../media/image32.png"/></Relationships>
</file>

<file path=ppt/slides/_rels/slide15.xml.rels><?xml version="1.0" encoding="UTF-8" standalone="yes"?>
<Relationships xmlns="http://schemas.openxmlformats.org/package/2006/relationships"><Relationship Id="rId8" Type="http://schemas.openxmlformats.org/officeDocument/2006/relationships/hyperlink" Target="https://capgemini.sharepoint.com/:w:/r/sites/BeazleyJumpstart/Shared%20Documents/General/VDI/VDI%20Setup%20Issues.docx?d=wf9daf1243a44444090d119f312b4e986&amp;csf=1&amp;web=1&amp;e=ha20JI" TargetMode="External"/><Relationship Id="rId3" Type="http://schemas.openxmlformats.org/officeDocument/2006/relationships/hyperlink" Target="https://capgemini.sharepoint.com/:p:/r/sites/BeazleyJumpstart/Shared%20Documents/General/Operating%20Model/Beazley%20GPAS%20%26%20Billing%20Ways%20of%20working-v1.2_BuildPhaseUpdates-BeingUpdated.pptx?d=w73db6ef3d4f74468b095b8e89e467352&amp;csf=1&amp;web=1&amp;e=hLhLOO" TargetMode="External"/><Relationship Id="rId7" Type="http://schemas.openxmlformats.org/officeDocument/2006/relationships/hyperlink" Target="https://capgemini.sharepoint.com/:x:/r/sites/BeazleyJumpstart/Shared%20Documents/General/Dependencies/R1%20Beazley%20MASTER%20Dependency%20Tracker%20v1.0.xlsx?d=w553f5fcdfbb34110bc8819d8dfa1aead&amp;csf=1&amp;web=1&amp;e=6Farla" TargetMode="External"/><Relationship Id="rId2" Type="http://schemas.openxmlformats.org/officeDocument/2006/relationships/notesSlide" Target="../notesSlides/notesSlide12.xml"/><Relationship Id="rId1" Type="http://schemas.openxmlformats.org/officeDocument/2006/relationships/slideLayout" Target="../slideLayouts/slideLayout10.xml"/><Relationship Id="rId6" Type="http://schemas.openxmlformats.org/officeDocument/2006/relationships/hyperlink" Target="https://capgemini.sharepoint.com/:w:/r/sites/BeazleyJumpstart/Shared%20Documents/General/VDI/Jira%20%26%20confluence%20request%20guide.docx?d=w1cbce53a11994b13bab66e1905dd58cd&amp;csf=1&amp;web=1&amp;e=Y3sc0Q" TargetMode="External"/><Relationship Id="rId11" Type="http://schemas.openxmlformats.org/officeDocument/2006/relationships/hyperlink" Target="https://capgemini-my.sharepoint.com/:b:/p/kiran_akula/EUx56tL5sN9NurigovxylwsBY5wjKCF22H-itan-KZ7qTA?e=EtBchB" TargetMode="External"/><Relationship Id="rId5" Type="http://schemas.openxmlformats.org/officeDocument/2006/relationships/hyperlink" Target="https://capgemini.sharepoint.com/:f:/r/sites/BeazleyJumpstart/Shared%20Documents/General/Training%20and%20reading%20material?csf=1&amp;web=1&amp;e=DyE75e" TargetMode="External"/><Relationship Id="rId10" Type="http://schemas.openxmlformats.org/officeDocument/2006/relationships/hyperlink" Target="https://capgemini-my.sharepoint.com/:b:/p/kiran_akula/ETQmEYsrlo5EqpjQIBZPMnAB_A0fDrBBimr9hH27zjEufA?e=vQkd0Q" TargetMode="External"/><Relationship Id="rId4" Type="http://schemas.openxmlformats.org/officeDocument/2006/relationships/hyperlink" Target="https://capgemini.sharepoint.com/:p:/r/sites/BeazleyJumpstart/Shared%20Documents/General/Operating%20Model/Beazley%20GPAS%20-%20Jira%20WOW%20-%20Draft.pptx?d=wf175a5691a804c63af6443a8a2c61520&amp;csf=1&amp;web=1&amp;e=f5dTDY" TargetMode="External"/><Relationship Id="rId9" Type="http://schemas.openxmlformats.org/officeDocument/2006/relationships/hyperlink" Target="https://capgemini.sharepoint.com/:f:/r/sites/BeazleyJumpstart/Shared%20Documents/General/Solution%20%26%20Technical%20Documents?csf=1&amp;web=1&amp;e=Mg0UdY" TargetMode="External"/></Relationships>
</file>

<file path=ppt/slides/_rels/slide16.xml.rels><?xml version="1.0" encoding="UTF-8" standalone="yes"?>
<Relationships xmlns="http://schemas.openxmlformats.org/package/2006/relationships"><Relationship Id="rId3" Type="http://schemas.openxmlformats.org/officeDocument/2006/relationships/hyperlink" Target="https://capgemini.sharepoint.com/:x:/r/sites/BeazleyJumpstart/Shared%20Documents/General/VDI/Beazley%20VDI%20details%20latest.xlsx?d=wddfb098cc6f540b2b2acf86c30ec14bf&amp;csf=1&amp;web=1&amp;e=VsxYXX" TargetMode="External"/><Relationship Id="rId2" Type="http://schemas.openxmlformats.org/officeDocument/2006/relationships/notesSlide" Target="../notesSlides/notesSlide13.xml"/><Relationship Id="rId1" Type="http://schemas.openxmlformats.org/officeDocument/2006/relationships/slideLayout" Target="../slideLayouts/slideLayout10.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4B0050"/>
        </a:solidFill>
        <a:effectLst/>
      </p:bgPr>
    </p:bg>
    <p:spTree>
      <p:nvGrpSpPr>
        <p:cNvPr id="1" name=""/>
        <p:cNvGrpSpPr/>
        <p:nvPr/>
      </p:nvGrpSpPr>
      <p:grpSpPr>
        <a:xfrm>
          <a:off x="0" y="0"/>
          <a:ext cx="0" cy="0"/>
          <a:chOff x="0" y="0"/>
          <a:chExt cx="0" cy="0"/>
        </a:xfrm>
      </p:grpSpPr>
      <p:sp>
        <p:nvSpPr>
          <p:cNvPr id="12" name="Subtitle 1">
            <a:extLst>
              <a:ext uri="{FF2B5EF4-FFF2-40B4-BE49-F238E27FC236}">
                <a16:creationId xmlns:a16="http://schemas.microsoft.com/office/drawing/2014/main" id="{F4F87E10-2948-EA05-5915-992ECED553C3}"/>
              </a:ext>
            </a:extLst>
          </p:cNvPr>
          <p:cNvSpPr txBox="1">
            <a:spLocks/>
          </p:cNvSpPr>
          <p:nvPr/>
        </p:nvSpPr>
        <p:spPr>
          <a:xfrm>
            <a:off x="404812" y="4933736"/>
            <a:ext cx="11386134" cy="184666"/>
          </a:xfrm>
          <a:prstGeom prst="rect">
            <a:avLst/>
          </a:prstGeom>
        </p:spPr>
        <p:txBody>
          <a:bodyPr vert="horz" wrap="square" lIns="36000" tIns="0" rIns="36000" bIns="0" rtlCol="0">
            <a:spAutoFit/>
          </a:bodyPr>
          <a:lstStyle>
            <a:lvl1pPr marL="0" indent="0" algn="l" defTabSz="914400" rtl="0" eaLnBrk="1" latinLnBrk="0" hangingPunct="1">
              <a:lnSpc>
                <a:spcPct val="100000"/>
              </a:lnSpc>
              <a:spcBef>
                <a:spcPts val="0"/>
              </a:spcBef>
              <a:spcAft>
                <a:spcPts val="600"/>
              </a:spcAft>
              <a:buFont typeface="Arial" panose="020B0604020202020204" pitchFamily="34" charset="0"/>
              <a:buNone/>
              <a:defRPr sz="2000" kern="1200" baseline="0">
                <a:solidFill>
                  <a:schemeClr val="bg1"/>
                </a:solidFill>
                <a:latin typeface="Ubuntu" panose="020B0504030602030204" pitchFamily="34" charset="0"/>
                <a:ea typeface="+mn-ea"/>
                <a:cs typeface="+mn-cs"/>
              </a:defRPr>
            </a:lvl1pPr>
            <a:lvl2pPr marL="457200" indent="0" algn="ctr" defTabSz="914400" rtl="0" eaLnBrk="1" latinLnBrk="0" hangingPunct="1">
              <a:lnSpc>
                <a:spcPct val="100000"/>
              </a:lnSpc>
              <a:spcBef>
                <a:spcPts val="0"/>
              </a:spcBef>
              <a:spcAft>
                <a:spcPts val="600"/>
              </a:spcAft>
              <a:buClr>
                <a:schemeClr val="accent1"/>
              </a:buClr>
              <a:buFont typeface="Wingdings" panose="05000000000000000000" pitchFamily="2" charset="2"/>
              <a:buNone/>
              <a:defRPr sz="2000" kern="1200" baseline="0">
                <a:solidFill>
                  <a:schemeClr val="tx1"/>
                </a:solidFill>
                <a:latin typeface="Ubuntu" panose="020B0504030602030204" pitchFamily="34" charset="0"/>
                <a:ea typeface="+mn-ea"/>
                <a:cs typeface="+mn-cs"/>
              </a:defRPr>
            </a:lvl2pPr>
            <a:lvl3pPr marL="914400" indent="0" algn="ctr" defTabSz="914400" rtl="0" eaLnBrk="1" latinLnBrk="0" hangingPunct="1">
              <a:lnSpc>
                <a:spcPct val="100000"/>
              </a:lnSpc>
              <a:spcBef>
                <a:spcPts val="0"/>
              </a:spcBef>
              <a:spcAft>
                <a:spcPts val="600"/>
              </a:spcAft>
              <a:buClr>
                <a:schemeClr val="accent2"/>
              </a:buClr>
              <a:buFont typeface="Arial" panose="020B0604020202020204" pitchFamily="34" charset="0"/>
              <a:buNone/>
              <a:defRPr sz="1800" kern="1200" baseline="0">
                <a:solidFill>
                  <a:schemeClr val="tx1"/>
                </a:solidFill>
                <a:latin typeface="Ubuntu" panose="020B0504030602030204" pitchFamily="34" charset="0"/>
                <a:ea typeface="+mn-ea"/>
                <a:cs typeface="+mn-cs"/>
              </a:defRPr>
            </a:lvl3pPr>
            <a:lvl4pPr marL="1371600" indent="0" algn="ctr" defTabSz="914400" rtl="0" eaLnBrk="1" latinLnBrk="0" hangingPunct="1">
              <a:lnSpc>
                <a:spcPct val="100000"/>
              </a:lnSpc>
              <a:spcBef>
                <a:spcPts val="0"/>
              </a:spcBef>
              <a:spcAft>
                <a:spcPts val="600"/>
              </a:spcAft>
              <a:buClr>
                <a:schemeClr val="tx1"/>
              </a:buClr>
              <a:buFont typeface="Ubuntu" panose="020B0504030602030204" pitchFamily="34" charset="0"/>
              <a:buNone/>
              <a:defRPr sz="1600" kern="1200" baseline="0">
                <a:solidFill>
                  <a:schemeClr val="tx1"/>
                </a:solidFill>
                <a:latin typeface="Ubuntu" panose="020B0504030602030204" pitchFamily="34" charset="0"/>
                <a:ea typeface="+mn-ea"/>
                <a:cs typeface="+mn-cs"/>
              </a:defRPr>
            </a:lvl4pPr>
            <a:lvl5pPr marL="1828800" indent="0" algn="ctr" defTabSz="914400" rtl="0" eaLnBrk="1" latinLnBrk="0" hangingPunct="1">
              <a:lnSpc>
                <a:spcPct val="100000"/>
              </a:lnSpc>
              <a:spcBef>
                <a:spcPts val="0"/>
              </a:spcBef>
              <a:spcAft>
                <a:spcPts val="600"/>
              </a:spcAft>
              <a:buClr>
                <a:schemeClr val="accent3"/>
              </a:buClr>
              <a:buFont typeface="Arial" panose="020B0604020202020204" pitchFamily="34" charset="0"/>
              <a:buNone/>
              <a:defRPr sz="1600" kern="1200" baseline="0">
                <a:solidFill>
                  <a:schemeClr val="tx1"/>
                </a:solidFill>
                <a:latin typeface="Ubuntu" panose="020B0504030602030204" pitchFamily="34" charset="0"/>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IN" sz="1200" b="0" i="0" u="none" strike="noStrike" kern="1200" cap="none" spc="0" normalizeH="0" baseline="0" noProof="0">
                <a:ln>
                  <a:noFill/>
                </a:ln>
                <a:solidFill>
                  <a:srgbClr val="FFFFFF"/>
                </a:solidFill>
                <a:effectLst/>
                <a:uLnTx/>
                <a:uFillTx/>
                <a:latin typeface="Ubuntu" panose="020B0504030602030204" pitchFamily="34" charset="0"/>
                <a:ea typeface="+mn-ea"/>
                <a:cs typeface="+mn-cs"/>
              </a:rPr>
              <a:t>Draft: July 2024</a:t>
            </a:r>
          </a:p>
        </p:txBody>
      </p:sp>
      <p:sp>
        <p:nvSpPr>
          <p:cNvPr id="16" name="Freeform: Shape 15">
            <a:extLst>
              <a:ext uri="{FF2B5EF4-FFF2-40B4-BE49-F238E27FC236}">
                <a16:creationId xmlns:a16="http://schemas.microsoft.com/office/drawing/2014/main" id="{94BC40A8-6EF0-89EA-9B54-7AF72BF22B10}"/>
              </a:ext>
            </a:extLst>
          </p:cNvPr>
          <p:cNvSpPr>
            <a:spLocks noChangeAspect="1"/>
          </p:cNvSpPr>
          <p:nvPr/>
        </p:nvSpPr>
        <p:spPr>
          <a:xfrm rot="13950190">
            <a:off x="1423243" y="172591"/>
            <a:ext cx="12000656" cy="7484434"/>
          </a:xfrm>
          <a:custGeom>
            <a:avLst/>
            <a:gdLst>
              <a:gd name="connsiteX0" fmla="*/ 5616388 w 12000656"/>
              <a:gd name="connsiteY0" fmla="*/ 4076496 h 7484434"/>
              <a:gd name="connsiteX1" fmla="*/ 5441159 w 12000656"/>
              <a:gd name="connsiteY1" fmla="*/ 4078236 h 7484434"/>
              <a:gd name="connsiteX2" fmla="*/ 5352655 w 12000656"/>
              <a:gd name="connsiteY2" fmla="*/ 4046118 h 7484434"/>
              <a:gd name="connsiteX3" fmla="*/ 4177141 w 12000656"/>
              <a:gd name="connsiteY3" fmla="*/ 3513781 h 7484434"/>
              <a:gd name="connsiteX4" fmla="*/ 906491 w 12000656"/>
              <a:gd name="connsiteY4" fmla="*/ 5968172 h 7484434"/>
              <a:gd name="connsiteX5" fmla="*/ 57699 w 12000656"/>
              <a:gd name="connsiteY5" fmla="*/ 7484434 h 7484434"/>
              <a:gd name="connsiteX6" fmla="*/ 0 w 12000656"/>
              <a:gd name="connsiteY6" fmla="*/ 7464605 h 7484434"/>
              <a:gd name="connsiteX7" fmla="*/ 857901 w 12000656"/>
              <a:gd name="connsiteY7" fmla="*/ 5930038 h 7484434"/>
              <a:gd name="connsiteX8" fmla="*/ 2136401 w 12000656"/>
              <a:gd name="connsiteY8" fmla="*/ 4610553 h 7484434"/>
              <a:gd name="connsiteX9" fmla="*/ 4166512 w 12000656"/>
              <a:gd name="connsiteY9" fmla="*/ 3449714 h 7484434"/>
              <a:gd name="connsiteX10" fmla="*/ 4178658 w 12000656"/>
              <a:gd name="connsiteY10" fmla="*/ 3445137 h 7484434"/>
              <a:gd name="connsiteX11" fmla="*/ 4190806 w 12000656"/>
              <a:gd name="connsiteY11" fmla="*/ 3451239 h 7484434"/>
              <a:gd name="connsiteX12" fmla="*/ 5364052 w 12000656"/>
              <a:gd name="connsiteY12" fmla="*/ 3984648 h 7484434"/>
              <a:gd name="connsiteX13" fmla="*/ 9608800 w 12000656"/>
              <a:gd name="connsiteY13" fmla="*/ 3884388 h 7484434"/>
              <a:gd name="connsiteX14" fmla="*/ 9351875 w 12000656"/>
              <a:gd name="connsiteY14" fmla="*/ 4152929 h 7484434"/>
              <a:gd name="connsiteX15" fmla="*/ 8090797 w 12000656"/>
              <a:gd name="connsiteY15" fmla="*/ 4575498 h 7484434"/>
              <a:gd name="connsiteX16" fmla="*/ 7882268 w 12000656"/>
              <a:gd name="connsiteY16" fmla="*/ 4582298 h 7484434"/>
              <a:gd name="connsiteX17" fmla="*/ 7901712 w 12000656"/>
              <a:gd name="connsiteY17" fmla="*/ 4518763 h 7484434"/>
              <a:gd name="connsiteX18" fmla="*/ 8079831 w 12000656"/>
              <a:gd name="connsiteY18" fmla="*/ 4513191 h 7484434"/>
              <a:gd name="connsiteX19" fmla="*/ 9312396 w 12000656"/>
              <a:gd name="connsiteY19" fmla="*/ 4104115 h 7484434"/>
              <a:gd name="connsiteX20" fmla="*/ 9728440 w 12000656"/>
              <a:gd name="connsiteY20" fmla="*/ 2005146 h 7484434"/>
              <a:gd name="connsiteX21" fmla="*/ 9972903 w 12000656"/>
              <a:gd name="connsiteY21" fmla="*/ 269224 h 7484434"/>
              <a:gd name="connsiteX22" fmla="*/ 11782845 w 12000656"/>
              <a:gd name="connsiteY22" fmla="*/ 11428 h 7484434"/>
              <a:gd name="connsiteX23" fmla="*/ 11772217 w 12000656"/>
              <a:gd name="connsiteY23" fmla="*/ 72445 h 7484434"/>
              <a:gd name="connsiteX24" fmla="*/ 10013901 w 12000656"/>
              <a:gd name="connsiteY24" fmla="*/ 314987 h 7484434"/>
              <a:gd name="connsiteX25" fmla="*/ 9787657 w 12000656"/>
              <a:gd name="connsiteY25" fmla="*/ 1989892 h 7484434"/>
              <a:gd name="connsiteX26" fmla="*/ 9863577 w 12000656"/>
              <a:gd name="connsiteY26" fmla="*/ 3306325 h 7484434"/>
              <a:gd name="connsiteX27" fmla="*/ 9608800 w 12000656"/>
              <a:gd name="connsiteY27" fmla="*/ 3884388 h 7484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2000656" h="7484434">
                <a:moveTo>
                  <a:pt x="5616388" y="4076496"/>
                </a:moveTo>
                <a:lnTo>
                  <a:pt x="5441159" y="4078236"/>
                </a:lnTo>
                <a:lnTo>
                  <a:pt x="5352655" y="4046118"/>
                </a:lnTo>
                <a:cubicBezTo>
                  <a:pt x="4966689" y="3897256"/>
                  <a:pt x="4572876" y="3719140"/>
                  <a:pt x="4177141" y="3513781"/>
                </a:cubicBezTo>
                <a:cubicBezTo>
                  <a:pt x="2509929" y="4162081"/>
                  <a:pt x="1478929" y="5206992"/>
                  <a:pt x="906491" y="5968172"/>
                </a:cubicBezTo>
                <a:cubicBezTo>
                  <a:pt x="286980" y="6794946"/>
                  <a:pt x="59219" y="7476807"/>
                  <a:pt x="57699" y="7484434"/>
                </a:cubicBezTo>
                <a:lnTo>
                  <a:pt x="0" y="7464605"/>
                </a:lnTo>
                <a:cubicBezTo>
                  <a:pt x="1519" y="7456976"/>
                  <a:pt x="232317" y="6765964"/>
                  <a:pt x="857901" y="5930038"/>
                </a:cubicBezTo>
                <a:cubicBezTo>
                  <a:pt x="1225356" y="5438854"/>
                  <a:pt x="1655065" y="4994957"/>
                  <a:pt x="2136401" y="4610553"/>
                </a:cubicBezTo>
                <a:cubicBezTo>
                  <a:pt x="2737690" y="4128523"/>
                  <a:pt x="3420974" y="3738016"/>
                  <a:pt x="4166512" y="3449714"/>
                </a:cubicBezTo>
                <a:lnTo>
                  <a:pt x="4178658" y="3445137"/>
                </a:lnTo>
                <a:lnTo>
                  <a:pt x="4190806" y="3451239"/>
                </a:lnTo>
                <a:cubicBezTo>
                  <a:pt x="4585972" y="3657169"/>
                  <a:pt x="4979002" y="3835643"/>
                  <a:pt x="5364052" y="3984648"/>
                </a:cubicBezTo>
                <a:close/>
                <a:moveTo>
                  <a:pt x="9608800" y="3884388"/>
                </a:moveTo>
                <a:cubicBezTo>
                  <a:pt x="9536076" y="3983823"/>
                  <a:pt x="9450381" y="4073417"/>
                  <a:pt x="9351875" y="4152929"/>
                </a:cubicBezTo>
                <a:cubicBezTo>
                  <a:pt x="9043970" y="4400188"/>
                  <a:pt x="8615743" y="4542339"/>
                  <a:pt x="8090797" y="4575498"/>
                </a:cubicBezTo>
                <a:lnTo>
                  <a:pt x="7882268" y="4582298"/>
                </a:lnTo>
                <a:lnTo>
                  <a:pt x="7901712" y="4518763"/>
                </a:lnTo>
                <a:lnTo>
                  <a:pt x="8079831" y="4513191"/>
                </a:lnTo>
                <a:cubicBezTo>
                  <a:pt x="8594169" y="4481450"/>
                  <a:pt x="9012463" y="4343367"/>
                  <a:pt x="9312396" y="4104115"/>
                </a:cubicBezTo>
                <a:cubicBezTo>
                  <a:pt x="9833210" y="3687678"/>
                  <a:pt x="9975940" y="2961579"/>
                  <a:pt x="9728440" y="2005146"/>
                </a:cubicBezTo>
                <a:cubicBezTo>
                  <a:pt x="9515863" y="1187524"/>
                  <a:pt x="9597857" y="603289"/>
                  <a:pt x="9972903" y="269224"/>
                </a:cubicBezTo>
                <a:cubicBezTo>
                  <a:pt x="10331247" y="-51113"/>
                  <a:pt x="11482959" y="44225"/>
                  <a:pt x="11782845" y="11428"/>
                </a:cubicBezTo>
                <a:cubicBezTo>
                  <a:pt x="12082731" y="-21369"/>
                  <a:pt x="12067042" y="21852"/>
                  <a:pt x="11772217" y="72445"/>
                </a:cubicBezTo>
                <a:cubicBezTo>
                  <a:pt x="11477393" y="123037"/>
                  <a:pt x="10442092" y="-66367"/>
                  <a:pt x="10013901" y="314987"/>
                </a:cubicBezTo>
                <a:cubicBezTo>
                  <a:pt x="9658594" y="632273"/>
                  <a:pt x="9582673" y="1196676"/>
                  <a:pt x="9787657" y="1989892"/>
                </a:cubicBezTo>
                <a:cubicBezTo>
                  <a:pt x="9918240" y="2494803"/>
                  <a:pt x="9944054" y="2937173"/>
                  <a:pt x="9863577" y="3306325"/>
                </a:cubicBezTo>
                <a:cubicBezTo>
                  <a:pt x="9815179" y="3525603"/>
                  <a:pt x="9730006" y="3718663"/>
                  <a:pt x="9608800" y="3884388"/>
                </a:cubicBezTo>
                <a:close/>
              </a:path>
            </a:pathLst>
          </a:custGeom>
          <a:gradFill>
            <a:gsLst>
              <a:gs pos="100000">
                <a:schemeClr val="accent2">
                  <a:alpha val="1000"/>
                </a:schemeClr>
              </a:gs>
              <a:gs pos="32000">
                <a:srgbClr val="12ABDB">
                  <a:alpha val="17000"/>
                </a:srgbClr>
              </a:gs>
              <a:gs pos="17000">
                <a:schemeClr val="accent2">
                  <a:alpha val="0"/>
                </a:schemeClr>
              </a:gs>
              <a:gs pos="49000">
                <a:srgbClr val="12ABDB"/>
              </a:gs>
              <a:gs pos="70000">
                <a:schemeClr val="accent2"/>
              </a:gs>
            </a:gsLst>
            <a:lin ang="16200000" scaled="0"/>
          </a:gradFill>
          <a:ln w="9525" cap="flat">
            <a:noFill/>
            <a:prstDash val="solid"/>
            <a:miter/>
          </a:ln>
        </p:spPr>
        <p:txBody>
          <a:bodyPr wrap="square"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Ubuntu"/>
              <a:ea typeface="+mn-ea"/>
              <a:cs typeface="+mn-cs"/>
            </a:endParaRPr>
          </a:p>
        </p:txBody>
      </p:sp>
      <p:sp>
        <p:nvSpPr>
          <p:cNvPr id="11" name="Title 10">
            <a:extLst>
              <a:ext uri="{FF2B5EF4-FFF2-40B4-BE49-F238E27FC236}">
                <a16:creationId xmlns:a16="http://schemas.microsoft.com/office/drawing/2014/main" id="{CE5626D2-4B84-6929-D4F9-1F67489262B8}"/>
              </a:ext>
            </a:extLst>
          </p:cNvPr>
          <p:cNvSpPr>
            <a:spLocks noGrp="1"/>
          </p:cNvSpPr>
          <p:nvPr>
            <p:ph type="ctrTitle"/>
          </p:nvPr>
        </p:nvSpPr>
        <p:spPr>
          <a:xfrm>
            <a:off x="404813" y="2542738"/>
            <a:ext cx="8849356" cy="1508105"/>
          </a:xfrm>
        </p:spPr>
        <p:txBody>
          <a:bodyPr/>
          <a:lstStyle/>
          <a:p>
            <a:r>
              <a:rPr lang="en-GB"/>
              <a:t>Beazley</a:t>
            </a:r>
            <a:br>
              <a:rPr lang="en-GB"/>
            </a:br>
            <a:r>
              <a:rPr lang="en-GB" sz="3200"/>
              <a:t>GPAS &amp; Billing Programme </a:t>
            </a:r>
            <a:endParaRPr lang="en-GB"/>
          </a:p>
        </p:txBody>
      </p:sp>
      <p:sp>
        <p:nvSpPr>
          <p:cNvPr id="3" name="Subtitle 2">
            <a:extLst>
              <a:ext uri="{FF2B5EF4-FFF2-40B4-BE49-F238E27FC236}">
                <a16:creationId xmlns:a16="http://schemas.microsoft.com/office/drawing/2014/main" id="{776E779B-9047-50C9-5827-CAAC8867C88D}"/>
              </a:ext>
            </a:extLst>
          </p:cNvPr>
          <p:cNvSpPr>
            <a:spLocks noGrp="1"/>
          </p:cNvSpPr>
          <p:nvPr>
            <p:ph type="subTitle" idx="1"/>
          </p:nvPr>
        </p:nvSpPr>
        <p:spPr>
          <a:xfrm>
            <a:off x="404812" y="4189631"/>
            <a:ext cx="8843967" cy="307777"/>
          </a:xfrm>
        </p:spPr>
        <p:txBody>
          <a:bodyPr vert="horz" wrap="square" lIns="36000" tIns="0" rIns="36000" bIns="0" rtlCol="0" anchor="t">
            <a:spAutoFit/>
          </a:bodyPr>
          <a:lstStyle/>
          <a:p>
            <a:r>
              <a:rPr lang="en-GB">
                <a:latin typeface="Ubuntu"/>
              </a:rPr>
              <a:t>Onboarding Pack</a:t>
            </a:r>
          </a:p>
        </p:txBody>
      </p:sp>
    </p:spTree>
    <p:extLst>
      <p:ext uri="{BB962C8B-B14F-4D97-AF65-F5344CB8AC3E}">
        <p14:creationId xmlns:p14="http://schemas.microsoft.com/office/powerpoint/2010/main" val="192374552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 Placeholder 4">
            <a:extLst>
              <a:ext uri="{FF2B5EF4-FFF2-40B4-BE49-F238E27FC236}">
                <a16:creationId xmlns:a16="http://schemas.microsoft.com/office/drawing/2014/main" id="{7114F612-1D6D-A91C-B8FD-07C6097D12EB}"/>
              </a:ext>
            </a:extLst>
          </p:cNvPr>
          <p:cNvSpPr txBox="1">
            <a:spLocks/>
          </p:cNvSpPr>
          <p:nvPr/>
        </p:nvSpPr>
        <p:spPr>
          <a:xfrm>
            <a:off x="388864" y="1169502"/>
            <a:ext cx="10711626" cy="967306"/>
          </a:xfrm>
          <a:prstGeom prst="rect">
            <a:avLst/>
          </a:prstGeom>
        </p:spPr>
        <p:txBody>
          <a:bodyPr vert="horz" lIns="0" tIns="0" rIns="0" bIns="0" rtlCol="0" anchor="t">
            <a:noAutofit/>
          </a:bodyPr>
          <a:lstStyle>
            <a:lvl1pPr marL="0" indent="0" algn="l" defTabSz="914400" rtl="0" eaLnBrk="1" latinLnBrk="0" hangingPunct="1">
              <a:lnSpc>
                <a:spcPct val="100000"/>
              </a:lnSpc>
              <a:spcBef>
                <a:spcPts val="0"/>
              </a:spcBef>
              <a:spcAft>
                <a:spcPts val="600"/>
              </a:spcAft>
              <a:buFont typeface="Arial" panose="020B0604020202020204" pitchFamily="34" charset="0"/>
              <a:buNone/>
              <a:defRPr sz="1400" kern="1200" baseline="0">
                <a:solidFill>
                  <a:schemeClr val="tx1"/>
                </a:solidFill>
                <a:latin typeface="+mn-lt"/>
                <a:ea typeface="+mn-ea"/>
                <a:cs typeface="+mn-cs"/>
              </a:defRPr>
            </a:lvl1pPr>
            <a:lvl2pPr marL="177800" indent="-177800" algn="l" defTabSz="914400" rtl="0" eaLnBrk="1" latinLnBrk="0" hangingPunct="1">
              <a:lnSpc>
                <a:spcPct val="100000"/>
              </a:lnSpc>
              <a:spcBef>
                <a:spcPts val="0"/>
              </a:spcBef>
              <a:spcAft>
                <a:spcPts val="600"/>
              </a:spcAft>
              <a:buClr>
                <a:schemeClr val="accent1"/>
              </a:buClr>
              <a:buFont typeface="Wingdings" panose="05000000000000000000" pitchFamily="2" charset="2"/>
              <a:buChar char="§"/>
              <a:defRPr sz="1400" kern="1200" baseline="0">
                <a:solidFill>
                  <a:schemeClr val="tx1"/>
                </a:solidFill>
                <a:latin typeface="+mn-lt"/>
                <a:ea typeface="+mn-ea"/>
                <a:cs typeface="+mn-cs"/>
              </a:defRPr>
            </a:lvl2pPr>
            <a:lvl3pPr marL="361950" indent="-184150" algn="l" defTabSz="914400" rtl="0" eaLnBrk="1" latinLnBrk="0" hangingPunct="1">
              <a:lnSpc>
                <a:spcPct val="100000"/>
              </a:lnSpc>
              <a:spcBef>
                <a:spcPts val="0"/>
              </a:spcBef>
              <a:spcAft>
                <a:spcPts val="600"/>
              </a:spcAft>
              <a:buClr>
                <a:schemeClr val="accent2"/>
              </a:buClr>
              <a:buFont typeface="Arial" panose="020B0604020202020204" pitchFamily="34" charset="0"/>
              <a:buChar char="•"/>
              <a:defRPr sz="1400" kern="1200" baseline="0">
                <a:solidFill>
                  <a:schemeClr val="tx1"/>
                </a:solidFill>
                <a:latin typeface="+mn-lt"/>
                <a:ea typeface="+mn-ea"/>
                <a:cs typeface="+mn-cs"/>
              </a:defRPr>
            </a:lvl3pPr>
            <a:lvl4pPr marL="539750" indent="-177800" algn="l" defTabSz="914400" rtl="0" eaLnBrk="1" latinLnBrk="0" hangingPunct="1">
              <a:lnSpc>
                <a:spcPct val="100000"/>
              </a:lnSpc>
              <a:spcBef>
                <a:spcPts val="0"/>
              </a:spcBef>
              <a:spcAft>
                <a:spcPts val="600"/>
              </a:spcAft>
              <a:buClr>
                <a:schemeClr val="tx1"/>
              </a:buClr>
              <a:buFont typeface="Ubuntu" panose="020B0504030602030204" pitchFamily="34" charset="0"/>
              <a:buChar char="–"/>
              <a:defRPr sz="1400" kern="1200" baseline="0">
                <a:solidFill>
                  <a:schemeClr val="tx1"/>
                </a:solidFill>
                <a:latin typeface="+mn-lt"/>
                <a:ea typeface="+mn-ea"/>
                <a:cs typeface="+mn-cs"/>
              </a:defRPr>
            </a:lvl4pPr>
            <a:lvl5pPr marL="717550" indent="-177800" algn="l" defTabSz="914400" rtl="0" eaLnBrk="1" latinLnBrk="0" hangingPunct="1">
              <a:lnSpc>
                <a:spcPct val="100000"/>
              </a:lnSpc>
              <a:spcBef>
                <a:spcPts val="0"/>
              </a:spcBef>
              <a:spcAft>
                <a:spcPts val="600"/>
              </a:spcAft>
              <a:buClr>
                <a:schemeClr val="accent3"/>
              </a:buClr>
              <a:buFont typeface="Arial" panose="020B0604020202020204" pitchFamily="34" charset="0"/>
              <a:buChar char="•"/>
              <a:defRPr sz="1400" kern="120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1" indent="0">
              <a:buClr>
                <a:srgbClr val="0070AD"/>
              </a:buClr>
              <a:buNone/>
              <a:defRPr/>
            </a:pPr>
            <a:r>
              <a:rPr lang="en-GB">
                <a:solidFill>
                  <a:schemeClr val="tx1">
                    <a:lumMod val="95000"/>
                    <a:lumOff val="5000"/>
                  </a:schemeClr>
                </a:solidFill>
              </a:rPr>
              <a:t>Beazley developed the Modernisation  change programme to unlock existing barriers to growth by de-risking, simplifying, increasing efficiency and through better product distribution.  The Modernisation programme is an ambitious multi-year programme, delivering value across Beazley’s functions &amp; LOBs globally. </a:t>
            </a:r>
          </a:p>
          <a:p>
            <a:pPr marL="0" lvl="1" indent="0">
              <a:buClr>
                <a:srgbClr val="0070AD"/>
              </a:buClr>
              <a:buNone/>
              <a:defRPr/>
            </a:pPr>
            <a:endParaRPr lang="en-GB">
              <a:solidFill>
                <a:schemeClr val="tx1">
                  <a:lumMod val="95000"/>
                  <a:lumOff val="5000"/>
                </a:schemeClr>
              </a:solidFill>
            </a:endParaRPr>
          </a:p>
        </p:txBody>
      </p:sp>
      <p:sp>
        <p:nvSpPr>
          <p:cNvPr id="22" name="Title 1">
            <a:extLst>
              <a:ext uri="{FF2B5EF4-FFF2-40B4-BE49-F238E27FC236}">
                <a16:creationId xmlns:a16="http://schemas.microsoft.com/office/drawing/2014/main" id="{9A60AF97-6E43-B267-8FBF-4853A70CA2DC}"/>
              </a:ext>
            </a:extLst>
          </p:cNvPr>
          <p:cNvSpPr txBox="1">
            <a:spLocks/>
          </p:cNvSpPr>
          <p:nvPr/>
        </p:nvSpPr>
        <p:spPr>
          <a:xfrm>
            <a:off x="184150" y="175419"/>
            <a:ext cx="10515600" cy="365127"/>
          </a:xfrm>
          <a:prstGeom prst="rect">
            <a:avLst/>
          </a:prstGeom>
        </p:spPr>
        <p:txBody>
          <a:bodyPr vert="horz" lIns="0" tIns="0" rIns="0" bIns="0" rtlCol="0" anchor="ctr">
            <a:normAutofit fontScale="97500"/>
          </a:bodyPr>
          <a:lstStyle>
            <a:lvl1pPr marL="0" marR="0" indent="0" algn="l" defTabSz="914400" rtl="0" eaLnBrk="1" fontAlgn="auto" latinLnBrk="0" hangingPunct="1">
              <a:lnSpc>
                <a:spcPct val="90000"/>
              </a:lnSpc>
              <a:spcBef>
                <a:spcPct val="0"/>
              </a:spcBef>
              <a:spcAft>
                <a:spcPts val="0"/>
              </a:spcAft>
              <a:buClrTx/>
              <a:buSzTx/>
              <a:buFontTx/>
              <a:buNone/>
              <a:tabLst/>
              <a:defRPr kumimoji="0" lang="en-US" sz="2600" b="0" i="0" u="none" strike="noStrike" kern="1200" cap="all" spc="0" normalizeH="0" baseline="0" noProof="0" dirty="0">
                <a:ln>
                  <a:noFill/>
                </a:ln>
                <a:solidFill>
                  <a:schemeClr val="accent4"/>
                </a:solidFill>
                <a:effectLst/>
                <a:uLnTx/>
                <a:uFillTx/>
                <a:latin typeface="+mj-lt"/>
                <a:ea typeface="+mj-ea"/>
                <a:cs typeface="+mj-cs"/>
              </a:defRPr>
            </a:lvl1pPr>
          </a:lstStyle>
          <a:p>
            <a:r>
              <a:rPr lang="en-GB"/>
              <a:t>Programme Background</a:t>
            </a:r>
          </a:p>
        </p:txBody>
      </p:sp>
      <p:pic>
        <p:nvPicPr>
          <p:cNvPr id="3" name="Picture 2">
            <a:extLst>
              <a:ext uri="{FF2B5EF4-FFF2-40B4-BE49-F238E27FC236}">
                <a16:creationId xmlns:a16="http://schemas.microsoft.com/office/drawing/2014/main" id="{B17E7538-3721-239A-6880-D2EAC87000A6}"/>
              </a:ext>
            </a:extLst>
          </p:cNvPr>
          <p:cNvPicPr>
            <a:picLocks noChangeAspect="1"/>
          </p:cNvPicPr>
          <p:nvPr/>
        </p:nvPicPr>
        <p:blipFill>
          <a:blip r:embed="rId3"/>
          <a:stretch>
            <a:fillRect/>
          </a:stretch>
        </p:blipFill>
        <p:spPr>
          <a:xfrm>
            <a:off x="10497209" y="2482519"/>
            <a:ext cx="1206562" cy="1225613"/>
          </a:xfrm>
          <a:prstGeom prst="rect">
            <a:avLst/>
          </a:prstGeom>
        </p:spPr>
      </p:pic>
      <p:sp>
        <p:nvSpPr>
          <p:cNvPr id="4" name="Text Placeholder 4">
            <a:extLst>
              <a:ext uri="{FF2B5EF4-FFF2-40B4-BE49-F238E27FC236}">
                <a16:creationId xmlns:a16="http://schemas.microsoft.com/office/drawing/2014/main" id="{59469B17-E0C4-EB5E-FF5B-2A5CF114FB47}"/>
              </a:ext>
            </a:extLst>
          </p:cNvPr>
          <p:cNvSpPr txBox="1">
            <a:spLocks/>
          </p:cNvSpPr>
          <p:nvPr/>
        </p:nvSpPr>
        <p:spPr>
          <a:xfrm>
            <a:off x="388863" y="2435207"/>
            <a:ext cx="9862041" cy="2545850"/>
          </a:xfrm>
          <a:prstGeom prst="rect">
            <a:avLst/>
          </a:prstGeom>
        </p:spPr>
        <p:txBody>
          <a:bodyPr vert="horz" lIns="0" tIns="0" rIns="0" bIns="0" rtlCol="0" anchor="t">
            <a:noAutofit/>
          </a:bodyPr>
          <a:lstStyle>
            <a:lvl1pPr marL="0" indent="0" algn="l" defTabSz="914400" rtl="0" eaLnBrk="1" latinLnBrk="0" hangingPunct="1">
              <a:lnSpc>
                <a:spcPct val="100000"/>
              </a:lnSpc>
              <a:spcBef>
                <a:spcPts val="0"/>
              </a:spcBef>
              <a:spcAft>
                <a:spcPts val="600"/>
              </a:spcAft>
              <a:buFont typeface="Arial" panose="020B0604020202020204" pitchFamily="34" charset="0"/>
              <a:buNone/>
              <a:defRPr sz="1400" kern="1200" baseline="0">
                <a:solidFill>
                  <a:schemeClr val="tx1"/>
                </a:solidFill>
                <a:latin typeface="+mn-lt"/>
                <a:ea typeface="+mn-ea"/>
                <a:cs typeface="+mn-cs"/>
              </a:defRPr>
            </a:lvl1pPr>
            <a:lvl2pPr marL="177800" indent="-177800" algn="l" defTabSz="914400" rtl="0" eaLnBrk="1" latinLnBrk="0" hangingPunct="1">
              <a:lnSpc>
                <a:spcPct val="100000"/>
              </a:lnSpc>
              <a:spcBef>
                <a:spcPts val="0"/>
              </a:spcBef>
              <a:spcAft>
                <a:spcPts val="600"/>
              </a:spcAft>
              <a:buClr>
                <a:schemeClr val="accent1"/>
              </a:buClr>
              <a:buFont typeface="Wingdings" panose="05000000000000000000" pitchFamily="2" charset="2"/>
              <a:buChar char="§"/>
              <a:defRPr sz="1400" kern="1200" baseline="0">
                <a:solidFill>
                  <a:schemeClr val="tx1"/>
                </a:solidFill>
                <a:latin typeface="+mn-lt"/>
                <a:ea typeface="+mn-ea"/>
                <a:cs typeface="+mn-cs"/>
              </a:defRPr>
            </a:lvl2pPr>
            <a:lvl3pPr marL="361950" indent="-184150" algn="l" defTabSz="914400" rtl="0" eaLnBrk="1" latinLnBrk="0" hangingPunct="1">
              <a:lnSpc>
                <a:spcPct val="100000"/>
              </a:lnSpc>
              <a:spcBef>
                <a:spcPts val="0"/>
              </a:spcBef>
              <a:spcAft>
                <a:spcPts val="600"/>
              </a:spcAft>
              <a:buClr>
                <a:schemeClr val="accent2"/>
              </a:buClr>
              <a:buFont typeface="Arial" panose="020B0604020202020204" pitchFamily="34" charset="0"/>
              <a:buChar char="•"/>
              <a:defRPr sz="1400" kern="1200" baseline="0">
                <a:solidFill>
                  <a:schemeClr val="tx1"/>
                </a:solidFill>
                <a:latin typeface="+mn-lt"/>
                <a:ea typeface="+mn-ea"/>
                <a:cs typeface="+mn-cs"/>
              </a:defRPr>
            </a:lvl3pPr>
            <a:lvl4pPr marL="539750" indent="-177800" algn="l" defTabSz="914400" rtl="0" eaLnBrk="1" latinLnBrk="0" hangingPunct="1">
              <a:lnSpc>
                <a:spcPct val="100000"/>
              </a:lnSpc>
              <a:spcBef>
                <a:spcPts val="0"/>
              </a:spcBef>
              <a:spcAft>
                <a:spcPts val="600"/>
              </a:spcAft>
              <a:buClr>
                <a:schemeClr val="tx1"/>
              </a:buClr>
              <a:buFont typeface="Ubuntu" panose="020B0504030602030204" pitchFamily="34" charset="0"/>
              <a:buChar char="–"/>
              <a:defRPr sz="1400" kern="1200" baseline="0">
                <a:solidFill>
                  <a:schemeClr val="tx1"/>
                </a:solidFill>
                <a:latin typeface="+mn-lt"/>
                <a:ea typeface="+mn-ea"/>
                <a:cs typeface="+mn-cs"/>
              </a:defRPr>
            </a:lvl4pPr>
            <a:lvl5pPr marL="717550" indent="-177800" algn="l" defTabSz="914400" rtl="0" eaLnBrk="1" latinLnBrk="0" hangingPunct="1">
              <a:lnSpc>
                <a:spcPct val="100000"/>
              </a:lnSpc>
              <a:spcBef>
                <a:spcPts val="0"/>
              </a:spcBef>
              <a:spcAft>
                <a:spcPts val="600"/>
              </a:spcAft>
              <a:buClr>
                <a:schemeClr val="accent3"/>
              </a:buClr>
              <a:buFont typeface="Arial" panose="020B0604020202020204" pitchFamily="34" charset="0"/>
              <a:buChar char="•"/>
              <a:defRPr sz="1400" kern="120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1" indent="0">
              <a:buClr>
                <a:srgbClr val="0070AD"/>
              </a:buClr>
              <a:buNone/>
              <a:defRPr/>
            </a:pPr>
            <a:r>
              <a:rPr lang="en-GB">
                <a:solidFill>
                  <a:schemeClr val="tx1">
                    <a:lumMod val="95000"/>
                    <a:lumOff val="5000"/>
                  </a:schemeClr>
                </a:solidFill>
              </a:rPr>
              <a:t>GPAS (Global Policy Administration &amp; Billing System) is a critical component of the Modernisation programme’s end to end architecture and will be provide a number of key commoditised capabilities to Beazley’s underwriting, billing and operations team globally including –</a:t>
            </a:r>
          </a:p>
          <a:p>
            <a:pPr lvl="4">
              <a:buClr>
                <a:srgbClr val="0070AD"/>
              </a:buClr>
              <a:defRPr/>
            </a:pPr>
            <a:r>
              <a:rPr lang="en-GB">
                <a:solidFill>
                  <a:schemeClr val="tx1">
                    <a:lumMod val="95000"/>
                    <a:lumOff val="5000"/>
                  </a:schemeClr>
                </a:solidFill>
              </a:rPr>
              <a:t>Product Definition and Management</a:t>
            </a:r>
          </a:p>
          <a:p>
            <a:pPr lvl="4">
              <a:buClr>
                <a:srgbClr val="0070AD"/>
              </a:buClr>
              <a:defRPr/>
            </a:pPr>
            <a:r>
              <a:rPr lang="en-GB">
                <a:solidFill>
                  <a:schemeClr val="tx1">
                    <a:lumMod val="95000"/>
                    <a:lumOff val="5000"/>
                  </a:schemeClr>
                </a:solidFill>
              </a:rPr>
              <a:t>System of record and transaction processing engine that will store quotes and bind and generate all policy transactions</a:t>
            </a:r>
          </a:p>
          <a:p>
            <a:pPr lvl="4">
              <a:buClr>
                <a:srgbClr val="0070AD"/>
              </a:buClr>
              <a:defRPr/>
            </a:pPr>
            <a:r>
              <a:rPr lang="en-GB">
                <a:solidFill>
                  <a:schemeClr val="tx1">
                    <a:lumMod val="95000"/>
                    <a:lumOff val="5000"/>
                  </a:schemeClr>
                </a:solidFill>
              </a:rPr>
              <a:t>Enable policy servicing i.e. Mid Term Adjustment </a:t>
            </a:r>
          </a:p>
        </p:txBody>
      </p:sp>
      <p:pic>
        <p:nvPicPr>
          <p:cNvPr id="10" name="Picture 9">
            <a:extLst>
              <a:ext uri="{FF2B5EF4-FFF2-40B4-BE49-F238E27FC236}">
                <a16:creationId xmlns:a16="http://schemas.microsoft.com/office/drawing/2014/main" id="{66577B25-692A-2C76-41EC-E3AABD93A74D}"/>
              </a:ext>
            </a:extLst>
          </p:cNvPr>
          <p:cNvPicPr>
            <a:picLocks noChangeAspect="1"/>
          </p:cNvPicPr>
          <p:nvPr/>
        </p:nvPicPr>
        <p:blipFill>
          <a:blip r:embed="rId4"/>
          <a:stretch>
            <a:fillRect/>
          </a:stretch>
        </p:blipFill>
        <p:spPr>
          <a:xfrm>
            <a:off x="10605164" y="3708132"/>
            <a:ext cx="990651" cy="1149409"/>
          </a:xfrm>
          <a:prstGeom prst="rect">
            <a:avLst/>
          </a:prstGeom>
        </p:spPr>
      </p:pic>
      <p:cxnSp>
        <p:nvCxnSpPr>
          <p:cNvPr id="11" name="Straight Connector 10">
            <a:extLst>
              <a:ext uri="{FF2B5EF4-FFF2-40B4-BE49-F238E27FC236}">
                <a16:creationId xmlns:a16="http://schemas.microsoft.com/office/drawing/2014/main" id="{3254498E-9A45-2F8C-2396-8DABFF8C381F}"/>
              </a:ext>
            </a:extLst>
          </p:cNvPr>
          <p:cNvCxnSpPr/>
          <p:nvPr/>
        </p:nvCxnSpPr>
        <p:spPr>
          <a:xfrm>
            <a:off x="88232" y="721627"/>
            <a:ext cx="10769600" cy="0"/>
          </a:xfrm>
          <a:prstGeom prst="line">
            <a:avLst/>
          </a:prstGeom>
          <a:ln w="22225"/>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273333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Title 1">
            <a:extLst>
              <a:ext uri="{FF2B5EF4-FFF2-40B4-BE49-F238E27FC236}">
                <a16:creationId xmlns:a16="http://schemas.microsoft.com/office/drawing/2014/main" id="{9A60AF97-6E43-B267-8FBF-4853A70CA2DC}"/>
              </a:ext>
            </a:extLst>
          </p:cNvPr>
          <p:cNvSpPr txBox="1">
            <a:spLocks/>
          </p:cNvSpPr>
          <p:nvPr/>
        </p:nvSpPr>
        <p:spPr>
          <a:xfrm>
            <a:off x="184150" y="175419"/>
            <a:ext cx="10515600" cy="365127"/>
          </a:xfrm>
          <a:prstGeom prst="rect">
            <a:avLst/>
          </a:prstGeom>
        </p:spPr>
        <p:txBody>
          <a:bodyPr vert="horz" lIns="0" tIns="0" rIns="0" bIns="0" rtlCol="0" anchor="ctr">
            <a:normAutofit fontScale="97500"/>
          </a:bodyPr>
          <a:lstStyle>
            <a:lvl1pPr marL="0" marR="0" indent="0" algn="l" defTabSz="914400" rtl="0" eaLnBrk="1" fontAlgn="auto" latinLnBrk="0" hangingPunct="1">
              <a:lnSpc>
                <a:spcPct val="90000"/>
              </a:lnSpc>
              <a:spcBef>
                <a:spcPct val="0"/>
              </a:spcBef>
              <a:spcAft>
                <a:spcPts val="0"/>
              </a:spcAft>
              <a:buClrTx/>
              <a:buSzTx/>
              <a:buFontTx/>
              <a:buNone/>
              <a:tabLst/>
              <a:defRPr kumimoji="0" lang="en-US" sz="2600" b="0" i="0" u="none" strike="noStrike" kern="1200" cap="all" spc="0" normalizeH="0" baseline="0" noProof="0" dirty="0">
                <a:ln>
                  <a:noFill/>
                </a:ln>
                <a:solidFill>
                  <a:schemeClr val="accent4"/>
                </a:solidFill>
                <a:effectLst/>
                <a:uLnTx/>
                <a:uFillTx/>
                <a:latin typeface="+mj-lt"/>
                <a:ea typeface="+mj-ea"/>
                <a:cs typeface="+mj-cs"/>
              </a:defRPr>
            </a:lvl1pPr>
          </a:lstStyle>
          <a:p>
            <a:r>
              <a:rPr lang="en-GB"/>
              <a:t>GPAS &amp; Billing – ORG Chart</a:t>
            </a:r>
          </a:p>
        </p:txBody>
      </p:sp>
      <p:pic>
        <p:nvPicPr>
          <p:cNvPr id="9" name="Picture 8">
            <a:extLst>
              <a:ext uri="{FF2B5EF4-FFF2-40B4-BE49-F238E27FC236}">
                <a16:creationId xmlns:a16="http://schemas.microsoft.com/office/drawing/2014/main" id="{955DEAFE-0B8B-8798-4726-D00F3B7FC97D}"/>
              </a:ext>
            </a:extLst>
          </p:cNvPr>
          <p:cNvPicPr>
            <a:picLocks noChangeAspect="1"/>
          </p:cNvPicPr>
          <p:nvPr/>
        </p:nvPicPr>
        <p:blipFill>
          <a:blip r:embed="rId3"/>
          <a:stretch>
            <a:fillRect/>
          </a:stretch>
        </p:blipFill>
        <p:spPr>
          <a:xfrm>
            <a:off x="4203700" y="845687"/>
            <a:ext cx="3784600" cy="508000"/>
          </a:xfrm>
          <a:prstGeom prst="rect">
            <a:avLst/>
          </a:prstGeom>
        </p:spPr>
      </p:pic>
      <p:pic>
        <p:nvPicPr>
          <p:cNvPr id="13" name="Picture 12">
            <a:extLst>
              <a:ext uri="{FF2B5EF4-FFF2-40B4-BE49-F238E27FC236}">
                <a16:creationId xmlns:a16="http://schemas.microsoft.com/office/drawing/2014/main" id="{E590495E-C0CF-6100-45BE-9D208522F54A}"/>
              </a:ext>
            </a:extLst>
          </p:cNvPr>
          <p:cNvPicPr>
            <a:picLocks noChangeAspect="1"/>
          </p:cNvPicPr>
          <p:nvPr/>
        </p:nvPicPr>
        <p:blipFill>
          <a:blip r:embed="rId4"/>
          <a:stretch>
            <a:fillRect/>
          </a:stretch>
        </p:blipFill>
        <p:spPr>
          <a:xfrm>
            <a:off x="4203700" y="1651398"/>
            <a:ext cx="3784600" cy="342900"/>
          </a:xfrm>
          <a:prstGeom prst="rect">
            <a:avLst/>
          </a:prstGeom>
        </p:spPr>
      </p:pic>
      <p:pic>
        <p:nvPicPr>
          <p:cNvPr id="23" name="Picture 22">
            <a:extLst>
              <a:ext uri="{FF2B5EF4-FFF2-40B4-BE49-F238E27FC236}">
                <a16:creationId xmlns:a16="http://schemas.microsoft.com/office/drawing/2014/main" id="{4C881719-B8B7-95CF-3864-9DCFE645784B}"/>
              </a:ext>
            </a:extLst>
          </p:cNvPr>
          <p:cNvPicPr>
            <a:picLocks noChangeAspect="1"/>
          </p:cNvPicPr>
          <p:nvPr/>
        </p:nvPicPr>
        <p:blipFill>
          <a:blip r:embed="rId5"/>
          <a:stretch>
            <a:fillRect/>
          </a:stretch>
        </p:blipFill>
        <p:spPr>
          <a:xfrm>
            <a:off x="4203700" y="2267154"/>
            <a:ext cx="3784600" cy="247650"/>
          </a:xfrm>
          <a:prstGeom prst="rect">
            <a:avLst/>
          </a:prstGeom>
        </p:spPr>
      </p:pic>
      <p:pic>
        <p:nvPicPr>
          <p:cNvPr id="27" name="Picture 26">
            <a:extLst>
              <a:ext uri="{FF2B5EF4-FFF2-40B4-BE49-F238E27FC236}">
                <a16:creationId xmlns:a16="http://schemas.microsoft.com/office/drawing/2014/main" id="{F8C201B5-142F-76BE-A207-10893E041B30}"/>
              </a:ext>
            </a:extLst>
          </p:cNvPr>
          <p:cNvPicPr>
            <a:picLocks noChangeAspect="1"/>
          </p:cNvPicPr>
          <p:nvPr/>
        </p:nvPicPr>
        <p:blipFill>
          <a:blip r:embed="rId6"/>
          <a:stretch>
            <a:fillRect/>
          </a:stretch>
        </p:blipFill>
        <p:spPr>
          <a:xfrm>
            <a:off x="4203700" y="2835682"/>
            <a:ext cx="3784600" cy="342900"/>
          </a:xfrm>
          <a:prstGeom prst="rect">
            <a:avLst/>
          </a:prstGeom>
        </p:spPr>
      </p:pic>
      <p:sp>
        <p:nvSpPr>
          <p:cNvPr id="35" name="Rectangle: Rounded Corners 34">
            <a:extLst>
              <a:ext uri="{FF2B5EF4-FFF2-40B4-BE49-F238E27FC236}">
                <a16:creationId xmlns:a16="http://schemas.microsoft.com/office/drawing/2014/main" id="{1EAD9E22-BF38-5203-442F-3F2A549AEDF4}"/>
              </a:ext>
            </a:extLst>
          </p:cNvPr>
          <p:cNvSpPr/>
          <p:nvPr/>
        </p:nvSpPr>
        <p:spPr>
          <a:xfrm>
            <a:off x="2725219" y="4466586"/>
            <a:ext cx="2165684" cy="2009611"/>
          </a:xfrm>
          <a:prstGeom prst="roundRect">
            <a:avLst/>
          </a:prstGeom>
          <a:ln/>
        </p:spPr>
        <p:style>
          <a:lnRef idx="2">
            <a:schemeClr val="accent1"/>
          </a:lnRef>
          <a:fillRef idx="1">
            <a:schemeClr val="lt1"/>
          </a:fillRef>
          <a:effectRef idx="0">
            <a:schemeClr val="accent1"/>
          </a:effectRef>
          <a:fontRef idx="minor">
            <a:schemeClr val="dk1"/>
          </a:fontRef>
        </p:style>
        <p:txBody>
          <a:bodyPr rtlCol="0" anchor="ctr"/>
          <a:lstStyle/>
          <a:p>
            <a:pPr algn="ctr"/>
            <a:endParaRPr lang="en-IN" sz="1100" err="1"/>
          </a:p>
        </p:txBody>
      </p:sp>
      <p:sp>
        <p:nvSpPr>
          <p:cNvPr id="36" name="Rectangle: Rounded Corners 35">
            <a:extLst>
              <a:ext uri="{FF2B5EF4-FFF2-40B4-BE49-F238E27FC236}">
                <a16:creationId xmlns:a16="http://schemas.microsoft.com/office/drawing/2014/main" id="{2F20602F-CBA4-4617-4499-08BADB623C5F}"/>
              </a:ext>
            </a:extLst>
          </p:cNvPr>
          <p:cNvSpPr/>
          <p:nvPr/>
        </p:nvSpPr>
        <p:spPr>
          <a:xfrm>
            <a:off x="389808" y="4484201"/>
            <a:ext cx="1740184" cy="1982370"/>
          </a:xfrm>
          <a:prstGeom prst="roundRect">
            <a:avLst/>
          </a:prstGeom>
          <a:ln/>
        </p:spPr>
        <p:style>
          <a:lnRef idx="2">
            <a:schemeClr val="accent1"/>
          </a:lnRef>
          <a:fillRef idx="1">
            <a:schemeClr val="lt1"/>
          </a:fillRef>
          <a:effectRef idx="0">
            <a:schemeClr val="accent1"/>
          </a:effectRef>
          <a:fontRef idx="minor">
            <a:schemeClr val="dk1"/>
          </a:fontRef>
        </p:style>
        <p:txBody>
          <a:bodyPr rtlCol="0" anchor="ctr"/>
          <a:lstStyle/>
          <a:p>
            <a:pPr algn="ctr"/>
            <a:endParaRPr lang="en-IN" sz="1100" err="1"/>
          </a:p>
        </p:txBody>
      </p:sp>
      <p:sp>
        <p:nvSpPr>
          <p:cNvPr id="37" name="Rectangle: Rounded Corners 36">
            <a:extLst>
              <a:ext uri="{FF2B5EF4-FFF2-40B4-BE49-F238E27FC236}">
                <a16:creationId xmlns:a16="http://schemas.microsoft.com/office/drawing/2014/main" id="{02BD04C6-00B1-A282-A816-8D38428B4F95}"/>
              </a:ext>
            </a:extLst>
          </p:cNvPr>
          <p:cNvSpPr/>
          <p:nvPr/>
        </p:nvSpPr>
        <p:spPr>
          <a:xfrm>
            <a:off x="7252301" y="4484201"/>
            <a:ext cx="2165684" cy="1991996"/>
          </a:xfrm>
          <a:prstGeom prst="roundRect">
            <a:avLst/>
          </a:prstGeom>
          <a:ln/>
        </p:spPr>
        <p:style>
          <a:lnRef idx="2">
            <a:schemeClr val="accent1"/>
          </a:lnRef>
          <a:fillRef idx="1">
            <a:schemeClr val="lt1"/>
          </a:fillRef>
          <a:effectRef idx="0">
            <a:schemeClr val="accent1"/>
          </a:effectRef>
          <a:fontRef idx="minor">
            <a:schemeClr val="dk1"/>
          </a:fontRef>
        </p:style>
        <p:txBody>
          <a:bodyPr rtlCol="0" anchor="ctr"/>
          <a:lstStyle/>
          <a:p>
            <a:pPr algn="ctr"/>
            <a:endParaRPr lang="en-IN" sz="1100" err="1"/>
          </a:p>
        </p:txBody>
      </p:sp>
      <p:sp>
        <p:nvSpPr>
          <p:cNvPr id="38" name="Rectangle: Rounded Corners 37">
            <a:extLst>
              <a:ext uri="{FF2B5EF4-FFF2-40B4-BE49-F238E27FC236}">
                <a16:creationId xmlns:a16="http://schemas.microsoft.com/office/drawing/2014/main" id="{1A2DFC0E-D1D7-2158-9343-87854B5EEC48}"/>
              </a:ext>
            </a:extLst>
          </p:cNvPr>
          <p:cNvSpPr/>
          <p:nvPr/>
        </p:nvSpPr>
        <p:spPr>
          <a:xfrm>
            <a:off x="4988760" y="4484201"/>
            <a:ext cx="2165684" cy="1991996"/>
          </a:xfrm>
          <a:prstGeom prst="roundRect">
            <a:avLst/>
          </a:prstGeom>
          <a:ln/>
        </p:spPr>
        <p:style>
          <a:lnRef idx="2">
            <a:schemeClr val="accent1"/>
          </a:lnRef>
          <a:fillRef idx="1">
            <a:schemeClr val="lt1"/>
          </a:fillRef>
          <a:effectRef idx="0">
            <a:schemeClr val="accent1"/>
          </a:effectRef>
          <a:fontRef idx="minor">
            <a:schemeClr val="dk1"/>
          </a:fontRef>
        </p:style>
        <p:txBody>
          <a:bodyPr rtlCol="0" anchor="ctr"/>
          <a:lstStyle/>
          <a:p>
            <a:pPr algn="ctr"/>
            <a:endParaRPr lang="en-IN" sz="1100" err="1"/>
          </a:p>
        </p:txBody>
      </p:sp>
      <p:sp>
        <p:nvSpPr>
          <p:cNvPr id="39" name="Rectangle: Rounded Corners 38">
            <a:extLst>
              <a:ext uri="{FF2B5EF4-FFF2-40B4-BE49-F238E27FC236}">
                <a16:creationId xmlns:a16="http://schemas.microsoft.com/office/drawing/2014/main" id="{21D61E2A-3AD8-6FBA-5229-535B38538D03}"/>
              </a:ext>
            </a:extLst>
          </p:cNvPr>
          <p:cNvSpPr/>
          <p:nvPr/>
        </p:nvSpPr>
        <p:spPr>
          <a:xfrm>
            <a:off x="9515842" y="4466586"/>
            <a:ext cx="2165684" cy="1989091"/>
          </a:xfrm>
          <a:prstGeom prst="roundRect">
            <a:avLst/>
          </a:prstGeom>
          <a:ln/>
        </p:spPr>
        <p:style>
          <a:lnRef idx="2">
            <a:schemeClr val="accent1"/>
          </a:lnRef>
          <a:fillRef idx="1">
            <a:schemeClr val="lt1"/>
          </a:fillRef>
          <a:effectRef idx="0">
            <a:schemeClr val="accent1"/>
          </a:effectRef>
          <a:fontRef idx="minor">
            <a:schemeClr val="dk1"/>
          </a:fontRef>
        </p:style>
        <p:txBody>
          <a:bodyPr rtlCol="0" anchor="ctr"/>
          <a:lstStyle/>
          <a:p>
            <a:pPr algn="ctr"/>
            <a:endParaRPr lang="en-IN" sz="1100" err="1"/>
          </a:p>
        </p:txBody>
      </p:sp>
      <p:sp>
        <p:nvSpPr>
          <p:cNvPr id="40" name="Rectangle 39">
            <a:extLst>
              <a:ext uri="{FF2B5EF4-FFF2-40B4-BE49-F238E27FC236}">
                <a16:creationId xmlns:a16="http://schemas.microsoft.com/office/drawing/2014/main" id="{2805ED69-4DD7-DAA3-EBC1-27FADFEF6BED}"/>
              </a:ext>
            </a:extLst>
          </p:cNvPr>
          <p:cNvSpPr/>
          <p:nvPr/>
        </p:nvSpPr>
        <p:spPr>
          <a:xfrm>
            <a:off x="164900" y="4012138"/>
            <a:ext cx="11866679" cy="2581167"/>
          </a:xfrm>
          <a:prstGeom prst="rect">
            <a:avLst/>
          </a:prstGeom>
          <a:no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IN" sz="1200" err="1"/>
          </a:p>
        </p:txBody>
      </p:sp>
      <p:sp>
        <p:nvSpPr>
          <p:cNvPr id="41" name="TextBox 40">
            <a:extLst>
              <a:ext uri="{FF2B5EF4-FFF2-40B4-BE49-F238E27FC236}">
                <a16:creationId xmlns:a16="http://schemas.microsoft.com/office/drawing/2014/main" id="{A009BAA5-B63E-6084-D9BC-CE83D6053A84}"/>
              </a:ext>
            </a:extLst>
          </p:cNvPr>
          <p:cNvSpPr txBox="1"/>
          <p:nvPr/>
        </p:nvSpPr>
        <p:spPr>
          <a:xfrm>
            <a:off x="585417" y="4186922"/>
            <a:ext cx="1337912" cy="261610"/>
          </a:xfrm>
          <a:prstGeom prst="rect">
            <a:avLst/>
          </a:prstGeom>
          <a:noFill/>
        </p:spPr>
        <p:txBody>
          <a:bodyPr wrap="square" rtlCol="0">
            <a:spAutoFit/>
          </a:bodyPr>
          <a:lstStyle/>
          <a:p>
            <a:pPr algn="ctr"/>
            <a:r>
              <a:rPr lang="en-IN" sz="1050" b="1" err="1">
                <a:solidFill>
                  <a:schemeClr val="accent1">
                    <a:lumMod val="50000"/>
                  </a:schemeClr>
                </a:solidFill>
              </a:rPr>
              <a:t>PolicyCenter</a:t>
            </a:r>
            <a:endParaRPr lang="en-IN" sz="1050" b="1">
              <a:solidFill>
                <a:schemeClr val="accent1">
                  <a:lumMod val="50000"/>
                </a:schemeClr>
              </a:solidFill>
            </a:endParaRPr>
          </a:p>
        </p:txBody>
      </p:sp>
      <p:sp>
        <p:nvSpPr>
          <p:cNvPr id="42" name="TextBox 41">
            <a:extLst>
              <a:ext uri="{FF2B5EF4-FFF2-40B4-BE49-F238E27FC236}">
                <a16:creationId xmlns:a16="http://schemas.microsoft.com/office/drawing/2014/main" id="{C054AFBB-228B-8DF0-74B1-0D0FE09DAB46}"/>
              </a:ext>
            </a:extLst>
          </p:cNvPr>
          <p:cNvSpPr txBox="1"/>
          <p:nvPr/>
        </p:nvSpPr>
        <p:spPr>
          <a:xfrm>
            <a:off x="3163420" y="4179329"/>
            <a:ext cx="1337912" cy="261610"/>
          </a:xfrm>
          <a:prstGeom prst="rect">
            <a:avLst/>
          </a:prstGeom>
          <a:noFill/>
        </p:spPr>
        <p:txBody>
          <a:bodyPr wrap="square" rtlCol="0">
            <a:spAutoFit/>
          </a:bodyPr>
          <a:lstStyle/>
          <a:p>
            <a:pPr algn="ctr"/>
            <a:r>
              <a:rPr lang="en-IN" sz="1050" b="1" err="1">
                <a:solidFill>
                  <a:schemeClr val="accent1">
                    <a:lumMod val="50000"/>
                  </a:schemeClr>
                </a:solidFill>
              </a:rPr>
              <a:t>BillingCenter</a:t>
            </a:r>
            <a:endParaRPr lang="en-IN" sz="1050" b="1">
              <a:solidFill>
                <a:schemeClr val="accent1">
                  <a:lumMod val="50000"/>
                </a:schemeClr>
              </a:solidFill>
            </a:endParaRPr>
          </a:p>
        </p:txBody>
      </p:sp>
      <p:sp>
        <p:nvSpPr>
          <p:cNvPr id="43" name="TextBox 42">
            <a:extLst>
              <a:ext uri="{FF2B5EF4-FFF2-40B4-BE49-F238E27FC236}">
                <a16:creationId xmlns:a16="http://schemas.microsoft.com/office/drawing/2014/main" id="{1806B5F4-78DF-4A29-4B90-199C2E405B98}"/>
              </a:ext>
            </a:extLst>
          </p:cNvPr>
          <p:cNvSpPr txBox="1"/>
          <p:nvPr/>
        </p:nvSpPr>
        <p:spPr>
          <a:xfrm>
            <a:off x="5426961" y="4158810"/>
            <a:ext cx="1337912" cy="261610"/>
          </a:xfrm>
          <a:prstGeom prst="rect">
            <a:avLst/>
          </a:prstGeom>
          <a:noFill/>
        </p:spPr>
        <p:txBody>
          <a:bodyPr wrap="square" rtlCol="0">
            <a:spAutoFit/>
          </a:bodyPr>
          <a:lstStyle/>
          <a:p>
            <a:pPr algn="ctr"/>
            <a:r>
              <a:rPr lang="en-IN" sz="1050" b="1">
                <a:solidFill>
                  <a:schemeClr val="accent1">
                    <a:lumMod val="50000"/>
                  </a:schemeClr>
                </a:solidFill>
              </a:rPr>
              <a:t>Integration</a:t>
            </a:r>
          </a:p>
        </p:txBody>
      </p:sp>
      <p:sp>
        <p:nvSpPr>
          <p:cNvPr id="44" name="TextBox 43">
            <a:extLst>
              <a:ext uri="{FF2B5EF4-FFF2-40B4-BE49-F238E27FC236}">
                <a16:creationId xmlns:a16="http://schemas.microsoft.com/office/drawing/2014/main" id="{F4009D57-F7CF-49FA-4D14-8B1E8E545ABF}"/>
              </a:ext>
            </a:extLst>
          </p:cNvPr>
          <p:cNvSpPr txBox="1"/>
          <p:nvPr/>
        </p:nvSpPr>
        <p:spPr>
          <a:xfrm>
            <a:off x="7633720" y="4012138"/>
            <a:ext cx="1509228" cy="430887"/>
          </a:xfrm>
          <a:prstGeom prst="rect">
            <a:avLst/>
          </a:prstGeom>
          <a:noFill/>
        </p:spPr>
        <p:txBody>
          <a:bodyPr wrap="square" rtlCol="0">
            <a:spAutoFit/>
          </a:bodyPr>
          <a:lstStyle/>
          <a:p>
            <a:pPr algn="ctr"/>
            <a:r>
              <a:rPr lang="en-IN" sz="1050" b="1">
                <a:solidFill>
                  <a:schemeClr val="accent1">
                    <a:lumMod val="50000"/>
                  </a:schemeClr>
                </a:solidFill>
              </a:rPr>
              <a:t>Product Rationalization</a:t>
            </a:r>
          </a:p>
        </p:txBody>
      </p:sp>
      <p:sp>
        <p:nvSpPr>
          <p:cNvPr id="45" name="TextBox 44">
            <a:extLst>
              <a:ext uri="{FF2B5EF4-FFF2-40B4-BE49-F238E27FC236}">
                <a16:creationId xmlns:a16="http://schemas.microsoft.com/office/drawing/2014/main" id="{EDCD3698-F527-F9C0-2F35-728416240B6E}"/>
              </a:ext>
            </a:extLst>
          </p:cNvPr>
          <p:cNvSpPr txBox="1"/>
          <p:nvPr/>
        </p:nvSpPr>
        <p:spPr>
          <a:xfrm>
            <a:off x="9957719" y="4158809"/>
            <a:ext cx="1337912" cy="261610"/>
          </a:xfrm>
          <a:prstGeom prst="rect">
            <a:avLst/>
          </a:prstGeom>
          <a:noFill/>
        </p:spPr>
        <p:txBody>
          <a:bodyPr wrap="square" rtlCol="0">
            <a:spAutoFit/>
          </a:bodyPr>
          <a:lstStyle/>
          <a:p>
            <a:pPr algn="ctr"/>
            <a:r>
              <a:rPr lang="en-IN" sz="1050" b="1">
                <a:solidFill>
                  <a:schemeClr val="accent1">
                    <a:lumMod val="50000"/>
                  </a:schemeClr>
                </a:solidFill>
              </a:rPr>
              <a:t>Architecture</a:t>
            </a:r>
          </a:p>
        </p:txBody>
      </p:sp>
      <p:sp>
        <p:nvSpPr>
          <p:cNvPr id="46" name="TextBox 45">
            <a:extLst>
              <a:ext uri="{FF2B5EF4-FFF2-40B4-BE49-F238E27FC236}">
                <a16:creationId xmlns:a16="http://schemas.microsoft.com/office/drawing/2014/main" id="{1BA8536A-39F4-A07B-D407-52F6F49281DE}"/>
              </a:ext>
            </a:extLst>
          </p:cNvPr>
          <p:cNvSpPr txBox="1"/>
          <p:nvPr/>
        </p:nvSpPr>
        <p:spPr>
          <a:xfrm>
            <a:off x="343593" y="4623316"/>
            <a:ext cx="1846321" cy="400110"/>
          </a:xfrm>
          <a:prstGeom prst="rect">
            <a:avLst/>
          </a:prstGeom>
          <a:noFill/>
        </p:spPr>
        <p:txBody>
          <a:bodyPr wrap="square" rtlCol="0">
            <a:spAutoFit/>
          </a:bodyPr>
          <a:lstStyle/>
          <a:p>
            <a:pPr algn="ctr"/>
            <a:r>
              <a:rPr lang="en-IN" sz="1000"/>
              <a:t>Sherezad Contractor</a:t>
            </a:r>
          </a:p>
          <a:p>
            <a:pPr algn="ctr"/>
            <a:r>
              <a:rPr lang="en-IN" sz="1000"/>
              <a:t> </a:t>
            </a:r>
            <a:r>
              <a:rPr lang="en-IN" sz="700"/>
              <a:t>(Lead BA &amp; Functional Lead)</a:t>
            </a:r>
            <a:endParaRPr lang="en-IN" sz="1000"/>
          </a:p>
        </p:txBody>
      </p:sp>
      <p:sp>
        <p:nvSpPr>
          <p:cNvPr id="47" name="TextBox 46">
            <a:extLst>
              <a:ext uri="{FF2B5EF4-FFF2-40B4-BE49-F238E27FC236}">
                <a16:creationId xmlns:a16="http://schemas.microsoft.com/office/drawing/2014/main" id="{7B21FEAC-52E9-1ED6-82C2-044AD86E265D}"/>
              </a:ext>
            </a:extLst>
          </p:cNvPr>
          <p:cNvSpPr txBox="1"/>
          <p:nvPr/>
        </p:nvSpPr>
        <p:spPr>
          <a:xfrm>
            <a:off x="364968" y="5464842"/>
            <a:ext cx="1778810" cy="353943"/>
          </a:xfrm>
          <a:prstGeom prst="rect">
            <a:avLst/>
          </a:prstGeom>
          <a:noFill/>
        </p:spPr>
        <p:txBody>
          <a:bodyPr wrap="square" rtlCol="0">
            <a:spAutoFit/>
          </a:bodyPr>
          <a:lstStyle/>
          <a:p>
            <a:pPr algn="ctr"/>
            <a:r>
              <a:rPr lang="en-IN" sz="1000"/>
              <a:t>Ramesh Goundu</a:t>
            </a:r>
          </a:p>
          <a:p>
            <a:pPr algn="ctr"/>
            <a:r>
              <a:rPr lang="en-IN" sz="700"/>
              <a:t>(Offshore Dev Lead)</a:t>
            </a:r>
          </a:p>
        </p:txBody>
      </p:sp>
      <p:sp>
        <p:nvSpPr>
          <p:cNvPr id="48" name="TextBox 47">
            <a:extLst>
              <a:ext uri="{FF2B5EF4-FFF2-40B4-BE49-F238E27FC236}">
                <a16:creationId xmlns:a16="http://schemas.microsoft.com/office/drawing/2014/main" id="{6278C729-6287-E362-EF79-AA9A102477AE}"/>
              </a:ext>
            </a:extLst>
          </p:cNvPr>
          <p:cNvSpPr txBox="1"/>
          <p:nvPr/>
        </p:nvSpPr>
        <p:spPr>
          <a:xfrm>
            <a:off x="298335" y="5913344"/>
            <a:ext cx="1778810" cy="353943"/>
          </a:xfrm>
          <a:prstGeom prst="rect">
            <a:avLst/>
          </a:prstGeom>
          <a:noFill/>
        </p:spPr>
        <p:txBody>
          <a:bodyPr wrap="square" rtlCol="0">
            <a:spAutoFit/>
          </a:bodyPr>
          <a:lstStyle/>
          <a:p>
            <a:pPr algn="ctr"/>
            <a:r>
              <a:rPr lang="en-IN" sz="1000"/>
              <a:t>TBD</a:t>
            </a:r>
          </a:p>
          <a:p>
            <a:pPr algn="ctr"/>
            <a:r>
              <a:rPr lang="en-IN" sz="700"/>
              <a:t>(Test Lead)</a:t>
            </a:r>
          </a:p>
        </p:txBody>
      </p:sp>
      <p:sp>
        <p:nvSpPr>
          <p:cNvPr id="54" name="TextBox 53">
            <a:extLst>
              <a:ext uri="{FF2B5EF4-FFF2-40B4-BE49-F238E27FC236}">
                <a16:creationId xmlns:a16="http://schemas.microsoft.com/office/drawing/2014/main" id="{16D65696-5BC0-4B95-22D9-80A6E6112045}"/>
              </a:ext>
            </a:extLst>
          </p:cNvPr>
          <p:cNvSpPr txBox="1"/>
          <p:nvPr/>
        </p:nvSpPr>
        <p:spPr>
          <a:xfrm>
            <a:off x="377348" y="5053323"/>
            <a:ext cx="1778810" cy="353943"/>
          </a:xfrm>
          <a:prstGeom prst="rect">
            <a:avLst/>
          </a:prstGeom>
          <a:noFill/>
        </p:spPr>
        <p:txBody>
          <a:bodyPr wrap="square" rtlCol="0">
            <a:spAutoFit/>
          </a:bodyPr>
          <a:lstStyle/>
          <a:p>
            <a:pPr algn="ctr"/>
            <a:r>
              <a:rPr lang="en-IN" sz="1000"/>
              <a:t>Rupesh </a:t>
            </a:r>
            <a:r>
              <a:rPr lang="en-IN" sz="1000" err="1"/>
              <a:t>Guttula</a:t>
            </a:r>
            <a:endParaRPr lang="en-IN" sz="1000"/>
          </a:p>
          <a:p>
            <a:pPr algn="ctr"/>
            <a:r>
              <a:rPr lang="en-IN" sz="700"/>
              <a:t>(Onshore BA)</a:t>
            </a:r>
          </a:p>
        </p:txBody>
      </p:sp>
      <p:sp>
        <p:nvSpPr>
          <p:cNvPr id="55" name="TextBox 54">
            <a:extLst>
              <a:ext uri="{FF2B5EF4-FFF2-40B4-BE49-F238E27FC236}">
                <a16:creationId xmlns:a16="http://schemas.microsoft.com/office/drawing/2014/main" id="{808DDE7D-C141-FAA5-2D1F-D7E07CA6D6CA}"/>
              </a:ext>
            </a:extLst>
          </p:cNvPr>
          <p:cNvSpPr txBox="1"/>
          <p:nvPr/>
        </p:nvSpPr>
        <p:spPr>
          <a:xfrm>
            <a:off x="2885905" y="4623774"/>
            <a:ext cx="1846321" cy="353943"/>
          </a:xfrm>
          <a:prstGeom prst="rect">
            <a:avLst/>
          </a:prstGeom>
          <a:noFill/>
        </p:spPr>
        <p:txBody>
          <a:bodyPr wrap="square" rtlCol="0">
            <a:spAutoFit/>
          </a:bodyPr>
          <a:lstStyle/>
          <a:p>
            <a:pPr algn="ctr"/>
            <a:r>
              <a:rPr lang="en-IN" sz="1000"/>
              <a:t>Sriram Jagannathan </a:t>
            </a:r>
            <a:r>
              <a:rPr lang="en-IN" sz="700"/>
              <a:t>(Lead BA &amp; Functional Lead)</a:t>
            </a:r>
            <a:endParaRPr lang="en-IN" sz="1000"/>
          </a:p>
        </p:txBody>
      </p:sp>
      <p:sp>
        <p:nvSpPr>
          <p:cNvPr id="56" name="TextBox 55">
            <a:extLst>
              <a:ext uri="{FF2B5EF4-FFF2-40B4-BE49-F238E27FC236}">
                <a16:creationId xmlns:a16="http://schemas.microsoft.com/office/drawing/2014/main" id="{9A972231-695E-3C9A-E99B-76ABE83E7C46}"/>
              </a:ext>
            </a:extLst>
          </p:cNvPr>
          <p:cNvSpPr txBox="1"/>
          <p:nvPr/>
        </p:nvSpPr>
        <p:spPr>
          <a:xfrm>
            <a:off x="2632243" y="5522975"/>
            <a:ext cx="2356517" cy="353943"/>
          </a:xfrm>
          <a:prstGeom prst="rect">
            <a:avLst/>
          </a:prstGeom>
          <a:noFill/>
        </p:spPr>
        <p:txBody>
          <a:bodyPr wrap="square" rtlCol="0">
            <a:spAutoFit/>
          </a:bodyPr>
          <a:lstStyle/>
          <a:p>
            <a:pPr algn="ctr"/>
            <a:r>
              <a:rPr lang="en-IN" sz="1000"/>
              <a:t>Balaji KV &amp; Ravi Prakash Tiwari</a:t>
            </a:r>
          </a:p>
          <a:p>
            <a:pPr algn="ctr"/>
            <a:r>
              <a:rPr lang="en-IN" sz="700"/>
              <a:t>(On &amp; Offshore Dev Lead)</a:t>
            </a:r>
          </a:p>
        </p:txBody>
      </p:sp>
      <p:sp>
        <p:nvSpPr>
          <p:cNvPr id="57" name="TextBox 56">
            <a:extLst>
              <a:ext uri="{FF2B5EF4-FFF2-40B4-BE49-F238E27FC236}">
                <a16:creationId xmlns:a16="http://schemas.microsoft.com/office/drawing/2014/main" id="{A9E65750-FE2A-938B-7AA8-3A07C2DFF962}"/>
              </a:ext>
            </a:extLst>
          </p:cNvPr>
          <p:cNvSpPr txBox="1"/>
          <p:nvPr/>
        </p:nvSpPr>
        <p:spPr>
          <a:xfrm>
            <a:off x="2840647" y="5913802"/>
            <a:ext cx="1778810" cy="353943"/>
          </a:xfrm>
          <a:prstGeom prst="rect">
            <a:avLst/>
          </a:prstGeom>
          <a:noFill/>
        </p:spPr>
        <p:txBody>
          <a:bodyPr wrap="square" rtlCol="0">
            <a:spAutoFit/>
          </a:bodyPr>
          <a:lstStyle/>
          <a:p>
            <a:pPr algn="ctr"/>
            <a:r>
              <a:rPr lang="en-IN" sz="1000"/>
              <a:t>TBD</a:t>
            </a:r>
          </a:p>
          <a:p>
            <a:pPr algn="ctr"/>
            <a:r>
              <a:rPr lang="en-IN" sz="700"/>
              <a:t>(Test Lead)</a:t>
            </a:r>
          </a:p>
        </p:txBody>
      </p:sp>
      <p:sp>
        <p:nvSpPr>
          <p:cNvPr id="58" name="TextBox 57">
            <a:extLst>
              <a:ext uri="{FF2B5EF4-FFF2-40B4-BE49-F238E27FC236}">
                <a16:creationId xmlns:a16="http://schemas.microsoft.com/office/drawing/2014/main" id="{06E3A4EA-8337-063F-0EB5-F12822864BD9}"/>
              </a:ext>
            </a:extLst>
          </p:cNvPr>
          <p:cNvSpPr txBox="1"/>
          <p:nvPr/>
        </p:nvSpPr>
        <p:spPr>
          <a:xfrm>
            <a:off x="2919660" y="5053781"/>
            <a:ext cx="1778810" cy="353943"/>
          </a:xfrm>
          <a:prstGeom prst="rect">
            <a:avLst/>
          </a:prstGeom>
          <a:noFill/>
        </p:spPr>
        <p:txBody>
          <a:bodyPr wrap="square" rtlCol="0">
            <a:spAutoFit/>
          </a:bodyPr>
          <a:lstStyle/>
          <a:p>
            <a:pPr algn="ctr"/>
            <a:r>
              <a:rPr lang="en-IN" sz="1000"/>
              <a:t>Stuart Jerome</a:t>
            </a:r>
          </a:p>
          <a:p>
            <a:pPr algn="ctr"/>
            <a:r>
              <a:rPr lang="en-IN" sz="700"/>
              <a:t>(Onshore BA)</a:t>
            </a:r>
          </a:p>
        </p:txBody>
      </p:sp>
      <p:sp>
        <p:nvSpPr>
          <p:cNvPr id="59" name="TextBox 58">
            <a:extLst>
              <a:ext uri="{FF2B5EF4-FFF2-40B4-BE49-F238E27FC236}">
                <a16:creationId xmlns:a16="http://schemas.microsoft.com/office/drawing/2014/main" id="{74BF18A5-F674-4017-322D-2B390BF5CEE5}"/>
              </a:ext>
            </a:extLst>
          </p:cNvPr>
          <p:cNvSpPr txBox="1"/>
          <p:nvPr/>
        </p:nvSpPr>
        <p:spPr>
          <a:xfrm>
            <a:off x="5149446" y="4623316"/>
            <a:ext cx="1846321" cy="246221"/>
          </a:xfrm>
          <a:prstGeom prst="rect">
            <a:avLst/>
          </a:prstGeom>
          <a:noFill/>
        </p:spPr>
        <p:txBody>
          <a:bodyPr wrap="square" rtlCol="0">
            <a:spAutoFit/>
          </a:bodyPr>
          <a:lstStyle/>
          <a:p>
            <a:pPr algn="ctr"/>
            <a:r>
              <a:rPr lang="en-IN" sz="1000"/>
              <a:t>Gourab Marik   </a:t>
            </a:r>
            <a:r>
              <a:rPr lang="en-IN" sz="700"/>
              <a:t>(Functional Lead)</a:t>
            </a:r>
            <a:endParaRPr lang="en-IN" sz="1000"/>
          </a:p>
        </p:txBody>
      </p:sp>
      <p:sp>
        <p:nvSpPr>
          <p:cNvPr id="60" name="TextBox 59">
            <a:extLst>
              <a:ext uri="{FF2B5EF4-FFF2-40B4-BE49-F238E27FC236}">
                <a16:creationId xmlns:a16="http://schemas.microsoft.com/office/drawing/2014/main" id="{CE0C63B8-EBDD-7CE1-1210-B30A3D0973BB}"/>
              </a:ext>
            </a:extLst>
          </p:cNvPr>
          <p:cNvSpPr txBox="1"/>
          <p:nvPr/>
        </p:nvSpPr>
        <p:spPr>
          <a:xfrm>
            <a:off x="4803508" y="5552017"/>
            <a:ext cx="2536188" cy="353943"/>
          </a:xfrm>
          <a:prstGeom prst="rect">
            <a:avLst/>
          </a:prstGeom>
          <a:noFill/>
        </p:spPr>
        <p:txBody>
          <a:bodyPr wrap="square" rtlCol="0">
            <a:spAutoFit/>
          </a:bodyPr>
          <a:lstStyle/>
          <a:p>
            <a:pPr algn="ctr"/>
            <a:r>
              <a:rPr lang="en-IN" sz="1000"/>
              <a:t>Sahersh Gupta &amp; Murali Bandaru</a:t>
            </a:r>
          </a:p>
          <a:p>
            <a:pPr algn="ctr"/>
            <a:r>
              <a:rPr lang="en-IN" sz="700"/>
              <a:t>(On &amp; Offshore Dev Lead)</a:t>
            </a:r>
          </a:p>
        </p:txBody>
      </p:sp>
      <p:sp>
        <p:nvSpPr>
          <p:cNvPr id="61" name="TextBox 60">
            <a:extLst>
              <a:ext uri="{FF2B5EF4-FFF2-40B4-BE49-F238E27FC236}">
                <a16:creationId xmlns:a16="http://schemas.microsoft.com/office/drawing/2014/main" id="{53DA4B85-09E5-EF66-C755-33B6D4167FC1}"/>
              </a:ext>
            </a:extLst>
          </p:cNvPr>
          <p:cNvSpPr txBox="1"/>
          <p:nvPr/>
        </p:nvSpPr>
        <p:spPr>
          <a:xfrm>
            <a:off x="5104188" y="5913344"/>
            <a:ext cx="1778810" cy="353943"/>
          </a:xfrm>
          <a:prstGeom prst="rect">
            <a:avLst/>
          </a:prstGeom>
          <a:noFill/>
        </p:spPr>
        <p:txBody>
          <a:bodyPr wrap="square" rtlCol="0">
            <a:spAutoFit/>
          </a:bodyPr>
          <a:lstStyle/>
          <a:p>
            <a:pPr algn="ctr"/>
            <a:r>
              <a:rPr lang="en-IN" sz="1000"/>
              <a:t>TBD</a:t>
            </a:r>
          </a:p>
          <a:p>
            <a:pPr algn="ctr"/>
            <a:r>
              <a:rPr lang="en-IN" sz="700"/>
              <a:t>(Test Lead)</a:t>
            </a:r>
          </a:p>
        </p:txBody>
      </p:sp>
      <p:sp>
        <p:nvSpPr>
          <p:cNvPr id="62" name="TextBox 61">
            <a:extLst>
              <a:ext uri="{FF2B5EF4-FFF2-40B4-BE49-F238E27FC236}">
                <a16:creationId xmlns:a16="http://schemas.microsoft.com/office/drawing/2014/main" id="{1D1CFF30-0A75-C370-5CCE-BCEBE2464EA4}"/>
              </a:ext>
            </a:extLst>
          </p:cNvPr>
          <p:cNvSpPr txBox="1"/>
          <p:nvPr/>
        </p:nvSpPr>
        <p:spPr>
          <a:xfrm>
            <a:off x="4983879" y="5082823"/>
            <a:ext cx="2162076" cy="353943"/>
          </a:xfrm>
          <a:prstGeom prst="rect">
            <a:avLst/>
          </a:prstGeom>
          <a:noFill/>
        </p:spPr>
        <p:txBody>
          <a:bodyPr wrap="square" rtlCol="0">
            <a:spAutoFit/>
          </a:bodyPr>
          <a:lstStyle/>
          <a:p>
            <a:pPr algn="ctr"/>
            <a:r>
              <a:rPr lang="en-IN" sz="1000"/>
              <a:t>Saurav Dhar &amp; </a:t>
            </a:r>
            <a:r>
              <a:rPr lang="en-IN" sz="1000" err="1"/>
              <a:t>Akshit</a:t>
            </a:r>
            <a:r>
              <a:rPr lang="en-IN" sz="1000"/>
              <a:t> Anand</a:t>
            </a:r>
          </a:p>
          <a:p>
            <a:pPr algn="ctr"/>
            <a:r>
              <a:rPr lang="en-IN" sz="700"/>
              <a:t>(BA)</a:t>
            </a:r>
          </a:p>
        </p:txBody>
      </p:sp>
      <p:sp>
        <p:nvSpPr>
          <p:cNvPr id="65" name="TextBox 64">
            <a:extLst>
              <a:ext uri="{FF2B5EF4-FFF2-40B4-BE49-F238E27FC236}">
                <a16:creationId xmlns:a16="http://schemas.microsoft.com/office/drawing/2014/main" id="{0498A9A6-DDD9-57D3-BA68-030D844D39E5}"/>
              </a:ext>
            </a:extLst>
          </p:cNvPr>
          <p:cNvSpPr txBox="1"/>
          <p:nvPr/>
        </p:nvSpPr>
        <p:spPr>
          <a:xfrm>
            <a:off x="7462290" y="4588804"/>
            <a:ext cx="1778810" cy="353943"/>
          </a:xfrm>
          <a:prstGeom prst="rect">
            <a:avLst/>
          </a:prstGeom>
          <a:noFill/>
        </p:spPr>
        <p:txBody>
          <a:bodyPr wrap="square" rtlCol="0">
            <a:spAutoFit/>
          </a:bodyPr>
          <a:lstStyle/>
          <a:p>
            <a:pPr algn="ctr"/>
            <a:r>
              <a:rPr lang="en-IN" sz="1000"/>
              <a:t>Kelly Reisling</a:t>
            </a:r>
          </a:p>
          <a:p>
            <a:pPr algn="ctr"/>
            <a:r>
              <a:rPr lang="en-IN" sz="700"/>
              <a:t>(PR Lead)</a:t>
            </a:r>
          </a:p>
        </p:txBody>
      </p:sp>
      <p:sp>
        <p:nvSpPr>
          <p:cNvPr id="66" name="TextBox 65">
            <a:extLst>
              <a:ext uri="{FF2B5EF4-FFF2-40B4-BE49-F238E27FC236}">
                <a16:creationId xmlns:a16="http://schemas.microsoft.com/office/drawing/2014/main" id="{5F90A5EC-F473-05CC-F0A6-1906233CFF42}"/>
              </a:ext>
            </a:extLst>
          </p:cNvPr>
          <p:cNvSpPr txBox="1"/>
          <p:nvPr/>
        </p:nvSpPr>
        <p:spPr>
          <a:xfrm>
            <a:off x="7431972" y="5082823"/>
            <a:ext cx="1778810" cy="353943"/>
          </a:xfrm>
          <a:prstGeom prst="rect">
            <a:avLst/>
          </a:prstGeom>
          <a:noFill/>
        </p:spPr>
        <p:txBody>
          <a:bodyPr wrap="square" rtlCol="0">
            <a:spAutoFit/>
          </a:bodyPr>
          <a:lstStyle/>
          <a:p>
            <a:pPr algn="ctr"/>
            <a:r>
              <a:rPr lang="en-IN" sz="1000"/>
              <a:t>Peter Dixon</a:t>
            </a:r>
          </a:p>
          <a:p>
            <a:pPr algn="ctr"/>
            <a:r>
              <a:rPr lang="en-IN" sz="700"/>
              <a:t>(PR Lead)</a:t>
            </a:r>
          </a:p>
        </p:txBody>
      </p:sp>
      <p:sp>
        <p:nvSpPr>
          <p:cNvPr id="67" name="TextBox 66">
            <a:extLst>
              <a:ext uri="{FF2B5EF4-FFF2-40B4-BE49-F238E27FC236}">
                <a16:creationId xmlns:a16="http://schemas.microsoft.com/office/drawing/2014/main" id="{7751D907-8C08-54D3-82E2-4CC2DFE2216D}"/>
              </a:ext>
            </a:extLst>
          </p:cNvPr>
          <p:cNvSpPr txBox="1"/>
          <p:nvPr/>
        </p:nvSpPr>
        <p:spPr>
          <a:xfrm>
            <a:off x="7455124" y="5576842"/>
            <a:ext cx="1778810" cy="353943"/>
          </a:xfrm>
          <a:prstGeom prst="rect">
            <a:avLst/>
          </a:prstGeom>
          <a:noFill/>
        </p:spPr>
        <p:txBody>
          <a:bodyPr wrap="square" rtlCol="0">
            <a:spAutoFit/>
          </a:bodyPr>
          <a:lstStyle/>
          <a:p>
            <a:pPr algn="ctr"/>
            <a:r>
              <a:rPr lang="en-IN" sz="1000"/>
              <a:t>Kesava Bhrugubanda</a:t>
            </a:r>
          </a:p>
          <a:p>
            <a:pPr algn="ctr"/>
            <a:r>
              <a:rPr lang="en-IN" sz="700"/>
              <a:t>(PR Analyst)</a:t>
            </a:r>
          </a:p>
        </p:txBody>
      </p:sp>
      <p:sp>
        <p:nvSpPr>
          <p:cNvPr id="68" name="TextBox 67">
            <a:extLst>
              <a:ext uri="{FF2B5EF4-FFF2-40B4-BE49-F238E27FC236}">
                <a16:creationId xmlns:a16="http://schemas.microsoft.com/office/drawing/2014/main" id="{66D1D57C-41DB-564A-3F90-7EABDFAF1576}"/>
              </a:ext>
            </a:extLst>
          </p:cNvPr>
          <p:cNvSpPr txBox="1"/>
          <p:nvPr/>
        </p:nvSpPr>
        <p:spPr>
          <a:xfrm>
            <a:off x="9709279" y="4582479"/>
            <a:ext cx="1778810" cy="246221"/>
          </a:xfrm>
          <a:prstGeom prst="rect">
            <a:avLst/>
          </a:prstGeom>
          <a:noFill/>
        </p:spPr>
        <p:txBody>
          <a:bodyPr wrap="square" rtlCol="0">
            <a:spAutoFit/>
          </a:bodyPr>
          <a:lstStyle/>
          <a:p>
            <a:pPr algn="ctr"/>
            <a:r>
              <a:rPr lang="en-IN" sz="1000"/>
              <a:t>Brett Fabian-Smith</a:t>
            </a:r>
          </a:p>
        </p:txBody>
      </p:sp>
      <p:sp>
        <p:nvSpPr>
          <p:cNvPr id="69" name="TextBox 68">
            <a:extLst>
              <a:ext uri="{FF2B5EF4-FFF2-40B4-BE49-F238E27FC236}">
                <a16:creationId xmlns:a16="http://schemas.microsoft.com/office/drawing/2014/main" id="{ECB1F151-B8BB-A4A9-2D99-6A71584F7D48}"/>
              </a:ext>
            </a:extLst>
          </p:cNvPr>
          <p:cNvSpPr txBox="1"/>
          <p:nvPr/>
        </p:nvSpPr>
        <p:spPr>
          <a:xfrm>
            <a:off x="9737270" y="4914254"/>
            <a:ext cx="1778810" cy="246221"/>
          </a:xfrm>
          <a:prstGeom prst="rect">
            <a:avLst/>
          </a:prstGeom>
          <a:noFill/>
        </p:spPr>
        <p:txBody>
          <a:bodyPr wrap="square" rtlCol="0">
            <a:spAutoFit/>
          </a:bodyPr>
          <a:lstStyle/>
          <a:p>
            <a:pPr algn="ctr"/>
            <a:r>
              <a:rPr lang="en-IN" sz="1000"/>
              <a:t>Jigar Solanki</a:t>
            </a:r>
          </a:p>
        </p:txBody>
      </p:sp>
      <p:sp>
        <p:nvSpPr>
          <p:cNvPr id="70" name="TextBox 69">
            <a:extLst>
              <a:ext uri="{FF2B5EF4-FFF2-40B4-BE49-F238E27FC236}">
                <a16:creationId xmlns:a16="http://schemas.microsoft.com/office/drawing/2014/main" id="{4225E884-5800-8498-A31E-865E7000B741}"/>
              </a:ext>
            </a:extLst>
          </p:cNvPr>
          <p:cNvSpPr txBox="1"/>
          <p:nvPr/>
        </p:nvSpPr>
        <p:spPr>
          <a:xfrm>
            <a:off x="9704576" y="5245336"/>
            <a:ext cx="1976950" cy="246221"/>
          </a:xfrm>
          <a:prstGeom prst="rect">
            <a:avLst/>
          </a:prstGeom>
          <a:noFill/>
        </p:spPr>
        <p:txBody>
          <a:bodyPr wrap="square" rtlCol="0">
            <a:spAutoFit/>
          </a:bodyPr>
          <a:lstStyle/>
          <a:p>
            <a:pPr algn="ctr"/>
            <a:r>
              <a:rPr lang="en-IN" sz="1000"/>
              <a:t>Vamshi Chennamadhavuni</a:t>
            </a:r>
          </a:p>
        </p:txBody>
      </p:sp>
      <p:sp>
        <p:nvSpPr>
          <p:cNvPr id="71" name="TextBox 70">
            <a:extLst>
              <a:ext uri="{FF2B5EF4-FFF2-40B4-BE49-F238E27FC236}">
                <a16:creationId xmlns:a16="http://schemas.microsoft.com/office/drawing/2014/main" id="{9F919085-D0BD-9EC1-9E07-55825A08540B}"/>
              </a:ext>
            </a:extLst>
          </p:cNvPr>
          <p:cNvSpPr txBox="1"/>
          <p:nvPr/>
        </p:nvSpPr>
        <p:spPr>
          <a:xfrm>
            <a:off x="9704576" y="5592225"/>
            <a:ext cx="1976950" cy="246221"/>
          </a:xfrm>
          <a:prstGeom prst="rect">
            <a:avLst/>
          </a:prstGeom>
          <a:noFill/>
        </p:spPr>
        <p:txBody>
          <a:bodyPr wrap="square" rtlCol="0">
            <a:spAutoFit/>
          </a:bodyPr>
          <a:lstStyle/>
          <a:p>
            <a:pPr algn="ctr"/>
            <a:r>
              <a:rPr lang="en-IN" sz="1000"/>
              <a:t>Balaji Rajendran</a:t>
            </a:r>
          </a:p>
        </p:txBody>
      </p:sp>
      <p:pic>
        <p:nvPicPr>
          <p:cNvPr id="79" name="Picture 78">
            <a:extLst>
              <a:ext uri="{FF2B5EF4-FFF2-40B4-BE49-F238E27FC236}">
                <a16:creationId xmlns:a16="http://schemas.microsoft.com/office/drawing/2014/main" id="{75410923-A88D-E0A3-A2E1-342BED097571}"/>
              </a:ext>
            </a:extLst>
          </p:cNvPr>
          <p:cNvPicPr>
            <a:picLocks noChangeAspect="1"/>
          </p:cNvPicPr>
          <p:nvPr/>
        </p:nvPicPr>
        <p:blipFill>
          <a:blip r:embed="rId7"/>
          <a:stretch>
            <a:fillRect/>
          </a:stretch>
        </p:blipFill>
        <p:spPr>
          <a:xfrm>
            <a:off x="913966" y="3084578"/>
            <a:ext cx="2432050" cy="838200"/>
          </a:xfrm>
          <a:prstGeom prst="rect">
            <a:avLst/>
          </a:prstGeom>
        </p:spPr>
      </p:pic>
      <p:pic>
        <p:nvPicPr>
          <p:cNvPr id="83" name="Picture 82">
            <a:extLst>
              <a:ext uri="{FF2B5EF4-FFF2-40B4-BE49-F238E27FC236}">
                <a16:creationId xmlns:a16="http://schemas.microsoft.com/office/drawing/2014/main" id="{55575D90-1781-D2D0-D3DC-A61E346CC0F3}"/>
              </a:ext>
            </a:extLst>
          </p:cNvPr>
          <p:cNvPicPr>
            <a:picLocks noChangeAspect="1"/>
          </p:cNvPicPr>
          <p:nvPr/>
        </p:nvPicPr>
        <p:blipFill>
          <a:blip r:embed="rId8"/>
          <a:stretch>
            <a:fillRect/>
          </a:stretch>
        </p:blipFill>
        <p:spPr>
          <a:xfrm>
            <a:off x="8752076" y="3258893"/>
            <a:ext cx="1905000" cy="508000"/>
          </a:xfrm>
          <a:prstGeom prst="rect">
            <a:avLst/>
          </a:prstGeom>
        </p:spPr>
      </p:pic>
      <p:sp>
        <p:nvSpPr>
          <p:cNvPr id="84" name="TextBox 83">
            <a:extLst>
              <a:ext uri="{FF2B5EF4-FFF2-40B4-BE49-F238E27FC236}">
                <a16:creationId xmlns:a16="http://schemas.microsoft.com/office/drawing/2014/main" id="{04E41F1A-333E-76D9-4881-10BB2FF44C57}"/>
              </a:ext>
            </a:extLst>
          </p:cNvPr>
          <p:cNvSpPr txBox="1"/>
          <p:nvPr/>
        </p:nvSpPr>
        <p:spPr>
          <a:xfrm>
            <a:off x="5451024" y="656420"/>
            <a:ext cx="1289785" cy="215444"/>
          </a:xfrm>
          <a:prstGeom prst="rect">
            <a:avLst/>
          </a:prstGeom>
          <a:noFill/>
        </p:spPr>
        <p:txBody>
          <a:bodyPr wrap="square" rtlCol="0">
            <a:spAutoFit/>
          </a:bodyPr>
          <a:lstStyle/>
          <a:p>
            <a:r>
              <a:rPr lang="en-IN" sz="800"/>
              <a:t>Executive sponsorship</a:t>
            </a:r>
          </a:p>
        </p:txBody>
      </p:sp>
      <p:sp>
        <p:nvSpPr>
          <p:cNvPr id="85" name="TextBox 84">
            <a:extLst>
              <a:ext uri="{FF2B5EF4-FFF2-40B4-BE49-F238E27FC236}">
                <a16:creationId xmlns:a16="http://schemas.microsoft.com/office/drawing/2014/main" id="{B277A126-3226-85BE-54F5-BD8EF521D564}"/>
              </a:ext>
            </a:extLst>
          </p:cNvPr>
          <p:cNvSpPr txBox="1"/>
          <p:nvPr/>
        </p:nvSpPr>
        <p:spPr>
          <a:xfrm>
            <a:off x="6073238" y="1459121"/>
            <a:ext cx="1289785" cy="215444"/>
          </a:xfrm>
          <a:prstGeom prst="rect">
            <a:avLst/>
          </a:prstGeom>
          <a:noFill/>
        </p:spPr>
        <p:txBody>
          <a:bodyPr wrap="square" rtlCol="0">
            <a:spAutoFit/>
          </a:bodyPr>
          <a:lstStyle/>
          <a:p>
            <a:r>
              <a:rPr lang="en-IN" sz="800"/>
              <a:t>Business sponsorship</a:t>
            </a:r>
          </a:p>
        </p:txBody>
      </p:sp>
      <p:cxnSp>
        <p:nvCxnSpPr>
          <p:cNvPr id="87" name="Straight Arrow Connector 86">
            <a:extLst>
              <a:ext uri="{FF2B5EF4-FFF2-40B4-BE49-F238E27FC236}">
                <a16:creationId xmlns:a16="http://schemas.microsoft.com/office/drawing/2014/main" id="{83A03B2F-F59F-9CB6-38D8-A064E8CBB9C4}"/>
              </a:ext>
            </a:extLst>
          </p:cNvPr>
          <p:cNvCxnSpPr>
            <a:cxnSpLocks/>
            <a:stCxn id="9" idx="2"/>
            <a:endCxn id="13" idx="0"/>
          </p:cNvCxnSpPr>
          <p:nvPr/>
        </p:nvCxnSpPr>
        <p:spPr>
          <a:xfrm>
            <a:off x="6096000" y="1353687"/>
            <a:ext cx="0" cy="29771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0" name="Straight Arrow Connector 89">
            <a:extLst>
              <a:ext uri="{FF2B5EF4-FFF2-40B4-BE49-F238E27FC236}">
                <a16:creationId xmlns:a16="http://schemas.microsoft.com/office/drawing/2014/main" id="{7CE026FB-FF5F-6256-5723-EBA9A25C69A1}"/>
              </a:ext>
            </a:extLst>
          </p:cNvPr>
          <p:cNvCxnSpPr>
            <a:stCxn id="13" idx="2"/>
            <a:endCxn id="23" idx="0"/>
          </p:cNvCxnSpPr>
          <p:nvPr/>
        </p:nvCxnSpPr>
        <p:spPr>
          <a:xfrm>
            <a:off x="6096000" y="1994298"/>
            <a:ext cx="0" cy="27285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2" name="Straight Arrow Connector 91">
            <a:extLst>
              <a:ext uri="{FF2B5EF4-FFF2-40B4-BE49-F238E27FC236}">
                <a16:creationId xmlns:a16="http://schemas.microsoft.com/office/drawing/2014/main" id="{2C380444-DEC6-7B2D-62C8-507C273A919C}"/>
              </a:ext>
            </a:extLst>
          </p:cNvPr>
          <p:cNvCxnSpPr>
            <a:stCxn id="23" idx="2"/>
            <a:endCxn id="27" idx="0"/>
          </p:cNvCxnSpPr>
          <p:nvPr/>
        </p:nvCxnSpPr>
        <p:spPr>
          <a:xfrm>
            <a:off x="6096000" y="2514804"/>
            <a:ext cx="0" cy="32087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4" name="Straight Arrow Connector 93">
            <a:extLst>
              <a:ext uri="{FF2B5EF4-FFF2-40B4-BE49-F238E27FC236}">
                <a16:creationId xmlns:a16="http://schemas.microsoft.com/office/drawing/2014/main" id="{7E403057-F86C-F735-D846-CB01633EA8B7}"/>
              </a:ext>
            </a:extLst>
          </p:cNvPr>
          <p:cNvCxnSpPr>
            <a:stCxn id="27" idx="2"/>
            <a:endCxn id="40" idx="0"/>
          </p:cNvCxnSpPr>
          <p:nvPr/>
        </p:nvCxnSpPr>
        <p:spPr>
          <a:xfrm>
            <a:off x="6096000" y="3178582"/>
            <a:ext cx="2240" cy="83355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6" name="Straight Arrow Connector 95">
            <a:extLst>
              <a:ext uri="{FF2B5EF4-FFF2-40B4-BE49-F238E27FC236}">
                <a16:creationId xmlns:a16="http://schemas.microsoft.com/office/drawing/2014/main" id="{3C0110E0-9DB8-8C8C-CC1B-43F12AF6842D}"/>
              </a:ext>
            </a:extLst>
          </p:cNvPr>
          <p:cNvCxnSpPr>
            <a:cxnSpLocks/>
            <a:endCxn id="79" idx="3"/>
          </p:cNvCxnSpPr>
          <p:nvPr/>
        </p:nvCxnSpPr>
        <p:spPr>
          <a:xfrm flipH="1" flipV="1">
            <a:off x="3346016" y="3503678"/>
            <a:ext cx="2725586" cy="2663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9" name="Straight Arrow Connector 98">
            <a:extLst>
              <a:ext uri="{FF2B5EF4-FFF2-40B4-BE49-F238E27FC236}">
                <a16:creationId xmlns:a16="http://schemas.microsoft.com/office/drawing/2014/main" id="{EBECD0FB-0538-C259-437F-45C0CD12E22A}"/>
              </a:ext>
            </a:extLst>
          </p:cNvPr>
          <p:cNvCxnSpPr>
            <a:cxnSpLocks/>
            <a:endCxn id="83" idx="1"/>
          </p:cNvCxnSpPr>
          <p:nvPr/>
        </p:nvCxnSpPr>
        <p:spPr>
          <a:xfrm flipV="1">
            <a:off x="6077306" y="3512893"/>
            <a:ext cx="2674770" cy="1901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1" name="TextBox 100">
            <a:extLst>
              <a:ext uri="{FF2B5EF4-FFF2-40B4-BE49-F238E27FC236}">
                <a16:creationId xmlns:a16="http://schemas.microsoft.com/office/drawing/2014/main" id="{3D897D53-0A33-998D-3C9D-C55CFEB0A3CF}"/>
              </a:ext>
            </a:extLst>
          </p:cNvPr>
          <p:cNvSpPr txBox="1"/>
          <p:nvPr/>
        </p:nvSpPr>
        <p:spPr>
          <a:xfrm>
            <a:off x="6095916" y="2084225"/>
            <a:ext cx="1289785" cy="215444"/>
          </a:xfrm>
          <a:prstGeom prst="rect">
            <a:avLst/>
          </a:prstGeom>
          <a:noFill/>
        </p:spPr>
        <p:txBody>
          <a:bodyPr wrap="square" rtlCol="0">
            <a:spAutoFit/>
          </a:bodyPr>
          <a:lstStyle/>
          <a:p>
            <a:r>
              <a:rPr lang="en-IN" sz="800"/>
              <a:t>Sr. Programme Lead</a:t>
            </a:r>
          </a:p>
        </p:txBody>
      </p:sp>
      <p:sp>
        <p:nvSpPr>
          <p:cNvPr id="102" name="TextBox 101">
            <a:extLst>
              <a:ext uri="{FF2B5EF4-FFF2-40B4-BE49-F238E27FC236}">
                <a16:creationId xmlns:a16="http://schemas.microsoft.com/office/drawing/2014/main" id="{43AF28D5-CD14-C1EC-AE02-5AC7946B576C}"/>
              </a:ext>
            </a:extLst>
          </p:cNvPr>
          <p:cNvSpPr txBox="1"/>
          <p:nvPr/>
        </p:nvSpPr>
        <p:spPr>
          <a:xfrm>
            <a:off x="6095915" y="2658876"/>
            <a:ext cx="1289785" cy="215444"/>
          </a:xfrm>
          <a:prstGeom prst="rect">
            <a:avLst/>
          </a:prstGeom>
          <a:noFill/>
        </p:spPr>
        <p:txBody>
          <a:bodyPr wrap="square" rtlCol="0">
            <a:spAutoFit/>
          </a:bodyPr>
          <a:lstStyle/>
          <a:p>
            <a:r>
              <a:rPr lang="en-IN" sz="800"/>
              <a:t>Delivery Leads</a:t>
            </a:r>
          </a:p>
        </p:txBody>
      </p:sp>
      <p:sp>
        <p:nvSpPr>
          <p:cNvPr id="103" name="TextBox 102">
            <a:extLst>
              <a:ext uri="{FF2B5EF4-FFF2-40B4-BE49-F238E27FC236}">
                <a16:creationId xmlns:a16="http://schemas.microsoft.com/office/drawing/2014/main" id="{D4982922-0511-8D3E-C815-62673C86AE8D}"/>
              </a:ext>
            </a:extLst>
          </p:cNvPr>
          <p:cNvSpPr txBox="1"/>
          <p:nvPr/>
        </p:nvSpPr>
        <p:spPr>
          <a:xfrm>
            <a:off x="1706627" y="2887496"/>
            <a:ext cx="925616" cy="215444"/>
          </a:xfrm>
          <a:prstGeom prst="rect">
            <a:avLst/>
          </a:prstGeom>
          <a:noFill/>
        </p:spPr>
        <p:txBody>
          <a:bodyPr wrap="square" rtlCol="0">
            <a:spAutoFit/>
          </a:bodyPr>
          <a:lstStyle/>
          <a:p>
            <a:r>
              <a:rPr lang="en-IN" sz="800"/>
              <a:t>Governance</a:t>
            </a:r>
          </a:p>
        </p:txBody>
      </p:sp>
      <p:sp>
        <p:nvSpPr>
          <p:cNvPr id="104" name="TextBox 103">
            <a:extLst>
              <a:ext uri="{FF2B5EF4-FFF2-40B4-BE49-F238E27FC236}">
                <a16:creationId xmlns:a16="http://schemas.microsoft.com/office/drawing/2014/main" id="{44794B64-17EF-17F2-21A1-2B89EB6F16A5}"/>
              </a:ext>
            </a:extLst>
          </p:cNvPr>
          <p:cNvSpPr txBox="1"/>
          <p:nvPr/>
        </p:nvSpPr>
        <p:spPr>
          <a:xfrm>
            <a:off x="9210782" y="3065892"/>
            <a:ext cx="925616" cy="215444"/>
          </a:xfrm>
          <a:prstGeom prst="rect">
            <a:avLst/>
          </a:prstGeom>
          <a:noFill/>
        </p:spPr>
        <p:txBody>
          <a:bodyPr wrap="square" rtlCol="0">
            <a:spAutoFit/>
          </a:bodyPr>
          <a:lstStyle/>
          <a:p>
            <a:r>
              <a:rPr lang="en-IN" sz="800"/>
              <a:t>Governance</a:t>
            </a:r>
          </a:p>
        </p:txBody>
      </p:sp>
      <p:cxnSp>
        <p:nvCxnSpPr>
          <p:cNvPr id="105" name="Straight Connector 104">
            <a:extLst>
              <a:ext uri="{FF2B5EF4-FFF2-40B4-BE49-F238E27FC236}">
                <a16:creationId xmlns:a16="http://schemas.microsoft.com/office/drawing/2014/main" id="{470CDA7C-57A3-A280-05E8-E7439E9332E7}"/>
              </a:ext>
            </a:extLst>
          </p:cNvPr>
          <p:cNvCxnSpPr/>
          <p:nvPr/>
        </p:nvCxnSpPr>
        <p:spPr>
          <a:xfrm>
            <a:off x="66224" y="656152"/>
            <a:ext cx="10769600" cy="0"/>
          </a:xfrm>
          <a:prstGeom prst="line">
            <a:avLst/>
          </a:prstGeom>
          <a:ln w="22225"/>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070953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Title 1">
            <a:extLst>
              <a:ext uri="{FF2B5EF4-FFF2-40B4-BE49-F238E27FC236}">
                <a16:creationId xmlns:a16="http://schemas.microsoft.com/office/drawing/2014/main" id="{9A60AF97-6E43-B267-8FBF-4853A70CA2DC}"/>
              </a:ext>
            </a:extLst>
          </p:cNvPr>
          <p:cNvSpPr txBox="1">
            <a:spLocks/>
          </p:cNvSpPr>
          <p:nvPr/>
        </p:nvSpPr>
        <p:spPr>
          <a:xfrm>
            <a:off x="184150" y="175419"/>
            <a:ext cx="10515600" cy="365127"/>
          </a:xfrm>
          <a:prstGeom prst="rect">
            <a:avLst/>
          </a:prstGeom>
        </p:spPr>
        <p:txBody>
          <a:bodyPr vert="horz" lIns="0" tIns="0" rIns="0" bIns="0" rtlCol="0" anchor="ctr">
            <a:normAutofit fontScale="97500"/>
          </a:bodyPr>
          <a:lstStyle>
            <a:lvl1pPr marL="0" marR="0" indent="0" algn="l" defTabSz="914400" rtl="0" eaLnBrk="1" fontAlgn="auto" latinLnBrk="0" hangingPunct="1">
              <a:lnSpc>
                <a:spcPct val="90000"/>
              </a:lnSpc>
              <a:spcBef>
                <a:spcPct val="0"/>
              </a:spcBef>
              <a:spcAft>
                <a:spcPts val="0"/>
              </a:spcAft>
              <a:buClrTx/>
              <a:buSzTx/>
              <a:buFontTx/>
              <a:buNone/>
              <a:tabLst/>
              <a:defRPr kumimoji="0" lang="en-US" sz="2600" b="0" i="0" u="none" strike="noStrike" kern="1200" cap="all" spc="0" normalizeH="0" baseline="0" noProof="0" dirty="0">
                <a:ln>
                  <a:noFill/>
                </a:ln>
                <a:solidFill>
                  <a:schemeClr val="accent4"/>
                </a:solidFill>
                <a:effectLst/>
                <a:uLnTx/>
                <a:uFillTx/>
                <a:latin typeface="+mj-lt"/>
                <a:ea typeface="+mj-ea"/>
                <a:cs typeface="+mj-cs"/>
              </a:defRPr>
            </a:lvl1pPr>
          </a:lstStyle>
          <a:p>
            <a:r>
              <a:rPr lang="en-GB"/>
              <a:t>VDI Request process</a:t>
            </a:r>
          </a:p>
        </p:txBody>
      </p:sp>
      <p:sp>
        <p:nvSpPr>
          <p:cNvPr id="2" name="Rectangle: Rounded Corners 1">
            <a:extLst>
              <a:ext uri="{FF2B5EF4-FFF2-40B4-BE49-F238E27FC236}">
                <a16:creationId xmlns:a16="http://schemas.microsoft.com/office/drawing/2014/main" id="{DA728B8D-C923-2ECC-DC0F-EE6EECF08DF1}"/>
              </a:ext>
            </a:extLst>
          </p:cNvPr>
          <p:cNvSpPr/>
          <p:nvPr/>
        </p:nvSpPr>
        <p:spPr>
          <a:xfrm>
            <a:off x="1097279" y="1467852"/>
            <a:ext cx="1241659" cy="587141"/>
          </a:xfrm>
          <a:prstGeom prst="roundRect">
            <a:avLst/>
          </a:prstGeom>
          <a:ln>
            <a:solidFill>
              <a:srgbClr val="FFC000"/>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IN" sz="1200"/>
              <a:t>Identify the associate</a:t>
            </a:r>
          </a:p>
        </p:txBody>
      </p:sp>
      <p:sp>
        <p:nvSpPr>
          <p:cNvPr id="3" name="Rectangle: Rounded Corners 2">
            <a:extLst>
              <a:ext uri="{FF2B5EF4-FFF2-40B4-BE49-F238E27FC236}">
                <a16:creationId xmlns:a16="http://schemas.microsoft.com/office/drawing/2014/main" id="{EEF25C6E-C520-9C41-4A1A-8B018E930A50}"/>
              </a:ext>
            </a:extLst>
          </p:cNvPr>
          <p:cNvSpPr/>
          <p:nvPr/>
        </p:nvSpPr>
        <p:spPr>
          <a:xfrm>
            <a:off x="2751221" y="1347536"/>
            <a:ext cx="2128787" cy="847024"/>
          </a:xfrm>
          <a:prstGeom prst="roundRect">
            <a:avLst/>
          </a:prstGeom>
          <a:ln/>
        </p:spPr>
        <p:style>
          <a:lnRef idx="2">
            <a:schemeClr val="accent1"/>
          </a:lnRef>
          <a:fillRef idx="1">
            <a:schemeClr val="lt1"/>
          </a:fillRef>
          <a:effectRef idx="0">
            <a:schemeClr val="accent1"/>
          </a:effectRef>
          <a:fontRef idx="minor">
            <a:schemeClr val="dk1"/>
          </a:fontRef>
        </p:style>
        <p:txBody>
          <a:bodyPr rtlCol="0" anchor="ctr"/>
          <a:lstStyle/>
          <a:p>
            <a:pPr algn="ctr"/>
            <a:r>
              <a:rPr lang="en-IN" sz="1200"/>
              <a:t>RTL shares the associate data to CG PMO team to place the VDI creation request </a:t>
            </a:r>
          </a:p>
        </p:txBody>
      </p:sp>
      <p:sp>
        <p:nvSpPr>
          <p:cNvPr id="4" name="Rectangle: Rounded Corners 3">
            <a:extLst>
              <a:ext uri="{FF2B5EF4-FFF2-40B4-BE49-F238E27FC236}">
                <a16:creationId xmlns:a16="http://schemas.microsoft.com/office/drawing/2014/main" id="{17AD314E-376E-8DE6-7423-648FB801B5A5}"/>
              </a:ext>
            </a:extLst>
          </p:cNvPr>
          <p:cNvSpPr/>
          <p:nvPr/>
        </p:nvSpPr>
        <p:spPr>
          <a:xfrm>
            <a:off x="7640855" y="1347535"/>
            <a:ext cx="2128787" cy="847024"/>
          </a:xfrm>
          <a:prstGeom prst="roundRect">
            <a:avLst/>
          </a:prstGeom>
          <a:ln/>
        </p:spPr>
        <p:style>
          <a:lnRef idx="2">
            <a:schemeClr val="accent1"/>
          </a:lnRef>
          <a:fillRef idx="1">
            <a:schemeClr val="lt1"/>
          </a:fillRef>
          <a:effectRef idx="0">
            <a:schemeClr val="accent1"/>
          </a:effectRef>
          <a:fontRef idx="minor">
            <a:schemeClr val="dk1"/>
          </a:fontRef>
        </p:style>
        <p:txBody>
          <a:bodyPr rtlCol="0" anchor="ctr"/>
          <a:lstStyle/>
          <a:p>
            <a:pPr algn="ctr"/>
            <a:r>
              <a:rPr lang="en-IN" sz="1200"/>
              <a:t>CG PMO team place the request to Beazley PMO team </a:t>
            </a:r>
          </a:p>
        </p:txBody>
      </p:sp>
      <p:sp>
        <p:nvSpPr>
          <p:cNvPr id="5" name="Rectangle: Rounded Corners 4">
            <a:extLst>
              <a:ext uri="{FF2B5EF4-FFF2-40B4-BE49-F238E27FC236}">
                <a16:creationId xmlns:a16="http://schemas.microsoft.com/office/drawing/2014/main" id="{FCA31280-B729-EAE4-13A9-A0EC21BD3FD6}"/>
              </a:ext>
            </a:extLst>
          </p:cNvPr>
          <p:cNvSpPr/>
          <p:nvPr/>
        </p:nvSpPr>
        <p:spPr>
          <a:xfrm>
            <a:off x="5196038" y="1347535"/>
            <a:ext cx="2128787" cy="847024"/>
          </a:xfrm>
          <a:prstGeom prst="roundRect">
            <a:avLst>
              <a:gd name="adj" fmla="val 9955"/>
            </a:avLst>
          </a:prstGeom>
          <a:ln/>
        </p:spPr>
        <p:style>
          <a:lnRef idx="2">
            <a:schemeClr val="accent1"/>
          </a:lnRef>
          <a:fillRef idx="1">
            <a:schemeClr val="lt1"/>
          </a:fillRef>
          <a:effectRef idx="0">
            <a:schemeClr val="accent1"/>
          </a:effectRef>
          <a:fontRef idx="minor">
            <a:schemeClr val="dk1"/>
          </a:fontRef>
        </p:style>
        <p:txBody>
          <a:bodyPr rtlCol="0" anchor="ctr"/>
          <a:lstStyle/>
          <a:p>
            <a:pPr algn="ctr"/>
            <a:r>
              <a:rPr lang="en-IN" sz="1200"/>
              <a:t>CG PMO team updates the VDI sheet &amp; maps the associate to respective persona based on the role</a:t>
            </a:r>
          </a:p>
        </p:txBody>
      </p:sp>
      <p:sp>
        <p:nvSpPr>
          <p:cNvPr id="6" name="Rectangle: Rounded Corners 5">
            <a:extLst>
              <a:ext uri="{FF2B5EF4-FFF2-40B4-BE49-F238E27FC236}">
                <a16:creationId xmlns:a16="http://schemas.microsoft.com/office/drawing/2014/main" id="{AD27B0C6-3358-F3A7-C2BF-49CA7E600930}"/>
              </a:ext>
            </a:extLst>
          </p:cNvPr>
          <p:cNvSpPr/>
          <p:nvPr/>
        </p:nvSpPr>
        <p:spPr>
          <a:xfrm>
            <a:off x="7640854" y="2735980"/>
            <a:ext cx="2369419" cy="847024"/>
          </a:xfrm>
          <a:prstGeom prst="roundRect">
            <a:avLst/>
          </a:prstGeom>
          <a:ln/>
        </p:spPr>
        <p:style>
          <a:lnRef idx="2">
            <a:schemeClr val="accent1"/>
          </a:lnRef>
          <a:fillRef idx="1">
            <a:schemeClr val="lt1"/>
          </a:fillRef>
          <a:effectRef idx="0">
            <a:schemeClr val="accent1"/>
          </a:effectRef>
          <a:fontRef idx="minor">
            <a:schemeClr val="dk1"/>
          </a:fontRef>
        </p:style>
        <p:txBody>
          <a:bodyPr rtlCol="0" anchor="ctr"/>
          <a:lstStyle/>
          <a:p>
            <a:pPr algn="ctr"/>
            <a:r>
              <a:rPr lang="en-IN" sz="1200"/>
              <a:t>Associates receives email with Login ID to CG inbox </a:t>
            </a:r>
          </a:p>
          <a:p>
            <a:pPr algn="ctr"/>
            <a:r>
              <a:rPr lang="en-IN" sz="1100" i="1"/>
              <a:t>(within 2W of request raise date)</a:t>
            </a:r>
          </a:p>
        </p:txBody>
      </p:sp>
      <p:sp>
        <p:nvSpPr>
          <p:cNvPr id="7" name="Rectangle: Rounded Corners 6">
            <a:extLst>
              <a:ext uri="{FF2B5EF4-FFF2-40B4-BE49-F238E27FC236}">
                <a16:creationId xmlns:a16="http://schemas.microsoft.com/office/drawing/2014/main" id="{E6AA9ABD-0E48-992E-711F-09712C0D3441}"/>
              </a:ext>
            </a:extLst>
          </p:cNvPr>
          <p:cNvSpPr/>
          <p:nvPr/>
        </p:nvSpPr>
        <p:spPr>
          <a:xfrm>
            <a:off x="5133474" y="2735980"/>
            <a:ext cx="2253913" cy="847024"/>
          </a:xfrm>
          <a:prstGeom prst="roundRect">
            <a:avLst/>
          </a:prstGeom>
          <a:ln/>
        </p:spPr>
        <p:style>
          <a:lnRef idx="2">
            <a:schemeClr val="accent1"/>
          </a:lnRef>
          <a:fillRef idx="1">
            <a:schemeClr val="lt1"/>
          </a:fillRef>
          <a:effectRef idx="0">
            <a:schemeClr val="accent1"/>
          </a:effectRef>
          <a:fontRef idx="minor">
            <a:schemeClr val="dk1"/>
          </a:fontRef>
        </p:style>
        <p:txBody>
          <a:bodyPr rtlCol="0" anchor="ctr"/>
          <a:lstStyle/>
          <a:p>
            <a:pPr algn="ctr"/>
            <a:r>
              <a:rPr lang="en-IN" sz="1200"/>
              <a:t>Associates sends an email to </a:t>
            </a:r>
            <a:r>
              <a:rPr lang="en-IN" sz="1200">
                <a:hlinkClick r:id="rId3"/>
              </a:rPr>
              <a:t>Service.desk@beazley.com</a:t>
            </a:r>
            <a:r>
              <a:rPr lang="en-IN" sz="1200"/>
              <a:t> for temp password</a:t>
            </a:r>
          </a:p>
        </p:txBody>
      </p:sp>
      <p:sp>
        <p:nvSpPr>
          <p:cNvPr id="8" name="Rectangle: Rounded Corners 7">
            <a:extLst>
              <a:ext uri="{FF2B5EF4-FFF2-40B4-BE49-F238E27FC236}">
                <a16:creationId xmlns:a16="http://schemas.microsoft.com/office/drawing/2014/main" id="{9F409823-6D3C-8F35-FB76-11737415C184}"/>
              </a:ext>
            </a:extLst>
          </p:cNvPr>
          <p:cNvSpPr/>
          <p:nvPr/>
        </p:nvSpPr>
        <p:spPr>
          <a:xfrm>
            <a:off x="2614863" y="2735980"/>
            <a:ext cx="2128787" cy="847024"/>
          </a:xfrm>
          <a:prstGeom prst="roundRect">
            <a:avLst/>
          </a:prstGeom>
          <a:ln/>
        </p:spPr>
        <p:style>
          <a:lnRef idx="2">
            <a:schemeClr val="accent1"/>
          </a:lnRef>
          <a:fillRef idx="1">
            <a:schemeClr val="lt1"/>
          </a:fillRef>
          <a:effectRef idx="0">
            <a:schemeClr val="accent1"/>
          </a:effectRef>
          <a:fontRef idx="minor">
            <a:schemeClr val="dk1"/>
          </a:fontRef>
        </p:style>
        <p:txBody>
          <a:bodyPr rtlCol="0" anchor="ctr"/>
          <a:lstStyle/>
          <a:p>
            <a:pPr algn="ctr"/>
            <a:r>
              <a:rPr lang="en-IN" sz="1200"/>
              <a:t>Associate raise service request for Jira &amp; Confluence access </a:t>
            </a:r>
          </a:p>
        </p:txBody>
      </p:sp>
      <p:sp>
        <p:nvSpPr>
          <p:cNvPr id="9" name="Rectangle: Rounded Corners 8">
            <a:extLst>
              <a:ext uri="{FF2B5EF4-FFF2-40B4-BE49-F238E27FC236}">
                <a16:creationId xmlns:a16="http://schemas.microsoft.com/office/drawing/2014/main" id="{1E501EA5-6FDF-F580-6BB6-2A8BF9933F98}"/>
              </a:ext>
            </a:extLst>
          </p:cNvPr>
          <p:cNvSpPr/>
          <p:nvPr/>
        </p:nvSpPr>
        <p:spPr>
          <a:xfrm>
            <a:off x="2614863" y="4086798"/>
            <a:ext cx="2128787" cy="847024"/>
          </a:xfrm>
          <a:prstGeom prst="roundRect">
            <a:avLst/>
          </a:prstGeom>
          <a:ln/>
        </p:spPr>
        <p:style>
          <a:lnRef idx="2">
            <a:schemeClr val="accent1"/>
          </a:lnRef>
          <a:fillRef idx="1">
            <a:schemeClr val="lt1"/>
          </a:fillRef>
          <a:effectRef idx="0">
            <a:schemeClr val="accent1"/>
          </a:effectRef>
          <a:fontRef idx="minor">
            <a:schemeClr val="dk1"/>
          </a:fontRef>
        </p:style>
        <p:txBody>
          <a:bodyPr rtlCol="0" anchor="ctr"/>
          <a:lstStyle/>
          <a:p>
            <a:pPr algn="ctr"/>
            <a:r>
              <a:rPr lang="en-IN" sz="1200"/>
              <a:t>Dev &amp; Test associates receives email in Beazley inbox about disconnected machine details </a:t>
            </a:r>
          </a:p>
        </p:txBody>
      </p:sp>
      <p:sp>
        <p:nvSpPr>
          <p:cNvPr id="10" name="Rectangle: Rounded Corners 9">
            <a:extLst>
              <a:ext uri="{FF2B5EF4-FFF2-40B4-BE49-F238E27FC236}">
                <a16:creationId xmlns:a16="http://schemas.microsoft.com/office/drawing/2014/main" id="{92DE5B37-99EB-4198-302A-E7DA4F1ED14B}"/>
              </a:ext>
            </a:extLst>
          </p:cNvPr>
          <p:cNvSpPr/>
          <p:nvPr/>
        </p:nvSpPr>
        <p:spPr>
          <a:xfrm>
            <a:off x="5196038" y="4086798"/>
            <a:ext cx="2533048" cy="847024"/>
          </a:xfrm>
          <a:prstGeom prst="roundRect">
            <a:avLst/>
          </a:prstGeom>
          <a:ln>
            <a:solidFill>
              <a:srgbClr val="00B050"/>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IN" sz="1200"/>
              <a:t>Associates should setup &amp; login to disconnected machine at least once in 2weeks to avoid decommission</a:t>
            </a:r>
          </a:p>
        </p:txBody>
      </p:sp>
      <p:cxnSp>
        <p:nvCxnSpPr>
          <p:cNvPr id="12" name="Straight Arrow Connector 11">
            <a:extLst>
              <a:ext uri="{FF2B5EF4-FFF2-40B4-BE49-F238E27FC236}">
                <a16:creationId xmlns:a16="http://schemas.microsoft.com/office/drawing/2014/main" id="{43E3B85F-E03E-5ECD-DE1C-E2872F27A701}"/>
              </a:ext>
            </a:extLst>
          </p:cNvPr>
          <p:cNvCxnSpPr>
            <a:stCxn id="2" idx="3"/>
            <a:endCxn id="3" idx="1"/>
          </p:cNvCxnSpPr>
          <p:nvPr/>
        </p:nvCxnSpPr>
        <p:spPr>
          <a:xfrm>
            <a:off x="2338938" y="1761423"/>
            <a:ext cx="412283" cy="962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88D2F2AD-1AFD-57FB-AB3B-C03F6F9D1333}"/>
              </a:ext>
            </a:extLst>
          </p:cNvPr>
          <p:cNvCxnSpPr>
            <a:stCxn id="3" idx="3"/>
            <a:endCxn id="5" idx="1"/>
          </p:cNvCxnSpPr>
          <p:nvPr/>
        </p:nvCxnSpPr>
        <p:spPr>
          <a:xfrm flipV="1">
            <a:off x="4880008" y="1771047"/>
            <a:ext cx="316030"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31686881-D548-E6C4-5777-8E753AA92CF4}"/>
              </a:ext>
            </a:extLst>
          </p:cNvPr>
          <p:cNvCxnSpPr>
            <a:cxnSpLocks/>
            <a:stCxn id="5" idx="3"/>
            <a:endCxn id="4" idx="1"/>
          </p:cNvCxnSpPr>
          <p:nvPr/>
        </p:nvCxnSpPr>
        <p:spPr>
          <a:xfrm>
            <a:off x="7324825" y="1771047"/>
            <a:ext cx="31603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996EB1C3-0FA2-65C5-2DA8-6CFEC3672904}"/>
              </a:ext>
            </a:extLst>
          </p:cNvPr>
          <p:cNvCxnSpPr>
            <a:stCxn id="6" idx="1"/>
            <a:endCxn id="7" idx="3"/>
          </p:cNvCxnSpPr>
          <p:nvPr/>
        </p:nvCxnSpPr>
        <p:spPr>
          <a:xfrm flipH="1">
            <a:off x="7387387" y="3159492"/>
            <a:ext cx="25346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06C51125-5350-C574-770D-47301605423A}"/>
              </a:ext>
            </a:extLst>
          </p:cNvPr>
          <p:cNvCxnSpPr>
            <a:stCxn id="7" idx="1"/>
            <a:endCxn id="8" idx="3"/>
          </p:cNvCxnSpPr>
          <p:nvPr/>
        </p:nvCxnSpPr>
        <p:spPr>
          <a:xfrm flipH="1">
            <a:off x="4743650" y="3159492"/>
            <a:ext cx="389824"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C421B580-2E6A-576A-3406-71DFDA7572AA}"/>
              </a:ext>
            </a:extLst>
          </p:cNvPr>
          <p:cNvCxnSpPr>
            <a:stCxn id="9" idx="3"/>
            <a:endCxn id="10" idx="1"/>
          </p:cNvCxnSpPr>
          <p:nvPr/>
        </p:nvCxnSpPr>
        <p:spPr>
          <a:xfrm>
            <a:off x="4743650" y="4510310"/>
            <a:ext cx="452388"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8" name="Connector: Elbow 27">
            <a:extLst>
              <a:ext uri="{FF2B5EF4-FFF2-40B4-BE49-F238E27FC236}">
                <a16:creationId xmlns:a16="http://schemas.microsoft.com/office/drawing/2014/main" id="{73B0C52B-CE32-0D08-D01B-3A87F4BAF8AD}"/>
              </a:ext>
            </a:extLst>
          </p:cNvPr>
          <p:cNvCxnSpPr>
            <a:stCxn id="4" idx="3"/>
            <a:endCxn id="6" idx="3"/>
          </p:cNvCxnSpPr>
          <p:nvPr/>
        </p:nvCxnSpPr>
        <p:spPr>
          <a:xfrm>
            <a:off x="9769642" y="1771047"/>
            <a:ext cx="240631" cy="1388445"/>
          </a:xfrm>
          <a:prstGeom prst="bentConnector3">
            <a:avLst>
              <a:gd name="adj1" fmla="val 291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1" name="Connector: Elbow 30">
            <a:extLst>
              <a:ext uri="{FF2B5EF4-FFF2-40B4-BE49-F238E27FC236}">
                <a16:creationId xmlns:a16="http://schemas.microsoft.com/office/drawing/2014/main" id="{850A1865-2FC4-4999-27E7-0C8E58B3C8CB}"/>
              </a:ext>
            </a:extLst>
          </p:cNvPr>
          <p:cNvCxnSpPr>
            <a:stCxn id="8" idx="1"/>
            <a:endCxn id="9" idx="1"/>
          </p:cNvCxnSpPr>
          <p:nvPr/>
        </p:nvCxnSpPr>
        <p:spPr>
          <a:xfrm rot="10800000" flipV="1">
            <a:off x="2614863" y="3159492"/>
            <a:ext cx="12700" cy="1350818"/>
          </a:xfrm>
          <a:prstGeom prst="bentConnector3">
            <a:avLst>
              <a:gd name="adj1" fmla="val 2861055"/>
            </a:avLst>
          </a:prstGeom>
          <a:ln>
            <a:tailEnd type="triangle"/>
          </a:ln>
        </p:spPr>
        <p:style>
          <a:lnRef idx="1">
            <a:schemeClr val="accent1"/>
          </a:lnRef>
          <a:fillRef idx="0">
            <a:schemeClr val="accent1"/>
          </a:fillRef>
          <a:effectRef idx="0">
            <a:schemeClr val="accent1"/>
          </a:effectRef>
          <a:fontRef idx="minor">
            <a:schemeClr val="tx1"/>
          </a:fontRef>
        </p:style>
      </p:cxnSp>
      <p:grpSp>
        <p:nvGrpSpPr>
          <p:cNvPr id="35" name="Group 34">
            <a:extLst>
              <a:ext uri="{FF2B5EF4-FFF2-40B4-BE49-F238E27FC236}">
                <a16:creationId xmlns:a16="http://schemas.microsoft.com/office/drawing/2014/main" id="{50ED1658-0F56-0AB1-A991-E4FC4BA2005B}"/>
              </a:ext>
            </a:extLst>
          </p:cNvPr>
          <p:cNvGrpSpPr/>
          <p:nvPr/>
        </p:nvGrpSpPr>
        <p:grpSpPr>
          <a:xfrm>
            <a:off x="885526" y="5976862"/>
            <a:ext cx="6315111" cy="307777"/>
            <a:chOff x="798898" y="5956294"/>
            <a:chExt cx="6315111" cy="307777"/>
          </a:xfrm>
        </p:grpSpPr>
        <p:sp>
          <p:nvSpPr>
            <p:cNvPr id="33" name="Rectangle 1">
              <a:extLst>
                <a:ext uri="{FF2B5EF4-FFF2-40B4-BE49-F238E27FC236}">
                  <a16:creationId xmlns:a16="http://schemas.microsoft.com/office/drawing/2014/main" id="{48261D42-2D6B-1342-06BB-8CB2EDBDC3EB}"/>
                </a:ext>
              </a:extLst>
            </p:cNvPr>
            <p:cNvSpPr>
              <a:spLocks noChangeArrowheads="1"/>
            </p:cNvSpPr>
            <p:nvPr/>
          </p:nvSpPr>
          <p:spPr bwMode="auto">
            <a:xfrm>
              <a:off x="4743650" y="5956294"/>
              <a:ext cx="2370359"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0" i="0" u="none" strike="noStrike" cap="none" normalizeH="0" baseline="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hlinkClick r:id="rId4"/>
                </a:rPr>
                <a:t>Beazley VDI details latest.xlsx</a:t>
              </a:r>
              <a:endParaRPr kumimoji="0" lang="en-US" altLang="en-US" sz="1400" b="0" i="0" u="none" strike="noStrike" cap="none" normalizeH="0" baseline="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p:txBody>
        </p:sp>
        <p:sp>
          <p:nvSpPr>
            <p:cNvPr id="34" name="TextBox 33">
              <a:extLst>
                <a:ext uri="{FF2B5EF4-FFF2-40B4-BE49-F238E27FC236}">
                  <a16:creationId xmlns:a16="http://schemas.microsoft.com/office/drawing/2014/main" id="{53C1BC7E-7730-F9BE-34AE-5F1E07ACA4E8}"/>
                </a:ext>
              </a:extLst>
            </p:cNvPr>
            <p:cNvSpPr txBox="1"/>
            <p:nvPr/>
          </p:nvSpPr>
          <p:spPr>
            <a:xfrm>
              <a:off x="798898" y="5983851"/>
              <a:ext cx="4479222" cy="276999"/>
            </a:xfrm>
            <a:prstGeom prst="rect">
              <a:avLst/>
            </a:prstGeom>
            <a:noFill/>
          </p:spPr>
          <p:txBody>
            <a:bodyPr wrap="square" rtlCol="0">
              <a:spAutoFit/>
            </a:bodyPr>
            <a:lstStyle/>
            <a:p>
              <a:r>
                <a:rPr lang="en-IN" sz="1200"/>
                <a:t>*Beazley VDI resource details teams </a:t>
              </a:r>
              <a:r>
                <a:rPr lang="en-IN" sz="1200" err="1"/>
                <a:t>sharepoint</a:t>
              </a:r>
              <a:r>
                <a:rPr lang="en-IN" sz="1200"/>
                <a:t> location - </a:t>
              </a:r>
            </a:p>
          </p:txBody>
        </p:sp>
      </p:grpSp>
      <p:cxnSp>
        <p:nvCxnSpPr>
          <p:cNvPr id="36" name="Straight Connector 35">
            <a:extLst>
              <a:ext uri="{FF2B5EF4-FFF2-40B4-BE49-F238E27FC236}">
                <a16:creationId xmlns:a16="http://schemas.microsoft.com/office/drawing/2014/main" id="{57B67089-37BB-C0EA-BF41-8CA0950B2D86}"/>
              </a:ext>
            </a:extLst>
          </p:cNvPr>
          <p:cNvCxnSpPr/>
          <p:nvPr/>
        </p:nvCxnSpPr>
        <p:spPr>
          <a:xfrm>
            <a:off x="88232" y="721627"/>
            <a:ext cx="10769600" cy="0"/>
          </a:xfrm>
          <a:prstGeom prst="line">
            <a:avLst/>
          </a:prstGeom>
          <a:ln w="22225"/>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268323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Title 1">
            <a:extLst>
              <a:ext uri="{FF2B5EF4-FFF2-40B4-BE49-F238E27FC236}">
                <a16:creationId xmlns:a16="http://schemas.microsoft.com/office/drawing/2014/main" id="{9A60AF97-6E43-B267-8FBF-4853A70CA2DC}"/>
              </a:ext>
            </a:extLst>
          </p:cNvPr>
          <p:cNvSpPr txBox="1">
            <a:spLocks/>
          </p:cNvSpPr>
          <p:nvPr/>
        </p:nvSpPr>
        <p:spPr>
          <a:xfrm>
            <a:off x="184150" y="175419"/>
            <a:ext cx="10515600" cy="365127"/>
          </a:xfrm>
          <a:prstGeom prst="rect">
            <a:avLst/>
          </a:prstGeom>
        </p:spPr>
        <p:txBody>
          <a:bodyPr vert="horz" lIns="0" tIns="0" rIns="0" bIns="0" rtlCol="0" anchor="ctr">
            <a:normAutofit fontScale="97500"/>
          </a:bodyPr>
          <a:lstStyle>
            <a:lvl1pPr marL="0" marR="0" indent="0" algn="l" defTabSz="914400" rtl="0" eaLnBrk="1" fontAlgn="auto" latinLnBrk="0" hangingPunct="1">
              <a:lnSpc>
                <a:spcPct val="90000"/>
              </a:lnSpc>
              <a:spcBef>
                <a:spcPct val="0"/>
              </a:spcBef>
              <a:spcAft>
                <a:spcPts val="0"/>
              </a:spcAft>
              <a:buClrTx/>
              <a:buSzTx/>
              <a:buFontTx/>
              <a:buNone/>
              <a:tabLst/>
              <a:defRPr kumimoji="0" lang="en-US" sz="2600" b="0" i="0" u="none" strike="noStrike" kern="1200" cap="all" spc="0" normalizeH="0" baseline="0" noProof="0" dirty="0">
                <a:ln>
                  <a:noFill/>
                </a:ln>
                <a:solidFill>
                  <a:schemeClr val="accent4"/>
                </a:solidFill>
                <a:effectLst/>
                <a:uLnTx/>
                <a:uFillTx/>
                <a:latin typeface="+mj-lt"/>
                <a:ea typeface="+mj-ea"/>
                <a:cs typeface="+mj-cs"/>
              </a:defRPr>
            </a:lvl1pPr>
          </a:lstStyle>
          <a:p>
            <a:r>
              <a:rPr lang="en-GB"/>
              <a:t>Policy Overview</a:t>
            </a:r>
          </a:p>
        </p:txBody>
      </p:sp>
      <p:cxnSp>
        <p:nvCxnSpPr>
          <p:cNvPr id="2" name="Straight Connector 1">
            <a:extLst>
              <a:ext uri="{FF2B5EF4-FFF2-40B4-BE49-F238E27FC236}">
                <a16:creationId xmlns:a16="http://schemas.microsoft.com/office/drawing/2014/main" id="{7C40E31B-52E9-712D-9170-48849A05BF0A}"/>
              </a:ext>
            </a:extLst>
          </p:cNvPr>
          <p:cNvCxnSpPr/>
          <p:nvPr/>
        </p:nvCxnSpPr>
        <p:spPr>
          <a:xfrm>
            <a:off x="88232" y="721627"/>
            <a:ext cx="10769600" cy="0"/>
          </a:xfrm>
          <a:prstGeom prst="line">
            <a:avLst/>
          </a:prstGeom>
          <a:ln w="22225"/>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50A75FD7-0BAD-021F-FAE2-CC6CB79B7A05}"/>
              </a:ext>
            </a:extLst>
          </p:cNvPr>
          <p:cNvSpPr txBox="1"/>
          <p:nvPr/>
        </p:nvSpPr>
        <p:spPr>
          <a:xfrm>
            <a:off x="304800" y="1154957"/>
            <a:ext cx="11172496" cy="427809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panose="020B0604020202020204" pitchFamily="34" charset="0"/>
              <a:buChar char="•"/>
            </a:pPr>
            <a:r>
              <a:rPr lang="en-US" sz="1600">
                <a:solidFill>
                  <a:schemeClr val="accent1">
                    <a:lumMod val="50000"/>
                  </a:schemeClr>
                </a:solidFill>
              </a:rPr>
              <a:t>Guidewire Policy Center application is used as a Policy Admin System to store and maintain the Beazley Policies</a:t>
            </a:r>
          </a:p>
          <a:p>
            <a:pPr marL="285750" indent="-285750">
              <a:buFont typeface="Arial" panose="020B0604020202020204" pitchFamily="34" charset="0"/>
              <a:buChar char="•"/>
            </a:pPr>
            <a:endParaRPr lang="en-US" sz="1600">
              <a:solidFill>
                <a:schemeClr val="accent1">
                  <a:lumMod val="50000"/>
                </a:schemeClr>
              </a:solidFill>
            </a:endParaRPr>
          </a:p>
          <a:p>
            <a:pPr marL="285750" indent="-285750">
              <a:buFont typeface="Arial" panose="020B0604020202020204" pitchFamily="34" charset="0"/>
              <a:buChar char="•"/>
            </a:pPr>
            <a:r>
              <a:rPr lang="en-US" sz="1600">
                <a:solidFill>
                  <a:schemeClr val="accent1">
                    <a:lumMod val="50000"/>
                  </a:schemeClr>
                </a:solidFill>
              </a:rPr>
              <a:t>Implementing bunch of </a:t>
            </a:r>
            <a:r>
              <a:rPr lang="en-US" sz="1600" err="1">
                <a:solidFill>
                  <a:schemeClr val="accent1">
                    <a:lumMod val="50000"/>
                  </a:schemeClr>
                </a:solidFill>
              </a:rPr>
              <a:t>Speciality</a:t>
            </a:r>
            <a:r>
              <a:rPr lang="en-US" sz="1600">
                <a:solidFill>
                  <a:schemeClr val="accent1">
                    <a:lumMod val="50000"/>
                  </a:schemeClr>
                </a:solidFill>
              </a:rPr>
              <a:t> line Policies as part of Foundation Release </a:t>
            </a:r>
            <a:br>
              <a:rPr lang="en-US" sz="1600">
                <a:solidFill>
                  <a:schemeClr val="accent1">
                    <a:lumMod val="50000"/>
                  </a:schemeClr>
                </a:solidFill>
              </a:rPr>
            </a:br>
            <a:endParaRPr lang="en-US" sz="1600">
              <a:solidFill>
                <a:schemeClr val="accent1">
                  <a:lumMod val="50000"/>
                </a:schemeClr>
              </a:solidFill>
            </a:endParaRPr>
          </a:p>
          <a:p>
            <a:pPr marL="285750" indent="-285750">
              <a:buFont typeface="Arial" panose="020B0604020202020204" pitchFamily="34" charset="0"/>
              <a:buChar char="•"/>
            </a:pPr>
            <a:r>
              <a:rPr lang="en-US" sz="1600">
                <a:solidFill>
                  <a:schemeClr val="accent1">
                    <a:lumMod val="50000"/>
                  </a:schemeClr>
                </a:solidFill>
              </a:rPr>
              <a:t>The new business will be captured by Pre Underwriting and Underwriting Workbench and stored in PC</a:t>
            </a:r>
            <a:br>
              <a:rPr lang="en-US" sz="1600">
                <a:solidFill>
                  <a:schemeClr val="accent1">
                    <a:lumMod val="50000"/>
                  </a:schemeClr>
                </a:solidFill>
              </a:rPr>
            </a:br>
            <a:endParaRPr lang="en-US" sz="1600">
              <a:solidFill>
                <a:schemeClr val="accent1">
                  <a:lumMod val="50000"/>
                </a:schemeClr>
              </a:solidFill>
            </a:endParaRPr>
          </a:p>
          <a:p>
            <a:pPr marL="285750" indent="-285750">
              <a:buFont typeface="Arial" panose="020B0604020202020204" pitchFamily="34" charset="0"/>
              <a:buChar char="•"/>
            </a:pPr>
            <a:r>
              <a:rPr lang="en-US" sz="1600">
                <a:solidFill>
                  <a:schemeClr val="accent1">
                    <a:lumMod val="50000"/>
                  </a:schemeClr>
                </a:solidFill>
              </a:rPr>
              <a:t>Policy and Risk details will be captured in UWWB</a:t>
            </a:r>
            <a:br>
              <a:rPr lang="en-US" sz="1600">
                <a:solidFill>
                  <a:schemeClr val="accent1">
                    <a:lumMod val="50000"/>
                  </a:schemeClr>
                </a:solidFill>
              </a:rPr>
            </a:br>
            <a:endParaRPr lang="en-US" sz="1600">
              <a:solidFill>
                <a:schemeClr val="accent1">
                  <a:lumMod val="50000"/>
                </a:schemeClr>
              </a:solidFill>
            </a:endParaRPr>
          </a:p>
          <a:p>
            <a:pPr marL="285750" indent="-285750">
              <a:buFont typeface="Arial" panose="020B0604020202020204" pitchFamily="34" charset="0"/>
              <a:buChar char="•"/>
            </a:pPr>
            <a:r>
              <a:rPr lang="en-US" sz="1600" err="1">
                <a:solidFill>
                  <a:schemeClr val="accent1">
                    <a:lumMod val="50000"/>
                  </a:schemeClr>
                </a:solidFill>
              </a:rPr>
              <a:t>Undewrting</a:t>
            </a:r>
            <a:r>
              <a:rPr lang="en-US" sz="1600">
                <a:solidFill>
                  <a:schemeClr val="accent1">
                    <a:lumMod val="50000"/>
                  </a:schemeClr>
                </a:solidFill>
              </a:rPr>
              <a:t> Issues will be handled in UWWB</a:t>
            </a:r>
            <a:br>
              <a:rPr lang="en-US" sz="1600">
                <a:solidFill>
                  <a:schemeClr val="accent1">
                    <a:lumMod val="50000"/>
                  </a:schemeClr>
                </a:solidFill>
              </a:rPr>
            </a:br>
            <a:endParaRPr lang="en-US" sz="1600">
              <a:solidFill>
                <a:schemeClr val="accent1">
                  <a:lumMod val="50000"/>
                </a:schemeClr>
              </a:solidFill>
            </a:endParaRPr>
          </a:p>
          <a:p>
            <a:pPr marL="285750" indent="-285750">
              <a:buFont typeface="Arial" panose="020B0604020202020204" pitchFamily="34" charset="0"/>
              <a:buChar char="•"/>
            </a:pPr>
            <a:r>
              <a:rPr lang="en-US" sz="1600">
                <a:solidFill>
                  <a:schemeClr val="accent1">
                    <a:lumMod val="50000"/>
                  </a:schemeClr>
                </a:solidFill>
              </a:rPr>
              <a:t>UWWB consumes an External Rating Engine (GRS- Global Rating Services) used for Premium calculation.</a:t>
            </a:r>
            <a:br>
              <a:rPr lang="en-US" sz="1600">
                <a:solidFill>
                  <a:schemeClr val="accent1">
                    <a:lumMod val="50000"/>
                  </a:schemeClr>
                </a:solidFill>
              </a:rPr>
            </a:br>
            <a:endParaRPr lang="en-US" sz="1600">
              <a:solidFill>
                <a:schemeClr val="accent1">
                  <a:lumMod val="50000"/>
                </a:schemeClr>
              </a:solidFill>
            </a:endParaRPr>
          </a:p>
          <a:p>
            <a:pPr marL="285750" indent="-285750">
              <a:buFont typeface="Arial" panose="020B0604020202020204" pitchFamily="34" charset="0"/>
              <a:buChar char="•"/>
            </a:pPr>
            <a:r>
              <a:rPr lang="en-US" sz="1600">
                <a:solidFill>
                  <a:schemeClr val="accent1">
                    <a:lumMod val="50000"/>
                  </a:schemeClr>
                </a:solidFill>
              </a:rPr>
              <a:t>Policy Quotes and versions will save in PC application once its quoted</a:t>
            </a:r>
            <a:br>
              <a:rPr lang="en-US" sz="1600">
                <a:solidFill>
                  <a:schemeClr val="accent1">
                    <a:lumMod val="50000"/>
                  </a:schemeClr>
                </a:solidFill>
              </a:rPr>
            </a:br>
            <a:endParaRPr lang="en-US" sz="1600">
              <a:solidFill>
                <a:schemeClr val="accent1">
                  <a:lumMod val="50000"/>
                </a:schemeClr>
              </a:solidFill>
            </a:endParaRPr>
          </a:p>
          <a:p>
            <a:pPr marL="285750" indent="-285750">
              <a:buFont typeface="Arial" panose="020B0604020202020204" pitchFamily="34" charset="0"/>
              <a:buChar char="•"/>
            </a:pPr>
            <a:r>
              <a:rPr lang="en-US" sz="1600">
                <a:solidFill>
                  <a:schemeClr val="accent1">
                    <a:lumMod val="50000"/>
                  </a:schemeClr>
                </a:solidFill>
              </a:rPr>
              <a:t>Policy Amendments will be done from PC application</a:t>
            </a:r>
            <a:br>
              <a:rPr lang="en-US" sz="1600">
                <a:solidFill>
                  <a:schemeClr val="accent1">
                    <a:lumMod val="50000"/>
                  </a:schemeClr>
                </a:solidFill>
              </a:rPr>
            </a:br>
            <a:endParaRPr lang="en-US" sz="1600">
              <a:solidFill>
                <a:schemeClr val="accent1">
                  <a:lumMod val="50000"/>
                </a:schemeClr>
              </a:solidFill>
            </a:endParaRPr>
          </a:p>
          <a:p>
            <a:pPr marL="285750" indent="-285750">
              <a:buFont typeface="Arial" panose="020B0604020202020204" pitchFamily="34" charset="0"/>
              <a:buChar char="•"/>
            </a:pPr>
            <a:r>
              <a:rPr lang="en-US" sz="1600">
                <a:solidFill>
                  <a:schemeClr val="accent1">
                    <a:lumMod val="50000"/>
                  </a:schemeClr>
                </a:solidFill>
              </a:rPr>
              <a:t>Renewals will be triggered from PC and processed in UWWB</a:t>
            </a:r>
          </a:p>
        </p:txBody>
      </p:sp>
    </p:spTree>
    <p:extLst>
      <p:ext uri="{BB962C8B-B14F-4D97-AF65-F5344CB8AC3E}">
        <p14:creationId xmlns:p14="http://schemas.microsoft.com/office/powerpoint/2010/main" val="41125205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Title 1">
            <a:extLst>
              <a:ext uri="{FF2B5EF4-FFF2-40B4-BE49-F238E27FC236}">
                <a16:creationId xmlns:a16="http://schemas.microsoft.com/office/drawing/2014/main" id="{9A60AF97-6E43-B267-8FBF-4853A70CA2DC}"/>
              </a:ext>
            </a:extLst>
          </p:cNvPr>
          <p:cNvSpPr txBox="1">
            <a:spLocks/>
          </p:cNvSpPr>
          <p:nvPr/>
        </p:nvSpPr>
        <p:spPr>
          <a:xfrm>
            <a:off x="184150" y="175419"/>
            <a:ext cx="10515600" cy="365127"/>
          </a:xfrm>
          <a:prstGeom prst="rect">
            <a:avLst/>
          </a:prstGeom>
        </p:spPr>
        <p:txBody>
          <a:bodyPr vert="horz" lIns="0" tIns="0" rIns="0" bIns="0" rtlCol="0" anchor="ctr">
            <a:normAutofit fontScale="97500"/>
          </a:bodyPr>
          <a:lstStyle>
            <a:lvl1pPr marL="0" marR="0" indent="0" algn="l" defTabSz="914400" rtl="0" eaLnBrk="1" fontAlgn="auto" latinLnBrk="0" hangingPunct="1">
              <a:lnSpc>
                <a:spcPct val="90000"/>
              </a:lnSpc>
              <a:spcBef>
                <a:spcPct val="0"/>
              </a:spcBef>
              <a:spcAft>
                <a:spcPts val="0"/>
              </a:spcAft>
              <a:buClrTx/>
              <a:buSzTx/>
              <a:buFontTx/>
              <a:buNone/>
              <a:tabLst/>
              <a:defRPr kumimoji="0" lang="en-US" sz="2600" b="0" i="0" u="none" strike="noStrike" kern="1200" cap="all" spc="0" normalizeH="0" baseline="0" noProof="0" dirty="0">
                <a:ln>
                  <a:noFill/>
                </a:ln>
                <a:solidFill>
                  <a:schemeClr val="accent4"/>
                </a:solidFill>
                <a:effectLst/>
                <a:uLnTx/>
                <a:uFillTx/>
                <a:latin typeface="+mj-lt"/>
                <a:ea typeface="+mj-ea"/>
                <a:cs typeface="+mj-cs"/>
              </a:defRPr>
            </a:lvl1pPr>
          </a:lstStyle>
          <a:p>
            <a:r>
              <a:rPr lang="en-GB"/>
              <a:t>Billing Overview</a:t>
            </a:r>
          </a:p>
        </p:txBody>
      </p:sp>
      <p:cxnSp>
        <p:nvCxnSpPr>
          <p:cNvPr id="2" name="Straight Connector 1">
            <a:extLst>
              <a:ext uri="{FF2B5EF4-FFF2-40B4-BE49-F238E27FC236}">
                <a16:creationId xmlns:a16="http://schemas.microsoft.com/office/drawing/2014/main" id="{DC7E0F1E-600E-A5AC-A973-B1B9664C66B4}"/>
              </a:ext>
            </a:extLst>
          </p:cNvPr>
          <p:cNvCxnSpPr/>
          <p:nvPr/>
        </p:nvCxnSpPr>
        <p:spPr>
          <a:xfrm>
            <a:off x="88232" y="721627"/>
            <a:ext cx="10769600" cy="0"/>
          </a:xfrm>
          <a:prstGeom prst="line">
            <a:avLst/>
          </a:prstGeom>
          <a:ln w="22225"/>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6671CFCD-2EFB-DC4E-9EE8-D770EE429DEE}"/>
              </a:ext>
            </a:extLst>
          </p:cNvPr>
          <p:cNvSpPr txBox="1"/>
          <p:nvPr/>
        </p:nvSpPr>
        <p:spPr>
          <a:xfrm>
            <a:off x="369175" y="902709"/>
            <a:ext cx="11222422" cy="5693866"/>
          </a:xfrm>
          <a:prstGeom prst="rect">
            <a:avLst/>
          </a:prstGeom>
          <a:noFill/>
        </p:spPr>
        <p:txBody>
          <a:bodyPr wrap="square">
            <a:spAutoFit/>
          </a:bodyPr>
          <a:lstStyle/>
          <a:p>
            <a:pPr marL="285750" indent="-285750">
              <a:buFont typeface="Arial" panose="020B0604020202020204" pitchFamily="34" charset="0"/>
              <a:buChar char="•"/>
            </a:pPr>
            <a:r>
              <a:rPr lang="en-IN" sz="1400">
                <a:solidFill>
                  <a:schemeClr val="accent1">
                    <a:lumMod val="50000"/>
                  </a:schemeClr>
                </a:solidFill>
              </a:rPr>
              <a:t>Guidewire Billing </a:t>
            </a:r>
            <a:r>
              <a:rPr lang="en-IN" sz="1400" err="1">
                <a:solidFill>
                  <a:schemeClr val="accent1">
                    <a:lumMod val="50000"/>
                  </a:schemeClr>
                </a:solidFill>
              </a:rPr>
              <a:t>Center</a:t>
            </a:r>
            <a:r>
              <a:rPr lang="en-IN" sz="1400">
                <a:solidFill>
                  <a:schemeClr val="accent1">
                    <a:lumMod val="50000"/>
                  </a:schemeClr>
                </a:solidFill>
              </a:rPr>
              <a:t> application is used as Billing Admin System. All Billing request  coming  from </a:t>
            </a:r>
            <a:r>
              <a:rPr lang="en-IN" sz="1400" err="1">
                <a:solidFill>
                  <a:schemeClr val="accent1">
                    <a:lumMod val="50000"/>
                  </a:schemeClr>
                </a:solidFill>
              </a:rPr>
              <a:t>PolicyCenter</a:t>
            </a:r>
            <a:r>
              <a:rPr lang="en-IN" sz="1400">
                <a:solidFill>
                  <a:schemeClr val="accent1">
                    <a:lumMod val="50000"/>
                  </a:schemeClr>
                </a:solidFill>
              </a:rPr>
              <a:t> is </a:t>
            </a:r>
            <a:r>
              <a:rPr lang="en-IN" sz="1400" err="1">
                <a:solidFill>
                  <a:schemeClr val="accent1">
                    <a:lumMod val="50000"/>
                  </a:schemeClr>
                </a:solidFill>
              </a:rPr>
              <a:t>excuted</a:t>
            </a:r>
            <a:r>
              <a:rPr lang="en-IN" sz="1400">
                <a:solidFill>
                  <a:schemeClr val="accent1">
                    <a:lumMod val="50000"/>
                  </a:schemeClr>
                </a:solidFill>
              </a:rPr>
              <a:t> and create corresponding   accounts, policies, contacts, charges, Invoices and commission within </a:t>
            </a:r>
            <a:r>
              <a:rPr lang="en-IN" sz="1400" err="1">
                <a:solidFill>
                  <a:schemeClr val="accent1">
                    <a:lumMod val="50000"/>
                  </a:schemeClr>
                </a:solidFill>
              </a:rPr>
              <a:t>BillingCenter</a:t>
            </a:r>
            <a:r>
              <a:rPr lang="en-IN" sz="1400">
                <a:solidFill>
                  <a:schemeClr val="accent1">
                    <a:lumMod val="50000"/>
                  </a:schemeClr>
                </a:solidFill>
              </a:rPr>
              <a:t> to manage the financial life cycle of the policies</a:t>
            </a:r>
          </a:p>
          <a:p>
            <a:pPr marL="285750" indent="-285750">
              <a:buFont typeface="Arial" panose="020B0604020202020204" pitchFamily="34" charset="0"/>
              <a:buChar char="•"/>
            </a:pPr>
            <a:endParaRPr lang="en-IN" sz="1400">
              <a:solidFill>
                <a:schemeClr val="accent1">
                  <a:lumMod val="50000"/>
                </a:schemeClr>
              </a:solidFill>
            </a:endParaRPr>
          </a:p>
          <a:p>
            <a:pPr marL="285750" indent="-285750">
              <a:buFont typeface="Arial" panose="020B0604020202020204" pitchFamily="34" charset="0"/>
              <a:buChar char="•"/>
            </a:pPr>
            <a:r>
              <a:rPr lang="en-IN" sz="1400">
                <a:solidFill>
                  <a:schemeClr val="accent1">
                    <a:lumMod val="50000"/>
                  </a:schemeClr>
                </a:solidFill>
              </a:rPr>
              <a:t>Create and manage invoice for Mult-year policies </a:t>
            </a:r>
          </a:p>
          <a:p>
            <a:pPr marL="285750" indent="-285750">
              <a:buFont typeface="Arial" panose="020B0604020202020204" pitchFamily="34" charset="0"/>
              <a:buChar char="•"/>
            </a:pPr>
            <a:endParaRPr lang="en-IN" sz="1400">
              <a:solidFill>
                <a:schemeClr val="accent1">
                  <a:lumMod val="50000"/>
                </a:schemeClr>
              </a:solidFill>
            </a:endParaRPr>
          </a:p>
          <a:p>
            <a:pPr marL="285750" indent="-285750">
              <a:buFont typeface="Arial" panose="020B0604020202020204" pitchFamily="34" charset="0"/>
              <a:buChar char="•"/>
            </a:pPr>
            <a:r>
              <a:rPr lang="en-IN" sz="1400">
                <a:solidFill>
                  <a:schemeClr val="accent1">
                    <a:lumMod val="50000"/>
                  </a:schemeClr>
                </a:solidFill>
              </a:rPr>
              <a:t>Send applicable Payment Plans / Payment schedule to </a:t>
            </a:r>
            <a:r>
              <a:rPr lang="en-IN" sz="1400" err="1">
                <a:solidFill>
                  <a:schemeClr val="accent1">
                    <a:lumMod val="50000"/>
                  </a:schemeClr>
                </a:solidFill>
              </a:rPr>
              <a:t>PolicyCenter</a:t>
            </a:r>
            <a:r>
              <a:rPr lang="en-IN" sz="1400">
                <a:solidFill>
                  <a:schemeClr val="accent1">
                    <a:lumMod val="50000"/>
                  </a:schemeClr>
                </a:solidFill>
              </a:rPr>
              <a:t> on Quote</a:t>
            </a:r>
          </a:p>
          <a:p>
            <a:pPr marL="285750" indent="-285750">
              <a:buFont typeface="Arial" panose="020B0604020202020204" pitchFamily="34" charset="0"/>
              <a:buChar char="•"/>
            </a:pPr>
            <a:endParaRPr lang="en-IN" sz="1400">
              <a:solidFill>
                <a:schemeClr val="accent1">
                  <a:lumMod val="50000"/>
                </a:schemeClr>
              </a:solidFill>
            </a:endParaRPr>
          </a:p>
          <a:p>
            <a:pPr marL="285750" indent="-285750">
              <a:buFont typeface="Arial" panose="020B0604020202020204" pitchFamily="34" charset="0"/>
              <a:buChar char="•"/>
            </a:pPr>
            <a:r>
              <a:rPr lang="en-IN" sz="1400">
                <a:solidFill>
                  <a:schemeClr val="accent1">
                    <a:lumMod val="50000"/>
                  </a:schemeClr>
                </a:solidFill>
              </a:rPr>
              <a:t>Managing  and Calculating of commission and Refund Net of commission to Broker upon Policy Cancellation instructions received from  PC</a:t>
            </a:r>
          </a:p>
          <a:p>
            <a:pPr marL="285750" indent="-285750">
              <a:buFont typeface="Arial" panose="020B0604020202020204" pitchFamily="34" charset="0"/>
              <a:buChar char="•"/>
            </a:pPr>
            <a:endParaRPr lang="en-IN" sz="1400">
              <a:solidFill>
                <a:schemeClr val="accent1">
                  <a:lumMod val="50000"/>
                </a:schemeClr>
              </a:solidFill>
            </a:endParaRPr>
          </a:p>
          <a:p>
            <a:pPr marL="285750" indent="-285750">
              <a:buFont typeface="Arial" panose="020B0604020202020204" pitchFamily="34" charset="0"/>
              <a:buChar char="•"/>
            </a:pPr>
            <a:r>
              <a:rPr lang="en-IN" sz="1400">
                <a:solidFill>
                  <a:schemeClr val="accent1">
                    <a:lumMod val="50000"/>
                  </a:schemeClr>
                </a:solidFill>
              </a:rPr>
              <a:t>Settling of invoice  according  to Remittee and Bank Statement file and sending Payment details to Policy </a:t>
            </a:r>
            <a:r>
              <a:rPr lang="en-IN" sz="1400" err="1">
                <a:solidFill>
                  <a:schemeClr val="accent1">
                    <a:lumMod val="50000"/>
                  </a:schemeClr>
                </a:solidFill>
              </a:rPr>
              <a:t>Center</a:t>
            </a:r>
            <a:endParaRPr lang="en-IN" sz="1400">
              <a:solidFill>
                <a:schemeClr val="accent1">
                  <a:lumMod val="50000"/>
                </a:schemeClr>
              </a:solidFill>
            </a:endParaRPr>
          </a:p>
          <a:p>
            <a:pPr marL="285750" indent="-285750">
              <a:buFont typeface="Arial" panose="020B0604020202020204" pitchFamily="34" charset="0"/>
              <a:buChar char="•"/>
            </a:pPr>
            <a:endParaRPr lang="en-IN" sz="1400">
              <a:solidFill>
                <a:schemeClr val="accent1">
                  <a:lumMod val="50000"/>
                </a:schemeClr>
              </a:solidFill>
            </a:endParaRPr>
          </a:p>
          <a:p>
            <a:pPr marL="285750" indent="-285750">
              <a:buFont typeface="Arial" panose="020B0604020202020204" pitchFamily="34" charset="0"/>
              <a:buChar char="•"/>
            </a:pPr>
            <a:r>
              <a:rPr lang="en-IN" sz="1400">
                <a:solidFill>
                  <a:schemeClr val="accent1">
                    <a:lumMod val="50000"/>
                  </a:schemeClr>
                </a:solidFill>
              </a:rPr>
              <a:t>Trigger and manage  Delinquency workflow </a:t>
            </a:r>
          </a:p>
          <a:p>
            <a:pPr marL="285750" indent="-285750">
              <a:buFont typeface="Arial" panose="020B0604020202020204" pitchFamily="34" charset="0"/>
              <a:buChar char="•"/>
            </a:pPr>
            <a:endParaRPr lang="en-IN" sz="1400">
              <a:solidFill>
                <a:schemeClr val="accent1">
                  <a:lumMod val="50000"/>
                </a:schemeClr>
              </a:solidFill>
            </a:endParaRPr>
          </a:p>
          <a:p>
            <a:pPr marL="285750" indent="-285750">
              <a:buFont typeface="Arial" panose="020B0604020202020204" pitchFamily="34" charset="0"/>
              <a:buChar char="•"/>
            </a:pPr>
            <a:r>
              <a:rPr lang="en-IN" sz="1400">
                <a:solidFill>
                  <a:schemeClr val="accent1">
                    <a:lumMod val="50000"/>
                  </a:schemeClr>
                </a:solidFill>
              </a:rPr>
              <a:t>Create, View and Manage Manual and Automatic  Disbursements</a:t>
            </a:r>
          </a:p>
          <a:p>
            <a:pPr marL="285750" indent="-285750">
              <a:buFont typeface="Arial" panose="020B0604020202020204" pitchFamily="34" charset="0"/>
              <a:buChar char="•"/>
            </a:pPr>
            <a:endParaRPr lang="en-IN" sz="1400">
              <a:solidFill>
                <a:schemeClr val="accent1">
                  <a:lumMod val="50000"/>
                </a:schemeClr>
              </a:solidFill>
            </a:endParaRPr>
          </a:p>
          <a:p>
            <a:pPr marL="285750" indent="-285750">
              <a:buFont typeface="Arial" panose="020B0604020202020204" pitchFamily="34" charset="0"/>
              <a:buChar char="•"/>
            </a:pPr>
            <a:r>
              <a:rPr lang="en-IN" sz="1400">
                <a:solidFill>
                  <a:schemeClr val="accent1">
                    <a:lumMod val="50000"/>
                  </a:schemeClr>
                </a:solidFill>
              </a:rPr>
              <a:t>Handle multicurrency payments</a:t>
            </a:r>
          </a:p>
          <a:p>
            <a:pPr marL="285750" indent="-285750">
              <a:buFont typeface="Arial" panose="020B0604020202020204" pitchFamily="34" charset="0"/>
              <a:buChar char="•"/>
            </a:pPr>
            <a:endParaRPr lang="en-IN" sz="1400">
              <a:solidFill>
                <a:schemeClr val="accent1">
                  <a:lumMod val="50000"/>
                </a:schemeClr>
              </a:solidFill>
            </a:endParaRPr>
          </a:p>
          <a:p>
            <a:pPr marL="285750" indent="-285750">
              <a:buFont typeface="Arial" panose="020B0604020202020204" pitchFamily="34" charset="0"/>
              <a:buChar char="•"/>
            </a:pPr>
            <a:r>
              <a:rPr lang="en-IN" sz="1400">
                <a:solidFill>
                  <a:schemeClr val="accent1">
                    <a:lumMod val="50000"/>
                  </a:schemeClr>
                </a:solidFill>
              </a:rPr>
              <a:t>Manage invoicing and settlement for Inward Re-insurance</a:t>
            </a:r>
          </a:p>
          <a:p>
            <a:pPr marL="285750" indent="-285750">
              <a:buFont typeface="Arial" panose="020B0604020202020204" pitchFamily="34" charset="0"/>
              <a:buChar char="•"/>
            </a:pPr>
            <a:endParaRPr lang="en-IN" sz="1400">
              <a:solidFill>
                <a:schemeClr val="accent1">
                  <a:lumMod val="50000"/>
                </a:schemeClr>
              </a:solidFill>
            </a:endParaRPr>
          </a:p>
          <a:p>
            <a:pPr marL="285750" indent="-285750">
              <a:buFont typeface="Arial" panose="020B0604020202020204" pitchFamily="34" charset="0"/>
              <a:buChar char="•"/>
            </a:pPr>
            <a:r>
              <a:rPr lang="en-IN" sz="1400">
                <a:solidFill>
                  <a:schemeClr val="accent1">
                    <a:lumMod val="50000"/>
                  </a:schemeClr>
                </a:solidFill>
              </a:rPr>
              <a:t>Send Billing data to MDA for Reporting </a:t>
            </a:r>
          </a:p>
          <a:p>
            <a:pPr marL="285750" indent="-285750">
              <a:buFont typeface="Arial" panose="020B0604020202020204" pitchFamily="34" charset="0"/>
              <a:buChar char="•"/>
            </a:pPr>
            <a:endParaRPr lang="en-IN" sz="1400">
              <a:solidFill>
                <a:schemeClr val="accent1">
                  <a:lumMod val="50000"/>
                </a:schemeClr>
              </a:solidFill>
            </a:endParaRPr>
          </a:p>
          <a:p>
            <a:pPr marL="285750" indent="-285750">
              <a:buFont typeface="Arial" panose="020B0604020202020204" pitchFamily="34" charset="0"/>
              <a:buChar char="•"/>
            </a:pPr>
            <a:r>
              <a:rPr lang="en-IN" sz="1400">
                <a:solidFill>
                  <a:schemeClr val="accent1">
                    <a:lumMod val="50000"/>
                  </a:schemeClr>
                </a:solidFill>
              </a:rPr>
              <a:t>Create and manage Policy level Trouble Tickets </a:t>
            </a:r>
          </a:p>
          <a:p>
            <a:pPr marL="285750" indent="-285750">
              <a:buFont typeface="Arial" panose="020B0604020202020204" pitchFamily="34" charset="0"/>
              <a:buChar char="•"/>
            </a:pPr>
            <a:endParaRPr lang="en-IN" sz="1400">
              <a:solidFill>
                <a:schemeClr val="accent1">
                  <a:lumMod val="50000"/>
                </a:schemeClr>
              </a:solidFill>
            </a:endParaRPr>
          </a:p>
          <a:p>
            <a:pPr marL="285750" indent="-285750">
              <a:buFont typeface="Arial" panose="020B0604020202020204" pitchFamily="34" charset="0"/>
              <a:buChar char="•"/>
            </a:pPr>
            <a:r>
              <a:rPr lang="en-IN" sz="1400">
                <a:solidFill>
                  <a:schemeClr val="accent1">
                    <a:lumMod val="50000"/>
                  </a:schemeClr>
                </a:solidFill>
              </a:rPr>
              <a:t>Create and Manage Billing Plan ,Payment Plan ,Delinquency Plan  etc</a:t>
            </a:r>
          </a:p>
        </p:txBody>
      </p:sp>
    </p:spTree>
    <p:extLst>
      <p:ext uri="{BB962C8B-B14F-4D97-AF65-F5344CB8AC3E}">
        <p14:creationId xmlns:p14="http://schemas.microsoft.com/office/powerpoint/2010/main" val="11205362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Title 1">
            <a:extLst>
              <a:ext uri="{FF2B5EF4-FFF2-40B4-BE49-F238E27FC236}">
                <a16:creationId xmlns:a16="http://schemas.microsoft.com/office/drawing/2014/main" id="{9A60AF97-6E43-B267-8FBF-4853A70CA2DC}"/>
              </a:ext>
            </a:extLst>
          </p:cNvPr>
          <p:cNvSpPr txBox="1">
            <a:spLocks/>
          </p:cNvSpPr>
          <p:nvPr/>
        </p:nvSpPr>
        <p:spPr>
          <a:xfrm>
            <a:off x="184150" y="175419"/>
            <a:ext cx="10515600" cy="365127"/>
          </a:xfrm>
          <a:prstGeom prst="rect">
            <a:avLst/>
          </a:prstGeom>
        </p:spPr>
        <p:txBody>
          <a:bodyPr vert="horz" lIns="0" tIns="0" rIns="0" bIns="0" rtlCol="0" anchor="ctr">
            <a:normAutofit fontScale="97500"/>
          </a:bodyPr>
          <a:lstStyle>
            <a:lvl1pPr marL="0" marR="0" indent="0" algn="l" defTabSz="914400" rtl="0" eaLnBrk="1" fontAlgn="auto" latinLnBrk="0" hangingPunct="1">
              <a:lnSpc>
                <a:spcPct val="90000"/>
              </a:lnSpc>
              <a:spcBef>
                <a:spcPct val="0"/>
              </a:spcBef>
              <a:spcAft>
                <a:spcPts val="0"/>
              </a:spcAft>
              <a:buClrTx/>
              <a:buSzTx/>
              <a:buFontTx/>
              <a:buNone/>
              <a:tabLst/>
              <a:defRPr kumimoji="0" lang="en-US" sz="2600" b="0" i="0" u="none" strike="noStrike" kern="1200" cap="all" spc="0" normalizeH="0" baseline="0" noProof="0" dirty="0">
                <a:ln>
                  <a:noFill/>
                </a:ln>
                <a:solidFill>
                  <a:schemeClr val="accent4"/>
                </a:solidFill>
                <a:effectLst/>
                <a:uLnTx/>
                <a:uFillTx/>
                <a:latin typeface="+mj-lt"/>
                <a:ea typeface="+mj-ea"/>
                <a:cs typeface="+mj-cs"/>
              </a:defRPr>
            </a:lvl1pPr>
          </a:lstStyle>
          <a:p>
            <a:r>
              <a:rPr lang="en-GB"/>
              <a:t>Integrations Overview</a:t>
            </a:r>
          </a:p>
        </p:txBody>
      </p:sp>
      <p:cxnSp>
        <p:nvCxnSpPr>
          <p:cNvPr id="2" name="Straight Connector 1">
            <a:extLst>
              <a:ext uri="{FF2B5EF4-FFF2-40B4-BE49-F238E27FC236}">
                <a16:creationId xmlns:a16="http://schemas.microsoft.com/office/drawing/2014/main" id="{DC7E0F1E-600E-A5AC-A973-B1B9664C66B4}"/>
              </a:ext>
            </a:extLst>
          </p:cNvPr>
          <p:cNvCxnSpPr/>
          <p:nvPr/>
        </p:nvCxnSpPr>
        <p:spPr>
          <a:xfrm>
            <a:off x="88232" y="721627"/>
            <a:ext cx="10769600" cy="0"/>
          </a:xfrm>
          <a:prstGeom prst="line">
            <a:avLst/>
          </a:prstGeom>
          <a:ln w="22225"/>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8594652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Title 1">
            <a:extLst>
              <a:ext uri="{FF2B5EF4-FFF2-40B4-BE49-F238E27FC236}">
                <a16:creationId xmlns:a16="http://schemas.microsoft.com/office/drawing/2014/main" id="{9A60AF97-6E43-B267-8FBF-4853A70CA2DC}"/>
              </a:ext>
            </a:extLst>
          </p:cNvPr>
          <p:cNvSpPr txBox="1">
            <a:spLocks/>
          </p:cNvSpPr>
          <p:nvPr/>
        </p:nvSpPr>
        <p:spPr>
          <a:xfrm>
            <a:off x="184150" y="175419"/>
            <a:ext cx="10515600" cy="365127"/>
          </a:xfrm>
          <a:prstGeom prst="rect">
            <a:avLst/>
          </a:prstGeom>
        </p:spPr>
        <p:txBody>
          <a:bodyPr vert="horz" lIns="0" tIns="0" rIns="0" bIns="0" rtlCol="0" anchor="ctr">
            <a:normAutofit fontScale="97500"/>
          </a:bodyPr>
          <a:lstStyle>
            <a:lvl1pPr marL="0" marR="0" indent="0" algn="l" defTabSz="914400" rtl="0" eaLnBrk="1" fontAlgn="auto" latinLnBrk="0" hangingPunct="1">
              <a:lnSpc>
                <a:spcPct val="90000"/>
              </a:lnSpc>
              <a:spcBef>
                <a:spcPct val="0"/>
              </a:spcBef>
              <a:spcAft>
                <a:spcPts val="0"/>
              </a:spcAft>
              <a:buClrTx/>
              <a:buSzTx/>
              <a:buFontTx/>
              <a:buNone/>
              <a:tabLst/>
              <a:defRPr kumimoji="0" lang="en-US" sz="2600" b="0" i="0" u="none" strike="noStrike" kern="1200" cap="all" spc="0" normalizeH="0" baseline="0" noProof="0" dirty="0">
                <a:ln>
                  <a:noFill/>
                </a:ln>
                <a:solidFill>
                  <a:schemeClr val="accent4"/>
                </a:solidFill>
                <a:effectLst/>
                <a:uLnTx/>
                <a:uFillTx/>
                <a:latin typeface="+mj-lt"/>
                <a:ea typeface="+mj-ea"/>
                <a:cs typeface="+mj-cs"/>
              </a:defRPr>
            </a:lvl1pPr>
          </a:lstStyle>
          <a:p>
            <a:r>
              <a:rPr lang="en-GB"/>
              <a:t>Testing Overview</a:t>
            </a:r>
          </a:p>
        </p:txBody>
      </p:sp>
      <p:grpSp>
        <p:nvGrpSpPr>
          <p:cNvPr id="6" name="Group 5">
            <a:extLst>
              <a:ext uri="{FF2B5EF4-FFF2-40B4-BE49-F238E27FC236}">
                <a16:creationId xmlns:a16="http://schemas.microsoft.com/office/drawing/2014/main" id="{F4565F9A-1CF2-DA99-61BE-DC94C2DD73E3}"/>
              </a:ext>
            </a:extLst>
          </p:cNvPr>
          <p:cNvGrpSpPr/>
          <p:nvPr/>
        </p:nvGrpSpPr>
        <p:grpSpPr>
          <a:xfrm>
            <a:off x="401840" y="851951"/>
            <a:ext cx="11610489" cy="5412813"/>
            <a:chOff x="382589" y="986704"/>
            <a:chExt cx="11610489" cy="5412813"/>
          </a:xfrm>
        </p:grpSpPr>
        <p:sp>
          <p:nvSpPr>
            <p:cNvPr id="2" name="Text Placeholder 6">
              <a:extLst>
                <a:ext uri="{FF2B5EF4-FFF2-40B4-BE49-F238E27FC236}">
                  <a16:creationId xmlns:a16="http://schemas.microsoft.com/office/drawing/2014/main" id="{13800339-12F7-3315-26E4-A20A5B282607}"/>
                </a:ext>
              </a:extLst>
            </p:cNvPr>
            <p:cNvSpPr txBox="1">
              <a:spLocks/>
            </p:cNvSpPr>
            <p:nvPr/>
          </p:nvSpPr>
          <p:spPr>
            <a:xfrm>
              <a:off x="382589" y="1373854"/>
              <a:ext cx="6221410" cy="5025663"/>
            </a:xfrm>
            <a:prstGeom prst="rect">
              <a:avLst/>
            </a:prstGeom>
          </p:spPr>
          <p:txBody>
            <a:bodyPr vert="horz" lIns="0" tIns="0" rIns="0" bIns="0" rtlCol="0" anchor="t">
              <a:noAutofit/>
            </a:bodyPr>
            <a:lstStyle>
              <a:lvl1pPr marL="0" indent="0" algn="l" defTabSz="914400" rtl="0" eaLnBrk="1" latinLnBrk="0" hangingPunct="1">
                <a:lnSpc>
                  <a:spcPct val="100000"/>
                </a:lnSpc>
                <a:spcBef>
                  <a:spcPts val="0"/>
                </a:spcBef>
                <a:spcAft>
                  <a:spcPts val="600"/>
                </a:spcAft>
                <a:buFont typeface="Arial" panose="020B0604020202020204" pitchFamily="34" charset="0"/>
                <a:buNone/>
                <a:defRPr sz="2000" kern="1200" baseline="0">
                  <a:solidFill>
                    <a:schemeClr val="tx1"/>
                  </a:solidFill>
                  <a:latin typeface="Ubuntu" panose="020B0504030602030204" pitchFamily="34" charset="0"/>
                  <a:ea typeface="+mn-ea"/>
                  <a:cs typeface="+mn-cs"/>
                </a:defRPr>
              </a:lvl1pPr>
              <a:lvl2pPr marL="177800" indent="-177800" algn="l" defTabSz="914400" rtl="0" eaLnBrk="1" latinLnBrk="0" hangingPunct="1">
                <a:lnSpc>
                  <a:spcPct val="100000"/>
                </a:lnSpc>
                <a:spcBef>
                  <a:spcPts val="0"/>
                </a:spcBef>
                <a:spcAft>
                  <a:spcPts val="600"/>
                </a:spcAft>
                <a:buClr>
                  <a:schemeClr val="accent1"/>
                </a:buClr>
                <a:buFont typeface="Wingdings" panose="05000000000000000000" pitchFamily="2" charset="2"/>
                <a:buChar char="§"/>
                <a:defRPr sz="1800" kern="1200" baseline="0">
                  <a:solidFill>
                    <a:schemeClr val="tx1"/>
                  </a:solidFill>
                  <a:latin typeface="Ubuntu" panose="020B0504030602030204" pitchFamily="34" charset="0"/>
                  <a:ea typeface="+mn-ea"/>
                  <a:cs typeface="+mn-cs"/>
                </a:defRPr>
              </a:lvl2pPr>
              <a:lvl3pPr marL="361950" indent="-184150" algn="l" defTabSz="914400" rtl="0" eaLnBrk="1" latinLnBrk="0" hangingPunct="1">
                <a:lnSpc>
                  <a:spcPct val="100000"/>
                </a:lnSpc>
                <a:spcBef>
                  <a:spcPts val="0"/>
                </a:spcBef>
                <a:spcAft>
                  <a:spcPts val="600"/>
                </a:spcAft>
                <a:buClr>
                  <a:schemeClr val="accent2"/>
                </a:buClr>
                <a:buFont typeface="Arial" panose="020B0604020202020204" pitchFamily="34" charset="0"/>
                <a:buChar char="•"/>
                <a:defRPr sz="1600" kern="1200" baseline="0">
                  <a:solidFill>
                    <a:schemeClr val="tx1"/>
                  </a:solidFill>
                  <a:latin typeface="Ubuntu" panose="020B0504030602030204" pitchFamily="34" charset="0"/>
                  <a:ea typeface="+mn-ea"/>
                  <a:cs typeface="+mn-cs"/>
                </a:defRPr>
              </a:lvl3pPr>
              <a:lvl4pPr marL="539750" indent="-177800" algn="l" defTabSz="914400" rtl="0" eaLnBrk="1" latinLnBrk="0" hangingPunct="1">
                <a:lnSpc>
                  <a:spcPct val="100000"/>
                </a:lnSpc>
                <a:spcBef>
                  <a:spcPts val="0"/>
                </a:spcBef>
                <a:spcAft>
                  <a:spcPts val="600"/>
                </a:spcAft>
                <a:buClr>
                  <a:schemeClr val="tx1"/>
                </a:buClr>
                <a:buFont typeface="Ubuntu" panose="020B0504030602030204" pitchFamily="34" charset="0"/>
                <a:buChar char="–"/>
                <a:defRPr sz="1400" kern="1200" baseline="0">
                  <a:solidFill>
                    <a:schemeClr val="tx1"/>
                  </a:solidFill>
                  <a:latin typeface="Ubuntu" panose="020B0504030602030204" pitchFamily="34" charset="0"/>
                  <a:ea typeface="+mn-ea"/>
                  <a:cs typeface="+mn-cs"/>
                </a:defRPr>
              </a:lvl4pPr>
              <a:lvl5pPr marL="717550" indent="-177800" algn="l" defTabSz="914400" rtl="0" eaLnBrk="1" latinLnBrk="0" hangingPunct="1">
                <a:lnSpc>
                  <a:spcPct val="100000"/>
                </a:lnSpc>
                <a:spcBef>
                  <a:spcPts val="0"/>
                </a:spcBef>
                <a:spcAft>
                  <a:spcPts val="600"/>
                </a:spcAft>
                <a:buClr>
                  <a:schemeClr val="accent3"/>
                </a:buClr>
                <a:buFont typeface="Arial" panose="020B0604020202020204" pitchFamily="34" charset="0"/>
                <a:buChar char="•"/>
                <a:defRPr sz="1400" kern="1200" baseline="0">
                  <a:solidFill>
                    <a:schemeClr val="tx1"/>
                  </a:solidFill>
                  <a:latin typeface="Ubuntu" panose="020B050403060203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Arial" panose="05000000000000000000" pitchFamily="2" charset="2"/>
                <a:buChar char="•"/>
              </a:pPr>
              <a:r>
                <a:rPr lang="en-US" sz="1200">
                  <a:latin typeface="Ubuntu"/>
                  <a:cs typeface="Arial"/>
                </a:rPr>
                <a:t>•</a:t>
              </a:r>
              <a:r>
                <a:rPr lang="en-US" sz="1200" b="1">
                  <a:latin typeface="Ubuntu"/>
                  <a:cs typeface="Arial"/>
                </a:rPr>
                <a:t>Functional testing</a:t>
              </a:r>
              <a:r>
                <a:rPr lang="en-US" sz="1200">
                  <a:latin typeface="Ubuntu"/>
                  <a:cs typeface="Arial"/>
                </a:rPr>
                <a:t> of Guidewire </a:t>
              </a:r>
              <a:r>
                <a:rPr lang="en-US" sz="1200" err="1">
                  <a:latin typeface="Ubuntu"/>
                  <a:cs typeface="Arial"/>
                </a:rPr>
                <a:t>PolicyCenter</a:t>
              </a:r>
              <a:r>
                <a:rPr lang="en-US" sz="1200">
                  <a:latin typeface="Ubuntu"/>
                  <a:cs typeface="Arial"/>
                </a:rPr>
                <a:t> &amp; </a:t>
              </a:r>
              <a:r>
                <a:rPr lang="en-US" sz="1200" err="1">
                  <a:latin typeface="Ubuntu"/>
                  <a:cs typeface="Arial"/>
                </a:rPr>
                <a:t>BillingCenter</a:t>
              </a:r>
              <a:r>
                <a:rPr lang="en-US" sz="1200">
                  <a:latin typeface="Ubuntu"/>
                  <a:cs typeface="Arial"/>
                </a:rPr>
                <a:t> which is configured as per the requirements finalized and documented in the product/ release backlog. The below scope might change based on the outcome of the architecture discussion which is in progress.</a:t>
              </a:r>
              <a:endParaRPr lang="en-US"/>
            </a:p>
            <a:p>
              <a:pPr>
                <a:buFont typeface="Arial" panose="05000000000000000000" pitchFamily="2" charset="2"/>
                <a:buChar char="•"/>
              </a:pPr>
              <a:r>
                <a:rPr lang="en-US" sz="1200">
                  <a:latin typeface="Ubuntu"/>
                  <a:cs typeface="Arial"/>
                </a:rPr>
                <a:t>Policy life cycle transactions (Example - New Submission, Policy change, Cancellation, Renewal, Rewrite and Reinstatement etc.’) </a:t>
              </a:r>
              <a:endParaRPr lang="en-US">
                <a:latin typeface="Ubuntu"/>
              </a:endParaRPr>
            </a:p>
            <a:p>
              <a:pPr>
                <a:buFont typeface="Arial" panose="05000000000000000000" pitchFamily="2" charset="2"/>
                <a:buChar char="•"/>
              </a:pPr>
              <a:r>
                <a:rPr lang="en-US" sz="1200">
                  <a:latin typeface="Ubuntu"/>
                  <a:cs typeface="Arial"/>
                </a:rPr>
                <a:t>Document triggers both out of the box and any customizations requested in requirements including the link to view the document</a:t>
              </a:r>
              <a:endParaRPr lang="en-US"/>
            </a:p>
            <a:p>
              <a:pPr>
                <a:buFont typeface="Arial" panose="05000000000000000000" pitchFamily="2" charset="2"/>
                <a:buChar char="•"/>
              </a:pPr>
              <a:r>
                <a:rPr lang="en-US" sz="1200">
                  <a:latin typeface="Ubuntu"/>
                  <a:cs typeface="Arial"/>
                </a:rPr>
                <a:t>Business Rules- Underlying policy business rules (Underwriting, extension &amp; renewal) and Billing business rules and finance operation as well.</a:t>
              </a:r>
              <a:endParaRPr lang="en-US"/>
            </a:p>
            <a:p>
              <a:pPr>
                <a:buFont typeface="Arial" panose="05000000000000000000" pitchFamily="2" charset="2"/>
                <a:buChar char="•"/>
              </a:pPr>
              <a:r>
                <a:rPr lang="en-US" sz="1200">
                  <a:latin typeface="Ubuntu"/>
                  <a:cs typeface="Arial"/>
                </a:rPr>
                <a:t>Roles- Role based testing (Underwriting org structure feed)</a:t>
              </a:r>
              <a:endParaRPr lang="en-US">
                <a:latin typeface="Ubuntu"/>
              </a:endParaRPr>
            </a:p>
            <a:p>
              <a:pPr>
                <a:buFont typeface="Arial" panose="05000000000000000000" pitchFamily="2" charset="2"/>
                <a:buChar char="•"/>
              </a:pPr>
              <a:r>
                <a:rPr lang="en-US" sz="1200">
                  <a:latin typeface="Ubuntu"/>
                  <a:cs typeface="Arial"/>
                </a:rPr>
                <a:t>Billing lifecycle (Example – Invoicing, Cash matching, Disbursement, Delinquency management, finance operations &amp; co-insurance)</a:t>
              </a:r>
              <a:endParaRPr lang="en-US">
                <a:latin typeface="Ubuntu"/>
              </a:endParaRPr>
            </a:p>
            <a:p>
              <a:pPr>
                <a:buFont typeface="Arial" panose="05000000000000000000" pitchFamily="2" charset="2"/>
                <a:buChar char="•"/>
              </a:pPr>
              <a:r>
                <a:rPr lang="en-US" sz="1200">
                  <a:latin typeface="Ubuntu"/>
                  <a:cs typeface="Arial"/>
                </a:rPr>
                <a:t>Batches in Policy Center &amp; Billing Center.</a:t>
              </a:r>
              <a:endParaRPr lang="en-US">
                <a:latin typeface="Ubuntu"/>
              </a:endParaRPr>
            </a:p>
            <a:p>
              <a:pPr>
                <a:buFont typeface="Arial" panose="05000000000000000000" pitchFamily="2" charset="2"/>
                <a:buChar char="•"/>
              </a:pPr>
              <a:r>
                <a:rPr lang="en-US" sz="1200">
                  <a:latin typeface="Ubuntu"/>
                  <a:cs typeface="Arial"/>
                </a:rPr>
                <a:t>•</a:t>
              </a:r>
              <a:r>
                <a:rPr lang="en-US" sz="1200" b="1">
                  <a:latin typeface="Ubuntu"/>
                  <a:cs typeface="Arial"/>
                </a:rPr>
                <a:t>Integrations</a:t>
              </a:r>
              <a:r>
                <a:rPr lang="en-US" sz="1200">
                  <a:latin typeface="Ubuntu"/>
                  <a:cs typeface="Arial"/>
                </a:rPr>
                <a:t> - Integrations with PAS / Billing through Integration Gateway and / or direct integrations from guidewire . Integrations between PC &amp; BC through MDA For example: (Authentication, Billing  &amp; Delinquency) Refer full Integration list can be accessed here</a:t>
              </a:r>
              <a:endParaRPr lang="en-US"/>
            </a:p>
            <a:p>
              <a:pPr>
                <a:buFont typeface="Arial" panose="05000000000000000000" pitchFamily="2" charset="2"/>
                <a:buChar char="•"/>
              </a:pPr>
              <a:r>
                <a:rPr lang="en-US" sz="1200">
                  <a:latin typeface="Ubuntu"/>
                  <a:cs typeface="Arial"/>
                </a:rPr>
                <a:t>•</a:t>
              </a:r>
              <a:r>
                <a:rPr lang="en-US" sz="1200" b="1">
                  <a:latin typeface="Ubuntu"/>
                  <a:cs typeface="Arial"/>
                </a:rPr>
                <a:t>Test automation</a:t>
              </a:r>
              <a:r>
                <a:rPr lang="en-US" sz="1200">
                  <a:latin typeface="Ubuntu"/>
                  <a:cs typeface="Arial"/>
                </a:rPr>
                <a:t> – Sprint level test automation aligning to overall test automation strategy.</a:t>
              </a:r>
              <a:endParaRPr lang="en-US"/>
            </a:p>
            <a:p>
              <a:pPr>
                <a:buFont typeface="Arial" panose="05000000000000000000" pitchFamily="2" charset="2"/>
                <a:buChar char="•"/>
              </a:pPr>
              <a:r>
                <a:rPr lang="en-US" sz="1200">
                  <a:latin typeface="Ubuntu"/>
                  <a:cs typeface="Arial"/>
                </a:rPr>
                <a:t>•</a:t>
              </a:r>
              <a:r>
                <a:rPr lang="en-US" sz="1200" b="1">
                  <a:latin typeface="Ubuntu"/>
                  <a:cs typeface="Arial"/>
                </a:rPr>
                <a:t>Product Rationalization</a:t>
              </a:r>
              <a:r>
                <a:rPr lang="en-US" sz="1200">
                  <a:latin typeface="Ubuntu"/>
                  <a:cs typeface="Arial"/>
                </a:rPr>
                <a:t> –Product Model will be converted as ADL (Admin Data load) and this will be validated against the relevant user stories.</a:t>
              </a:r>
              <a:endParaRPr lang="en-US">
                <a:latin typeface="Ubuntu"/>
              </a:endParaRPr>
            </a:p>
            <a:p>
              <a:pPr>
                <a:buFont typeface="Arial" panose="05000000000000000000" pitchFamily="2" charset="2"/>
                <a:buChar char="•"/>
              </a:pPr>
              <a:r>
                <a:rPr lang="en-US" sz="1200">
                  <a:latin typeface="Ubuntu"/>
                  <a:cs typeface="Arial"/>
                </a:rPr>
                <a:t>•</a:t>
              </a:r>
              <a:r>
                <a:rPr lang="en-US" sz="1200" b="1">
                  <a:latin typeface="Ubuntu"/>
                  <a:cs typeface="Arial"/>
                </a:rPr>
                <a:t>Migration testing</a:t>
              </a:r>
              <a:r>
                <a:rPr lang="en-US" sz="1200">
                  <a:latin typeface="Ubuntu"/>
                  <a:cs typeface="Arial"/>
                </a:rPr>
                <a:t> - Policy Migration of D&amp;O product lines from Source (On-prem) to Guidewire cloud</a:t>
              </a:r>
              <a:endParaRPr lang="en-US">
                <a:latin typeface="Ubuntu"/>
              </a:endParaRPr>
            </a:p>
            <a:p>
              <a:pPr marL="171450" indent="-171450">
                <a:buFont typeface="Wingdings" panose="05000000000000000000" pitchFamily="2" charset="2"/>
                <a:buChar char="§"/>
              </a:pPr>
              <a:endParaRPr lang="en-US" sz="1200">
                <a:latin typeface="+mj-lt"/>
                <a:cs typeface="Arial"/>
              </a:endParaRPr>
            </a:p>
          </p:txBody>
        </p:sp>
        <p:sp>
          <p:nvSpPr>
            <p:cNvPr id="3" name="Text Placeholder 7">
              <a:extLst>
                <a:ext uri="{FF2B5EF4-FFF2-40B4-BE49-F238E27FC236}">
                  <a16:creationId xmlns:a16="http://schemas.microsoft.com/office/drawing/2014/main" id="{96057D6A-9DF1-1370-8EDC-9A5BCEF3826F}"/>
                </a:ext>
              </a:extLst>
            </p:cNvPr>
            <p:cNvSpPr txBox="1">
              <a:spLocks/>
            </p:cNvSpPr>
            <p:nvPr/>
          </p:nvSpPr>
          <p:spPr>
            <a:xfrm>
              <a:off x="382589" y="986704"/>
              <a:ext cx="1372003" cy="365127"/>
            </a:xfrm>
            <a:prstGeom prst="rect">
              <a:avLst/>
            </a:prstGeom>
          </p:spPr>
          <p:txBody>
            <a:bodyPr vert="horz" lIns="0" tIns="0" rIns="0" bIns="0" rtlCol="0" anchor="ctr" anchorCtr="0">
              <a:noAutofit/>
            </a:bodyPr>
            <a:lstStyle>
              <a:lvl1pPr marL="0" indent="0" algn="l" defTabSz="914400" rtl="0" eaLnBrk="1" latinLnBrk="0" hangingPunct="1">
                <a:lnSpc>
                  <a:spcPct val="100000"/>
                </a:lnSpc>
                <a:spcBef>
                  <a:spcPts val="0"/>
                </a:spcBef>
                <a:spcAft>
                  <a:spcPts val="600"/>
                </a:spcAft>
                <a:buFont typeface="Arial" panose="020B0604020202020204" pitchFamily="34" charset="0"/>
                <a:buNone/>
                <a:defRPr sz="2000" kern="1200" baseline="0">
                  <a:solidFill>
                    <a:schemeClr val="tx1"/>
                  </a:solidFill>
                  <a:latin typeface="Ubuntu" panose="020B0504030602030204" pitchFamily="34" charset="0"/>
                  <a:ea typeface="+mn-ea"/>
                  <a:cs typeface="+mn-cs"/>
                </a:defRPr>
              </a:lvl1pPr>
              <a:lvl2pPr marL="177800" indent="-177800" algn="l" defTabSz="914400" rtl="0" eaLnBrk="1" latinLnBrk="0" hangingPunct="1">
                <a:lnSpc>
                  <a:spcPct val="100000"/>
                </a:lnSpc>
                <a:spcBef>
                  <a:spcPts val="0"/>
                </a:spcBef>
                <a:spcAft>
                  <a:spcPts val="600"/>
                </a:spcAft>
                <a:buClr>
                  <a:schemeClr val="accent1"/>
                </a:buClr>
                <a:buFont typeface="Wingdings" panose="05000000000000000000" pitchFamily="2" charset="2"/>
                <a:buChar char="§"/>
                <a:defRPr sz="1800" kern="1200" baseline="0">
                  <a:solidFill>
                    <a:schemeClr val="tx1"/>
                  </a:solidFill>
                  <a:latin typeface="Ubuntu" panose="020B0504030602030204" pitchFamily="34" charset="0"/>
                  <a:ea typeface="+mn-ea"/>
                  <a:cs typeface="+mn-cs"/>
                </a:defRPr>
              </a:lvl2pPr>
              <a:lvl3pPr marL="361950" indent="-184150" algn="l" defTabSz="914400" rtl="0" eaLnBrk="1" latinLnBrk="0" hangingPunct="1">
                <a:lnSpc>
                  <a:spcPct val="100000"/>
                </a:lnSpc>
                <a:spcBef>
                  <a:spcPts val="0"/>
                </a:spcBef>
                <a:spcAft>
                  <a:spcPts val="600"/>
                </a:spcAft>
                <a:buClr>
                  <a:schemeClr val="accent2"/>
                </a:buClr>
                <a:buFont typeface="Arial" panose="020B0604020202020204" pitchFamily="34" charset="0"/>
                <a:buChar char="•"/>
                <a:defRPr sz="1600" kern="1200" baseline="0">
                  <a:solidFill>
                    <a:schemeClr val="tx1"/>
                  </a:solidFill>
                  <a:latin typeface="Ubuntu" panose="020B0504030602030204" pitchFamily="34" charset="0"/>
                  <a:ea typeface="+mn-ea"/>
                  <a:cs typeface="+mn-cs"/>
                </a:defRPr>
              </a:lvl3pPr>
              <a:lvl4pPr marL="539750" indent="-177800" algn="l" defTabSz="914400" rtl="0" eaLnBrk="1" latinLnBrk="0" hangingPunct="1">
                <a:lnSpc>
                  <a:spcPct val="100000"/>
                </a:lnSpc>
                <a:spcBef>
                  <a:spcPts val="0"/>
                </a:spcBef>
                <a:spcAft>
                  <a:spcPts val="600"/>
                </a:spcAft>
                <a:buClr>
                  <a:schemeClr val="tx1"/>
                </a:buClr>
                <a:buFont typeface="Ubuntu" panose="020B0504030602030204" pitchFamily="34" charset="0"/>
                <a:buChar char="–"/>
                <a:defRPr sz="1400" kern="1200" baseline="0">
                  <a:solidFill>
                    <a:schemeClr val="tx1"/>
                  </a:solidFill>
                  <a:latin typeface="Ubuntu" panose="020B0504030602030204" pitchFamily="34" charset="0"/>
                  <a:ea typeface="+mn-ea"/>
                  <a:cs typeface="+mn-cs"/>
                </a:defRPr>
              </a:lvl4pPr>
              <a:lvl5pPr marL="717550" indent="-177800" algn="l" defTabSz="914400" rtl="0" eaLnBrk="1" latinLnBrk="0" hangingPunct="1">
                <a:lnSpc>
                  <a:spcPct val="100000"/>
                </a:lnSpc>
                <a:spcBef>
                  <a:spcPts val="0"/>
                </a:spcBef>
                <a:spcAft>
                  <a:spcPts val="600"/>
                </a:spcAft>
                <a:buClr>
                  <a:schemeClr val="accent3"/>
                </a:buClr>
                <a:buFont typeface="Arial" panose="020B0604020202020204" pitchFamily="34" charset="0"/>
                <a:buChar char="•"/>
                <a:defRPr sz="1400" kern="1200" baseline="0">
                  <a:solidFill>
                    <a:schemeClr val="tx1"/>
                  </a:solidFill>
                  <a:latin typeface="Ubuntu" panose="020B050403060203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IN">
                  <a:solidFill>
                    <a:srgbClr val="FF66FF"/>
                  </a:solidFill>
                </a:rPr>
                <a:t>In Scope</a:t>
              </a:r>
              <a:endParaRPr lang="en-US">
                <a:solidFill>
                  <a:srgbClr val="FF66FF"/>
                </a:solidFill>
              </a:endParaRPr>
            </a:p>
          </p:txBody>
        </p:sp>
        <p:sp>
          <p:nvSpPr>
            <p:cNvPr id="4" name="Text Placeholder 8">
              <a:extLst>
                <a:ext uri="{FF2B5EF4-FFF2-40B4-BE49-F238E27FC236}">
                  <a16:creationId xmlns:a16="http://schemas.microsoft.com/office/drawing/2014/main" id="{4E2ABEEB-6303-E542-DA8E-2C2B552EA577}"/>
                </a:ext>
              </a:extLst>
            </p:cNvPr>
            <p:cNvSpPr txBox="1">
              <a:spLocks/>
            </p:cNvSpPr>
            <p:nvPr/>
          </p:nvSpPr>
          <p:spPr>
            <a:xfrm>
              <a:off x="6603999" y="986704"/>
              <a:ext cx="2039487" cy="365128"/>
            </a:xfrm>
            <a:prstGeom prst="rect">
              <a:avLst/>
            </a:prstGeom>
          </p:spPr>
          <p:txBody>
            <a:bodyPr/>
            <a:lstStyle>
              <a:lvl1pPr marL="0" indent="0" algn="l" defTabSz="914400" rtl="0" eaLnBrk="1" latinLnBrk="0" hangingPunct="1">
                <a:lnSpc>
                  <a:spcPct val="100000"/>
                </a:lnSpc>
                <a:spcBef>
                  <a:spcPts val="0"/>
                </a:spcBef>
                <a:spcAft>
                  <a:spcPts val="600"/>
                </a:spcAft>
                <a:buFont typeface="Arial" panose="020B0604020202020204" pitchFamily="34" charset="0"/>
                <a:buNone/>
                <a:defRPr sz="2000" kern="1200" baseline="0">
                  <a:solidFill>
                    <a:schemeClr val="tx1"/>
                  </a:solidFill>
                  <a:latin typeface="Ubuntu" panose="020B0504030602030204" pitchFamily="34" charset="0"/>
                  <a:ea typeface="+mn-ea"/>
                  <a:cs typeface="+mn-cs"/>
                </a:defRPr>
              </a:lvl1pPr>
              <a:lvl2pPr marL="177800" indent="-177800" algn="l" defTabSz="914400" rtl="0" eaLnBrk="1" latinLnBrk="0" hangingPunct="1">
                <a:lnSpc>
                  <a:spcPct val="100000"/>
                </a:lnSpc>
                <a:spcBef>
                  <a:spcPts val="0"/>
                </a:spcBef>
                <a:spcAft>
                  <a:spcPts val="600"/>
                </a:spcAft>
                <a:buClr>
                  <a:schemeClr val="accent1"/>
                </a:buClr>
                <a:buFont typeface="Wingdings" panose="05000000000000000000" pitchFamily="2" charset="2"/>
                <a:buChar char="§"/>
                <a:defRPr sz="1800" kern="1200" baseline="0">
                  <a:solidFill>
                    <a:schemeClr val="tx1"/>
                  </a:solidFill>
                  <a:latin typeface="Ubuntu" panose="020B0504030602030204" pitchFamily="34" charset="0"/>
                  <a:ea typeface="+mn-ea"/>
                  <a:cs typeface="+mn-cs"/>
                </a:defRPr>
              </a:lvl2pPr>
              <a:lvl3pPr marL="361950" indent="-184150" algn="l" defTabSz="914400" rtl="0" eaLnBrk="1" latinLnBrk="0" hangingPunct="1">
                <a:lnSpc>
                  <a:spcPct val="100000"/>
                </a:lnSpc>
                <a:spcBef>
                  <a:spcPts val="0"/>
                </a:spcBef>
                <a:spcAft>
                  <a:spcPts val="600"/>
                </a:spcAft>
                <a:buClr>
                  <a:schemeClr val="accent2"/>
                </a:buClr>
                <a:buFont typeface="Arial" panose="020B0604020202020204" pitchFamily="34" charset="0"/>
                <a:buChar char="•"/>
                <a:defRPr sz="1600" kern="1200" baseline="0">
                  <a:solidFill>
                    <a:schemeClr val="tx1"/>
                  </a:solidFill>
                  <a:latin typeface="Ubuntu" panose="020B0504030602030204" pitchFamily="34" charset="0"/>
                  <a:ea typeface="+mn-ea"/>
                  <a:cs typeface="+mn-cs"/>
                </a:defRPr>
              </a:lvl3pPr>
              <a:lvl4pPr marL="539750" indent="-177800" algn="l" defTabSz="914400" rtl="0" eaLnBrk="1" latinLnBrk="0" hangingPunct="1">
                <a:lnSpc>
                  <a:spcPct val="100000"/>
                </a:lnSpc>
                <a:spcBef>
                  <a:spcPts val="0"/>
                </a:spcBef>
                <a:spcAft>
                  <a:spcPts val="600"/>
                </a:spcAft>
                <a:buClr>
                  <a:schemeClr val="tx1"/>
                </a:buClr>
                <a:buFont typeface="Ubuntu" panose="020B0504030602030204" pitchFamily="34" charset="0"/>
                <a:buChar char="–"/>
                <a:defRPr sz="1400" kern="1200" baseline="0">
                  <a:solidFill>
                    <a:schemeClr val="tx1"/>
                  </a:solidFill>
                  <a:latin typeface="Ubuntu" panose="020B0504030602030204" pitchFamily="34" charset="0"/>
                  <a:ea typeface="+mn-ea"/>
                  <a:cs typeface="+mn-cs"/>
                </a:defRPr>
              </a:lvl4pPr>
              <a:lvl5pPr marL="717550" indent="-177800" algn="l" defTabSz="914400" rtl="0" eaLnBrk="1" latinLnBrk="0" hangingPunct="1">
                <a:lnSpc>
                  <a:spcPct val="100000"/>
                </a:lnSpc>
                <a:spcBef>
                  <a:spcPts val="0"/>
                </a:spcBef>
                <a:spcAft>
                  <a:spcPts val="600"/>
                </a:spcAft>
                <a:buClr>
                  <a:schemeClr val="accent3"/>
                </a:buClr>
                <a:buFont typeface="Arial" panose="020B0604020202020204" pitchFamily="34" charset="0"/>
                <a:buChar char="•"/>
                <a:defRPr sz="1400" kern="1200" baseline="0">
                  <a:solidFill>
                    <a:schemeClr val="tx1"/>
                  </a:solidFill>
                  <a:latin typeface="Ubuntu" panose="020B050403060203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IN">
                  <a:solidFill>
                    <a:srgbClr val="FF66FF"/>
                  </a:solidFill>
                </a:rPr>
                <a:t>Out of Scope</a:t>
              </a:r>
              <a:endParaRPr lang="en-US">
                <a:solidFill>
                  <a:srgbClr val="FF66FF"/>
                </a:solidFill>
              </a:endParaRPr>
            </a:p>
          </p:txBody>
        </p:sp>
        <p:sp>
          <p:nvSpPr>
            <p:cNvPr id="5" name="Text Placeholder 9">
              <a:extLst>
                <a:ext uri="{FF2B5EF4-FFF2-40B4-BE49-F238E27FC236}">
                  <a16:creationId xmlns:a16="http://schemas.microsoft.com/office/drawing/2014/main" id="{F73EA25B-BA6C-7126-BA9C-33FE2A4E05C5}"/>
                </a:ext>
              </a:extLst>
            </p:cNvPr>
            <p:cNvSpPr txBox="1">
              <a:spLocks/>
            </p:cNvSpPr>
            <p:nvPr/>
          </p:nvSpPr>
          <p:spPr>
            <a:xfrm>
              <a:off x="6679933" y="1373854"/>
              <a:ext cx="5313145" cy="4257393"/>
            </a:xfrm>
            <a:prstGeom prst="rect">
              <a:avLst/>
            </a:prstGeom>
          </p:spPr>
          <p:txBody>
            <a:bodyPr vert="horz" lIns="0" tIns="0" rIns="0" bIns="0" rtlCol="0" anchor="t">
              <a:noAutofit/>
            </a:bodyPr>
            <a:lstStyle>
              <a:lvl1pPr marL="0" indent="0" algn="l" defTabSz="914400" rtl="0" eaLnBrk="1" latinLnBrk="0" hangingPunct="1">
                <a:lnSpc>
                  <a:spcPct val="100000"/>
                </a:lnSpc>
                <a:spcBef>
                  <a:spcPts val="0"/>
                </a:spcBef>
                <a:spcAft>
                  <a:spcPts val="600"/>
                </a:spcAft>
                <a:buFont typeface="Arial" panose="020B0604020202020204" pitchFamily="34" charset="0"/>
                <a:buNone/>
                <a:defRPr sz="2000" kern="1200" baseline="0">
                  <a:solidFill>
                    <a:schemeClr val="tx1"/>
                  </a:solidFill>
                  <a:latin typeface="Ubuntu" panose="020B0504030602030204" pitchFamily="34" charset="0"/>
                  <a:ea typeface="+mn-ea"/>
                  <a:cs typeface="+mn-cs"/>
                </a:defRPr>
              </a:lvl1pPr>
              <a:lvl2pPr marL="177800" indent="-177800" algn="l" defTabSz="914400" rtl="0" eaLnBrk="1" latinLnBrk="0" hangingPunct="1">
                <a:lnSpc>
                  <a:spcPct val="100000"/>
                </a:lnSpc>
                <a:spcBef>
                  <a:spcPts val="0"/>
                </a:spcBef>
                <a:spcAft>
                  <a:spcPts val="600"/>
                </a:spcAft>
                <a:buClr>
                  <a:schemeClr val="accent1"/>
                </a:buClr>
                <a:buFont typeface="Wingdings" panose="05000000000000000000" pitchFamily="2" charset="2"/>
                <a:buChar char="§"/>
                <a:defRPr sz="1800" kern="1200" baseline="0">
                  <a:solidFill>
                    <a:schemeClr val="tx1"/>
                  </a:solidFill>
                  <a:latin typeface="Ubuntu" panose="020B0504030602030204" pitchFamily="34" charset="0"/>
                  <a:ea typeface="+mn-ea"/>
                  <a:cs typeface="+mn-cs"/>
                </a:defRPr>
              </a:lvl2pPr>
              <a:lvl3pPr marL="361950" indent="-184150" algn="l" defTabSz="914400" rtl="0" eaLnBrk="1" latinLnBrk="0" hangingPunct="1">
                <a:lnSpc>
                  <a:spcPct val="100000"/>
                </a:lnSpc>
                <a:spcBef>
                  <a:spcPts val="0"/>
                </a:spcBef>
                <a:spcAft>
                  <a:spcPts val="600"/>
                </a:spcAft>
                <a:buClr>
                  <a:schemeClr val="accent2"/>
                </a:buClr>
                <a:buFont typeface="Arial" panose="020B0604020202020204" pitchFamily="34" charset="0"/>
                <a:buChar char="•"/>
                <a:defRPr sz="1600" kern="1200" baseline="0">
                  <a:solidFill>
                    <a:schemeClr val="tx1"/>
                  </a:solidFill>
                  <a:latin typeface="Ubuntu" panose="020B0504030602030204" pitchFamily="34" charset="0"/>
                  <a:ea typeface="+mn-ea"/>
                  <a:cs typeface="+mn-cs"/>
                </a:defRPr>
              </a:lvl3pPr>
              <a:lvl4pPr marL="539750" indent="-177800" algn="l" defTabSz="914400" rtl="0" eaLnBrk="1" latinLnBrk="0" hangingPunct="1">
                <a:lnSpc>
                  <a:spcPct val="100000"/>
                </a:lnSpc>
                <a:spcBef>
                  <a:spcPts val="0"/>
                </a:spcBef>
                <a:spcAft>
                  <a:spcPts val="600"/>
                </a:spcAft>
                <a:buClr>
                  <a:schemeClr val="tx1"/>
                </a:buClr>
                <a:buFont typeface="Ubuntu" panose="020B0504030602030204" pitchFamily="34" charset="0"/>
                <a:buChar char="–"/>
                <a:defRPr sz="1400" kern="1200" baseline="0">
                  <a:solidFill>
                    <a:schemeClr val="tx1"/>
                  </a:solidFill>
                  <a:latin typeface="Ubuntu" panose="020B0504030602030204" pitchFamily="34" charset="0"/>
                  <a:ea typeface="+mn-ea"/>
                  <a:cs typeface="+mn-cs"/>
                </a:defRPr>
              </a:lvl4pPr>
              <a:lvl5pPr marL="717550" indent="-177800" algn="l" defTabSz="914400" rtl="0" eaLnBrk="1" latinLnBrk="0" hangingPunct="1">
                <a:lnSpc>
                  <a:spcPct val="100000"/>
                </a:lnSpc>
                <a:spcBef>
                  <a:spcPts val="0"/>
                </a:spcBef>
                <a:spcAft>
                  <a:spcPts val="600"/>
                </a:spcAft>
                <a:buClr>
                  <a:schemeClr val="accent3"/>
                </a:buClr>
                <a:buFont typeface="Arial" panose="020B0604020202020204" pitchFamily="34" charset="0"/>
                <a:buChar char="•"/>
                <a:defRPr sz="1400" kern="1200" baseline="0">
                  <a:solidFill>
                    <a:schemeClr val="tx1"/>
                  </a:solidFill>
                  <a:latin typeface="Ubuntu" panose="020B050403060203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Arial" panose="05000000000000000000" pitchFamily="2" charset="2"/>
                <a:buChar char="•"/>
              </a:pPr>
              <a:r>
                <a:rPr lang="en-US" sz="1200">
                  <a:latin typeface="Ubuntu"/>
                  <a:cs typeface="Arial"/>
                </a:rPr>
                <a:t>•End to End Testing with components outside GPAS and Billing during Sprints</a:t>
              </a:r>
              <a:endParaRPr lang="en-US">
                <a:latin typeface="Ubuntu"/>
              </a:endParaRPr>
            </a:p>
            <a:p>
              <a:pPr>
                <a:buFont typeface="Arial" panose="05000000000000000000" pitchFamily="2" charset="2"/>
                <a:buChar char="•"/>
              </a:pPr>
              <a:r>
                <a:rPr lang="en-US" sz="1200">
                  <a:latin typeface="Ubuntu"/>
                  <a:cs typeface="Arial"/>
                </a:rPr>
                <a:t>•Systems outside Guidewire - PolicyCenter &amp; BillingCenter</a:t>
              </a:r>
              <a:endParaRPr lang="en-US">
                <a:latin typeface="Ubuntu"/>
              </a:endParaRPr>
            </a:p>
            <a:p>
              <a:pPr>
                <a:buFont typeface="Arial" panose="05000000000000000000" pitchFamily="2" charset="2"/>
                <a:buChar char="•"/>
              </a:pPr>
              <a:r>
                <a:rPr lang="en-US" sz="1200">
                  <a:latin typeface="Ubuntu"/>
                  <a:cs typeface="Arial"/>
                </a:rPr>
                <a:t>•3rd party management. For example- Scheduling/Planning, agreeing contracts, managing defects etc.</a:t>
              </a:r>
              <a:endParaRPr lang="en-US">
                <a:latin typeface="Ubuntu"/>
              </a:endParaRPr>
            </a:p>
            <a:p>
              <a:pPr>
                <a:buFont typeface="Arial" panose="05000000000000000000" pitchFamily="2" charset="2"/>
                <a:buChar char="•"/>
              </a:pPr>
              <a:r>
                <a:rPr lang="en-US" sz="1200">
                  <a:latin typeface="Ubuntu"/>
                  <a:cs typeface="Arial"/>
                </a:rPr>
                <a:t>•Documents Testing (</a:t>
              </a:r>
              <a:r>
                <a:rPr lang="en-US" sz="1200" err="1">
                  <a:latin typeface="Ubuntu"/>
                  <a:cs typeface="Arial"/>
                </a:rPr>
                <a:t>DocVault</a:t>
              </a:r>
              <a:r>
                <a:rPr lang="en-US" sz="1200">
                  <a:latin typeface="Ubuntu"/>
                  <a:cs typeface="Arial"/>
                </a:rPr>
                <a:t>)</a:t>
              </a:r>
              <a:endParaRPr lang="en-US">
                <a:latin typeface="Ubuntu"/>
              </a:endParaRPr>
            </a:p>
            <a:p>
              <a:pPr>
                <a:buFont typeface="Arial" panose="05000000000000000000" pitchFamily="2" charset="2"/>
                <a:buChar char="•"/>
              </a:pPr>
              <a:r>
                <a:rPr lang="en-US" sz="1200">
                  <a:latin typeface="Ubuntu"/>
                  <a:cs typeface="Arial"/>
                </a:rPr>
                <a:t>•NFT, OAT and UAT. Refer (E2E Test strategy)</a:t>
              </a:r>
              <a:endParaRPr lang="en-US">
                <a:latin typeface="Ubuntu"/>
              </a:endParaRPr>
            </a:p>
            <a:p>
              <a:pPr>
                <a:buFont typeface="Arial" panose="05000000000000000000" pitchFamily="2" charset="2"/>
                <a:buChar char="•"/>
              </a:pPr>
              <a:r>
                <a:rPr lang="en-US" sz="1200">
                  <a:latin typeface="Ubuntu"/>
                  <a:cs typeface="Arial"/>
                </a:rPr>
                <a:t>•Beazley legacy system &amp; its corresponding integration testing</a:t>
              </a:r>
              <a:endParaRPr lang="en-US">
                <a:latin typeface="Ubuntu"/>
              </a:endParaRPr>
            </a:p>
            <a:p>
              <a:pPr>
                <a:buFont typeface="Arial" panose="05000000000000000000" pitchFamily="2" charset="2"/>
                <a:buChar char="•"/>
              </a:pPr>
              <a:r>
                <a:rPr lang="en-US" sz="1200">
                  <a:latin typeface="Ubuntu"/>
                  <a:cs typeface="Arial"/>
                </a:rPr>
                <a:t>•Downstream Systems within the Modernization Program</a:t>
              </a:r>
              <a:endParaRPr lang="en-US">
                <a:latin typeface="Ubuntu"/>
              </a:endParaRPr>
            </a:p>
            <a:p>
              <a:pPr>
                <a:buFont typeface="Arial" panose="05000000000000000000" pitchFamily="2" charset="2"/>
                <a:buChar char="•"/>
              </a:pPr>
              <a:r>
                <a:rPr lang="en-US" sz="1200">
                  <a:latin typeface="Ubuntu"/>
                  <a:cs typeface="Arial"/>
                </a:rPr>
                <a:t>•Any other components that are not part of In Scope</a:t>
              </a:r>
              <a:endParaRPr lang="en-US">
                <a:latin typeface="Ubuntu"/>
              </a:endParaRPr>
            </a:p>
            <a:p>
              <a:pPr marL="171450" indent="-171450">
                <a:buFont typeface="Wingdings" panose="05000000000000000000" pitchFamily="2" charset="2"/>
                <a:buChar char="§"/>
              </a:pPr>
              <a:endParaRPr lang="en-US" sz="1200">
                <a:latin typeface="+mj-lt"/>
                <a:cs typeface="Arial"/>
              </a:endParaRPr>
            </a:p>
            <a:p>
              <a:endParaRPr lang="en-US"/>
            </a:p>
          </p:txBody>
        </p:sp>
      </p:grpSp>
      <p:sp>
        <p:nvSpPr>
          <p:cNvPr id="7" name="TextBox 6">
            <a:extLst>
              <a:ext uri="{FF2B5EF4-FFF2-40B4-BE49-F238E27FC236}">
                <a16:creationId xmlns:a16="http://schemas.microsoft.com/office/drawing/2014/main" id="{82A3F3C1-1ABE-CC40-98A9-14C5A80876F9}"/>
              </a:ext>
            </a:extLst>
          </p:cNvPr>
          <p:cNvSpPr txBox="1"/>
          <p:nvPr/>
        </p:nvSpPr>
        <p:spPr>
          <a:xfrm>
            <a:off x="4803006" y="161435"/>
            <a:ext cx="4157447" cy="369332"/>
          </a:xfrm>
          <a:prstGeom prst="rect">
            <a:avLst/>
          </a:prstGeom>
          <a:noFill/>
        </p:spPr>
        <p:txBody>
          <a:bodyPr wrap="square" lIns="91440" tIns="45720" rIns="91440" bIns="45720" rtlCol="0" anchor="t">
            <a:spAutoFit/>
          </a:bodyPr>
          <a:lstStyle/>
          <a:p>
            <a:r>
              <a:rPr lang="en-IN">
                <a:highlight>
                  <a:srgbClr val="FFFF00"/>
                </a:highlight>
              </a:rPr>
              <a:t>Updated per Test Strategy  doc </a:t>
            </a:r>
          </a:p>
        </p:txBody>
      </p:sp>
      <p:cxnSp>
        <p:nvCxnSpPr>
          <p:cNvPr id="8" name="Straight Connector 7">
            <a:extLst>
              <a:ext uri="{FF2B5EF4-FFF2-40B4-BE49-F238E27FC236}">
                <a16:creationId xmlns:a16="http://schemas.microsoft.com/office/drawing/2014/main" id="{04A8225A-7AD7-0DD4-EA78-EA34A217852D}"/>
              </a:ext>
            </a:extLst>
          </p:cNvPr>
          <p:cNvCxnSpPr/>
          <p:nvPr/>
        </p:nvCxnSpPr>
        <p:spPr>
          <a:xfrm>
            <a:off x="68981" y="644625"/>
            <a:ext cx="10769600" cy="0"/>
          </a:xfrm>
          <a:prstGeom prst="line">
            <a:avLst/>
          </a:prstGeom>
          <a:ln w="22225"/>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138236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95" imgH="394" progId="TCLayout.ActiveDocument.1">
                  <p:embed/>
                </p:oleObj>
              </mc:Choice>
              <mc:Fallback>
                <p:oleObj name="think-cell Slide" r:id="rId4" imgW="395" imgH="394" progId="TCLayout.ActiveDocument.1">
                  <p:embed/>
                  <p:pic>
                    <p:nvPicPr>
                      <p:cNvPr id="4" name="Object 3" hidden="1"/>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 name="Rectangle 2" hidden="1"/>
          <p:cNvSpPr/>
          <p:nvPr>
            <p:custDataLst>
              <p:tags r:id="rId2"/>
            </p:custDataLst>
          </p:nvPr>
        </p:nvSpPr>
        <p:spPr>
          <a:xfrm>
            <a:off x="0" y="0"/>
            <a:ext cx="158750" cy="158750"/>
          </a:xfrm>
          <a:prstGeom prst="rect">
            <a:avLst/>
          </a:prstGeom>
          <a:solidFill>
            <a:srgbClr val="E51B24"/>
          </a:solidFill>
          <a:ln w="9525" cap="rnd" cmpd="sng" algn="ctr">
            <a:solidFill>
              <a:srgbClr val="E51B24"/>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ct val="0"/>
              </a:spcBef>
              <a:spcAft>
                <a:spcPct val="0"/>
              </a:spcAft>
              <a:buClrTx/>
              <a:buSzTx/>
              <a:buFontTx/>
              <a:buNone/>
              <a:tabLst/>
              <a:defRPr/>
            </a:pPr>
            <a:endParaRPr kumimoji="0" lang="de-DE" sz="2400" b="0" i="0" u="none" strike="noStrike" kern="1200" cap="none" spc="0" normalizeH="0" baseline="0" noProof="0">
              <a:ln>
                <a:noFill/>
              </a:ln>
              <a:solidFill>
                <a:srgbClr val="FFFFFF"/>
              </a:solidFill>
              <a:effectLst/>
              <a:uLnTx/>
              <a:uFillTx/>
              <a:latin typeface="Trebuchet MS" panose="020B0603020202020204" pitchFamily="34" charset="0"/>
              <a:ea typeface="+mn-ea"/>
              <a:cs typeface="+mn-cs"/>
              <a:sym typeface="Trebuchet MS" panose="020B0603020202020204" pitchFamily="34" charset="0"/>
            </a:endParaRPr>
          </a:p>
        </p:txBody>
      </p:sp>
      <p:sp>
        <p:nvSpPr>
          <p:cNvPr id="75" name="TextBox 74"/>
          <p:cNvSpPr txBox="1"/>
          <p:nvPr/>
        </p:nvSpPr>
        <p:spPr bwMode="gray">
          <a:xfrm>
            <a:off x="9979537" y="4068286"/>
            <a:ext cx="993902" cy="492443"/>
          </a:xfrm>
          <a:prstGeom prst="rect">
            <a:avLst/>
          </a:prstGeom>
          <a:noFill/>
          <a:ln>
            <a:noFill/>
          </a:ln>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prstClr val="black"/>
                </a:solidFill>
                <a:effectLst/>
                <a:uLnTx/>
                <a:uFillTx/>
                <a:latin typeface="Ubuntu"/>
                <a:ea typeface="+mn-ea"/>
                <a:cs typeface="Calibri" panose="020F0502020204030204" pitchFamily="34" charset="0"/>
              </a:rPr>
              <a:t>Future Sprints</a:t>
            </a:r>
          </a:p>
        </p:txBody>
      </p:sp>
      <p:sp>
        <p:nvSpPr>
          <p:cNvPr id="84" name="Block arrow"/>
          <p:cNvSpPr>
            <a:spLocks noChangeArrowheads="1"/>
          </p:cNvSpPr>
          <p:nvPr/>
        </p:nvSpPr>
        <p:spPr bwMode="gray">
          <a:xfrm>
            <a:off x="2516105" y="4496995"/>
            <a:ext cx="2174036" cy="623691"/>
          </a:xfrm>
          <a:prstGeom prst="rightArrow">
            <a:avLst>
              <a:gd name="adj1" fmla="val 64493"/>
              <a:gd name="adj2" fmla="val 38744"/>
            </a:avLst>
          </a:prstGeom>
          <a:solidFill>
            <a:srgbClr val="D763C6"/>
          </a:solidFill>
          <a:ln w="9525" cap="flat" cmpd="sng" algn="ctr">
            <a:solidFill>
              <a:schemeClr val="bg1"/>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21" tIns="70887" rIns="72021" bIns="70887"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103" b="0"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endParaRPr>
          </a:p>
        </p:txBody>
      </p:sp>
      <p:sp>
        <p:nvSpPr>
          <p:cNvPr id="85" name="Block arrow"/>
          <p:cNvSpPr>
            <a:spLocks noChangeArrowheads="1"/>
          </p:cNvSpPr>
          <p:nvPr/>
        </p:nvSpPr>
        <p:spPr bwMode="gray">
          <a:xfrm>
            <a:off x="8945339" y="4503710"/>
            <a:ext cx="883121" cy="623691"/>
          </a:xfrm>
          <a:prstGeom prst="rightArrow">
            <a:avLst>
              <a:gd name="adj1" fmla="val 64493"/>
              <a:gd name="adj2" fmla="val 38744"/>
            </a:avLst>
          </a:prstGeom>
          <a:solidFill>
            <a:srgbClr val="D763C6"/>
          </a:solidFill>
          <a:ln w="0">
            <a:solidFill>
              <a:schemeClr val="bg1"/>
            </a:solidFill>
            <a:prstDash val="solid"/>
            <a:round/>
            <a:headEnd/>
            <a:tailEnd/>
          </a:ln>
        </p:spPr>
        <p:txBody>
          <a:bodyPr vert="horz" wrap="square" lIns="72021" tIns="36011" rIns="72021" bIns="36011"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18" b="0" i="0" u="none" strike="noStrike" kern="1200" cap="none" spc="0" normalizeH="0" baseline="0" noProof="0">
              <a:ln>
                <a:noFill/>
              </a:ln>
              <a:solidFill>
                <a:srgbClr val="575757"/>
              </a:solidFill>
              <a:effectLst/>
              <a:uLnTx/>
              <a:uFillTx/>
              <a:latin typeface="Calibri" panose="020F0502020204030204" pitchFamily="34" charset="0"/>
              <a:ea typeface="+mn-ea"/>
              <a:cs typeface="Calibri" panose="020F0502020204030204" pitchFamily="34" charset="0"/>
            </a:endParaRPr>
          </a:p>
        </p:txBody>
      </p:sp>
      <p:grpSp>
        <p:nvGrpSpPr>
          <p:cNvPr id="80" name="Group 79"/>
          <p:cNvGrpSpPr/>
          <p:nvPr/>
        </p:nvGrpSpPr>
        <p:grpSpPr>
          <a:xfrm flipH="1">
            <a:off x="4433473" y="2192654"/>
            <a:ext cx="1427112" cy="1904003"/>
            <a:chOff x="6278239" y="2321242"/>
            <a:chExt cx="1569228" cy="2093610"/>
          </a:xfrm>
          <a:solidFill>
            <a:srgbClr val="D763C6"/>
          </a:solidFill>
        </p:grpSpPr>
        <p:sp>
          <p:nvSpPr>
            <p:cNvPr id="81" name="Freeform 27"/>
            <p:cNvSpPr>
              <a:spLocks/>
            </p:cNvSpPr>
            <p:nvPr/>
          </p:nvSpPr>
          <p:spPr bwMode="gray">
            <a:xfrm flipV="1">
              <a:off x="6937494" y="2641188"/>
              <a:ext cx="625999" cy="1773664"/>
            </a:xfrm>
            <a:custGeom>
              <a:avLst/>
              <a:gdLst>
                <a:gd name="T0" fmla="*/ 268 w 444"/>
                <a:gd name="T1" fmla="*/ 1258 h 1258"/>
                <a:gd name="T2" fmla="*/ 313 w 444"/>
                <a:gd name="T3" fmla="*/ 1174 h 1258"/>
                <a:gd name="T4" fmla="*/ 351 w 444"/>
                <a:gd name="T5" fmla="*/ 1088 h 1258"/>
                <a:gd name="T6" fmla="*/ 382 w 444"/>
                <a:gd name="T7" fmla="*/ 1001 h 1258"/>
                <a:gd name="T8" fmla="*/ 407 w 444"/>
                <a:gd name="T9" fmla="*/ 911 h 1258"/>
                <a:gd name="T10" fmla="*/ 425 w 444"/>
                <a:gd name="T11" fmla="*/ 821 h 1258"/>
                <a:gd name="T12" fmla="*/ 437 w 444"/>
                <a:gd name="T13" fmla="*/ 728 h 1258"/>
                <a:gd name="T14" fmla="*/ 444 w 444"/>
                <a:gd name="T15" fmla="*/ 632 h 1258"/>
                <a:gd name="T16" fmla="*/ 442 w 444"/>
                <a:gd name="T17" fmla="*/ 538 h 1258"/>
                <a:gd name="T18" fmla="*/ 435 w 444"/>
                <a:gd name="T19" fmla="*/ 444 h 1258"/>
                <a:gd name="T20" fmla="*/ 420 w 444"/>
                <a:gd name="T21" fmla="*/ 352 h 1258"/>
                <a:gd name="T22" fmla="*/ 399 w 444"/>
                <a:gd name="T23" fmla="*/ 262 h 1258"/>
                <a:gd name="T24" fmla="*/ 372 w 444"/>
                <a:gd name="T25" fmla="*/ 173 h 1258"/>
                <a:gd name="T26" fmla="*/ 338 w 444"/>
                <a:gd name="T27" fmla="*/ 85 h 1258"/>
                <a:gd name="T28" fmla="*/ 297 w 444"/>
                <a:gd name="T29" fmla="*/ 0 h 1258"/>
                <a:gd name="T30" fmla="*/ 167 w 444"/>
                <a:gd name="T31" fmla="*/ 84 h 1258"/>
                <a:gd name="T32" fmla="*/ 29 w 444"/>
                <a:gd name="T33" fmla="*/ 154 h 1258"/>
                <a:gd name="T34" fmla="*/ 64 w 444"/>
                <a:gd name="T35" fmla="*/ 230 h 1258"/>
                <a:gd name="T36" fmla="*/ 92 w 444"/>
                <a:gd name="T37" fmla="*/ 307 h 1258"/>
                <a:gd name="T38" fmla="*/ 113 w 444"/>
                <a:gd name="T39" fmla="*/ 387 h 1258"/>
                <a:gd name="T40" fmla="*/ 126 w 444"/>
                <a:gd name="T41" fmla="*/ 467 h 1258"/>
                <a:gd name="T42" fmla="*/ 133 w 444"/>
                <a:gd name="T43" fmla="*/ 550 h 1258"/>
                <a:gd name="T44" fmla="*/ 135 w 444"/>
                <a:gd name="T45" fmla="*/ 632 h 1258"/>
                <a:gd name="T46" fmla="*/ 128 w 444"/>
                <a:gd name="T47" fmla="*/ 716 h 1258"/>
                <a:gd name="T48" fmla="*/ 116 w 444"/>
                <a:gd name="T49" fmla="*/ 797 h 1258"/>
                <a:gd name="T50" fmla="*/ 97 w 444"/>
                <a:gd name="T51" fmla="*/ 877 h 1258"/>
                <a:gd name="T52" fmla="*/ 72 w 444"/>
                <a:gd name="T53" fmla="*/ 954 h 1258"/>
                <a:gd name="T54" fmla="*/ 39 w 444"/>
                <a:gd name="T55" fmla="*/ 1030 h 1258"/>
                <a:gd name="T56" fmla="*/ 0 w 444"/>
                <a:gd name="T57" fmla="*/ 1103 h 1258"/>
                <a:gd name="T58" fmla="*/ 1 w 444"/>
                <a:gd name="T59" fmla="*/ 1103 h 1258"/>
                <a:gd name="T60" fmla="*/ 131 w 444"/>
                <a:gd name="T61" fmla="*/ 1187 h 1258"/>
                <a:gd name="T62" fmla="*/ 267 w 444"/>
                <a:gd name="T63" fmla="*/ 1258 h 1258"/>
                <a:gd name="T64" fmla="*/ 268 w 444"/>
                <a:gd name="T65" fmla="*/ 1258 h 12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444" h="1258">
                  <a:moveTo>
                    <a:pt x="268" y="1258"/>
                  </a:moveTo>
                  <a:lnTo>
                    <a:pt x="313" y="1174"/>
                  </a:lnTo>
                  <a:lnTo>
                    <a:pt x="351" y="1088"/>
                  </a:lnTo>
                  <a:lnTo>
                    <a:pt x="382" y="1001"/>
                  </a:lnTo>
                  <a:lnTo>
                    <a:pt x="407" y="911"/>
                  </a:lnTo>
                  <a:lnTo>
                    <a:pt x="425" y="821"/>
                  </a:lnTo>
                  <a:lnTo>
                    <a:pt x="437" y="728"/>
                  </a:lnTo>
                  <a:lnTo>
                    <a:pt x="444" y="632"/>
                  </a:lnTo>
                  <a:lnTo>
                    <a:pt x="442" y="538"/>
                  </a:lnTo>
                  <a:lnTo>
                    <a:pt x="435" y="444"/>
                  </a:lnTo>
                  <a:lnTo>
                    <a:pt x="420" y="352"/>
                  </a:lnTo>
                  <a:lnTo>
                    <a:pt x="399" y="262"/>
                  </a:lnTo>
                  <a:lnTo>
                    <a:pt x="372" y="173"/>
                  </a:lnTo>
                  <a:lnTo>
                    <a:pt x="338" y="85"/>
                  </a:lnTo>
                  <a:lnTo>
                    <a:pt x="297" y="0"/>
                  </a:lnTo>
                  <a:lnTo>
                    <a:pt x="167" y="84"/>
                  </a:lnTo>
                  <a:lnTo>
                    <a:pt x="29" y="154"/>
                  </a:lnTo>
                  <a:lnTo>
                    <a:pt x="64" y="230"/>
                  </a:lnTo>
                  <a:lnTo>
                    <a:pt x="92" y="307"/>
                  </a:lnTo>
                  <a:lnTo>
                    <a:pt x="113" y="387"/>
                  </a:lnTo>
                  <a:lnTo>
                    <a:pt x="126" y="467"/>
                  </a:lnTo>
                  <a:lnTo>
                    <a:pt x="133" y="550"/>
                  </a:lnTo>
                  <a:lnTo>
                    <a:pt x="135" y="632"/>
                  </a:lnTo>
                  <a:lnTo>
                    <a:pt x="128" y="716"/>
                  </a:lnTo>
                  <a:lnTo>
                    <a:pt x="116" y="797"/>
                  </a:lnTo>
                  <a:lnTo>
                    <a:pt x="97" y="877"/>
                  </a:lnTo>
                  <a:lnTo>
                    <a:pt x="72" y="954"/>
                  </a:lnTo>
                  <a:lnTo>
                    <a:pt x="39" y="1030"/>
                  </a:lnTo>
                  <a:lnTo>
                    <a:pt x="0" y="1103"/>
                  </a:lnTo>
                  <a:lnTo>
                    <a:pt x="1" y="1103"/>
                  </a:lnTo>
                  <a:lnTo>
                    <a:pt x="131" y="1187"/>
                  </a:lnTo>
                  <a:lnTo>
                    <a:pt x="267" y="1258"/>
                  </a:lnTo>
                  <a:lnTo>
                    <a:pt x="268" y="1258"/>
                  </a:lnTo>
                  <a:close/>
                </a:path>
              </a:pathLst>
            </a:custGeom>
            <a:grpFill/>
            <a:ln w="0">
              <a:noFill/>
              <a:prstDash val="solid"/>
              <a:round/>
              <a:headEnd/>
              <a:tailEnd/>
            </a:ln>
          </p:spPr>
          <p:txBody>
            <a:bodyPr vert="horz" wrap="square" lIns="72021" tIns="36011" rIns="72021" bIns="36011"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18" b="0" i="0" u="none" strike="noStrike" kern="1200" cap="none" spc="0" normalizeH="0" baseline="0" noProof="0">
                <a:ln>
                  <a:noFill/>
                </a:ln>
                <a:solidFill>
                  <a:srgbClr val="575757"/>
                </a:solidFill>
                <a:effectLst/>
                <a:uLnTx/>
                <a:uFillTx/>
                <a:latin typeface="Calibri" panose="020F0502020204030204" pitchFamily="34" charset="0"/>
                <a:ea typeface="+mn-ea"/>
                <a:cs typeface="Calibri" panose="020F0502020204030204" pitchFamily="34" charset="0"/>
              </a:endParaRPr>
            </a:p>
          </p:txBody>
        </p:sp>
        <p:sp>
          <p:nvSpPr>
            <p:cNvPr id="82" name="Freeform 28"/>
            <p:cNvSpPr>
              <a:spLocks/>
            </p:cNvSpPr>
            <p:nvPr/>
          </p:nvSpPr>
          <p:spPr bwMode="gray">
            <a:xfrm rot="1909035" flipV="1">
              <a:off x="6278239" y="2321242"/>
              <a:ext cx="1569228" cy="1071530"/>
            </a:xfrm>
            <a:custGeom>
              <a:avLst/>
              <a:gdLst>
                <a:gd name="T0" fmla="*/ 8 w 1113"/>
                <a:gd name="T1" fmla="*/ 760 h 760"/>
                <a:gd name="T2" fmla="*/ 104 w 1113"/>
                <a:gd name="T3" fmla="*/ 756 h 760"/>
                <a:gd name="T4" fmla="*/ 197 w 1113"/>
                <a:gd name="T5" fmla="*/ 747 h 760"/>
                <a:gd name="T6" fmla="*/ 288 w 1113"/>
                <a:gd name="T7" fmla="*/ 730 h 760"/>
                <a:gd name="T8" fmla="*/ 377 w 1113"/>
                <a:gd name="T9" fmla="*/ 707 h 760"/>
                <a:gd name="T10" fmla="*/ 466 w 1113"/>
                <a:gd name="T11" fmla="*/ 677 h 760"/>
                <a:gd name="T12" fmla="*/ 553 w 1113"/>
                <a:gd name="T13" fmla="*/ 641 h 760"/>
                <a:gd name="T14" fmla="*/ 638 w 1113"/>
                <a:gd name="T15" fmla="*/ 599 h 760"/>
                <a:gd name="T16" fmla="*/ 719 w 1113"/>
                <a:gd name="T17" fmla="*/ 550 h 760"/>
                <a:gd name="T18" fmla="*/ 796 w 1113"/>
                <a:gd name="T19" fmla="*/ 497 h 760"/>
                <a:gd name="T20" fmla="*/ 868 w 1113"/>
                <a:gd name="T21" fmla="*/ 438 h 760"/>
                <a:gd name="T22" fmla="*/ 936 w 1113"/>
                <a:gd name="T23" fmla="*/ 375 h 760"/>
                <a:gd name="T24" fmla="*/ 1000 w 1113"/>
                <a:gd name="T25" fmla="*/ 307 h 760"/>
                <a:gd name="T26" fmla="*/ 1058 w 1113"/>
                <a:gd name="T27" fmla="*/ 233 h 760"/>
                <a:gd name="T28" fmla="*/ 1113 w 1113"/>
                <a:gd name="T29" fmla="*/ 155 h 760"/>
                <a:gd name="T30" fmla="*/ 974 w 1113"/>
                <a:gd name="T31" fmla="*/ 84 h 760"/>
                <a:gd name="T32" fmla="*/ 845 w 1113"/>
                <a:gd name="T33" fmla="*/ 0 h 760"/>
                <a:gd name="T34" fmla="*/ 796 w 1113"/>
                <a:gd name="T35" fmla="*/ 69 h 760"/>
                <a:gd name="T36" fmla="*/ 742 w 1113"/>
                <a:gd name="T37" fmla="*/ 131 h 760"/>
                <a:gd name="T38" fmla="*/ 685 w 1113"/>
                <a:gd name="T39" fmla="*/ 189 h 760"/>
                <a:gd name="T40" fmla="*/ 622 w 1113"/>
                <a:gd name="T41" fmla="*/ 241 h 760"/>
                <a:gd name="T42" fmla="*/ 555 w 1113"/>
                <a:gd name="T43" fmla="*/ 288 h 760"/>
                <a:gd name="T44" fmla="*/ 483 w 1113"/>
                <a:gd name="T45" fmla="*/ 332 h 760"/>
                <a:gd name="T46" fmla="*/ 409 w 1113"/>
                <a:gd name="T47" fmla="*/ 368 h 760"/>
                <a:gd name="T48" fmla="*/ 331 w 1113"/>
                <a:gd name="T49" fmla="*/ 397 h 760"/>
                <a:gd name="T50" fmla="*/ 253 w 1113"/>
                <a:gd name="T51" fmla="*/ 421 h 760"/>
                <a:gd name="T52" fmla="*/ 173 w 1113"/>
                <a:gd name="T53" fmla="*/ 438 h 760"/>
                <a:gd name="T54" fmla="*/ 92 w 1113"/>
                <a:gd name="T55" fmla="*/ 448 h 760"/>
                <a:gd name="T56" fmla="*/ 8 w 1113"/>
                <a:gd name="T57" fmla="*/ 451 h 760"/>
                <a:gd name="T58" fmla="*/ 0 w 1113"/>
                <a:gd name="T59" fmla="*/ 605 h 760"/>
                <a:gd name="T60" fmla="*/ 8 w 1113"/>
                <a:gd name="T61" fmla="*/ 760 h 7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113" h="760">
                  <a:moveTo>
                    <a:pt x="8" y="760"/>
                  </a:moveTo>
                  <a:lnTo>
                    <a:pt x="104" y="756"/>
                  </a:lnTo>
                  <a:lnTo>
                    <a:pt x="197" y="747"/>
                  </a:lnTo>
                  <a:lnTo>
                    <a:pt x="288" y="730"/>
                  </a:lnTo>
                  <a:lnTo>
                    <a:pt x="377" y="707"/>
                  </a:lnTo>
                  <a:lnTo>
                    <a:pt x="466" y="677"/>
                  </a:lnTo>
                  <a:lnTo>
                    <a:pt x="553" y="641"/>
                  </a:lnTo>
                  <a:lnTo>
                    <a:pt x="638" y="599"/>
                  </a:lnTo>
                  <a:lnTo>
                    <a:pt x="719" y="550"/>
                  </a:lnTo>
                  <a:lnTo>
                    <a:pt x="796" y="497"/>
                  </a:lnTo>
                  <a:lnTo>
                    <a:pt x="868" y="438"/>
                  </a:lnTo>
                  <a:lnTo>
                    <a:pt x="936" y="375"/>
                  </a:lnTo>
                  <a:lnTo>
                    <a:pt x="1000" y="307"/>
                  </a:lnTo>
                  <a:lnTo>
                    <a:pt x="1058" y="233"/>
                  </a:lnTo>
                  <a:lnTo>
                    <a:pt x="1113" y="155"/>
                  </a:lnTo>
                  <a:lnTo>
                    <a:pt x="974" y="84"/>
                  </a:lnTo>
                  <a:lnTo>
                    <a:pt x="845" y="0"/>
                  </a:lnTo>
                  <a:lnTo>
                    <a:pt x="796" y="69"/>
                  </a:lnTo>
                  <a:lnTo>
                    <a:pt x="742" y="131"/>
                  </a:lnTo>
                  <a:lnTo>
                    <a:pt x="685" y="189"/>
                  </a:lnTo>
                  <a:lnTo>
                    <a:pt x="622" y="241"/>
                  </a:lnTo>
                  <a:lnTo>
                    <a:pt x="555" y="288"/>
                  </a:lnTo>
                  <a:lnTo>
                    <a:pt x="483" y="332"/>
                  </a:lnTo>
                  <a:lnTo>
                    <a:pt x="409" y="368"/>
                  </a:lnTo>
                  <a:lnTo>
                    <a:pt x="331" y="397"/>
                  </a:lnTo>
                  <a:lnTo>
                    <a:pt x="253" y="421"/>
                  </a:lnTo>
                  <a:lnTo>
                    <a:pt x="173" y="438"/>
                  </a:lnTo>
                  <a:lnTo>
                    <a:pt x="92" y="448"/>
                  </a:lnTo>
                  <a:lnTo>
                    <a:pt x="8" y="451"/>
                  </a:lnTo>
                  <a:lnTo>
                    <a:pt x="0" y="605"/>
                  </a:lnTo>
                  <a:lnTo>
                    <a:pt x="8" y="760"/>
                  </a:lnTo>
                  <a:close/>
                </a:path>
              </a:pathLst>
            </a:custGeom>
            <a:grpFill/>
            <a:ln w="0">
              <a:noFill/>
              <a:prstDash val="solid"/>
              <a:round/>
              <a:headEnd/>
              <a:tailEnd/>
            </a:ln>
          </p:spPr>
          <p:txBody>
            <a:bodyPr vert="horz" wrap="square" lIns="72021" tIns="36011" rIns="72021" bIns="36011"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18" b="0" i="0" u="none" strike="noStrike" kern="1200" cap="none" spc="0" normalizeH="0" baseline="0" noProof="0">
                <a:ln>
                  <a:noFill/>
                </a:ln>
                <a:solidFill>
                  <a:srgbClr val="575757"/>
                </a:solidFill>
                <a:effectLst/>
                <a:uLnTx/>
                <a:uFillTx/>
                <a:latin typeface="Calibri" panose="020F0502020204030204" pitchFamily="34" charset="0"/>
                <a:ea typeface="+mn-ea"/>
                <a:cs typeface="Calibri" panose="020F0502020204030204" pitchFamily="34" charset="0"/>
              </a:endParaRPr>
            </a:p>
          </p:txBody>
        </p:sp>
      </p:grpSp>
      <p:sp>
        <p:nvSpPr>
          <p:cNvPr id="83" name="Freeform 26"/>
          <p:cNvSpPr>
            <a:spLocks/>
          </p:cNvSpPr>
          <p:nvPr/>
        </p:nvSpPr>
        <p:spPr bwMode="gray">
          <a:xfrm flipV="1">
            <a:off x="6457104" y="3967154"/>
            <a:ext cx="1379668" cy="1037317"/>
          </a:xfrm>
          <a:custGeom>
            <a:avLst/>
            <a:gdLst>
              <a:gd name="T0" fmla="*/ 1076 w 1076"/>
              <a:gd name="T1" fmla="*/ 654 h 809"/>
              <a:gd name="T2" fmla="*/ 1025 w 1076"/>
              <a:gd name="T3" fmla="*/ 574 h 809"/>
              <a:gd name="T4" fmla="*/ 970 w 1076"/>
              <a:gd name="T5" fmla="*/ 498 h 809"/>
              <a:gd name="T6" fmla="*/ 910 w 1076"/>
              <a:gd name="T7" fmla="*/ 426 h 809"/>
              <a:gd name="T8" fmla="*/ 846 w 1076"/>
              <a:gd name="T9" fmla="*/ 361 h 809"/>
              <a:gd name="T10" fmla="*/ 775 w 1076"/>
              <a:gd name="T11" fmla="*/ 299 h 809"/>
              <a:gd name="T12" fmla="*/ 701 w 1076"/>
              <a:gd name="T13" fmla="*/ 242 h 809"/>
              <a:gd name="T14" fmla="*/ 622 w 1076"/>
              <a:gd name="T15" fmla="*/ 189 h 809"/>
              <a:gd name="T16" fmla="*/ 540 w 1076"/>
              <a:gd name="T17" fmla="*/ 144 h 809"/>
              <a:gd name="T18" fmla="*/ 454 w 1076"/>
              <a:gd name="T19" fmla="*/ 103 h 809"/>
              <a:gd name="T20" fmla="*/ 367 w 1076"/>
              <a:gd name="T21" fmla="*/ 69 h 809"/>
              <a:gd name="T22" fmla="*/ 279 w 1076"/>
              <a:gd name="T23" fmla="*/ 43 h 809"/>
              <a:gd name="T24" fmla="*/ 187 w 1076"/>
              <a:gd name="T25" fmla="*/ 22 h 809"/>
              <a:gd name="T26" fmla="*/ 96 w 1076"/>
              <a:gd name="T27" fmla="*/ 7 h 809"/>
              <a:gd name="T28" fmla="*/ 0 w 1076"/>
              <a:gd name="T29" fmla="*/ 0 h 809"/>
              <a:gd name="T30" fmla="*/ 8 w 1076"/>
              <a:gd name="T31" fmla="*/ 155 h 809"/>
              <a:gd name="T32" fmla="*/ 0 w 1076"/>
              <a:gd name="T33" fmla="*/ 309 h 809"/>
              <a:gd name="T34" fmla="*/ 84 w 1076"/>
              <a:gd name="T35" fmla="*/ 318 h 809"/>
              <a:gd name="T36" fmla="*/ 164 w 1076"/>
              <a:gd name="T37" fmla="*/ 332 h 809"/>
              <a:gd name="T38" fmla="*/ 244 w 1076"/>
              <a:gd name="T39" fmla="*/ 353 h 809"/>
              <a:gd name="T40" fmla="*/ 320 w 1076"/>
              <a:gd name="T41" fmla="*/ 382 h 809"/>
              <a:gd name="T42" fmla="*/ 394 w 1076"/>
              <a:gd name="T43" fmla="*/ 416 h 809"/>
              <a:gd name="T44" fmla="*/ 468 w 1076"/>
              <a:gd name="T45" fmla="*/ 456 h 809"/>
              <a:gd name="T46" fmla="*/ 537 w 1076"/>
              <a:gd name="T47" fmla="*/ 504 h 809"/>
              <a:gd name="T48" fmla="*/ 601 w 1076"/>
              <a:gd name="T49" fmla="*/ 555 h 809"/>
              <a:gd name="T50" fmla="*/ 660 w 1076"/>
              <a:gd name="T51" fmla="*/ 611 h 809"/>
              <a:gd name="T52" fmla="*/ 715 w 1076"/>
              <a:gd name="T53" fmla="*/ 672 h 809"/>
              <a:gd name="T54" fmla="*/ 763 w 1076"/>
              <a:gd name="T55" fmla="*/ 738 h 809"/>
              <a:gd name="T56" fmla="*/ 808 w 1076"/>
              <a:gd name="T57" fmla="*/ 809 h 809"/>
              <a:gd name="T58" fmla="*/ 809 w 1076"/>
              <a:gd name="T59" fmla="*/ 809 h 809"/>
              <a:gd name="T60" fmla="*/ 945 w 1076"/>
              <a:gd name="T61" fmla="*/ 738 h 809"/>
              <a:gd name="T62" fmla="*/ 1075 w 1076"/>
              <a:gd name="T63" fmla="*/ 654 h 809"/>
              <a:gd name="T64" fmla="*/ 1076 w 1076"/>
              <a:gd name="T65" fmla="*/ 654 h 8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076" h="809">
                <a:moveTo>
                  <a:pt x="1076" y="654"/>
                </a:moveTo>
                <a:lnTo>
                  <a:pt x="1025" y="574"/>
                </a:lnTo>
                <a:lnTo>
                  <a:pt x="970" y="498"/>
                </a:lnTo>
                <a:lnTo>
                  <a:pt x="910" y="426"/>
                </a:lnTo>
                <a:lnTo>
                  <a:pt x="846" y="361"/>
                </a:lnTo>
                <a:lnTo>
                  <a:pt x="775" y="299"/>
                </a:lnTo>
                <a:lnTo>
                  <a:pt x="701" y="242"/>
                </a:lnTo>
                <a:lnTo>
                  <a:pt x="622" y="189"/>
                </a:lnTo>
                <a:lnTo>
                  <a:pt x="540" y="144"/>
                </a:lnTo>
                <a:lnTo>
                  <a:pt x="454" y="103"/>
                </a:lnTo>
                <a:lnTo>
                  <a:pt x="367" y="69"/>
                </a:lnTo>
                <a:lnTo>
                  <a:pt x="279" y="43"/>
                </a:lnTo>
                <a:lnTo>
                  <a:pt x="187" y="22"/>
                </a:lnTo>
                <a:lnTo>
                  <a:pt x="96" y="7"/>
                </a:lnTo>
                <a:lnTo>
                  <a:pt x="0" y="0"/>
                </a:lnTo>
                <a:lnTo>
                  <a:pt x="8" y="155"/>
                </a:lnTo>
                <a:lnTo>
                  <a:pt x="0" y="309"/>
                </a:lnTo>
                <a:lnTo>
                  <a:pt x="84" y="318"/>
                </a:lnTo>
                <a:lnTo>
                  <a:pt x="164" y="332"/>
                </a:lnTo>
                <a:lnTo>
                  <a:pt x="244" y="353"/>
                </a:lnTo>
                <a:lnTo>
                  <a:pt x="320" y="382"/>
                </a:lnTo>
                <a:lnTo>
                  <a:pt x="394" y="416"/>
                </a:lnTo>
                <a:lnTo>
                  <a:pt x="468" y="456"/>
                </a:lnTo>
                <a:lnTo>
                  <a:pt x="537" y="504"/>
                </a:lnTo>
                <a:lnTo>
                  <a:pt x="601" y="555"/>
                </a:lnTo>
                <a:lnTo>
                  <a:pt x="660" y="611"/>
                </a:lnTo>
                <a:lnTo>
                  <a:pt x="715" y="672"/>
                </a:lnTo>
                <a:lnTo>
                  <a:pt x="763" y="738"/>
                </a:lnTo>
                <a:lnTo>
                  <a:pt x="808" y="809"/>
                </a:lnTo>
                <a:lnTo>
                  <a:pt x="809" y="809"/>
                </a:lnTo>
                <a:lnTo>
                  <a:pt x="945" y="738"/>
                </a:lnTo>
                <a:lnTo>
                  <a:pt x="1075" y="654"/>
                </a:lnTo>
                <a:lnTo>
                  <a:pt x="1076" y="654"/>
                </a:lnTo>
                <a:close/>
              </a:path>
            </a:pathLst>
          </a:custGeom>
          <a:solidFill>
            <a:srgbClr val="D763C6"/>
          </a:solidFill>
          <a:ln w="0">
            <a:noFill/>
            <a:prstDash val="solid"/>
            <a:round/>
            <a:headEnd/>
            <a:tailEnd/>
          </a:ln>
        </p:spPr>
        <p:txBody>
          <a:bodyPr vert="horz" wrap="square" lIns="72021" tIns="36011" rIns="72021" bIns="36011"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18" b="0" i="0" u="none" strike="noStrike" kern="1200" cap="none" spc="0" normalizeH="0" baseline="0" noProof="0">
              <a:ln>
                <a:noFill/>
              </a:ln>
              <a:solidFill>
                <a:srgbClr val="575757"/>
              </a:solidFill>
              <a:effectLst/>
              <a:uLnTx/>
              <a:uFillTx/>
              <a:latin typeface="Calibri" panose="020F0502020204030204" pitchFamily="34" charset="0"/>
              <a:ea typeface="+mn-ea"/>
              <a:cs typeface="Calibri" panose="020F0502020204030204" pitchFamily="34" charset="0"/>
            </a:endParaRPr>
          </a:p>
        </p:txBody>
      </p:sp>
      <p:grpSp>
        <p:nvGrpSpPr>
          <p:cNvPr id="87" name="Group 86"/>
          <p:cNvGrpSpPr/>
          <p:nvPr/>
        </p:nvGrpSpPr>
        <p:grpSpPr>
          <a:xfrm>
            <a:off x="6893588" y="2192654"/>
            <a:ext cx="1427112" cy="1904003"/>
            <a:chOff x="6278239" y="2321242"/>
            <a:chExt cx="1569228" cy="2093610"/>
          </a:xfrm>
          <a:solidFill>
            <a:srgbClr val="D763C6"/>
          </a:solidFill>
        </p:grpSpPr>
        <p:sp>
          <p:nvSpPr>
            <p:cNvPr id="88" name="Freeform 27"/>
            <p:cNvSpPr>
              <a:spLocks/>
            </p:cNvSpPr>
            <p:nvPr/>
          </p:nvSpPr>
          <p:spPr bwMode="gray">
            <a:xfrm flipV="1">
              <a:off x="6937494" y="2641188"/>
              <a:ext cx="625999" cy="1773664"/>
            </a:xfrm>
            <a:custGeom>
              <a:avLst/>
              <a:gdLst>
                <a:gd name="T0" fmla="*/ 268 w 444"/>
                <a:gd name="T1" fmla="*/ 1258 h 1258"/>
                <a:gd name="T2" fmla="*/ 313 w 444"/>
                <a:gd name="T3" fmla="*/ 1174 h 1258"/>
                <a:gd name="T4" fmla="*/ 351 w 444"/>
                <a:gd name="T5" fmla="*/ 1088 h 1258"/>
                <a:gd name="T6" fmla="*/ 382 w 444"/>
                <a:gd name="T7" fmla="*/ 1001 h 1258"/>
                <a:gd name="T8" fmla="*/ 407 w 444"/>
                <a:gd name="T9" fmla="*/ 911 h 1258"/>
                <a:gd name="T10" fmla="*/ 425 w 444"/>
                <a:gd name="T11" fmla="*/ 821 h 1258"/>
                <a:gd name="T12" fmla="*/ 437 w 444"/>
                <a:gd name="T13" fmla="*/ 728 h 1258"/>
                <a:gd name="T14" fmla="*/ 444 w 444"/>
                <a:gd name="T15" fmla="*/ 632 h 1258"/>
                <a:gd name="T16" fmla="*/ 442 w 444"/>
                <a:gd name="T17" fmla="*/ 538 h 1258"/>
                <a:gd name="T18" fmla="*/ 435 w 444"/>
                <a:gd name="T19" fmla="*/ 444 h 1258"/>
                <a:gd name="T20" fmla="*/ 420 w 444"/>
                <a:gd name="T21" fmla="*/ 352 h 1258"/>
                <a:gd name="T22" fmla="*/ 399 w 444"/>
                <a:gd name="T23" fmla="*/ 262 h 1258"/>
                <a:gd name="T24" fmla="*/ 372 w 444"/>
                <a:gd name="T25" fmla="*/ 173 h 1258"/>
                <a:gd name="T26" fmla="*/ 338 w 444"/>
                <a:gd name="T27" fmla="*/ 85 h 1258"/>
                <a:gd name="T28" fmla="*/ 297 w 444"/>
                <a:gd name="T29" fmla="*/ 0 h 1258"/>
                <a:gd name="T30" fmla="*/ 167 w 444"/>
                <a:gd name="T31" fmla="*/ 84 h 1258"/>
                <a:gd name="T32" fmla="*/ 29 w 444"/>
                <a:gd name="T33" fmla="*/ 154 h 1258"/>
                <a:gd name="T34" fmla="*/ 64 w 444"/>
                <a:gd name="T35" fmla="*/ 230 h 1258"/>
                <a:gd name="T36" fmla="*/ 92 w 444"/>
                <a:gd name="T37" fmla="*/ 307 h 1258"/>
                <a:gd name="T38" fmla="*/ 113 w 444"/>
                <a:gd name="T39" fmla="*/ 387 h 1258"/>
                <a:gd name="T40" fmla="*/ 126 w 444"/>
                <a:gd name="T41" fmla="*/ 467 h 1258"/>
                <a:gd name="T42" fmla="*/ 133 w 444"/>
                <a:gd name="T43" fmla="*/ 550 h 1258"/>
                <a:gd name="T44" fmla="*/ 135 w 444"/>
                <a:gd name="T45" fmla="*/ 632 h 1258"/>
                <a:gd name="T46" fmla="*/ 128 w 444"/>
                <a:gd name="T47" fmla="*/ 716 h 1258"/>
                <a:gd name="T48" fmla="*/ 116 w 444"/>
                <a:gd name="T49" fmla="*/ 797 h 1258"/>
                <a:gd name="T50" fmla="*/ 97 w 444"/>
                <a:gd name="T51" fmla="*/ 877 h 1258"/>
                <a:gd name="T52" fmla="*/ 72 w 444"/>
                <a:gd name="T53" fmla="*/ 954 h 1258"/>
                <a:gd name="T54" fmla="*/ 39 w 444"/>
                <a:gd name="T55" fmla="*/ 1030 h 1258"/>
                <a:gd name="T56" fmla="*/ 0 w 444"/>
                <a:gd name="T57" fmla="*/ 1103 h 1258"/>
                <a:gd name="T58" fmla="*/ 1 w 444"/>
                <a:gd name="T59" fmla="*/ 1103 h 1258"/>
                <a:gd name="T60" fmla="*/ 131 w 444"/>
                <a:gd name="T61" fmla="*/ 1187 h 1258"/>
                <a:gd name="T62" fmla="*/ 267 w 444"/>
                <a:gd name="T63" fmla="*/ 1258 h 1258"/>
                <a:gd name="T64" fmla="*/ 268 w 444"/>
                <a:gd name="T65" fmla="*/ 1258 h 12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444" h="1258">
                  <a:moveTo>
                    <a:pt x="268" y="1258"/>
                  </a:moveTo>
                  <a:lnTo>
                    <a:pt x="313" y="1174"/>
                  </a:lnTo>
                  <a:lnTo>
                    <a:pt x="351" y="1088"/>
                  </a:lnTo>
                  <a:lnTo>
                    <a:pt x="382" y="1001"/>
                  </a:lnTo>
                  <a:lnTo>
                    <a:pt x="407" y="911"/>
                  </a:lnTo>
                  <a:lnTo>
                    <a:pt x="425" y="821"/>
                  </a:lnTo>
                  <a:lnTo>
                    <a:pt x="437" y="728"/>
                  </a:lnTo>
                  <a:lnTo>
                    <a:pt x="444" y="632"/>
                  </a:lnTo>
                  <a:lnTo>
                    <a:pt x="442" y="538"/>
                  </a:lnTo>
                  <a:lnTo>
                    <a:pt x="435" y="444"/>
                  </a:lnTo>
                  <a:lnTo>
                    <a:pt x="420" y="352"/>
                  </a:lnTo>
                  <a:lnTo>
                    <a:pt x="399" y="262"/>
                  </a:lnTo>
                  <a:lnTo>
                    <a:pt x="372" y="173"/>
                  </a:lnTo>
                  <a:lnTo>
                    <a:pt x="338" y="85"/>
                  </a:lnTo>
                  <a:lnTo>
                    <a:pt x="297" y="0"/>
                  </a:lnTo>
                  <a:lnTo>
                    <a:pt x="167" y="84"/>
                  </a:lnTo>
                  <a:lnTo>
                    <a:pt x="29" y="154"/>
                  </a:lnTo>
                  <a:lnTo>
                    <a:pt x="64" y="230"/>
                  </a:lnTo>
                  <a:lnTo>
                    <a:pt x="92" y="307"/>
                  </a:lnTo>
                  <a:lnTo>
                    <a:pt x="113" y="387"/>
                  </a:lnTo>
                  <a:lnTo>
                    <a:pt x="126" y="467"/>
                  </a:lnTo>
                  <a:lnTo>
                    <a:pt x="133" y="550"/>
                  </a:lnTo>
                  <a:lnTo>
                    <a:pt x="135" y="632"/>
                  </a:lnTo>
                  <a:lnTo>
                    <a:pt x="128" y="716"/>
                  </a:lnTo>
                  <a:lnTo>
                    <a:pt x="116" y="797"/>
                  </a:lnTo>
                  <a:lnTo>
                    <a:pt x="97" y="877"/>
                  </a:lnTo>
                  <a:lnTo>
                    <a:pt x="72" y="954"/>
                  </a:lnTo>
                  <a:lnTo>
                    <a:pt x="39" y="1030"/>
                  </a:lnTo>
                  <a:lnTo>
                    <a:pt x="0" y="1103"/>
                  </a:lnTo>
                  <a:lnTo>
                    <a:pt x="1" y="1103"/>
                  </a:lnTo>
                  <a:lnTo>
                    <a:pt x="131" y="1187"/>
                  </a:lnTo>
                  <a:lnTo>
                    <a:pt x="267" y="1258"/>
                  </a:lnTo>
                  <a:lnTo>
                    <a:pt x="268" y="1258"/>
                  </a:lnTo>
                  <a:close/>
                </a:path>
              </a:pathLst>
            </a:custGeom>
            <a:grpFill/>
            <a:ln w="0">
              <a:noFill/>
              <a:prstDash val="solid"/>
              <a:round/>
              <a:headEnd/>
              <a:tailEnd/>
            </a:ln>
          </p:spPr>
          <p:txBody>
            <a:bodyPr vert="horz" wrap="square" lIns="72021" tIns="36011" rIns="72021" bIns="36011"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18" b="0" i="0" u="none" strike="noStrike" kern="1200" cap="none" spc="0" normalizeH="0" baseline="0" noProof="0">
                <a:ln>
                  <a:noFill/>
                </a:ln>
                <a:solidFill>
                  <a:srgbClr val="575757"/>
                </a:solidFill>
                <a:effectLst/>
                <a:uLnTx/>
                <a:uFillTx/>
                <a:latin typeface="Calibri" panose="020F0502020204030204" pitchFamily="34" charset="0"/>
                <a:ea typeface="+mn-ea"/>
                <a:cs typeface="Calibri" panose="020F0502020204030204" pitchFamily="34" charset="0"/>
              </a:endParaRPr>
            </a:p>
          </p:txBody>
        </p:sp>
        <p:sp>
          <p:nvSpPr>
            <p:cNvPr id="89" name="Freeform 28"/>
            <p:cNvSpPr>
              <a:spLocks/>
            </p:cNvSpPr>
            <p:nvPr/>
          </p:nvSpPr>
          <p:spPr bwMode="gray">
            <a:xfrm rot="1909035" flipV="1">
              <a:off x="6278239" y="2321242"/>
              <a:ext cx="1569228" cy="1071530"/>
            </a:xfrm>
            <a:custGeom>
              <a:avLst/>
              <a:gdLst>
                <a:gd name="T0" fmla="*/ 8 w 1113"/>
                <a:gd name="T1" fmla="*/ 760 h 760"/>
                <a:gd name="T2" fmla="*/ 104 w 1113"/>
                <a:gd name="T3" fmla="*/ 756 h 760"/>
                <a:gd name="T4" fmla="*/ 197 w 1113"/>
                <a:gd name="T5" fmla="*/ 747 h 760"/>
                <a:gd name="T6" fmla="*/ 288 w 1113"/>
                <a:gd name="T7" fmla="*/ 730 h 760"/>
                <a:gd name="T8" fmla="*/ 377 w 1113"/>
                <a:gd name="T9" fmla="*/ 707 h 760"/>
                <a:gd name="T10" fmla="*/ 466 w 1113"/>
                <a:gd name="T11" fmla="*/ 677 h 760"/>
                <a:gd name="T12" fmla="*/ 553 w 1113"/>
                <a:gd name="T13" fmla="*/ 641 h 760"/>
                <a:gd name="T14" fmla="*/ 638 w 1113"/>
                <a:gd name="T15" fmla="*/ 599 h 760"/>
                <a:gd name="T16" fmla="*/ 719 w 1113"/>
                <a:gd name="T17" fmla="*/ 550 h 760"/>
                <a:gd name="T18" fmla="*/ 796 w 1113"/>
                <a:gd name="T19" fmla="*/ 497 h 760"/>
                <a:gd name="T20" fmla="*/ 868 w 1113"/>
                <a:gd name="T21" fmla="*/ 438 h 760"/>
                <a:gd name="T22" fmla="*/ 936 w 1113"/>
                <a:gd name="T23" fmla="*/ 375 h 760"/>
                <a:gd name="T24" fmla="*/ 1000 w 1113"/>
                <a:gd name="T25" fmla="*/ 307 h 760"/>
                <a:gd name="T26" fmla="*/ 1058 w 1113"/>
                <a:gd name="T27" fmla="*/ 233 h 760"/>
                <a:gd name="T28" fmla="*/ 1113 w 1113"/>
                <a:gd name="T29" fmla="*/ 155 h 760"/>
                <a:gd name="T30" fmla="*/ 974 w 1113"/>
                <a:gd name="T31" fmla="*/ 84 h 760"/>
                <a:gd name="T32" fmla="*/ 845 w 1113"/>
                <a:gd name="T33" fmla="*/ 0 h 760"/>
                <a:gd name="T34" fmla="*/ 796 w 1113"/>
                <a:gd name="T35" fmla="*/ 69 h 760"/>
                <a:gd name="T36" fmla="*/ 742 w 1113"/>
                <a:gd name="T37" fmla="*/ 131 h 760"/>
                <a:gd name="T38" fmla="*/ 685 w 1113"/>
                <a:gd name="T39" fmla="*/ 189 h 760"/>
                <a:gd name="T40" fmla="*/ 622 w 1113"/>
                <a:gd name="T41" fmla="*/ 241 h 760"/>
                <a:gd name="T42" fmla="*/ 555 w 1113"/>
                <a:gd name="T43" fmla="*/ 288 h 760"/>
                <a:gd name="T44" fmla="*/ 483 w 1113"/>
                <a:gd name="T45" fmla="*/ 332 h 760"/>
                <a:gd name="T46" fmla="*/ 409 w 1113"/>
                <a:gd name="T47" fmla="*/ 368 h 760"/>
                <a:gd name="T48" fmla="*/ 331 w 1113"/>
                <a:gd name="T49" fmla="*/ 397 h 760"/>
                <a:gd name="T50" fmla="*/ 253 w 1113"/>
                <a:gd name="T51" fmla="*/ 421 h 760"/>
                <a:gd name="T52" fmla="*/ 173 w 1113"/>
                <a:gd name="T53" fmla="*/ 438 h 760"/>
                <a:gd name="T54" fmla="*/ 92 w 1113"/>
                <a:gd name="T55" fmla="*/ 448 h 760"/>
                <a:gd name="T56" fmla="*/ 8 w 1113"/>
                <a:gd name="T57" fmla="*/ 451 h 760"/>
                <a:gd name="T58" fmla="*/ 0 w 1113"/>
                <a:gd name="T59" fmla="*/ 605 h 760"/>
                <a:gd name="T60" fmla="*/ 8 w 1113"/>
                <a:gd name="T61" fmla="*/ 760 h 7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113" h="760">
                  <a:moveTo>
                    <a:pt x="8" y="760"/>
                  </a:moveTo>
                  <a:lnTo>
                    <a:pt x="104" y="756"/>
                  </a:lnTo>
                  <a:lnTo>
                    <a:pt x="197" y="747"/>
                  </a:lnTo>
                  <a:lnTo>
                    <a:pt x="288" y="730"/>
                  </a:lnTo>
                  <a:lnTo>
                    <a:pt x="377" y="707"/>
                  </a:lnTo>
                  <a:lnTo>
                    <a:pt x="466" y="677"/>
                  </a:lnTo>
                  <a:lnTo>
                    <a:pt x="553" y="641"/>
                  </a:lnTo>
                  <a:lnTo>
                    <a:pt x="638" y="599"/>
                  </a:lnTo>
                  <a:lnTo>
                    <a:pt x="719" y="550"/>
                  </a:lnTo>
                  <a:lnTo>
                    <a:pt x="796" y="497"/>
                  </a:lnTo>
                  <a:lnTo>
                    <a:pt x="868" y="438"/>
                  </a:lnTo>
                  <a:lnTo>
                    <a:pt x="936" y="375"/>
                  </a:lnTo>
                  <a:lnTo>
                    <a:pt x="1000" y="307"/>
                  </a:lnTo>
                  <a:lnTo>
                    <a:pt x="1058" y="233"/>
                  </a:lnTo>
                  <a:lnTo>
                    <a:pt x="1113" y="155"/>
                  </a:lnTo>
                  <a:lnTo>
                    <a:pt x="974" y="84"/>
                  </a:lnTo>
                  <a:lnTo>
                    <a:pt x="845" y="0"/>
                  </a:lnTo>
                  <a:lnTo>
                    <a:pt x="796" y="69"/>
                  </a:lnTo>
                  <a:lnTo>
                    <a:pt x="742" y="131"/>
                  </a:lnTo>
                  <a:lnTo>
                    <a:pt x="685" y="189"/>
                  </a:lnTo>
                  <a:lnTo>
                    <a:pt x="622" y="241"/>
                  </a:lnTo>
                  <a:lnTo>
                    <a:pt x="555" y="288"/>
                  </a:lnTo>
                  <a:lnTo>
                    <a:pt x="483" y="332"/>
                  </a:lnTo>
                  <a:lnTo>
                    <a:pt x="409" y="368"/>
                  </a:lnTo>
                  <a:lnTo>
                    <a:pt x="331" y="397"/>
                  </a:lnTo>
                  <a:lnTo>
                    <a:pt x="253" y="421"/>
                  </a:lnTo>
                  <a:lnTo>
                    <a:pt x="173" y="438"/>
                  </a:lnTo>
                  <a:lnTo>
                    <a:pt x="92" y="448"/>
                  </a:lnTo>
                  <a:lnTo>
                    <a:pt x="8" y="451"/>
                  </a:lnTo>
                  <a:lnTo>
                    <a:pt x="0" y="605"/>
                  </a:lnTo>
                  <a:lnTo>
                    <a:pt x="8" y="760"/>
                  </a:lnTo>
                  <a:close/>
                </a:path>
              </a:pathLst>
            </a:custGeom>
            <a:grpFill/>
            <a:ln w="0">
              <a:noFill/>
              <a:prstDash val="solid"/>
              <a:round/>
              <a:headEnd/>
              <a:tailEnd/>
            </a:ln>
          </p:spPr>
          <p:txBody>
            <a:bodyPr vert="horz" wrap="square" lIns="72021" tIns="36011" rIns="72021" bIns="36011"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18" b="0" i="0" u="none" strike="noStrike" kern="1200" cap="none" spc="0" normalizeH="0" baseline="0" noProof="0">
                <a:ln>
                  <a:noFill/>
                </a:ln>
                <a:solidFill>
                  <a:srgbClr val="575757"/>
                </a:solidFill>
                <a:effectLst/>
                <a:uLnTx/>
                <a:uFillTx/>
                <a:latin typeface="Calibri" panose="020F0502020204030204" pitchFamily="34" charset="0"/>
                <a:ea typeface="+mn-ea"/>
                <a:cs typeface="Calibri" panose="020F0502020204030204" pitchFamily="34" charset="0"/>
              </a:endParaRPr>
            </a:p>
          </p:txBody>
        </p:sp>
      </p:grpSp>
      <p:sp>
        <p:nvSpPr>
          <p:cNvPr id="90" name="Freeform 29"/>
          <p:cNvSpPr>
            <a:spLocks/>
          </p:cNvSpPr>
          <p:nvPr/>
        </p:nvSpPr>
        <p:spPr bwMode="gray">
          <a:xfrm rot="1909035" flipV="1">
            <a:off x="5650230" y="1415077"/>
            <a:ext cx="1379668" cy="1037317"/>
          </a:xfrm>
          <a:custGeom>
            <a:avLst/>
            <a:gdLst>
              <a:gd name="T0" fmla="*/ 0 w 1076"/>
              <a:gd name="T1" fmla="*/ 155 h 809"/>
              <a:gd name="T2" fmla="*/ 51 w 1076"/>
              <a:gd name="T3" fmla="*/ 235 h 809"/>
              <a:gd name="T4" fmla="*/ 106 w 1076"/>
              <a:gd name="T5" fmla="*/ 311 h 809"/>
              <a:gd name="T6" fmla="*/ 166 w 1076"/>
              <a:gd name="T7" fmla="*/ 383 h 809"/>
              <a:gd name="T8" fmla="*/ 230 w 1076"/>
              <a:gd name="T9" fmla="*/ 448 h 809"/>
              <a:gd name="T10" fmla="*/ 301 w 1076"/>
              <a:gd name="T11" fmla="*/ 510 h 809"/>
              <a:gd name="T12" fmla="*/ 375 w 1076"/>
              <a:gd name="T13" fmla="*/ 567 h 809"/>
              <a:gd name="T14" fmla="*/ 454 w 1076"/>
              <a:gd name="T15" fmla="*/ 620 h 809"/>
              <a:gd name="T16" fmla="*/ 536 w 1076"/>
              <a:gd name="T17" fmla="*/ 665 h 809"/>
              <a:gd name="T18" fmla="*/ 622 w 1076"/>
              <a:gd name="T19" fmla="*/ 706 h 809"/>
              <a:gd name="T20" fmla="*/ 709 w 1076"/>
              <a:gd name="T21" fmla="*/ 740 h 809"/>
              <a:gd name="T22" fmla="*/ 797 w 1076"/>
              <a:gd name="T23" fmla="*/ 766 h 809"/>
              <a:gd name="T24" fmla="*/ 889 w 1076"/>
              <a:gd name="T25" fmla="*/ 787 h 809"/>
              <a:gd name="T26" fmla="*/ 980 w 1076"/>
              <a:gd name="T27" fmla="*/ 802 h 809"/>
              <a:gd name="T28" fmla="*/ 1076 w 1076"/>
              <a:gd name="T29" fmla="*/ 809 h 809"/>
              <a:gd name="T30" fmla="*/ 1068 w 1076"/>
              <a:gd name="T31" fmla="*/ 654 h 809"/>
              <a:gd name="T32" fmla="*/ 1076 w 1076"/>
              <a:gd name="T33" fmla="*/ 500 h 809"/>
              <a:gd name="T34" fmla="*/ 992 w 1076"/>
              <a:gd name="T35" fmla="*/ 491 h 809"/>
              <a:gd name="T36" fmla="*/ 912 w 1076"/>
              <a:gd name="T37" fmla="*/ 477 h 809"/>
              <a:gd name="T38" fmla="*/ 832 w 1076"/>
              <a:gd name="T39" fmla="*/ 456 h 809"/>
              <a:gd name="T40" fmla="*/ 756 w 1076"/>
              <a:gd name="T41" fmla="*/ 427 h 809"/>
              <a:gd name="T42" fmla="*/ 682 w 1076"/>
              <a:gd name="T43" fmla="*/ 393 h 809"/>
              <a:gd name="T44" fmla="*/ 608 w 1076"/>
              <a:gd name="T45" fmla="*/ 353 h 809"/>
              <a:gd name="T46" fmla="*/ 539 w 1076"/>
              <a:gd name="T47" fmla="*/ 305 h 809"/>
              <a:gd name="T48" fmla="*/ 475 w 1076"/>
              <a:gd name="T49" fmla="*/ 254 h 809"/>
              <a:gd name="T50" fmla="*/ 416 w 1076"/>
              <a:gd name="T51" fmla="*/ 198 h 809"/>
              <a:gd name="T52" fmla="*/ 361 w 1076"/>
              <a:gd name="T53" fmla="*/ 137 h 809"/>
              <a:gd name="T54" fmla="*/ 313 w 1076"/>
              <a:gd name="T55" fmla="*/ 71 h 809"/>
              <a:gd name="T56" fmla="*/ 268 w 1076"/>
              <a:gd name="T57" fmla="*/ 0 h 809"/>
              <a:gd name="T58" fmla="*/ 267 w 1076"/>
              <a:gd name="T59" fmla="*/ 0 h 809"/>
              <a:gd name="T60" fmla="*/ 131 w 1076"/>
              <a:gd name="T61" fmla="*/ 71 h 809"/>
              <a:gd name="T62" fmla="*/ 1 w 1076"/>
              <a:gd name="T63" fmla="*/ 155 h 809"/>
              <a:gd name="T64" fmla="*/ 0 w 1076"/>
              <a:gd name="T65" fmla="*/ 155 h 8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076" h="809">
                <a:moveTo>
                  <a:pt x="0" y="155"/>
                </a:moveTo>
                <a:lnTo>
                  <a:pt x="51" y="235"/>
                </a:lnTo>
                <a:lnTo>
                  <a:pt x="106" y="311"/>
                </a:lnTo>
                <a:lnTo>
                  <a:pt x="166" y="383"/>
                </a:lnTo>
                <a:lnTo>
                  <a:pt x="230" y="448"/>
                </a:lnTo>
                <a:lnTo>
                  <a:pt x="301" y="510"/>
                </a:lnTo>
                <a:lnTo>
                  <a:pt x="375" y="567"/>
                </a:lnTo>
                <a:lnTo>
                  <a:pt x="454" y="620"/>
                </a:lnTo>
                <a:lnTo>
                  <a:pt x="536" y="665"/>
                </a:lnTo>
                <a:lnTo>
                  <a:pt x="622" y="706"/>
                </a:lnTo>
                <a:lnTo>
                  <a:pt x="709" y="740"/>
                </a:lnTo>
                <a:lnTo>
                  <a:pt x="797" y="766"/>
                </a:lnTo>
                <a:lnTo>
                  <a:pt x="889" y="787"/>
                </a:lnTo>
                <a:lnTo>
                  <a:pt x="980" y="802"/>
                </a:lnTo>
                <a:lnTo>
                  <a:pt x="1076" y="809"/>
                </a:lnTo>
                <a:lnTo>
                  <a:pt x="1068" y="654"/>
                </a:lnTo>
                <a:lnTo>
                  <a:pt x="1076" y="500"/>
                </a:lnTo>
                <a:lnTo>
                  <a:pt x="992" y="491"/>
                </a:lnTo>
                <a:lnTo>
                  <a:pt x="912" y="477"/>
                </a:lnTo>
                <a:lnTo>
                  <a:pt x="832" y="456"/>
                </a:lnTo>
                <a:lnTo>
                  <a:pt x="756" y="427"/>
                </a:lnTo>
                <a:lnTo>
                  <a:pt x="682" y="393"/>
                </a:lnTo>
                <a:lnTo>
                  <a:pt x="608" y="353"/>
                </a:lnTo>
                <a:lnTo>
                  <a:pt x="539" y="305"/>
                </a:lnTo>
                <a:lnTo>
                  <a:pt x="475" y="254"/>
                </a:lnTo>
                <a:lnTo>
                  <a:pt x="416" y="198"/>
                </a:lnTo>
                <a:lnTo>
                  <a:pt x="361" y="137"/>
                </a:lnTo>
                <a:lnTo>
                  <a:pt x="313" y="71"/>
                </a:lnTo>
                <a:lnTo>
                  <a:pt x="268" y="0"/>
                </a:lnTo>
                <a:lnTo>
                  <a:pt x="267" y="0"/>
                </a:lnTo>
                <a:lnTo>
                  <a:pt x="131" y="71"/>
                </a:lnTo>
                <a:lnTo>
                  <a:pt x="1" y="155"/>
                </a:lnTo>
                <a:lnTo>
                  <a:pt x="0" y="155"/>
                </a:lnTo>
                <a:close/>
              </a:path>
            </a:pathLst>
          </a:custGeom>
          <a:solidFill>
            <a:srgbClr val="D763C6"/>
          </a:solidFill>
          <a:ln w="0">
            <a:noFill/>
            <a:prstDash val="solid"/>
            <a:round/>
            <a:headEnd/>
            <a:tailEnd/>
          </a:ln>
        </p:spPr>
        <p:txBody>
          <a:bodyPr vert="horz" wrap="square" lIns="72021" tIns="36011" rIns="72021" bIns="36011"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18" b="0" i="0" u="none" strike="noStrike" kern="1200" cap="none" spc="0" normalizeH="0" baseline="0" noProof="0">
              <a:ln>
                <a:noFill/>
              </a:ln>
              <a:solidFill>
                <a:srgbClr val="575757"/>
              </a:solidFill>
              <a:effectLst/>
              <a:uLnTx/>
              <a:uFillTx/>
              <a:latin typeface="Calibri" panose="020F0502020204030204" pitchFamily="34" charset="0"/>
              <a:ea typeface="+mn-ea"/>
              <a:cs typeface="Calibri" panose="020F0502020204030204" pitchFamily="34" charset="0"/>
            </a:endParaRPr>
          </a:p>
        </p:txBody>
      </p:sp>
      <p:sp>
        <p:nvSpPr>
          <p:cNvPr id="99" name="TextBox 98"/>
          <p:cNvSpPr txBox="1"/>
          <p:nvPr/>
        </p:nvSpPr>
        <p:spPr bwMode="gray">
          <a:xfrm>
            <a:off x="5273928" y="3620647"/>
            <a:ext cx="2137167" cy="1128041"/>
          </a:xfrm>
          <a:prstGeom prst="rect">
            <a:avLst/>
          </a:prstGeom>
          <a:noFill/>
          <a:ln>
            <a:noFill/>
          </a:ln>
        </p:spPr>
        <p:txBody>
          <a:bodyPr wrap="square" lIns="0" tIns="70886" rIns="0" bIns="70886"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prstClr val="black"/>
                </a:solidFill>
                <a:effectLst/>
                <a:uLnTx/>
                <a:uFillTx/>
                <a:latin typeface="Ubuntu"/>
                <a:ea typeface="+mn-ea"/>
                <a:cs typeface="Calibri" panose="020F0502020204030204" pitchFamily="34" charset="0"/>
              </a:rPr>
              <a:t>Time-boxed </a:t>
            </a:r>
            <a:br>
              <a:rPr kumimoji="0" lang="en-US" sz="1600" b="0" i="0" u="none" strike="noStrike" kern="1200" cap="none" spc="0" normalizeH="0" baseline="0" noProof="0">
                <a:ln>
                  <a:noFill/>
                </a:ln>
                <a:solidFill>
                  <a:prstClr val="black"/>
                </a:solidFill>
                <a:effectLst/>
                <a:uLnTx/>
                <a:uFillTx/>
                <a:latin typeface="Ubuntu"/>
                <a:ea typeface="+mn-ea"/>
                <a:cs typeface="Calibri" panose="020F0502020204030204" pitchFamily="34" charset="0"/>
              </a:rPr>
            </a:br>
            <a:r>
              <a:rPr kumimoji="0" lang="en-US" sz="1600" b="0" i="0" u="none" strike="noStrike" kern="1200" cap="none" spc="0" normalizeH="0" baseline="0" noProof="0">
                <a:ln>
                  <a:noFill/>
                </a:ln>
                <a:solidFill>
                  <a:prstClr val="black"/>
                </a:solidFill>
                <a:effectLst/>
                <a:uLnTx/>
                <a:uFillTx/>
                <a:latin typeface="Ubuntu"/>
                <a:ea typeface="+mn-ea"/>
                <a:cs typeface="Calibri" panose="020F0502020204030204" pitchFamily="34" charset="0"/>
              </a:rPr>
              <a:t>working</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prstClr val="black"/>
                </a:solidFill>
                <a:effectLst/>
                <a:uLnTx/>
                <a:uFillTx/>
                <a:latin typeface="Ubuntu"/>
                <a:ea typeface="+mn-ea"/>
                <a:cs typeface="Calibri" panose="020F0502020204030204" pitchFamily="34" charset="0"/>
              </a:rPr>
              <a:t>(4-week sprint)</a:t>
            </a:r>
            <a:br>
              <a:rPr kumimoji="0" lang="en-US" sz="1600" b="1" i="0" u="none" strike="noStrike" kern="1200" cap="none" spc="0" normalizeH="0" baseline="0" noProof="0">
                <a:ln>
                  <a:noFill/>
                </a:ln>
                <a:solidFill>
                  <a:prstClr val="black"/>
                </a:solidFill>
                <a:effectLst/>
                <a:uLnTx/>
                <a:uFillTx/>
                <a:latin typeface="Ubuntu"/>
                <a:ea typeface="+mn-ea"/>
                <a:cs typeface="Calibri" panose="020F0502020204030204" pitchFamily="34" charset="0"/>
              </a:rPr>
            </a:br>
            <a:endParaRPr kumimoji="0" lang="en-US" sz="1600" b="0" i="0" u="none" strike="noStrike" kern="1200" cap="none" spc="0" normalizeH="0" baseline="0" noProof="0">
              <a:ln>
                <a:noFill/>
              </a:ln>
              <a:solidFill>
                <a:prstClr val="black"/>
              </a:solidFill>
              <a:effectLst/>
              <a:uLnTx/>
              <a:uFillTx/>
              <a:latin typeface="Ubuntu"/>
              <a:ea typeface="+mn-ea"/>
              <a:cs typeface="Calibri" panose="020F0502020204030204" pitchFamily="34" charset="0"/>
            </a:endParaRPr>
          </a:p>
        </p:txBody>
      </p:sp>
      <p:grpSp>
        <p:nvGrpSpPr>
          <p:cNvPr id="130" name="bcgIcons_InStock">
            <a:extLst>
              <a:ext uri="{FF2B5EF4-FFF2-40B4-BE49-F238E27FC236}">
                <a16:creationId xmlns:a16="http://schemas.microsoft.com/office/drawing/2014/main" id="{F356FAE1-C6C2-406E-AED1-D1A1FFD3DDA3}"/>
              </a:ext>
            </a:extLst>
          </p:cNvPr>
          <p:cNvGrpSpPr>
            <a:grpSpLocks noChangeAspect="1"/>
          </p:cNvGrpSpPr>
          <p:nvPr/>
        </p:nvGrpSpPr>
        <p:grpSpPr bwMode="auto">
          <a:xfrm>
            <a:off x="10019928" y="4486819"/>
            <a:ext cx="914400" cy="915246"/>
            <a:chOff x="1682" y="0"/>
            <a:chExt cx="4316" cy="4320"/>
          </a:xfrm>
        </p:grpSpPr>
        <p:sp>
          <p:nvSpPr>
            <p:cNvPr id="131" name="AutoShape 8">
              <a:extLst>
                <a:ext uri="{FF2B5EF4-FFF2-40B4-BE49-F238E27FC236}">
                  <a16:creationId xmlns:a16="http://schemas.microsoft.com/office/drawing/2014/main" id="{257E3190-7074-4D79-BFB5-E1556FF27866}"/>
                </a:ext>
              </a:extLst>
            </p:cNvPr>
            <p:cNvSpPr>
              <a:spLocks noChangeAspect="1" noChangeArrowheads="1" noTextEdit="1"/>
            </p:cNvSpPr>
            <p:nvPr/>
          </p:nvSpPr>
          <p:spPr bwMode="auto">
            <a:xfrm>
              <a:off x="1682" y="0"/>
              <a:ext cx="4316" cy="4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B6770"/>
                </a:solidFill>
                <a:effectLst/>
                <a:uLnTx/>
                <a:uFillTx/>
                <a:latin typeface="Trebuchet MS"/>
                <a:ea typeface="+mn-ea"/>
                <a:cs typeface="+mn-cs"/>
              </a:endParaRPr>
            </a:p>
          </p:txBody>
        </p:sp>
        <p:sp>
          <p:nvSpPr>
            <p:cNvPr id="132" name="Freeform 10">
              <a:extLst>
                <a:ext uri="{FF2B5EF4-FFF2-40B4-BE49-F238E27FC236}">
                  <a16:creationId xmlns:a16="http://schemas.microsoft.com/office/drawing/2014/main" id="{E860E132-5E15-411F-AC29-454553076D00}"/>
                </a:ext>
              </a:extLst>
            </p:cNvPr>
            <p:cNvSpPr>
              <a:spLocks noEditPoints="1"/>
            </p:cNvSpPr>
            <p:nvPr/>
          </p:nvSpPr>
          <p:spPr bwMode="auto">
            <a:xfrm>
              <a:off x="2087" y="1931"/>
              <a:ext cx="3506" cy="1750"/>
            </a:xfrm>
            <a:custGeom>
              <a:avLst/>
              <a:gdLst>
                <a:gd name="T0" fmla="*/ 1850 w 1872"/>
                <a:gd name="T1" fmla="*/ 44 h 933"/>
                <a:gd name="T2" fmla="*/ 22 w 1872"/>
                <a:gd name="T3" fmla="*/ 44 h 933"/>
                <a:gd name="T4" fmla="*/ 0 w 1872"/>
                <a:gd name="T5" fmla="*/ 22 h 933"/>
                <a:gd name="T6" fmla="*/ 22 w 1872"/>
                <a:gd name="T7" fmla="*/ 0 h 933"/>
                <a:gd name="T8" fmla="*/ 1850 w 1872"/>
                <a:gd name="T9" fmla="*/ 0 h 933"/>
                <a:gd name="T10" fmla="*/ 1872 w 1872"/>
                <a:gd name="T11" fmla="*/ 22 h 933"/>
                <a:gd name="T12" fmla="*/ 1850 w 1872"/>
                <a:gd name="T13" fmla="*/ 44 h 933"/>
                <a:gd name="T14" fmla="*/ 1872 w 1872"/>
                <a:gd name="T15" fmla="*/ 911 h 933"/>
                <a:gd name="T16" fmla="*/ 1850 w 1872"/>
                <a:gd name="T17" fmla="*/ 889 h 933"/>
                <a:gd name="T18" fmla="*/ 22 w 1872"/>
                <a:gd name="T19" fmla="*/ 889 h 933"/>
                <a:gd name="T20" fmla="*/ 0 w 1872"/>
                <a:gd name="T21" fmla="*/ 911 h 933"/>
                <a:gd name="T22" fmla="*/ 22 w 1872"/>
                <a:gd name="T23" fmla="*/ 933 h 933"/>
                <a:gd name="T24" fmla="*/ 1850 w 1872"/>
                <a:gd name="T25" fmla="*/ 933 h 933"/>
                <a:gd name="T26" fmla="*/ 1872 w 1872"/>
                <a:gd name="T27" fmla="*/ 911 h 9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872" h="933">
                  <a:moveTo>
                    <a:pt x="1850" y="44"/>
                  </a:moveTo>
                  <a:cubicBezTo>
                    <a:pt x="22" y="44"/>
                    <a:pt x="22" y="44"/>
                    <a:pt x="22" y="44"/>
                  </a:cubicBezTo>
                  <a:cubicBezTo>
                    <a:pt x="10" y="44"/>
                    <a:pt x="0" y="34"/>
                    <a:pt x="0" y="22"/>
                  </a:cubicBezTo>
                  <a:cubicBezTo>
                    <a:pt x="0" y="10"/>
                    <a:pt x="10" y="0"/>
                    <a:pt x="22" y="0"/>
                  </a:cubicBezTo>
                  <a:cubicBezTo>
                    <a:pt x="1850" y="0"/>
                    <a:pt x="1850" y="0"/>
                    <a:pt x="1850" y="0"/>
                  </a:cubicBezTo>
                  <a:cubicBezTo>
                    <a:pt x="1862" y="0"/>
                    <a:pt x="1872" y="10"/>
                    <a:pt x="1872" y="22"/>
                  </a:cubicBezTo>
                  <a:cubicBezTo>
                    <a:pt x="1872" y="34"/>
                    <a:pt x="1862" y="44"/>
                    <a:pt x="1850" y="44"/>
                  </a:cubicBezTo>
                  <a:close/>
                  <a:moveTo>
                    <a:pt x="1872" y="911"/>
                  </a:moveTo>
                  <a:cubicBezTo>
                    <a:pt x="1872" y="899"/>
                    <a:pt x="1862" y="889"/>
                    <a:pt x="1850" y="889"/>
                  </a:cubicBezTo>
                  <a:cubicBezTo>
                    <a:pt x="22" y="889"/>
                    <a:pt x="22" y="889"/>
                    <a:pt x="22" y="889"/>
                  </a:cubicBezTo>
                  <a:cubicBezTo>
                    <a:pt x="10" y="889"/>
                    <a:pt x="0" y="899"/>
                    <a:pt x="0" y="911"/>
                  </a:cubicBezTo>
                  <a:cubicBezTo>
                    <a:pt x="0" y="923"/>
                    <a:pt x="10" y="933"/>
                    <a:pt x="22" y="933"/>
                  </a:cubicBezTo>
                  <a:cubicBezTo>
                    <a:pt x="1850" y="933"/>
                    <a:pt x="1850" y="933"/>
                    <a:pt x="1850" y="933"/>
                  </a:cubicBezTo>
                  <a:cubicBezTo>
                    <a:pt x="1862" y="933"/>
                    <a:pt x="1872" y="923"/>
                    <a:pt x="1872" y="911"/>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B6770"/>
                </a:solidFill>
                <a:effectLst/>
                <a:uLnTx/>
                <a:uFillTx/>
                <a:latin typeface="Calibri" panose="020F0502020204030204" pitchFamily="34" charset="0"/>
                <a:ea typeface="+mn-ea"/>
                <a:cs typeface="Calibri" panose="020F0502020204030204" pitchFamily="34" charset="0"/>
              </a:endParaRPr>
            </a:p>
          </p:txBody>
        </p:sp>
        <p:sp>
          <p:nvSpPr>
            <p:cNvPr id="133" name="Freeform 11">
              <a:extLst>
                <a:ext uri="{FF2B5EF4-FFF2-40B4-BE49-F238E27FC236}">
                  <a16:creationId xmlns:a16="http://schemas.microsoft.com/office/drawing/2014/main" id="{8AA79B95-8399-449E-B159-F215D9A6AD32}"/>
                </a:ext>
              </a:extLst>
            </p:cNvPr>
            <p:cNvSpPr>
              <a:spLocks noEditPoints="1"/>
            </p:cNvSpPr>
            <p:nvPr/>
          </p:nvSpPr>
          <p:spPr bwMode="auto">
            <a:xfrm>
              <a:off x="2169" y="718"/>
              <a:ext cx="3342" cy="2792"/>
            </a:xfrm>
            <a:custGeom>
              <a:avLst/>
              <a:gdLst>
                <a:gd name="T0" fmla="*/ 816 w 1784"/>
                <a:gd name="T1" fmla="*/ 901 h 1489"/>
                <a:gd name="T2" fmla="*/ 1091 w 1784"/>
                <a:gd name="T3" fmla="*/ 599 h 1489"/>
                <a:gd name="T4" fmla="*/ 1091 w 1784"/>
                <a:gd name="T5" fmla="*/ 392 h 1489"/>
                <a:gd name="T6" fmla="*/ 1271 w 1784"/>
                <a:gd name="T7" fmla="*/ 348 h 1489"/>
                <a:gd name="T8" fmla="*/ 1081 w 1784"/>
                <a:gd name="T9" fmla="*/ 151 h 1489"/>
                <a:gd name="T10" fmla="*/ 517 w 1784"/>
                <a:gd name="T11" fmla="*/ 1489 h 1489"/>
                <a:gd name="T12" fmla="*/ 517 w 1784"/>
                <a:gd name="T13" fmla="*/ 1008 h 1489"/>
                <a:gd name="T14" fmla="*/ 427 w 1784"/>
                <a:gd name="T15" fmla="*/ 1293 h 1489"/>
                <a:gd name="T16" fmla="*/ 419 w 1784"/>
                <a:gd name="T17" fmla="*/ 1290 h 1489"/>
                <a:gd name="T18" fmla="*/ 406 w 1784"/>
                <a:gd name="T19" fmla="*/ 1291 h 1489"/>
                <a:gd name="T20" fmla="*/ 345 w 1784"/>
                <a:gd name="T21" fmla="*/ 1350 h 1489"/>
                <a:gd name="T22" fmla="*/ 415 w 1784"/>
                <a:gd name="T23" fmla="*/ 1453 h 1489"/>
                <a:gd name="T24" fmla="*/ 484 w 1784"/>
                <a:gd name="T25" fmla="*/ 1381 h 1489"/>
                <a:gd name="T26" fmla="*/ 581 w 1784"/>
                <a:gd name="T27" fmla="*/ 1489 h 1489"/>
                <a:gd name="T28" fmla="*/ 1132 w 1784"/>
                <a:gd name="T29" fmla="*/ 1135 h 1489"/>
                <a:gd name="T30" fmla="*/ 1032 w 1784"/>
                <a:gd name="T31" fmla="*/ 1293 h 1489"/>
                <a:gd name="T32" fmla="*/ 1020 w 1784"/>
                <a:gd name="T33" fmla="*/ 1290 h 1489"/>
                <a:gd name="T34" fmla="*/ 1008 w 1784"/>
                <a:gd name="T35" fmla="*/ 1293 h 1489"/>
                <a:gd name="T36" fmla="*/ 951 w 1784"/>
                <a:gd name="T37" fmla="*/ 1381 h 1489"/>
                <a:gd name="T38" fmla="*/ 1042 w 1784"/>
                <a:gd name="T39" fmla="*/ 1431 h 1489"/>
                <a:gd name="T40" fmla="*/ 1090 w 1784"/>
                <a:gd name="T41" fmla="*/ 1350 h 1489"/>
                <a:gd name="T42" fmla="*/ 467 w 1784"/>
                <a:gd name="T43" fmla="*/ 589 h 1489"/>
                <a:gd name="T44" fmla="*/ 994 w 1784"/>
                <a:gd name="T45" fmla="*/ 459 h 1489"/>
                <a:gd name="T46" fmla="*/ 933 w 1784"/>
                <a:gd name="T47" fmla="*/ 401 h 1489"/>
                <a:gd name="T48" fmla="*/ 921 w 1784"/>
                <a:gd name="T49" fmla="*/ 399 h 1489"/>
                <a:gd name="T50" fmla="*/ 913 w 1784"/>
                <a:gd name="T51" fmla="*/ 403 h 1489"/>
                <a:gd name="T52" fmla="*/ 886 w 1784"/>
                <a:gd name="T53" fmla="*/ 490 h 1489"/>
                <a:gd name="T54" fmla="*/ 947 w 1784"/>
                <a:gd name="T55" fmla="*/ 474 h 1489"/>
                <a:gd name="T56" fmla="*/ 1784 w 1784"/>
                <a:gd name="T57" fmla="*/ 247 h 1489"/>
                <a:gd name="T58" fmla="*/ 1325 w 1784"/>
                <a:gd name="T59" fmla="*/ 247 h 1489"/>
                <a:gd name="T60" fmla="*/ 1688 w 1784"/>
                <a:gd name="T61" fmla="*/ 405 h 1489"/>
                <a:gd name="T62" fmla="*/ 1680 w 1784"/>
                <a:gd name="T63" fmla="*/ 400 h 1489"/>
                <a:gd name="T64" fmla="*/ 1668 w 1784"/>
                <a:gd name="T65" fmla="*/ 399 h 1489"/>
                <a:gd name="T66" fmla="*/ 1656 w 1784"/>
                <a:gd name="T67" fmla="*/ 405 h 1489"/>
                <a:gd name="T68" fmla="*/ 1650 w 1784"/>
                <a:gd name="T69" fmla="*/ 474 h 1489"/>
                <a:gd name="T70" fmla="*/ 1710 w 1784"/>
                <a:gd name="T71" fmla="*/ 490 h 1489"/>
                <a:gd name="T72" fmla="*/ 423 w 1784"/>
                <a:gd name="T73" fmla="*/ 589 h 1489"/>
                <a:gd name="T74" fmla="*/ 10 w 1784"/>
                <a:gd name="T75" fmla="*/ 237 h 1489"/>
                <a:gd name="T76" fmla="*/ 327 w 1784"/>
                <a:gd name="T77" fmla="*/ 405 h 1489"/>
                <a:gd name="T78" fmla="*/ 316 w 1784"/>
                <a:gd name="T79" fmla="*/ 399 h 1489"/>
                <a:gd name="T80" fmla="*/ 303 w 1784"/>
                <a:gd name="T81" fmla="*/ 400 h 1489"/>
                <a:gd name="T82" fmla="*/ 296 w 1784"/>
                <a:gd name="T83" fmla="*/ 405 h 1489"/>
                <a:gd name="T84" fmla="*/ 289 w 1784"/>
                <a:gd name="T85" fmla="*/ 541 h 1489"/>
                <a:gd name="T86" fmla="*/ 365 w 1784"/>
                <a:gd name="T87" fmla="*/ 497 h 1489"/>
                <a:gd name="T88" fmla="*/ 1774 w 1784"/>
                <a:gd name="T89" fmla="*/ 1489 h 1489"/>
                <a:gd name="T90" fmla="*/ 1774 w 1784"/>
                <a:gd name="T91" fmla="*/ 953 h 1489"/>
                <a:gd name="T92" fmla="*/ 1684 w 1784"/>
                <a:gd name="T93" fmla="*/ 1293 h 1489"/>
                <a:gd name="T94" fmla="*/ 1676 w 1784"/>
                <a:gd name="T95" fmla="*/ 1290 h 1489"/>
                <a:gd name="T96" fmla="*/ 1664 w 1784"/>
                <a:gd name="T97" fmla="*/ 1291 h 1489"/>
                <a:gd name="T98" fmla="*/ 1603 w 1784"/>
                <a:gd name="T99" fmla="*/ 1350 h 1489"/>
                <a:gd name="T100" fmla="*/ 1672 w 1784"/>
                <a:gd name="T101" fmla="*/ 1453 h 1489"/>
                <a:gd name="T102" fmla="*/ 1741 w 1784"/>
                <a:gd name="T103" fmla="*/ 1381 h 14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784" h="1489">
                  <a:moveTo>
                    <a:pt x="625" y="1071"/>
                  </a:moveTo>
                  <a:cubicBezTo>
                    <a:pt x="625" y="901"/>
                    <a:pt x="625" y="901"/>
                    <a:pt x="625" y="901"/>
                  </a:cubicBezTo>
                  <a:cubicBezTo>
                    <a:pt x="625" y="895"/>
                    <a:pt x="630" y="891"/>
                    <a:pt x="635" y="891"/>
                  </a:cubicBezTo>
                  <a:cubicBezTo>
                    <a:pt x="806" y="891"/>
                    <a:pt x="806" y="891"/>
                    <a:pt x="806" y="891"/>
                  </a:cubicBezTo>
                  <a:cubicBezTo>
                    <a:pt x="811" y="891"/>
                    <a:pt x="816" y="895"/>
                    <a:pt x="816" y="901"/>
                  </a:cubicBezTo>
                  <a:cubicBezTo>
                    <a:pt x="816" y="1071"/>
                    <a:pt x="816" y="1071"/>
                    <a:pt x="816" y="1071"/>
                  </a:cubicBezTo>
                  <a:cubicBezTo>
                    <a:pt x="816" y="1077"/>
                    <a:pt x="811" y="1081"/>
                    <a:pt x="806" y="1081"/>
                  </a:cubicBezTo>
                  <a:cubicBezTo>
                    <a:pt x="635" y="1081"/>
                    <a:pt x="635" y="1081"/>
                    <a:pt x="635" y="1081"/>
                  </a:cubicBezTo>
                  <a:cubicBezTo>
                    <a:pt x="630" y="1081"/>
                    <a:pt x="625" y="1077"/>
                    <a:pt x="625" y="1071"/>
                  </a:cubicBezTo>
                  <a:close/>
                  <a:moveTo>
                    <a:pt x="1091" y="599"/>
                  </a:moveTo>
                  <a:cubicBezTo>
                    <a:pt x="1271" y="599"/>
                    <a:pt x="1271" y="599"/>
                    <a:pt x="1271" y="599"/>
                  </a:cubicBezTo>
                  <a:cubicBezTo>
                    <a:pt x="1277" y="599"/>
                    <a:pt x="1281" y="594"/>
                    <a:pt x="1281" y="589"/>
                  </a:cubicBezTo>
                  <a:cubicBezTo>
                    <a:pt x="1281" y="402"/>
                    <a:pt x="1281" y="402"/>
                    <a:pt x="1281" y="402"/>
                  </a:cubicBezTo>
                  <a:cubicBezTo>
                    <a:pt x="1281" y="397"/>
                    <a:pt x="1277" y="392"/>
                    <a:pt x="1271" y="392"/>
                  </a:cubicBezTo>
                  <a:cubicBezTo>
                    <a:pt x="1091" y="392"/>
                    <a:pt x="1091" y="392"/>
                    <a:pt x="1091" y="392"/>
                  </a:cubicBezTo>
                  <a:cubicBezTo>
                    <a:pt x="1085" y="392"/>
                    <a:pt x="1081" y="397"/>
                    <a:pt x="1081" y="402"/>
                  </a:cubicBezTo>
                  <a:cubicBezTo>
                    <a:pt x="1081" y="589"/>
                    <a:pt x="1081" y="589"/>
                    <a:pt x="1081" y="589"/>
                  </a:cubicBezTo>
                  <a:cubicBezTo>
                    <a:pt x="1081" y="594"/>
                    <a:pt x="1085" y="599"/>
                    <a:pt x="1091" y="599"/>
                  </a:cubicBezTo>
                  <a:close/>
                  <a:moveTo>
                    <a:pt x="1091" y="348"/>
                  </a:moveTo>
                  <a:cubicBezTo>
                    <a:pt x="1271" y="348"/>
                    <a:pt x="1271" y="348"/>
                    <a:pt x="1271" y="348"/>
                  </a:cubicBezTo>
                  <a:cubicBezTo>
                    <a:pt x="1277" y="348"/>
                    <a:pt x="1281" y="344"/>
                    <a:pt x="1281" y="338"/>
                  </a:cubicBezTo>
                  <a:cubicBezTo>
                    <a:pt x="1281" y="151"/>
                    <a:pt x="1281" y="151"/>
                    <a:pt x="1281" y="151"/>
                  </a:cubicBezTo>
                  <a:cubicBezTo>
                    <a:pt x="1281" y="146"/>
                    <a:pt x="1277" y="141"/>
                    <a:pt x="1271" y="141"/>
                  </a:cubicBezTo>
                  <a:cubicBezTo>
                    <a:pt x="1091" y="141"/>
                    <a:pt x="1091" y="141"/>
                    <a:pt x="1091" y="141"/>
                  </a:cubicBezTo>
                  <a:cubicBezTo>
                    <a:pt x="1085" y="141"/>
                    <a:pt x="1081" y="146"/>
                    <a:pt x="1081" y="151"/>
                  </a:cubicBezTo>
                  <a:cubicBezTo>
                    <a:pt x="1081" y="338"/>
                    <a:pt x="1081" y="338"/>
                    <a:pt x="1081" y="338"/>
                  </a:cubicBezTo>
                  <a:cubicBezTo>
                    <a:pt x="1081" y="344"/>
                    <a:pt x="1085" y="348"/>
                    <a:pt x="1091" y="348"/>
                  </a:cubicBezTo>
                  <a:close/>
                  <a:moveTo>
                    <a:pt x="527" y="1018"/>
                  </a:moveTo>
                  <a:cubicBezTo>
                    <a:pt x="527" y="1479"/>
                    <a:pt x="527" y="1479"/>
                    <a:pt x="527" y="1479"/>
                  </a:cubicBezTo>
                  <a:cubicBezTo>
                    <a:pt x="527" y="1485"/>
                    <a:pt x="522" y="1489"/>
                    <a:pt x="517" y="1489"/>
                  </a:cubicBezTo>
                  <a:cubicBezTo>
                    <a:pt x="10" y="1489"/>
                    <a:pt x="10" y="1489"/>
                    <a:pt x="10" y="1489"/>
                  </a:cubicBezTo>
                  <a:cubicBezTo>
                    <a:pt x="4" y="1489"/>
                    <a:pt x="0" y="1485"/>
                    <a:pt x="0" y="1479"/>
                  </a:cubicBezTo>
                  <a:cubicBezTo>
                    <a:pt x="0" y="1018"/>
                    <a:pt x="0" y="1018"/>
                    <a:pt x="0" y="1018"/>
                  </a:cubicBezTo>
                  <a:cubicBezTo>
                    <a:pt x="0" y="1013"/>
                    <a:pt x="4" y="1008"/>
                    <a:pt x="10" y="1008"/>
                  </a:cubicBezTo>
                  <a:cubicBezTo>
                    <a:pt x="517" y="1008"/>
                    <a:pt x="517" y="1008"/>
                    <a:pt x="517" y="1008"/>
                  </a:cubicBezTo>
                  <a:cubicBezTo>
                    <a:pt x="522" y="1008"/>
                    <a:pt x="527" y="1013"/>
                    <a:pt x="527" y="1018"/>
                  </a:cubicBezTo>
                  <a:close/>
                  <a:moveTo>
                    <a:pt x="484" y="1350"/>
                  </a:moveTo>
                  <a:cubicBezTo>
                    <a:pt x="430" y="1296"/>
                    <a:pt x="430" y="1296"/>
                    <a:pt x="430" y="1296"/>
                  </a:cubicBezTo>
                  <a:cubicBezTo>
                    <a:pt x="430" y="1296"/>
                    <a:pt x="430" y="1296"/>
                    <a:pt x="430" y="1296"/>
                  </a:cubicBezTo>
                  <a:cubicBezTo>
                    <a:pt x="429" y="1295"/>
                    <a:pt x="428" y="1294"/>
                    <a:pt x="427" y="1293"/>
                  </a:cubicBezTo>
                  <a:cubicBezTo>
                    <a:pt x="427" y="1293"/>
                    <a:pt x="427" y="1293"/>
                    <a:pt x="427" y="1293"/>
                  </a:cubicBezTo>
                  <a:cubicBezTo>
                    <a:pt x="426" y="1292"/>
                    <a:pt x="424" y="1292"/>
                    <a:pt x="423" y="1291"/>
                  </a:cubicBezTo>
                  <a:cubicBezTo>
                    <a:pt x="423" y="1291"/>
                    <a:pt x="423" y="1291"/>
                    <a:pt x="423" y="1291"/>
                  </a:cubicBezTo>
                  <a:cubicBezTo>
                    <a:pt x="422" y="1291"/>
                    <a:pt x="420" y="1290"/>
                    <a:pt x="419" y="1290"/>
                  </a:cubicBezTo>
                  <a:cubicBezTo>
                    <a:pt x="419" y="1290"/>
                    <a:pt x="419" y="1290"/>
                    <a:pt x="419" y="1290"/>
                  </a:cubicBezTo>
                  <a:cubicBezTo>
                    <a:pt x="418" y="1290"/>
                    <a:pt x="416" y="1290"/>
                    <a:pt x="415" y="1290"/>
                  </a:cubicBezTo>
                  <a:cubicBezTo>
                    <a:pt x="413" y="1290"/>
                    <a:pt x="412" y="1290"/>
                    <a:pt x="411" y="1290"/>
                  </a:cubicBezTo>
                  <a:cubicBezTo>
                    <a:pt x="411" y="1290"/>
                    <a:pt x="411" y="1290"/>
                    <a:pt x="411" y="1290"/>
                  </a:cubicBezTo>
                  <a:cubicBezTo>
                    <a:pt x="409" y="1290"/>
                    <a:pt x="408" y="1291"/>
                    <a:pt x="407" y="1291"/>
                  </a:cubicBezTo>
                  <a:cubicBezTo>
                    <a:pt x="407" y="1291"/>
                    <a:pt x="406" y="1291"/>
                    <a:pt x="406" y="1291"/>
                  </a:cubicBezTo>
                  <a:cubicBezTo>
                    <a:pt x="405" y="1292"/>
                    <a:pt x="404" y="1292"/>
                    <a:pt x="403" y="1293"/>
                  </a:cubicBezTo>
                  <a:cubicBezTo>
                    <a:pt x="403" y="1293"/>
                    <a:pt x="403" y="1293"/>
                    <a:pt x="403" y="1293"/>
                  </a:cubicBezTo>
                  <a:cubicBezTo>
                    <a:pt x="401" y="1294"/>
                    <a:pt x="400" y="1295"/>
                    <a:pt x="399" y="1296"/>
                  </a:cubicBezTo>
                  <a:cubicBezTo>
                    <a:pt x="399" y="1296"/>
                    <a:pt x="399" y="1296"/>
                    <a:pt x="399" y="1296"/>
                  </a:cubicBezTo>
                  <a:cubicBezTo>
                    <a:pt x="345" y="1350"/>
                    <a:pt x="345" y="1350"/>
                    <a:pt x="345" y="1350"/>
                  </a:cubicBezTo>
                  <a:cubicBezTo>
                    <a:pt x="337" y="1359"/>
                    <a:pt x="337" y="1372"/>
                    <a:pt x="345" y="1381"/>
                  </a:cubicBezTo>
                  <a:cubicBezTo>
                    <a:pt x="354" y="1390"/>
                    <a:pt x="368" y="1390"/>
                    <a:pt x="376" y="1381"/>
                  </a:cubicBezTo>
                  <a:cubicBezTo>
                    <a:pt x="393" y="1365"/>
                    <a:pt x="393" y="1365"/>
                    <a:pt x="393" y="1365"/>
                  </a:cubicBezTo>
                  <a:cubicBezTo>
                    <a:pt x="393" y="1431"/>
                    <a:pt x="393" y="1431"/>
                    <a:pt x="393" y="1431"/>
                  </a:cubicBezTo>
                  <a:cubicBezTo>
                    <a:pt x="393" y="1443"/>
                    <a:pt x="403" y="1453"/>
                    <a:pt x="415" y="1453"/>
                  </a:cubicBezTo>
                  <a:cubicBezTo>
                    <a:pt x="427" y="1453"/>
                    <a:pt x="437" y="1443"/>
                    <a:pt x="437" y="1431"/>
                  </a:cubicBezTo>
                  <a:cubicBezTo>
                    <a:pt x="437" y="1365"/>
                    <a:pt x="437" y="1365"/>
                    <a:pt x="437" y="1365"/>
                  </a:cubicBezTo>
                  <a:cubicBezTo>
                    <a:pt x="453" y="1381"/>
                    <a:pt x="453" y="1381"/>
                    <a:pt x="453" y="1381"/>
                  </a:cubicBezTo>
                  <a:cubicBezTo>
                    <a:pt x="457" y="1385"/>
                    <a:pt x="463" y="1387"/>
                    <a:pt x="469" y="1387"/>
                  </a:cubicBezTo>
                  <a:cubicBezTo>
                    <a:pt x="474" y="1387"/>
                    <a:pt x="480" y="1385"/>
                    <a:pt x="484" y="1381"/>
                  </a:cubicBezTo>
                  <a:cubicBezTo>
                    <a:pt x="493" y="1372"/>
                    <a:pt x="493" y="1359"/>
                    <a:pt x="484" y="1350"/>
                  </a:cubicBezTo>
                  <a:close/>
                  <a:moveTo>
                    <a:pt x="1132" y="1135"/>
                  </a:moveTo>
                  <a:cubicBezTo>
                    <a:pt x="1132" y="1479"/>
                    <a:pt x="1132" y="1479"/>
                    <a:pt x="1132" y="1479"/>
                  </a:cubicBezTo>
                  <a:cubicBezTo>
                    <a:pt x="1132" y="1485"/>
                    <a:pt x="1128" y="1489"/>
                    <a:pt x="1122" y="1489"/>
                  </a:cubicBezTo>
                  <a:cubicBezTo>
                    <a:pt x="581" y="1489"/>
                    <a:pt x="581" y="1489"/>
                    <a:pt x="581" y="1489"/>
                  </a:cubicBezTo>
                  <a:cubicBezTo>
                    <a:pt x="575" y="1489"/>
                    <a:pt x="571" y="1485"/>
                    <a:pt x="571" y="1479"/>
                  </a:cubicBezTo>
                  <a:cubicBezTo>
                    <a:pt x="571" y="1135"/>
                    <a:pt x="571" y="1135"/>
                    <a:pt x="571" y="1135"/>
                  </a:cubicBezTo>
                  <a:cubicBezTo>
                    <a:pt x="571" y="1130"/>
                    <a:pt x="575" y="1125"/>
                    <a:pt x="581" y="1125"/>
                  </a:cubicBezTo>
                  <a:cubicBezTo>
                    <a:pt x="1122" y="1125"/>
                    <a:pt x="1122" y="1125"/>
                    <a:pt x="1122" y="1125"/>
                  </a:cubicBezTo>
                  <a:cubicBezTo>
                    <a:pt x="1128" y="1125"/>
                    <a:pt x="1132" y="1130"/>
                    <a:pt x="1132" y="1135"/>
                  </a:cubicBezTo>
                  <a:close/>
                  <a:moveTo>
                    <a:pt x="1090" y="1350"/>
                  </a:moveTo>
                  <a:cubicBezTo>
                    <a:pt x="1036" y="1296"/>
                    <a:pt x="1036" y="1296"/>
                    <a:pt x="1036" y="1296"/>
                  </a:cubicBezTo>
                  <a:cubicBezTo>
                    <a:pt x="1036" y="1296"/>
                    <a:pt x="1036" y="1296"/>
                    <a:pt x="1036" y="1296"/>
                  </a:cubicBezTo>
                  <a:cubicBezTo>
                    <a:pt x="1035" y="1295"/>
                    <a:pt x="1034" y="1294"/>
                    <a:pt x="1032" y="1293"/>
                  </a:cubicBezTo>
                  <a:cubicBezTo>
                    <a:pt x="1032" y="1293"/>
                    <a:pt x="1032" y="1293"/>
                    <a:pt x="1032" y="1293"/>
                  </a:cubicBezTo>
                  <a:cubicBezTo>
                    <a:pt x="1031" y="1292"/>
                    <a:pt x="1030" y="1292"/>
                    <a:pt x="1029" y="1291"/>
                  </a:cubicBezTo>
                  <a:cubicBezTo>
                    <a:pt x="1029" y="1291"/>
                    <a:pt x="1028" y="1291"/>
                    <a:pt x="1028" y="1291"/>
                  </a:cubicBezTo>
                  <a:cubicBezTo>
                    <a:pt x="1027" y="1291"/>
                    <a:pt x="1026" y="1290"/>
                    <a:pt x="1024" y="1290"/>
                  </a:cubicBezTo>
                  <a:cubicBezTo>
                    <a:pt x="1024" y="1290"/>
                    <a:pt x="1024" y="1290"/>
                    <a:pt x="1024" y="1290"/>
                  </a:cubicBezTo>
                  <a:cubicBezTo>
                    <a:pt x="1023" y="1290"/>
                    <a:pt x="1022" y="1290"/>
                    <a:pt x="1020" y="1290"/>
                  </a:cubicBezTo>
                  <a:cubicBezTo>
                    <a:pt x="1019" y="1290"/>
                    <a:pt x="1017" y="1290"/>
                    <a:pt x="1016" y="1290"/>
                  </a:cubicBezTo>
                  <a:cubicBezTo>
                    <a:pt x="1016" y="1290"/>
                    <a:pt x="1016" y="1290"/>
                    <a:pt x="1016" y="1290"/>
                  </a:cubicBezTo>
                  <a:cubicBezTo>
                    <a:pt x="1015" y="1290"/>
                    <a:pt x="1013" y="1291"/>
                    <a:pt x="1012" y="1291"/>
                  </a:cubicBezTo>
                  <a:cubicBezTo>
                    <a:pt x="1012" y="1291"/>
                    <a:pt x="1012" y="1291"/>
                    <a:pt x="1012" y="1291"/>
                  </a:cubicBezTo>
                  <a:cubicBezTo>
                    <a:pt x="1011" y="1292"/>
                    <a:pt x="1009" y="1292"/>
                    <a:pt x="1008" y="1293"/>
                  </a:cubicBezTo>
                  <a:cubicBezTo>
                    <a:pt x="1008" y="1293"/>
                    <a:pt x="1008" y="1293"/>
                    <a:pt x="1008" y="1293"/>
                  </a:cubicBezTo>
                  <a:cubicBezTo>
                    <a:pt x="1007" y="1294"/>
                    <a:pt x="1006" y="1295"/>
                    <a:pt x="1005" y="1296"/>
                  </a:cubicBezTo>
                  <a:cubicBezTo>
                    <a:pt x="1005" y="1296"/>
                    <a:pt x="1005" y="1296"/>
                    <a:pt x="1005" y="1296"/>
                  </a:cubicBezTo>
                  <a:cubicBezTo>
                    <a:pt x="951" y="1350"/>
                    <a:pt x="951" y="1350"/>
                    <a:pt x="951" y="1350"/>
                  </a:cubicBezTo>
                  <a:cubicBezTo>
                    <a:pt x="942" y="1359"/>
                    <a:pt x="942" y="1372"/>
                    <a:pt x="951" y="1381"/>
                  </a:cubicBezTo>
                  <a:cubicBezTo>
                    <a:pt x="959" y="1390"/>
                    <a:pt x="973" y="1390"/>
                    <a:pt x="982" y="1381"/>
                  </a:cubicBezTo>
                  <a:cubicBezTo>
                    <a:pt x="998" y="1365"/>
                    <a:pt x="998" y="1365"/>
                    <a:pt x="998" y="1365"/>
                  </a:cubicBezTo>
                  <a:cubicBezTo>
                    <a:pt x="998" y="1431"/>
                    <a:pt x="998" y="1431"/>
                    <a:pt x="998" y="1431"/>
                  </a:cubicBezTo>
                  <a:cubicBezTo>
                    <a:pt x="998" y="1443"/>
                    <a:pt x="1008" y="1453"/>
                    <a:pt x="1020" y="1453"/>
                  </a:cubicBezTo>
                  <a:cubicBezTo>
                    <a:pt x="1032" y="1453"/>
                    <a:pt x="1042" y="1443"/>
                    <a:pt x="1042" y="1431"/>
                  </a:cubicBezTo>
                  <a:cubicBezTo>
                    <a:pt x="1042" y="1365"/>
                    <a:pt x="1042" y="1365"/>
                    <a:pt x="1042" y="1365"/>
                  </a:cubicBezTo>
                  <a:cubicBezTo>
                    <a:pt x="1059" y="1381"/>
                    <a:pt x="1059" y="1381"/>
                    <a:pt x="1059" y="1381"/>
                  </a:cubicBezTo>
                  <a:cubicBezTo>
                    <a:pt x="1063" y="1385"/>
                    <a:pt x="1069" y="1387"/>
                    <a:pt x="1074" y="1387"/>
                  </a:cubicBezTo>
                  <a:cubicBezTo>
                    <a:pt x="1080" y="1387"/>
                    <a:pt x="1085" y="1385"/>
                    <a:pt x="1090" y="1381"/>
                  </a:cubicBezTo>
                  <a:cubicBezTo>
                    <a:pt x="1098" y="1372"/>
                    <a:pt x="1098" y="1359"/>
                    <a:pt x="1090" y="1350"/>
                  </a:cubicBezTo>
                  <a:close/>
                  <a:moveTo>
                    <a:pt x="1037" y="10"/>
                  </a:moveTo>
                  <a:cubicBezTo>
                    <a:pt x="1037" y="589"/>
                    <a:pt x="1037" y="589"/>
                    <a:pt x="1037" y="589"/>
                  </a:cubicBezTo>
                  <a:cubicBezTo>
                    <a:pt x="1037" y="594"/>
                    <a:pt x="1032" y="599"/>
                    <a:pt x="1027" y="599"/>
                  </a:cubicBezTo>
                  <a:cubicBezTo>
                    <a:pt x="477" y="599"/>
                    <a:pt x="477" y="599"/>
                    <a:pt x="477" y="599"/>
                  </a:cubicBezTo>
                  <a:cubicBezTo>
                    <a:pt x="472" y="599"/>
                    <a:pt x="467" y="594"/>
                    <a:pt x="467" y="589"/>
                  </a:cubicBezTo>
                  <a:cubicBezTo>
                    <a:pt x="467" y="10"/>
                    <a:pt x="467" y="10"/>
                    <a:pt x="467" y="10"/>
                  </a:cubicBezTo>
                  <a:cubicBezTo>
                    <a:pt x="467" y="5"/>
                    <a:pt x="472" y="0"/>
                    <a:pt x="477" y="0"/>
                  </a:cubicBezTo>
                  <a:cubicBezTo>
                    <a:pt x="1027" y="0"/>
                    <a:pt x="1027" y="0"/>
                    <a:pt x="1027" y="0"/>
                  </a:cubicBezTo>
                  <a:cubicBezTo>
                    <a:pt x="1032" y="0"/>
                    <a:pt x="1037" y="5"/>
                    <a:pt x="1037" y="10"/>
                  </a:cubicBezTo>
                  <a:close/>
                  <a:moveTo>
                    <a:pt x="994" y="459"/>
                  </a:moveTo>
                  <a:cubicBezTo>
                    <a:pt x="940" y="405"/>
                    <a:pt x="940" y="405"/>
                    <a:pt x="940" y="405"/>
                  </a:cubicBezTo>
                  <a:cubicBezTo>
                    <a:pt x="940" y="405"/>
                    <a:pt x="940" y="405"/>
                    <a:pt x="940" y="405"/>
                  </a:cubicBezTo>
                  <a:cubicBezTo>
                    <a:pt x="939" y="404"/>
                    <a:pt x="938" y="403"/>
                    <a:pt x="937" y="403"/>
                  </a:cubicBezTo>
                  <a:cubicBezTo>
                    <a:pt x="937" y="403"/>
                    <a:pt x="937" y="402"/>
                    <a:pt x="937" y="402"/>
                  </a:cubicBezTo>
                  <a:cubicBezTo>
                    <a:pt x="935" y="402"/>
                    <a:pt x="934" y="401"/>
                    <a:pt x="933" y="401"/>
                  </a:cubicBezTo>
                  <a:cubicBezTo>
                    <a:pt x="933" y="400"/>
                    <a:pt x="933" y="400"/>
                    <a:pt x="933" y="400"/>
                  </a:cubicBezTo>
                  <a:cubicBezTo>
                    <a:pt x="932" y="400"/>
                    <a:pt x="930" y="400"/>
                    <a:pt x="929" y="399"/>
                  </a:cubicBezTo>
                  <a:cubicBezTo>
                    <a:pt x="929" y="399"/>
                    <a:pt x="929" y="399"/>
                    <a:pt x="929" y="399"/>
                  </a:cubicBezTo>
                  <a:cubicBezTo>
                    <a:pt x="927" y="399"/>
                    <a:pt x="926" y="399"/>
                    <a:pt x="925" y="399"/>
                  </a:cubicBezTo>
                  <a:cubicBezTo>
                    <a:pt x="923" y="399"/>
                    <a:pt x="922" y="399"/>
                    <a:pt x="921" y="399"/>
                  </a:cubicBezTo>
                  <a:cubicBezTo>
                    <a:pt x="921" y="399"/>
                    <a:pt x="920" y="399"/>
                    <a:pt x="920" y="399"/>
                  </a:cubicBezTo>
                  <a:cubicBezTo>
                    <a:pt x="919" y="400"/>
                    <a:pt x="918" y="400"/>
                    <a:pt x="917" y="400"/>
                  </a:cubicBezTo>
                  <a:cubicBezTo>
                    <a:pt x="916" y="400"/>
                    <a:pt x="916" y="400"/>
                    <a:pt x="916" y="401"/>
                  </a:cubicBezTo>
                  <a:cubicBezTo>
                    <a:pt x="915" y="401"/>
                    <a:pt x="914" y="402"/>
                    <a:pt x="913" y="402"/>
                  </a:cubicBezTo>
                  <a:cubicBezTo>
                    <a:pt x="913" y="402"/>
                    <a:pt x="913" y="403"/>
                    <a:pt x="913" y="403"/>
                  </a:cubicBezTo>
                  <a:cubicBezTo>
                    <a:pt x="911" y="403"/>
                    <a:pt x="910" y="404"/>
                    <a:pt x="909" y="405"/>
                  </a:cubicBezTo>
                  <a:cubicBezTo>
                    <a:pt x="909" y="405"/>
                    <a:pt x="909" y="405"/>
                    <a:pt x="909" y="405"/>
                  </a:cubicBezTo>
                  <a:cubicBezTo>
                    <a:pt x="855" y="459"/>
                    <a:pt x="855" y="459"/>
                    <a:pt x="855" y="459"/>
                  </a:cubicBezTo>
                  <a:cubicBezTo>
                    <a:pt x="847" y="468"/>
                    <a:pt x="847" y="482"/>
                    <a:pt x="855" y="490"/>
                  </a:cubicBezTo>
                  <a:cubicBezTo>
                    <a:pt x="864" y="499"/>
                    <a:pt x="878" y="499"/>
                    <a:pt x="886" y="490"/>
                  </a:cubicBezTo>
                  <a:cubicBezTo>
                    <a:pt x="903" y="474"/>
                    <a:pt x="903" y="474"/>
                    <a:pt x="903" y="474"/>
                  </a:cubicBezTo>
                  <a:cubicBezTo>
                    <a:pt x="903" y="541"/>
                    <a:pt x="903" y="541"/>
                    <a:pt x="903" y="541"/>
                  </a:cubicBezTo>
                  <a:cubicBezTo>
                    <a:pt x="903" y="553"/>
                    <a:pt x="913" y="563"/>
                    <a:pt x="925" y="563"/>
                  </a:cubicBezTo>
                  <a:cubicBezTo>
                    <a:pt x="937" y="563"/>
                    <a:pt x="947" y="553"/>
                    <a:pt x="947" y="541"/>
                  </a:cubicBezTo>
                  <a:cubicBezTo>
                    <a:pt x="947" y="474"/>
                    <a:pt x="947" y="474"/>
                    <a:pt x="947" y="474"/>
                  </a:cubicBezTo>
                  <a:cubicBezTo>
                    <a:pt x="963" y="490"/>
                    <a:pt x="963" y="490"/>
                    <a:pt x="963" y="490"/>
                  </a:cubicBezTo>
                  <a:cubicBezTo>
                    <a:pt x="967" y="495"/>
                    <a:pt x="973" y="497"/>
                    <a:pt x="979" y="497"/>
                  </a:cubicBezTo>
                  <a:cubicBezTo>
                    <a:pt x="984" y="497"/>
                    <a:pt x="990" y="495"/>
                    <a:pt x="994" y="490"/>
                  </a:cubicBezTo>
                  <a:cubicBezTo>
                    <a:pt x="1003" y="482"/>
                    <a:pt x="1003" y="468"/>
                    <a:pt x="994" y="459"/>
                  </a:cubicBezTo>
                  <a:close/>
                  <a:moveTo>
                    <a:pt x="1784" y="247"/>
                  </a:moveTo>
                  <a:cubicBezTo>
                    <a:pt x="1784" y="589"/>
                    <a:pt x="1784" y="589"/>
                    <a:pt x="1784" y="589"/>
                  </a:cubicBezTo>
                  <a:cubicBezTo>
                    <a:pt x="1784" y="594"/>
                    <a:pt x="1780" y="599"/>
                    <a:pt x="1774" y="599"/>
                  </a:cubicBezTo>
                  <a:cubicBezTo>
                    <a:pt x="1335" y="599"/>
                    <a:pt x="1335" y="599"/>
                    <a:pt x="1335" y="599"/>
                  </a:cubicBezTo>
                  <a:cubicBezTo>
                    <a:pt x="1330" y="599"/>
                    <a:pt x="1325" y="594"/>
                    <a:pt x="1325" y="589"/>
                  </a:cubicBezTo>
                  <a:cubicBezTo>
                    <a:pt x="1325" y="247"/>
                    <a:pt x="1325" y="247"/>
                    <a:pt x="1325" y="247"/>
                  </a:cubicBezTo>
                  <a:cubicBezTo>
                    <a:pt x="1325" y="242"/>
                    <a:pt x="1330" y="237"/>
                    <a:pt x="1335" y="237"/>
                  </a:cubicBezTo>
                  <a:cubicBezTo>
                    <a:pt x="1774" y="237"/>
                    <a:pt x="1774" y="237"/>
                    <a:pt x="1774" y="237"/>
                  </a:cubicBezTo>
                  <a:cubicBezTo>
                    <a:pt x="1780" y="237"/>
                    <a:pt x="1784" y="242"/>
                    <a:pt x="1784" y="247"/>
                  </a:cubicBezTo>
                  <a:close/>
                  <a:moveTo>
                    <a:pt x="1741" y="459"/>
                  </a:moveTo>
                  <a:cubicBezTo>
                    <a:pt x="1688" y="405"/>
                    <a:pt x="1688" y="405"/>
                    <a:pt x="1688" y="405"/>
                  </a:cubicBezTo>
                  <a:cubicBezTo>
                    <a:pt x="1688" y="405"/>
                    <a:pt x="1688" y="405"/>
                    <a:pt x="1688" y="405"/>
                  </a:cubicBezTo>
                  <a:cubicBezTo>
                    <a:pt x="1687" y="404"/>
                    <a:pt x="1685" y="403"/>
                    <a:pt x="1684" y="403"/>
                  </a:cubicBezTo>
                  <a:cubicBezTo>
                    <a:pt x="1684" y="403"/>
                    <a:pt x="1684" y="402"/>
                    <a:pt x="1684" y="402"/>
                  </a:cubicBezTo>
                  <a:cubicBezTo>
                    <a:pt x="1683" y="402"/>
                    <a:pt x="1682" y="401"/>
                    <a:pt x="1680" y="401"/>
                  </a:cubicBezTo>
                  <a:cubicBezTo>
                    <a:pt x="1680" y="400"/>
                    <a:pt x="1680" y="400"/>
                    <a:pt x="1680" y="400"/>
                  </a:cubicBezTo>
                  <a:cubicBezTo>
                    <a:pt x="1679" y="400"/>
                    <a:pt x="1678" y="400"/>
                    <a:pt x="1676" y="399"/>
                  </a:cubicBezTo>
                  <a:cubicBezTo>
                    <a:pt x="1676" y="399"/>
                    <a:pt x="1676" y="399"/>
                    <a:pt x="1676" y="399"/>
                  </a:cubicBezTo>
                  <a:cubicBezTo>
                    <a:pt x="1675" y="399"/>
                    <a:pt x="1673" y="399"/>
                    <a:pt x="1672" y="399"/>
                  </a:cubicBezTo>
                  <a:cubicBezTo>
                    <a:pt x="1671" y="399"/>
                    <a:pt x="1669" y="399"/>
                    <a:pt x="1668" y="399"/>
                  </a:cubicBezTo>
                  <a:cubicBezTo>
                    <a:pt x="1668" y="399"/>
                    <a:pt x="1668" y="399"/>
                    <a:pt x="1668" y="399"/>
                  </a:cubicBezTo>
                  <a:cubicBezTo>
                    <a:pt x="1666" y="400"/>
                    <a:pt x="1665" y="400"/>
                    <a:pt x="1664" y="400"/>
                  </a:cubicBezTo>
                  <a:cubicBezTo>
                    <a:pt x="1664" y="400"/>
                    <a:pt x="1664" y="400"/>
                    <a:pt x="1664" y="401"/>
                  </a:cubicBezTo>
                  <a:cubicBezTo>
                    <a:pt x="1662" y="401"/>
                    <a:pt x="1661" y="402"/>
                    <a:pt x="1660" y="402"/>
                  </a:cubicBezTo>
                  <a:cubicBezTo>
                    <a:pt x="1660" y="402"/>
                    <a:pt x="1660" y="403"/>
                    <a:pt x="1660" y="403"/>
                  </a:cubicBezTo>
                  <a:cubicBezTo>
                    <a:pt x="1659" y="403"/>
                    <a:pt x="1657" y="404"/>
                    <a:pt x="1656" y="405"/>
                  </a:cubicBezTo>
                  <a:cubicBezTo>
                    <a:pt x="1656" y="405"/>
                    <a:pt x="1656" y="405"/>
                    <a:pt x="1656" y="405"/>
                  </a:cubicBezTo>
                  <a:cubicBezTo>
                    <a:pt x="1603" y="459"/>
                    <a:pt x="1603" y="459"/>
                    <a:pt x="1603" y="459"/>
                  </a:cubicBezTo>
                  <a:cubicBezTo>
                    <a:pt x="1594" y="468"/>
                    <a:pt x="1594" y="482"/>
                    <a:pt x="1603" y="490"/>
                  </a:cubicBezTo>
                  <a:cubicBezTo>
                    <a:pt x="1611" y="499"/>
                    <a:pt x="1625" y="499"/>
                    <a:pt x="1634" y="490"/>
                  </a:cubicBezTo>
                  <a:cubicBezTo>
                    <a:pt x="1650" y="474"/>
                    <a:pt x="1650" y="474"/>
                    <a:pt x="1650" y="474"/>
                  </a:cubicBezTo>
                  <a:cubicBezTo>
                    <a:pt x="1650" y="541"/>
                    <a:pt x="1650" y="541"/>
                    <a:pt x="1650" y="541"/>
                  </a:cubicBezTo>
                  <a:cubicBezTo>
                    <a:pt x="1650" y="553"/>
                    <a:pt x="1660" y="563"/>
                    <a:pt x="1672" y="563"/>
                  </a:cubicBezTo>
                  <a:cubicBezTo>
                    <a:pt x="1684" y="563"/>
                    <a:pt x="1694" y="553"/>
                    <a:pt x="1694" y="541"/>
                  </a:cubicBezTo>
                  <a:cubicBezTo>
                    <a:pt x="1694" y="474"/>
                    <a:pt x="1694" y="474"/>
                    <a:pt x="1694" y="474"/>
                  </a:cubicBezTo>
                  <a:cubicBezTo>
                    <a:pt x="1710" y="490"/>
                    <a:pt x="1710" y="490"/>
                    <a:pt x="1710" y="490"/>
                  </a:cubicBezTo>
                  <a:cubicBezTo>
                    <a:pt x="1715" y="495"/>
                    <a:pt x="1720" y="497"/>
                    <a:pt x="1726" y="497"/>
                  </a:cubicBezTo>
                  <a:cubicBezTo>
                    <a:pt x="1732" y="497"/>
                    <a:pt x="1737" y="495"/>
                    <a:pt x="1741" y="490"/>
                  </a:cubicBezTo>
                  <a:cubicBezTo>
                    <a:pt x="1750" y="482"/>
                    <a:pt x="1750" y="468"/>
                    <a:pt x="1741" y="459"/>
                  </a:cubicBezTo>
                  <a:close/>
                  <a:moveTo>
                    <a:pt x="423" y="247"/>
                  </a:moveTo>
                  <a:cubicBezTo>
                    <a:pt x="423" y="589"/>
                    <a:pt x="423" y="589"/>
                    <a:pt x="423" y="589"/>
                  </a:cubicBezTo>
                  <a:cubicBezTo>
                    <a:pt x="423" y="594"/>
                    <a:pt x="419" y="599"/>
                    <a:pt x="413" y="599"/>
                  </a:cubicBezTo>
                  <a:cubicBezTo>
                    <a:pt x="10" y="599"/>
                    <a:pt x="10" y="599"/>
                    <a:pt x="10" y="599"/>
                  </a:cubicBezTo>
                  <a:cubicBezTo>
                    <a:pt x="4" y="599"/>
                    <a:pt x="0" y="594"/>
                    <a:pt x="0" y="589"/>
                  </a:cubicBezTo>
                  <a:cubicBezTo>
                    <a:pt x="0" y="247"/>
                    <a:pt x="0" y="247"/>
                    <a:pt x="0" y="247"/>
                  </a:cubicBezTo>
                  <a:cubicBezTo>
                    <a:pt x="0" y="242"/>
                    <a:pt x="4" y="237"/>
                    <a:pt x="10" y="237"/>
                  </a:cubicBezTo>
                  <a:cubicBezTo>
                    <a:pt x="413" y="237"/>
                    <a:pt x="413" y="237"/>
                    <a:pt x="413" y="237"/>
                  </a:cubicBezTo>
                  <a:cubicBezTo>
                    <a:pt x="419" y="237"/>
                    <a:pt x="423" y="242"/>
                    <a:pt x="423" y="247"/>
                  </a:cubicBezTo>
                  <a:close/>
                  <a:moveTo>
                    <a:pt x="381" y="459"/>
                  </a:moveTo>
                  <a:cubicBezTo>
                    <a:pt x="327" y="405"/>
                    <a:pt x="327" y="405"/>
                    <a:pt x="327" y="405"/>
                  </a:cubicBezTo>
                  <a:cubicBezTo>
                    <a:pt x="327" y="405"/>
                    <a:pt x="327" y="405"/>
                    <a:pt x="327" y="405"/>
                  </a:cubicBezTo>
                  <a:cubicBezTo>
                    <a:pt x="326" y="404"/>
                    <a:pt x="325" y="403"/>
                    <a:pt x="324" y="403"/>
                  </a:cubicBezTo>
                  <a:cubicBezTo>
                    <a:pt x="323" y="403"/>
                    <a:pt x="323" y="402"/>
                    <a:pt x="323" y="402"/>
                  </a:cubicBezTo>
                  <a:cubicBezTo>
                    <a:pt x="322" y="402"/>
                    <a:pt x="321" y="401"/>
                    <a:pt x="320" y="401"/>
                  </a:cubicBezTo>
                  <a:cubicBezTo>
                    <a:pt x="320" y="400"/>
                    <a:pt x="320" y="400"/>
                    <a:pt x="319" y="400"/>
                  </a:cubicBezTo>
                  <a:cubicBezTo>
                    <a:pt x="318" y="400"/>
                    <a:pt x="317" y="400"/>
                    <a:pt x="316" y="399"/>
                  </a:cubicBezTo>
                  <a:cubicBezTo>
                    <a:pt x="316" y="399"/>
                    <a:pt x="315" y="399"/>
                    <a:pt x="315" y="399"/>
                  </a:cubicBezTo>
                  <a:cubicBezTo>
                    <a:pt x="314" y="399"/>
                    <a:pt x="313" y="399"/>
                    <a:pt x="311" y="399"/>
                  </a:cubicBezTo>
                  <a:cubicBezTo>
                    <a:pt x="310" y="399"/>
                    <a:pt x="309" y="399"/>
                    <a:pt x="307" y="399"/>
                  </a:cubicBezTo>
                  <a:cubicBezTo>
                    <a:pt x="307" y="399"/>
                    <a:pt x="307" y="399"/>
                    <a:pt x="307" y="399"/>
                  </a:cubicBezTo>
                  <a:cubicBezTo>
                    <a:pt x="306" y="400"/>
                    <a:pt x="304" y="400"/>
                    <a:pt x="303" y="400"/>
                  </a:cubicBezTo>
                  <a:cubicBezTo>
                    <a:pt x="303" y="400"/>
                    <a:pt x="303" y="400"/>
                    <a:pt x="303" y="401"/>
                  </a:cubicBezTo>
                  <a:cubicBezTo>
                    <a:pt x="302" y="401"/>
                    <a:pt x="301" y="402"/>
                    <a:pt x="299" y="402"/>
                  </a:cubicBezTo>
                  <a:cubicBezTo>
                    <a:pt x="299" y="402"/>
                    <a:pt x="299" y="403"/>
                    <a:pt x="299" y="403"/>
                  </a:cubicBezTo>
                  <a:cubicBezTo>
                    <a:pt x="298" y="403"/>
                    <a:pt x="297" y="404"/>
                    <a:pt x="296" y="405"/>
                  </a:cubicBezTo>
                  <a:cubicBezTo>
                    <a:pt x="296" y="405"/>
                    <a:pt x="296" y="405"/>
                    <a:pt x="296" y="405"/>
                  </a:cubicBezTo>
                  <a:cubicBezTo>
                    <a:pt x="242" y="459"/>
                    <a:pt x="242" y="459"/>
                    <a:pt x="242" y="459"/>
                  </a:cubicBezTo>
                  <a:cubicBezTo>
                    <a:pt x="233" y="468"/>
                    <a:pt x="233" y="482"/>
                    <a:pt x="242" y="490"/>
                  </a:cubicBezTo>
                  <a:cubicBezTo>
                    <a:pt x="250" y="499"/>
                    <a:pt x="264" y="499"/>
                    <a:pt x="273" y="490"/>
                  </a:cubicBezTo>
                  <a:cubicBezTo>
                    <a:pt x="289" y="474"/>
                    <a:pt x="289" y="474"/>
                    <a:pt x="289" y="474"/>
                  </a:cubicBezTo>
                  <a:cubicBezTo>
                    <a:pt x="289" y="541"/>
                    <a:pt x="289" y="541"/>
                    <a:pt x="289" y="541"/>
                  </a:cubicBezTo>
                  <a:cubicBezTo>
                    <a:pt x="289" y="553"/>
                    <a:pt x="299" y="563"/>
                    <a:pt x="311" y="563"/>
                  </a:cubicBezTo>
                  <a:cubicBezTo>
                    <a:pt x="323" y="563"/>
                    <a:pt x="333" y="553"/>
                    <a:pt x="333" y="541"/>
                  </a:cubicBezTo>
                  <a:cubicBezTo>
                    <a:pt x="333" y="474"/>
                    <a:pt x="333" y="474"/>
                    <a:pt x="333" y="474"/>
                  </a:cubicBezTo>
                  <a:cubicBezTo>
                    <a:pt x="350" y="490"/>
                    <a:pt x="350" y="490"/>
                    <a:pt x="350" y="490"/>
                  </a:cubicBezTo>
                  <a:cubicBezTo>
                    <a:pt x="354" y="495"/>
                    <a:pt x="360" y="497"/>
                    <a:pt x="365" y="497"/>
                  </a:cubicBezTo>
                  <a:cubicBezTo>
                    <a:pt x="371" y="497"/>
                    <a:pt x="377" y="495"/>
                    <a:pt x="381" y="490"/>
                  </a:cubicBezTo>
                  <a:cubicBezTo>
                    <a:pt x="389" y="482"/>
                    <a:pt x="389" y="468"/>
                    <a:pt x="381" y="459"/>
                  </a:cubicBezTo>
                  <a:close/>
                  <a:moveTo>
                    <a:pt x="1784" y="963"/>
                  </a:moveTo>
                  <a:cubicBezTo>
                    <a:pt x="1784" y="1479"/>
                    <a:pt x="1784" y="1479"/>
                    <a:pt x="1784" y="1479"/>
                  </a:cubicBezTo>
                  <a:cubicBezTo>
                    <a:pt x="1784" y="1485"/>
                    <a:pt x="1780" y="1489"/>
                    <a:pt x="1774" y="1489"/>
                  </a:cubicBezTo>
                  <a:cubicBezTo>
                    <a:pt x="1186" y="1489"/>
                    <a:pt x="1186" y="1489"/>
                    <a:pt x="1186" y="1489"/>
                  </a:cubicBezTo>
                  <a:cubicBezTo>
                    <a:pt x="1181" y="1489"/>
                    <a:pt x="1176" y="1485"/>
                    <a:pt x="1176" y="1479"/>
                  </a:cubicBezTo>
                  <a:cubicBezTo>
                    <a:pt x="1176" y="963"/>
                    <a:pt x="1176" y="963"/>
                    <a:pt x="1176" y="963"/>
                  </a:cubicBezTo>
                  <a:cubicBezTo>
                    <a:pt x="1176" y="958"/>
                    <a:pt x="1181" y="953"/>
                    <a:pt x="1186" y="953"/>
                  </a:cubicBezTo>
                  <a:cubicBezTo>
                    <a:pt x="1774" y="953"/>
                    <a:pt x="1774" y="953"/>
                    <a:pt x="1774" y="953"/>
                  </a:cubicBezTo>
                  <a:cubicBezTo>
                    <a:pt x="1780" y="953"/>
                    <a:pt x="1784" y="958"/>
                    <a:pt x="1784" y="963"/>
                  </a:cubicBezTo>
                  <a:close/>
                  <a:moveTo>
                    <a:pt x="1741" y="1350"/>
                  </a:moveTo>
                  <a:cubicBezTo>
                    <a:pt x="1688" y="1296"/>
                    <a:pt x="1688" y="1296"/>
                    <a:pt x="1688" y="1296"/>
                  </a:cubicBezTo>
                  <a:cubicBezTo>
                    <a:pt x="1688" y="1296"/>
                    <a:pt x="1688" y="1296"/>
                    <a:pt x="1688" y="1296"/>
                  </a:cubicBezTo>
                  <a:cubicBezTo>
                    <a:pt x="1687" y="1295"/>
                    <a:pt x="1685" y="1294"/>
                    <a:pt x="1684" y="1293"/>
                  </a:cubicBezTo>
                  <a:cubicBezTo>
                    <a:pt x="1684" y="1293"/>
                    <a:pt x="1684" y="1293"/>
                    <a:pt x="1684" y="1293"/>
                  </a:cubicBezTo>
                  <a:cubicBezTo>
                    <a:pt x="1683" y="1292"/>
                    <a:pt x="1682" y="1292"/>
                    <a:pt x="1680" y="1291"/>
                  </a:cubicBezTo>
                  <a:cubicBezTo>
                    <a:pt x="1680" y="1291"/>
                    <a:pt x="1680" y="1291"/>
                    <a:pt x="1680" y="1291"/>
                  </a:cubicBezTo>
                  <a:cubicBezTo>
                    <a:pt x="1679" y="1291"/>
                    <a:pt x="1678" y="1290"/>
                    <a:pt x="1676" y="1290"/>
                  </a:cubicBezTo>
                  <a:cubicBezTo>
                    <a:pt x="1676" y="1290"/>
                    <a:pt x="1676" y="1290"/>
                    <a:pt x="1676" y="1290"/>
                  </a:cubicBezTo>
                  <a:cubicBezTo>
                    <a:pt x="1675" y="1290"/>
                    <a:pt x="1673" y="1290"/>
                    <a:pt x="1672" y="1290"/>
                  </a:cubicBezTo>
                  <a:cubicBezTo>
                    <a:pt x="1671" y="1290"/>
                    <a:pt x="1669" y="1290"/>
                    <a:pt x="1668" y="1290"/>
                  </a:cubicBezTo>
                  <a:cubicBezTo>
                    <a:pt x="1668" y="1290"/>
                    <a:pt x="1668" y="1290"/>
                    <a:pt x="1668" y="1290"/>
                  </a:cubicBezTo>
                  <a:cubicBezTo>
                    <a:pt x="1666" y="1290"/>
                    <a:pt x="1665" y="1291"/>
                    <a:pt x="1664" y="1291"/>
                  </a:cubicBezTo>
                  <a:cubicBezTo>
                    <a:pt x="1664" y="1291"/>
                    <a:pt x="1664" y="1291"/>
                    <a:pt x="1664" y="1291"/>
                  </a:cubicBezTo>
                  <a:cubicBezTo>
                    <a:pt x="1662" y="1292"/>
                    <a:pt x="1661" y="1292"/>
                    <a:pt x="1660" y="1293"/>
                  </a:cubicBezTo>
                  <a:cubicBezTo>
                    <a:pt x="1660" y="1293"/>
                    <a:pt x="1660" y="1293"/>
                    <a:pt x="1660" y="1293"/>
                  </a:cubicBezTo>
                  <a:cubicBezTo>
                    <a:pt x="1659" y="1294"/>
                    <a:pt x="1658" y="1295"/>
                    <a:pt x="1656" y="1296"/>
                  </a:cubicBezTo>
                  <a:cubicBezTo>
                    <a:pt x="1656" y="1296"/>
                    <a:pt x="1656" y="1296"/>
                    <a:pt x="1656" y="1296"/>
                  </a:cubicBezTo>
                  <a:cubicBezTo>
                    <a:pt x="1603" y="1350"/>
                    <a:pt x="1603" y="1350"/>
                    <a:pt x="1603" y="1350"/>
                  </a:cubicBezTo>
                  <a:cubicBezTo>
                    <a:pt x="1594" y="1359"/>
                    <a:pt x="1594" y="1372"/>
                    <a:pt x="1603" y="1381"/>
                  </a:cubicBezTo>
                  <a:cubicBezTo>
                    <a:pt x="1611" y="1390"/>
                    <a:pt x="1625" y="1390"/>
                    <a:pt x="1634" y="1381"/>
                  </a:cubicBezTo>
                  <a:cubicBezTo>
                    <a:pt x="1650" y="1365"/>
                    <a:pt x="1650" y="1365"/>
                    <a:pt x="1650" y="1365"/>
                  </a:cubicBezTo>
                  <a:cubicBezTo>
                    <a:pt x="1650" y="1431"/>
                    <a:pt x="1650" y="1431"/>
                    <a:pt x="1650" y="1431"/>
                  </a:cubicBezTo>
                  <a:cubicBezTo>
                    <a:pt x="1650" y="1443"/>
                    <a:pt x="1660" y="1453"/>
                    <a:pt x="1672" y="1453"/>
                  </a:cubicBezTo>
                  <a:cubicBezTo>
                    <a:pt x="1684" y="1453"/>
                    <a:pt x="1694" y="1443"/>
                    <a:pt x="1694" y="1431"/>
                  </a:cubicBezTo>
                  <a:cubicBezTo>
                    <a:pt x="1694" y="1365"/>
                    <a:pt x="1694" y="1365"/>
                    <a:pt x="1694" y="1365"/>
                  </a:cubicBezTo>
                  <a:cubicBezTo>
                    <a:pt x="1710" y="1381"/>
                    <a:pt x="1710" y="1381"/>
                    <a:pt x="1710" y="1381"/>
                  </a:cubicBezTo>
                  <a:cubicBezTo>
                    <a:pt x="1715" y="1385"/>
                    <a:pt x="1720" y="1387"/>
                    <a:pt x="1726" y="1387"/>
                  </a:cubicBezTo>
                  <a:cubicBezTo>
                    <a:pt x="1732" y="1387"/>
                    <a:pt x="1737" y="1385"/>
                    <a:pt x="1741" y="1381"/>
                  </a:cubicBezTo>
                  <a:cubicBezTo>
                    <a:pt x="1750" y="1372"/>
                    <a:pt x="1750" y="1359"/>
                    <a:pt x="1741" y="1350"/>
                  </a:cubicBez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B6770"/>
                </a:solidFill>
                <a:effectLst/>
                <a:uLnTx/>
                <a:uFillTx/>
                <a:latin typeface="Calibri" panose="020F0502020204030204" pitchFamily="34" charset="0"/>
                <a:ea typeface="+mn-ea"/>
                <a:cs typeface="Calibri" panose="020F0502020204030204" pitchFamily="34" charset="0"/>
              </a:endParaRPr>
            </a:p>
          </p:txBody>
        </p:sp>
      </p:grpSp>
      <p:grpSp>
        <p:nvGrpSpPr>
          <p:cNvPr id="138" name="bcgIcons_PublicSector">
            <a:extLst>
              <a:ext uri="{FF2B5EF4-FFF2-40B4-BE49-F238E27FC236}">
                <a16:creationId xmlns:a16="http://schemas.microsoft.com/office/drawing/2014/main" id="{DCC15F7D-CDC2-4E1F-A0B5-9B1EF884CF51}"/>
              </a:ext>
            </a:extLst>
          </p:cNvPr>
          <p:cNvGrpSpPr>
            <a:grpSpLocks noChangeAspect="1"/>
          </p:cNvGrpSpPr>
          <p:nvPr/>
        </p:nvGrpSpPr>
        <p:grpSpPr bwMode="auto">
          <a:xfrm>
            <a:off x="3161163" y="3902468"/>
            <a:ext cx="731520" cy="732197"/>
            <a:chOff x="1682" y="0"/>
            <a:chExt cx="4316" cy="4320"/>
          </a:xfrm>
        </p:grpSpPr>
        <p:sp>
          <p:nvSpPr>
            <p:cNvPr id="139" name="AutoShape 18">
              <a:extLst>
                <a:ext uri="{FF2B5EF4-FFF2-40B4-BE49-F238E27FC236}">
                  <a16:creationId xmlns:a16="http://schemas.microsoft.com/office/drawing/2014/main" id="{575286B9-FCC8-4EFB-9834-BD5493C559C3}"/>
                </a:ext>
              </a:extLst>
            </p:cNvPr>
            <p:cNvSpPr>
              <a:spLocks noChangeAspect="1" noChangeArrowheads="1" noTextEdit="1"/>
            </p:cNvSpPr>
            <p:nvPr/>
          </p:nvSpPr>
          <p:spPr bwMode="auto">
            <a:xfrm>
              <a:off x="1682" y="0"/>
              <a:ext cx="4316" cy="4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B6770"/>
                </a:solidFill>
                <a:effectLst/>
                <a:uLnTx/>
                <a:uFillTx/>
                <a:latin typeface="Trebuchet MS"/>
                <a:ea typeface="+mn-ea"/>
                <a:cs typeface="+mn-cs"/>
              </a:endParaRPr>
            </a:p>
          </p:txBody>
        </p:sp>
        <p:sp>
          <p:nvSpPr>
            <p:cNvPr id="140" name="Freeform 20">
              <a:extLst>
                <a:ext uri="{FF2B5EF4-FFF2-40B4-BE49-F238E27FC236}">
                  <a16:creationId xmlns:a16="http://schemas.microsoft.com/office/drawing/2014/main" id="{CEF9E0BC-00B7-4B29-B377-3473BD5B2EB2}"/>
                </a:ext>
              </a:extLst>
            </p:cNvPr>
            <p:cNvSpPr>
              <a:spLocks noEditPoints="1"/>
            </p:cNvSpPr>
            <p:nvPr/>
          </p:nvSpPr>
          <p:spPr bwMode="auto">
            <a:xfrm>
              <a:off x="1847" y="431"/>
              <a:ext cx="3979" cy="3443"/>
            </a:xfrm>
            <a:custGeom>
              <a:avLst/>
              <a:gdLst>
                <a:gd name="T0" fmla="*/ 227 w 2124"/>
                <a:gd name="T1" fmla="*/ 496 h 1836"/>
                <a:gd name="T2" fmla="*/ 528 w 2124"/>
                <a:gd name="T3" fmla="*/ 467 h 1836"/>
                <a:gd name="T4" fmla="*/ 996 w 2124"/>
                <a:gd name="T5" fmla="*/ 467 h 1836"/>
                <a:gd name="T6" fmla="*/ 695 w 2124"/>
                <a:gd name="T7" fmla="*/ 496 h 1836"/>
                <a:gd name="T8" fmla="*/ 994 w 2124"/>
                <a:gd name="T9" fmla="*/ 498 h 1836"/>
                <a:gd name="T10" fmla="*/ 1130 w 2124"/>
                <a:gd name="T11" fmla="*/ 467 h 1836"/>
                <a:gd name="T12" fmla="*/ 1431 w 2124"/>
                <a:gd name="T13" fmla="*/ 496 h 1836"/>
                <a:gd name="T14" fmla="*/ 1933 w 2124"/>
                <a:gd name="T15" fmla="*/ 467 h 1836"/>
                <a:gd name="T16" fmla="*/ 1631 w 2124"/>
                <a:gd name="T17" fmla="*/ 496 h 1836"/>
                <a:gd name="T18" fmla="*/ 1930 w 2124"/>
                <a:gd name="T19" fmla="*/ 498 h 1836"/>
                <a:gd name="T20" fmla="*/ 427 w 2124"/>
                <a:gd name="T21" fmla="*/ 273 h 1836"/>
                <a:gd name="T22" fmla="*/ 729 w 2124"/>
                <a:gd name="T23" fmla="*/ 301 h 1836"/>
                <a:gd name="T24" fmla="*/ 1230 w 2124"/>
                <a:gd name="T25" fmla="*/ 273 h 1836"/>
                <a:gd name="T26" fmla="*/ 929 w 2124"/>
                <a:gd name="T27" fmla="*/ 301 h 1836"/>
                <a:gd name="T28" fmla="*/ 1228 w 2124"/>
                <a:gd name="T29" fmla="*/ 304 h 1836"/>
                <a:gd name="T30" fmla="*/ 1364 w 2124"/>
                <a:gd name="T31" fmla="*/ 273 h 1836"/>
                <a:gd name="T32" fmla="*/ 1665 w 2124"/>
                <a:gd name="T33" fmla="*/ 301 h 1836"/>
                <a:gd name="T34" fmla="*/ 996 w 2124"/>
                <a:gd name="T35" fmla="*/ 78 h 1836"/>
                <a:gd name="T36" fmla="*/ 695 w 2124"/>
                <a:gd name="T37" fmla="*/ 107 h 1836"/>
                <a:gd name="T38" fmla="*/ 994 w 2124"/>
                <a:gd name="T39" fmla="*/ 109 h 1836"/>
                <a:gd name="T40" fmla="*/ 1130 w 2124"/>
                <a:gd name="T41" fmla="*/ 78 h 1836"/>
                <a:gd name="T42" fmla="*/ 1431 w 2124"/>
                <a:gd name="T43" fmla="*/ 107 h 1836"/>
                <a:gd name="T44" fmla="*/ 1893 w 2124"/>
                <a:gd name="T45" fmla="*/ 584 h 1836"/>
                <a:gd name="T46" fmla="*/ 1893 w 2124"/>
                <a:gd name="T47" fmla="*/ 628 h 1836"/>
                <a:gd name="T48" fmla="*/ 2060 w 2124"/>
                <a:gd name="T49" fmla="*/ 662 h 1836"/>
                <a:gd name="T50" fmla="*/ 69 w 2124"/>
                <a:gd name="T51" fmla="*/ 693 h 1836"/>
                <a:gd name="T52" fmla="*/ 377 w 2124"/>
                <a:gd name="T53" fmla="*/ 638 h 1836"/>
                <a:gd name="T54" fmla="*/ 1533 w 2124"/>
                <a:gd name="T55" fmla="*/ 1602 h 1836"/>
                <a:gd name="T56" fmla="*/ 1155 w 2124"/>
                <a:gd name="T57" fmla="*/ 1543 h 1836"/>
                <a:gd name="T58" fmla="*/ 2102 w 2124"/>
                <a:gd name="T59" fmla="*/ 1836 h 1836"/>
                <a:gd name="T60" fmla="*/ 1191 w 2124"/>
                <a:gd name="T61" fmla="*/ 1811 h 1836"/>
                <a:gd name="T62" fmla="*/ 787 w 2124"/>
                <a:gd name="T63" fmla="*/ 1449 h 1836"/>
                <a:gd name="T64" fmla="*/ 404 w 2124"/>
                <a:gd name="T65" fmla="*/ 1449 h 1836"/>
                <a:gd name="T66" fmla="*/ 0 w 2124"/>
                <a:gd name="T67" fmla="*/ 1814 h 1836"/>
                <a:gd name="T68" fmla="*/ 1191 w 2124"/>
                <a:gd name="T69" fmla="*/ 1811 h 1836"/>
                <a:gd name="T70" fmla="*/ 896 w 2124"/>
                <a:gd name="T71" fmla="*/ 662 h 1836"/>
                <a:gd name="T72" fmla="*/ 1197 w 2124"/>
                <a:gd name="T73" fmla="*/ 690 h 1836"/>
                <a:gd name="T74" fmla="*/ 1356 w 2124"/>
                <a:gd name="T75" fmla="*/ 1362 h 1836"/>
                <a:gd name="T76" fmla="*/ 1407 w 2124"/>
                <a:gd name="T77" fmla="*/ 1450 h 1836"/>
                <a:gd name="T78" fmla="*/ 1649 w 2124"/>
                <a:gd name="T79" fmla="*/ 1450 h 1836"/>
                <a:gd name="T80" fmla="*/ 1701 w 2124"/>
                <a:gd name="T81" fmla="*/ 1362 h 1836"/>
                <a:gd name="T82" fmla="*/ 1796 w 2124"/>
                <a:gd name="T83" fmla="*/ 1101 h 1836"/>
                <a:gd name="T84" fmla="*/ 1528 w 2124"/>
                <a:gd name="T85" fmla="*/ 1401 h 1836"/>
                <a:gd name="T86" fmla="*/ 1261 w 2124"/>
                <a:gd name="T87" fmla="*/ 1101 h 1836"/>
                <a:gd name="T88" fmla="*/ 322 w 2124"/>
                <a:gd name="T89" fmla="*/ 1157 h 1836"/>
                <a:gd name="T90" fmla="*/ 440 w 2124"/>
                <a:gd name="T91" fmla="*/ 1423 h 1836"/>
                <a:gd name="T92" fmla="*/ 717 w 2124"/>
                <a:gd name="T93" fmla="*/ 1399 h 1836"/>
                <a:gd name="T94" fmla="*/ 761 w 2124"/>
                <a:gd name="T95" fmla="*/ 1367 h 1836"/>
                <a:gd name="T96" fmla="*/ 916 w 2124"/>
                <a:gd name="T97" fmla="*/ 1076 h 1836"/>
                <a:gd name="T98" fmla="*/ 738 w 2124"/>
                <a:gd name="T99" fmla="*/ 1329 h 1836"/>
                <a:gd name="T100" fmla="*/ 350 w 2124"/>
                <a:gd name="T101" fmla="*/ 1122 h 1836"/>
                <a:gd name="T102" fmla="*/ 322 w 2124"/>
                <a:gd name="T103" fmla="*/ 1157 h 18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124" h="1836">
                  <a:moveTo>
                    <a:pt x="512" y="503"/>
                  </a:moveTo>
                  <a:cubicBezTo>
                    <a:pt x="505" y="503"/>
                    <a:pt x="499" y="501"/>
                    <a:pt x="495" y="496"/>
                  </a:cubicBezTo>
                  <a:cubicBezTo>
                    <a:pt x="461" y="456"/>
                    <a:pt x="413" y="433"/>
                    <a:pt x="361" y="433"/>
                  </a:cubicBezTo>
                  <a:cubicBezTo>
                    <a:pt x="309" y="433"/>
                    <a:pt x="260" y="456"/>
                    <a:pt x="227" y="496"/>
                  </a:cubicBezTo>
                  <a:cubicBezTo>
                    <a:pt x="219" y="505"/>
                    <a:pt x="205" y="506"/>
                    <a:pt x="196" y="498"/>
                  </a:cubicBezTo>
                  <a:cubicBezTo>
                    <a:pt x="187" y="491"/>
                    <a:pt x="186" y="477"/>
                    <a:pt x="193" y="467"/>
                  </a:cubicBezTo>
                  <a:cubicBezTo>
                    <a:pt x="235" y="418"/>
                    <a:pt x="296" y="389"/>
                    <a:pt x="361" y="389"/>
                  </a:cubicBezTo>
                  <a:cubicBezTo>
                    <a:pt x="426" y="389"/>
                    <a:pt x="487" y="418"/>
                    <a:pt x="528" y="467"/>
                  </a:cubicBezTo>
                  <a:cubicBezTo>
                    <a:pt x="536" y="477"/>
                    <a:pt x="535" y="491"/>
                    <a:pt x="526" y="498"/>
                  </a:cubicBezTo>
                  <a:cubicBezTo>
                    <a:pt x="522" y="502"/>
                    <a:pt x="516" y="503"/>
                    <a:pt x="512" y="503"/>
                  </a:cubicBezTo>
                  <a:close/>
                  <a:moveTo>
                    <a:pt x="994" y="498"/>
                  </a:moveTo>
                  <a:cubicBezTo>
                    <a:pt x="1003" y="491"/>
                    <a:pt x="1004" y="477"/>
                    <a:pt x="996" y="467"/>
                  </a:cubicBezTo>
                  <a:cubicBezTo>
                    <a:pt x="955" y="418"/>
                    <a:pt x="894" y="389"/>
                    <a:pt x="829" y="389"/>
                  </a:cubicBezTo>
                  <a:cubicBezTo>
                    <a:pt x="764" y="389"/>
                    <a:pt x="703" y="418"/>
                    <a:pt x="661" y="467"/>
                  </a:cubicBezTo>
                  <a:cubicBezTo>
                    <a:pt x="654" y="477"/>
                    <a:pt x="655" y="491"/>
                    <a:pt x="664" y="498"/>
                  </a:cubicBezTo>
                  <a:cubicBezTo>
                    <a:pt x="673" y="506"/>
                    <a:pt x="687" y="505"/>
                    <a:pt x="695" y="496"/>
                  </a:cubicBezTo>
                  <a:cubicBezTo>
                    <a:pt x="728" y="456"/>
                    <a:pt x="777" y="433"/>
                    <a:pt x="829" y="433"/>
                  </a:cubicBezTo>
                  <a:cubicBezTo>
                    <a:pt x="881" y="433"/>
                    <a:pt x="929" y="456"/>
                    <a:pt x="963" y="496"/>
                  </a:cubicBezTo>
                  <a:cubicBezTo>
                    <a:pt x="967" y="501"/>
                    <a:pt x="973" y="503"/>
                    <a:pt x="980" y="503"/>
                  </a:cubicBezTo>
                  <a:cubicBezTo>
                    <a:pt x="985" y="503"/>
                    <a:pt x="990" y="502"/>
                    <a:pt x="994" y="498"/>
                  </a:cubicBezTo>
                  <a:close/>
                  <a:moveTo>
                    <a:pt x="1462" y="498"/>
                  </a:moveTo>
                  <a:cubicBezTo>
                    <a:pt x="1471" y="491"/>
                    <a:pt x="1472" y="477"/>
                    <a:pt x="1465" y="467"/>
                  </a:cubicBezTo>
                  <a:cubicBezTo>
                    <a:pt x="1423" y="418"/>
                    <a:pt x="1362" y="389"/>
                    <a:pt x="1297" y="389"/>
                  </a:cubicBezTo>
                  <a:cubicBezTo>
                    <a:pt x="1232" y="389"/>
                    <a:pt x="1171" y="418"/>
                    <a:pt x="1130" y="467"/>
                  </a:cubicBezTo>
                  <a:cubicBezTo>
                    <a:pt x="1122" y="477"/>
                    <a:pt x="1123" y="491"/>
                    <a:pt x="1132" y="498"/>
                  </a:cubicBezTo>
                  <a:cubicBezTo>
                    <a:pt x="1142" y="506"/>
                    <a:pt x="1155" y="505"/>
                    <a:pt x="1163" y="496"/>
                  </a:cubicBezTo>
                  <a:cubicBezTo>
                    <a:pt x="1197" y="456"/>
                    <a:pt x="1245" y="433"/>
                    <a:pt x="1297" y="433"/>
                  </a:cubicBezTo>
                  <a:cubicBezTo>
                    <a:pt x="1349" y="433"/>
                    <a:pt x="1398" y="456"/>
                    <a:pt x="1431" y="496"/>
                  </a:cubicBezTo>
                  <a:cubicBezTo>
                    <a:pt x="1435" y="501"/>
                    <a:pt x="1441" y="503"/>
                    <a:pt x="1448" y="503"/>
                  </a:cubicBezTo>
                  <a:cubicBezTo>
                    <a:pt x="1453" y="503"/>
                    <a:pt x="1458" y="502"/>
                    <a:pt x="1462" y="498"/>
                  </a:cubicBezTo>
                  <a:close/>
                  <a:moveTo>
                    <a:pt x="1930" y="498"/>
                  </a:moveTo>
                  <a:cubicBezTo>
                    <a:pt x="1939" y="491"/>
                    <a:pt x="1940" y="477"/>
                    <a:pt x="1933" y="467"/>
                  </a:cubicBezTo>
                  <a:cubicBezTo>
                    <a:pt x="1891" y="418"/>
                    <a:pt x="1830" y="389"/>
                    <a:pt x="1765" y="389"/>
                  </a:cubicBezTo>
                  <a:cubicBezTo>
                    <a:pt x="1700" y="389"/>
                    <a:pt x="1639" y="418"/>
                    <a:pt x="1598" y="467"/>
                  </a:cubicBezTo>
                  <a:cubicBezTo>
                    <a:pt x="1590" y="477"/>
                    <a:pt x="1591" y="491"/>
                    <a:pt x="1600" y="498"/>
                  </a:cubicBezTo>
                  <a:cubicBezTo>
                    <a:pt x="1610" y="506"/>
                    <a:pt x="1624" y="505"/>
                    <a:pt x="1631" y="496"/>
                  </a:cubicBezTo>
                  <a:cubicBezTo>
                    <a:pt x="1665" y="456"/>
                    <a:pt x="1713" y="433"/>
                    <a:pt x="1765" y="433"/>
                  </a:cubicBezTo>
                  <a:cubicBezTo>
                    <a:pt x="1817" y="433"/>
                    <a:pt x="1866" y="456"/>
                    <a:pt x="1899" y="496"/>
                  </a:cubicBezTo>
                  <a:cubicBezTo>
                    <a:pt x="1903" y="501"/>
                    <a:pt x="1910" y="503"/>
                    <a:pt x="1916" y="503"/>
                  </a:cubicBezTo>
                  <a:cubicBezTo>
                    <a:pt x="1921" y="503"/>
                    <a:pt x="1926" y="502"/>
                    <a:pt x="1930" y="498"/>
                  </a:cubicBezTo>
                  <a:close/>
                  <a:moveTo>
                    <a:pt x="760" y="304"/>
                  </a:moveTo>
                  <a:cubicBezTo>
                    <a:pt x="769" y="296"/>
                    <a:pt x="770" y="282"/>
                    <a:pt x="762" y="273"/>
                  </a:cubicBezTo>
                  <a:cubicBezTo>
                    <a:pt x="721" y="223"/>
                    <a:pt x="660" y="195"/>
                    <a:pt x="595" y="195"/>
                  </a:cubicBezTo>
                  <a:cubicBezTo>
                    <a:pt x="530" y="195"/>
                    <a:pt x="469" y="223"/>
                    <a:pt x="427" y="273"/>
                  </a:cubicBezTo>
                  <a:cubicBezTo>
                    <a:pt x="420" y="282"/>
                    <a:pt x="421" y="296"/>
                    <a:pt x="430" y="304"/>
                  </a:cubicBezTo>
                  <a:cubicBezTo>
                    <a:pt x="439" y="312"/>
                    <a:pt x="453" y="310"/>
                    <a:pt x="461" y="301"/>
                  </a:cubicBezTo>
                  <a:cubicBezTo>
                    <a:pt x="494" y="262"/>
                    <a:pt x="543" y="239"/>
                    <a:pt x="595" y="239"/>
                  </a:cubicBezTo>
                  <a:cubicBezTo>
                    <a:pt x="647" y="239"/>
                    <a:pt x="695" y="262"/>
                    <a:pt x="729" y="301"/>
                  </a:cubicBezTo>
                  <a:cubicBezTo>
                    <a:pt x="733" y="306"/>
                    <a:pt x="739" y="309"/>
                    <a:pt x="746" y="309"/>
                  </a:cubicBezTo>
                  <a:cubicBezTo>
                    <a:pt x="751" y="309"/>
                    <a:pt x="756" y="307"/>
                    <a:pt x="760" y="304"/>
                  </a:cubicBezTo>
                  <a:close/>
                  <a:moveTo>
                    <a:pt x="1228" y="304"/>
                  </a:moveTo>
                  <a:cubicBezTo>
                    <a:pt x="1237" y="296"/>
                    <a:pt x="1238" y="282"/>
                    <a:pt x="1230" y="273"/>
                  </a:cubicBezTo>
                  <a:cubicBezTo>
                    <a:pt x="1189" y="223"/>
                    <a:pt x="1128" y="195"/>
                    <a:pt x="1063" y="195"/>
                  </a:cubicBezTo>
                  <a:cubicBezTo>
                    <a:pt x="998" y="195"/>
                    <a:pt x="937" y="223"/>
                    <a:pt x="896" y="273"/>
                  </a:cubicBezTo>
                  <a:cubicBezTo>
                    <a:pt x="888" y="282"/>
                    <a:pt x="889" y="296"/>
                    <a:pt x="898" y="304"/>
                  </a:cubicBezTo>
                  <a:cubicBezTo>
                    <a:pt x="908" y="312"/>
                    <a:pt x="921" y="310"/>
                    <a:pt x="929" y="301"/>
                  </a:cubicBezTo>
                  <a:cubicBezTo>
                    <a:pt x="963" y="262"/>
                    <a:pt x="1011" y="239"/>
                    <a:pt x="1063" y="239"/>
                  </a:cubicBezTo>
                  <a:cubicBezTo>
                    <a:pt x="1115" y="239"/>
                    <a:pt x="1163" y="262"/>
                    <a:pt x="1197" y="301"/>
                  </a:cubicBezTo>
                  <a:cubicBezTo>
                    <a:pt x="1201" y="306"/>
                    <a:pt x="1207" y="309"/>
                    <a:pt x="1214" y="309"/>
                  </a:cubicBezTo>
                  <a:cubicBezTo>
                    <a:pt x="1219" y="309"/>
                    <a:pt x="1224" y="307"/>
                    <a:pt x="1228" y="304"/>
                  </a:cubicBezTo>
                  <a:close/>
                  <a:moveTo>
                    <a:pt x="1696" y="304"/>
                  </a:moveTo>
                  <a:cubicBezTo>
                    <a:pt x="1705" y="296"/>
                    <a:pt x="1706" y="282"/>
                    <a:pt x="1699" y="273"/>
                  </a:cubicBezTo>
                  <a:cubicBezTo>
                    <a:pt x="1657" y="223"/>
                    <a:pt x="1596" y="195"/>
                    <a:pt x="1531" y="195"/>
                  </a:cubicBezTo>
                  <a:cubicBezTo>
                    <a:pt x="1466" y="195"/>
                    <a:pt x="1405" y="223"/>
                    <a:pt x="1364" y="273"/>
                  </a:cubicBezTo>
                  <a:cubicBezTo>
                    <a:pt x="1356" y="282"/>
                    <a:pt x="1357" y="296"/>
                    <a:pt x="1366" y="304"/>
                  </a:cubicBezTo>
                  <a:cubicBezTo>
                    <a:pt x="1376" y="312"/>
                    <a:pt x="1389" y="310"/>
                    <a:pt x="1397" y="301"/>
                  </a:cubicBezTo>
                  <a:cubicBezTo>
                    <a:pt x="1431" y="262"/>
                    <a:pt x="1479" y="239"/>
                    <a:pt x="1531" y="239"/>
                  </a:cubicBezTo>
                  <a:cubicBezTo>
                    <a:pt x="1583" y="239"/>
                    <a:pt x="1632" y="262"/>
                    <a:pt x="1665" y="301"/>
                  </a:cubicBezTo>
                  <a:cubicBezTo>
                    <a:pt x="1669" y="306"/>
                    <a:pt x="1675" y="309"/>
                    <a:pt x="1682" y="309"/>
                  </a:cubicBezTo>
                  <a:cubicBezTo>
                    <a:pt x="1687" y="309"/>
                    <a:pt x="1692" y="307"/>
                    <a:pt x="1696" y="304"/>
                  </a:cubicBezTo>
                  <a:close/>
                  <a:moveTo>
                    <a:pt x="994" y="109"/>
                  </a:moveTo>
                  <a:cubicBezTo>
                    <a:pt x="1003" y="101"/>
                    <a:pt x="1004" y="88"/>
                    <a:pt x="996" y="78"/>
                  </a:cubicBezTo>
                  <a:cubicBezTo>
                    <a:pt x="955" y="29"/>
                    <a:pt x="894" y="0"/>
                    <a:pt x="829" y="0"/>
                  </a:cubicBezTo>
                  <a:cubicBezTo>
                    <a:pt x="764" y="0"/>
                    <a:pt x="703" y="29"/>
                    <a:pt x="661" y="78"/>
                  </a:cubicBezTo>
                  <a:cubicBezTo>
                    <a:pt x="654" y="88"/>
                    <a:pt x="655" y="101"/>
                    <a:pt x="664" y="109"/>
                  </a:cubicBezTo>
                  <a:cubicBezTo>
                    <a:pt x="673" y="117"/>
                    <a:pt x="687" y="116"/>
                    <a:pt x="695" y="107"/>
                  </a:cubicBezTo>
                  <a:cubicBezTo>
                    <a:pt x="728" y="67"/>
                    <a:pt x="777" y="44"/>
                    <a:pt x="829" y="44"/>
                  </a:cubicBezTo>
                  <a:cubicBezTo>
                    <a:pt x="881" y="44"/>
                    <a:pt x="929" y="67"/>
                    <a:pt x="963" y="107"/>
                  </a:cubicBezTo>
                  <a:cubicBezTo>
                    <a:pt x="967" y="112"/>
                    <a:pt x="973" y="114"/>
                    <a:pt x="980" y="114"/>
                  </a:cubicBezTo>
                  <a:cubicBezTo>
                    <a:pt x="985" y="114"/>
                    <a:pt x="990" y="113"/>
                    <a:pt x="994" y="109"/>
                  </a:cubicBezTo>
                  <a:close/>
                  <a:moveTo>
                    <a:pt x="1462" y="109"/>
                  </a:moveTo>
                  <a:cubicBezTo>
                    <a:pt x="1471" y="101"/>
                    <a:pt x="1472" y="88"/>
                    <a:pt x="1465" y="78"/>
                  </a:cubicBezTo>
                  <a:cubicBezTo>
                    <a:pt x="1423" y="29"/>
                    <a:pt x="1362" y="0"/>
                    <a:pt x="1297" y="0"/>
                  </a:cubicBezTo>
                  <a:cubicBezTo>
                    <a:pt x="1232" y="0"/>
                    <a:pt x="1171" y="29"/>
                    <a:pt x="1130" y="78"/>
                  </a:cubicBezTo>
                  <a:cubicBezTo>
                    <a:pt x="1122" y="88"/>
                    <a:pt x="1123" y="101"/>
                    <a:pt x="1132" y="109"/>
                  </a:cubicBezTo>
                  <a:cubicBezTo>
                    <a:pt x="1142" y="117"/>
                    <a:pt x="1155" y="116"/>
                    <a:pt x="1163" y="107"/>
                  </a:cubicBezTo>
                  <a:cubicBezTo>
                    <a:pt x="1197" y="67"/>
                    <a:pt x="1245" y="44"/>
                    <a:pt x="1297" y="44"/>
                  </a:cubicBezTo>
                  <a:cubicBezTo>
                    <a:pt x="1349" y="44"/>
                    <a:pt x="1398" y="67"/>
                    <a:pt x="1431" y="107"/>
                  </a:cubicBezTo>
                  <a:cubicBezTo>
                    <a:pt x="1435" y="112"/>
                    <a:pt x="1441" y="114"/>
                    <a:pt x="1448" y="114"/>
                  </a:cubicBezTo>
                  <a:cubicBezTo>
                    <a:pt x="1453" y="114"/>
                    <a:pt x="1458" y="113"/>
                    <a:pt x="1462" y="109"/>
                  </a:cubicBezTo>
                  <a:close/>
                  <a:moveTo>
                    <a:pt x="2060" y="662"/>
                  </a:moveTo>
                  <a:cubicBezTo>
                    <a:pt x="2018" y="612"/>
                    <a:pt x="1957" y="584"/>
                    <a:pt x="1893" y="584"/>
                  </a:cubicBezTo>
                  <a:cubicBezTo>
                    <a:pt x="1839" y="584"/>
                    <a:pt x="1788" y="603"/>
                    <a:pt x="1749" y="638"/>
                  </a:cubicBezTo>
                  <a:cubicBezTo>
                    <a:pt x="1760" y="647"/>
                    <a:pt x="1771" y="657"/>
                    <a:pt x="1781" y="667"/>
                  </a:cubicBezTo>
                  <a:cubicBezTo>
                    <a:pt x="1781" y="667"/>
                    <a:pt x="1781" y="668"/>
                    <a:pt x="1781" y="668"/>
                  </a:cubicBezTo>
                  <a:cubicBezTo>
                    <a:pt x="1813" y="642"/>
                    <a:pt x="1852" y="628"/>
                    <a:pt x="1893" y="628"/>
                  </a:cubicBezTo>
                  <a:cubicBezTo>
                    <a:pt x="1944" y="628"/>
                    <a:pt x="1993" y="651"/>
                    <a:pt x="2026" y="690"/>
                  </a:cubicBezTo>
                  <a:cubicBezTo>
                    <a:pt x="2031" y="695"/>
                    <a:pt x="2037" y="698"/>
                    <a:pt x="2043" y="698"/>
                  </a:cubicBezTo>
                  <a:cubicBezTo>
                    <a:pt x="2048" y="698"/>
                    <a:pt x="2053" y="696"/>
                    <a:pt x="2057" y="693"/>
                  </a:cubicBezTo>
                  <a:cubicBezTo>
                    <a:pt x="2067" y="685"/>
                    <a:pt x="2068" y="671"/>
                    <a:pt x="2060" y="662"/>
                  </a:cubicBezTo>
                  <a:close/>
                  <a:moveTo>
                    <a:pt x="377" y="638"/>
                  </a:moveTo>
                  <a:cubicBezTo>
                    <a:pt x="338" y="603"/>
                    <a:pt x="287" y="584"/>
                    <a:pt x="233" y="584"/>
                  </a:cubicBezTo>
                  <a:cubicBezTo>
                    <a:pt x="169" y="584"/>
                    <a:pt x="108" y="612"/>
                    <a:pt x="66" y="662"/>
                  </a:cubicBezTo>
                  <a:cubicBezTo>
                    <a:pt x="58" y="671"/>
                    <a:pt x="59" y="685"/>
                    <a:pt x="69" y="693"/>
                  </a:cubicBezTo>
                  <a:cubicBezTo>
                    <a:pt x="78" y="701"/>
                    <a:pt x="92" y="699"/>
                    <a:pt x="100" y="690"/>
                  </a:cubicBezTo>
                  <a:cubicBezTo>
                    <a:pt x="133" y="651"/>
                    <a:pt x="182" y="628"/>
                    <a:pt x="233" y="628"/>
                  </a:cubicBezTo>
                  <a:cubicBezTo>
                    <a:pt x="274" y="628"/>
                    <a:pt x="313" y="642"/>
                    <a:pt x="344" y="667"/>
                  </a:cubicBezTo>
                  <a:cubicBezTo>
                    <a:pt x="355" y="657"/>
                    <a:pt x="366" y="647"/>
                    <a:pt x="377" y="638"/>
                  </a:cubicBezTo>
                  <a:close/>
                  <a:moveTo>
                    <a:pt x="2052" y="1567"/>
                  </a:moveTo>
                  <a:cubicBezTo>
                    <a:pt x="2030" y="1534"/>
                    <a:pt x="2004" y="1506"/>
                    <a:pt x="1974" y="1492"/>
                  </a:cubicBezTo>
                  <a:cubicBezTo>
                    <a:pt x="1885" y="1451"/>
                    <a:pt x="1720" y="1449"/>
                    <a:pt x="1720" y="1449"/>
                  </a:cubicBezTo>
                  <a:cubicBezTo>
                    <a:pt x="1720" y="1449"/>
                    <a:pt x="1614" y="1537"/>
                    <a:pt x="1533" y="1602"/>
                  </a:cubicBezTo>
                  <a:cubicBezTo>
                    <a:pt x="1530" y="1604"/>
                    <a:pt x="1527" y="1604"/>
                    <a:pt x="1524" y="1602"/>
                  </a:cubicBezTo>
                  <a:cubicBezTo>
                    <a:pt x="1464" y="1555"/>
                    <a:pt x="1337" y="1449"/>
                    <a:pt x="1337" y="1449"/>
                  </a:cubicBezTo>
                  <a:cubicBezTo>
                    <a:pt x="1337" y="1449"/>
                    <a:pt x="1197" y="1451"/>
                    <a:pt x="1105" y="1483"/>
                  </a:cubicBezTo>
                  <a:cubicBezTo>
                    <a:pt x="1123" y="1499"/>
                    <a:pt x="1139" y="1519"/>
                    <a:pt x="1155" y="1543"/>
                  </a:cubicBezTo>
                  <a:cubicBezTo>
                    <a:pt x="1208" y="1621"/>
                    <a:pt x="1235" y="1714"/>
                    <a:pt x="1235" y="1811"/>
                  </a:cubicBezTo>
                  <a:cubicBezTo>
                    <a:pt x="1235" y="1814"/>
                    <a:pt x="1235" y="1814"/>
                    <a:pt x="1235" y="1814"/>
                  </a:cubicBezTo>
                  <a:cubicBezTo>
                    <a:pt x="1235" y="1821"/>
                    <a:pt x="1234" y="1829"/>
                    <a:pt x="1231" y="1836"/>
                  </a:cubicBezTo>
                  <a:cubicBezTo>
                    <a:pt x="2102" y="1836"/>
                    <a:pt x="2102" y="1836"/>
                    <a:pt x="2102" y="1836"/>
                  </a:cubicBezTo>
                  <a:cubicBezTo>
                    <a:pt x="2114" y="1836"/>
                    <a:pt x="2124" y="1826"/>
                    <a:pt x="2124" y="1814"/>
                  </a:cubicBezTo>
                  <a:cubicBezTo>
                    <a:pt x="2124" y="1811"/>
                    <a:pt x="2124" y="1811"/>
                    <a:pt x="2124" y="1811"/>
                  </a:cubicBezTo>
                  <a:cubicBezTo>
                    <a:pt x="2124" y="1724"/>
                    <a:pt x="2100" y="1639"/>
                    <a:pt x="2052" y="1567"/>
                  </a:cubicBezTo>
                  <a:close/>
                  <a:moveTo>
                    <a:pt x="1191" y="1811"/>
                  </a:moveTo>
                  <a:cubicBezTo>
                    <a:pt x="1191" y="1724"/>
                    <a:pt x="1167" y="1639"/>
                    <a:pt x="1119" y="1567"/>
                  </a:cubicBezTo>
                  <a:cubicBezTo>
                    <a:pt x="1097" y="1534"/>
                    <a:pt x="1071" y="1506"/>
                    <a:pt x="1042" y="1492"/>
                  </a:cubicBezTo>
                  <a:cubicBezTo>
                    <a:pt x="952" y="1451"/>
                    <a:pt x="787" y="1449"/>
                    <a:pt x="787" y="1449"/>
                  </a:cubicBezTo>
                  <a:cubicBezTo>
                    <a:pt x="787" y="1449"/>
                    <a:pt x="787" y="1449"/>
                    <a:pt x="787" y="1449"/>
                  </a:cubicBezTo>
                  <a:cubicBezTo>
                    <a:pt x="787" y="1449"/>
                    <a:pt x="722" y="1541"/>
                    <a:pt x="592" y="1541"/>
                  </a:cubicBezTo>
                  <a:cubicBezTo>
                    <a:pt x="599" y="1541"/>
                    <a:pt x="599" y="1541"/>
                    <a:pt x="599" y="1541"/>
                  </a:cubicBezTo>
                  <a:cubicBezTo>
                    <a:pt x="469" y="1541"/>
                    <a:pt x="404" y="1449"/>
                    <a:pt x="404" y="1449"/>
                  </a:cubicBezTo>
                  <a:cubicBezTo>
                    <a:pt x="404" y="1449"/>
                    <a:pt x="404" y="1449"/>
                    <a:pt x="404" y="1449"/>
                  </a:cubicBezTo>
                  <a:cubicBezTo>
                    <a:pt x="404" y="1449"/>
                    <a:pt x="239" y="1451"/>
                    <a:pt x="150" y="1492"/>
                  </a:cubicBezTo>
                  <a:cubicBezTo>
                    <a:pt x="120" y="1506"/>
                    <a:pt x="94" y="1534"/>
                    <a:pt x="72" y="1567"/>
                  </a:cubicBezTo>
                  <a:cubicBezTo>
                    <a:pt x="24" y="1639"/>
                    <a:pt x="0" y="1724"/>
                    <a:pt x="0" y="1811"/>
                  </a:cubicBezTo>
                  <a:cubicBezTo>
                    <a:pt x="0" y="1814"/>
                    <a:pt x="0" y="1814"/>
                    <a:pt x="0" y="1814"/>
                  </a:cubicBezTo>
                  <a:cubicBezTo>
                    <a:pt x="0" y="1826"/>
                    <a:pt x="10" y="1836"/>
                    <a:pt x="22" y="1836"/>
                  </a:cubicBezTo>
                  <a:cubicBezTo>
                    <a:pt x="1169" y="1836"/>
                    <a:pt x="1169" y="1836"/>
                    <a:pt x="1169" y="1836"/>
                  </a:cubicBezTo>
                  <a:cubicBezTo>
                    <a:pt x="1181" y="1836"/>
                    <a:pt x="1191" y="1826"/>
                    <a:pt x="1191" y="1814"/>
                  </a:cubicBezTo>
                  <a:lnTo>
                    <a:pt x="1191" y="1811"/>
                  </a:lnTo>
                  <a:close/>
                  <a:moveTo>
                    <a:pt x="1228" y="693"/>
                  </a:moveTo>
                  <a:cubicBezTo>
                    <a:pt x="1237" y="685"/>
                    <a:pt x="1238" y="671"/>
                    <a:pt x="1230" y="662"/>
                  </a:cubicBezTo>
                  <a:cubicBezTo>
                    <a:pt x="1189" y="612"/>
                    <a:pt x="1128" y="584"/>
                    <a:pt x="1063" y="584"/>
                  </a:cubicBezTo>
                  <a:cubicBezTo>
                    <a:pt x="998" y="584"/>
                    <a:pt x="937" y="612"/>
                    <a:pt x="896" y="662"/>
                  </a:cubicBezTo>
                  <a:cubicBezTo>
                    <a:pt x="888" y="671"/>
                    <a:pt x="889" y="685"/>
                    <a:pt x="898" y="693"/>
                  </a:cubicBezTo>
                  <a:cubicBezTo>
                    <a:pt x="908" y="701"/>
                    <a:pt x="921" y="699"/>
                    <a:pt x="929" y="690"/>
                  </a:cubicBezTo>
                  <a:cubicBezTo>
                    <a:pt x="963" y="651"/>
                    <a:pt x="1011" y="628"/>
                    <a:pt x="1063" y="628"/>
                  </a:cubicBezTo>
                  <a:cubicBezTo>
                    <a:pt x="1115" y="628"/>
                    <a:pt x="1163" y="651"/>
                    <a:pt x="1197" y="690"/>
                  </a:cubicBezTo>
                  <a:cubicBezTo>
                    <a:pt x="1201" y="695"/>
                    <a:pt x="1207" y="698"/>
                    <a:pt x="1214" y="698"/>
                  </a:cubicBezTo>
                  <a:cubicBezTo>
                    <a:pt x="1219" y="698"/>
                    <a:pt x="1224" y="696"/>
                    <a:pt x="1228" y="693"/>
                  </a:cubicBezTo>
                  <a:close/>
                  <a:moveTo>
                    <a:pt x="1255" y="1157"/>
                  </a:moveTo>
                  <a:cubicBezTo>
                    <a:pt x="1275" y="1207"/>
                    <a:pt x="1328" y="1336"/>
                    <a:pt x="1356" y="1362"/>
                  </a:cubicBezTo>
                  <a:cubicBezTo>
                    <a:pt x="1358" y="1363"/>
                    <a:pt x="1361" y="1365"/>
                    <a:pt x="1363" y="1367"/>
                  </a:cubicBezTo>
                  <a:cubicBezTo>
                    <a:pt x="1363" y="1414"/>
                    <a:pt x="1363" y="1414"/>
                    <a:pt x="1363" y="1414"/>
                  </a:cubicBezTo>
                  <a:cubicBezTo>
                    <a:pt x="1365" y="1415"/>
                    <a:pt x="1365" y="1415"/>
                    <a:pt x="1365" y="1415"/>
                  </a:cubicBezTo>
                  <a:cubicBezTo>
                    <a:pt x="1365" y="1416"/>
                    <a:pt x="1383" y="1430"/>
                    <a:pt x="1407" y="1450"/>
                  </a:cubicBezTo>
                  <a:cubicBezTo>
                    <a:pt x="1407" y="1399"/>
                    <a:pt x="1407" y="1399"/>
                    <a:pt x="1407" y="1399"/>
                  </a:cubicBezTo>
                  <a:cubicBezTo>
                    <a:pt x="1444" y="1422"/>
                    <a:pt x="1492" y="1445"/>
                    <a:pt x="1528" y="1445"/>
                  </a:cubicBezTo>
                  <a:cubicBezTo>
                    <a:pt x="1565" y="1445"/>
                    <a:pt x="1613" y="1422"/>
                    <a:pt x="1649" y="1399"/>
                  </a:cubicBezTo>
                  <a:cubicBezTo>
                    <a:pt x="1649" y="1450"/>
                    <a:pt x="1649" y="1450"/>
                    <a:pt x="1649" y="1450"/>
                  </a:cubicBezTo>
                  <a:cubicBezTo>
                    <a:pt x="1675" y="1430"/>
                    <a:pt x="1692" y="1415"/>
                    <a:pt x="1692" y="1415"/>
                  </a:cubicBezTo>
                  <a:cubicBezTo>
                    <a:pt x="1693" y="1414"/>
                    <a:pt x="1693" y="1414"/>
                    <a:pt x="1693" y="1414"/>
                  </a:cubicBezTo>
                  <a:cubicBezTo>
                    <a:pt x="1693" y="1368"/>
                    <a:pt x="1693" y="1368"/>
                    <a:pt x="1693" y="1368"/>
                  </a:cubicBezTo>
                  <a:cubicBezTo>
                    <a:pt x="1696" y="1365"/>
                    <a:pt x="1699" y="1363"/>
                    <a:pt x="1701" y="1362"/>
                  </a:cubicBezTo>
                  <a:cubicBezTo>
                    <a:pt x="1729" y="1336"/>
                    <a:pt x="1782" y="1207"/>
                    <a:pt x="1802" y="1157"/>
                  </a:cubicBezTo>
                  <a:cubicBezTo>
                    <a:pt x="1837" y="1135"/>
                    <a:pt x="1846" y="1097"/>
                    <a:pt x="1849" y="1081"/>
                  </a:cubicBezTo>
                  <a:cubicBezTo>
                    <a:pt x="1849" y="1079"/>
                    <a:pt x="1849" y="1078"/>
                    <a:pt x="1849" y="1076"/>
                  </a:cubicBezTo>
                  <a:cubicBezTo>
                    <a:pt x="1796" y="1101"/>
                    <a:pt x="1796" y="1101"/>
                    <a:pt x="1796" y="1101"/>
                  </a:cubicBezTo>
                  <a:cubicBezTo>
                    <a:pt x="1791" y="1109"/>
                    <a:pt x="1784" y="1117"/>
                    <a:pt x="1774" y="1122"/>
                  </a:cubicBezTo>
                  <a:cubicBezTo>
                    <a:pt x="1769" y="1124"/>
                    <a:pt x="1766" y="1129"/>
                    <a:pt x="1764" y="1134"/>
                  </a:cubicBezTo>
                  <a:cubicBezTo>
                    <a:pt x="1731" y="1217"/>
                    <a:pt x="1687" y="1315"/>
                    <a:pt x="1671" y="1329"/>
                  </a:cubicBezTo>
                  <a:cubicBezTo>
                    <a:pt x="1644" y="1353"/>
                    <a:pt x="1568" y="1401"/>
                    <a:pt x="1528" y="1401"/>
                  </a:cubicBezTo>
                  <a:cubicBezTo>
                    <a:pt x="1489" y="1401"/>
                    <a:pt x="1413" y="1353"/>
                    <a:pt x="1385" y="1329"/>
                  </a:cubicBezTo>
                  <a:cubicBezTo>
                    <a:pt x="1370" y="1315"/>
                    <a:pt x="1326" y="1217"/>
                    <a:pt x="1293" y="1134"/>
                  </a:cubicBezTo>
                  <a:cubicBezTo>
                    <a:pt x="1291" y="1129"/>
                    <a:pt x="1287" y="1124"/>
                    <a:pt x="1283" y="1122"/>
                  </a:cubicBezTo>
                  <a:cubicBezTo>
                    <a:pt x="1273" y="1117"/>
                    <a:pt x="1266" y="1109"/>
                    <a:pt x="1261" y="1101"/>
                  </a:cubicBezTo>
                  <a:cubicBezTo>
                    <a:pt x="1208" y="1076"/>
                    <a:pt x="1208" y="1076"/>
                    <a:pt x="1208" y="1076"/>
                  </a:cubicBezTo>
                  <a:cubicBezTo>
                    <a:pt x="1208" y="1078"/>
                    <a:pt x="1208" y="1080"/>
                    <a:pt x="1208" y="1083"/>
                  </a:cubicBezTo>
                  <a:cubicBezTo>
                    <a:pt x="1212" y="1102"/>
                    <a:pt x="1222" y="1136"/>
                    <a:pt x="1255" y="1157"/>
                  </a:cubicBezTo>
                  <a:close/>
                  <a:moveTo>
                    <a:pt x="322" y="1157"/>
                  </a:moveTo>
                  <a:cubicBezTo>
                    <a:pt x="342" y="1207"/>
                    <a:pt x="395" y="1336"/>
                    <a:pt x="423" y="1362"/>
                  </a:cubicBezTo>
                  <a:cubicBezTo>
                    <a:pt x="425" y="1363"/>
                    <a:pt x="428" y="1365"/>
                    <a:pt x="431" y="1368"/>
                  </a:cubicBezTo>
                  <a:cubicBezTo>
                    <a:pt x="431" y="1411"/>
                    <a:pt x="431" y="1411"/>
                    <a:pt x="431" y="1411"/>
                  </a:cubicBezTo>
                  <a:cubicBezTo>
                    <a:pt x="440" y="1423"/>
                    <a:pt x="440" y="1423"/>
                    <a:pt x="440" y="1423"/>
                  </a:cubicBezTo>
                  <a:cubicBezTo>
                    <a:pt x="441" y="1425"/>
                    <a:pt x="452" y="1440"/>
                    <a:pt x="475" y="1457"/>
                  </a:cubicBezTo>
                  <a:cubicBezTo>
                    <a:pt x="475" y="1399"/>
                    <a:pt x="475" y="1399"/>
                    <a:pt x="475" y="1399"/>
                  </a:cubicBezTo>
                  <a:cubicBezTo>
                    <a:pt x="511" y="1422"/>
                    <a:pt x="559" y="1445"/>
                    <a:pt x="595" y="1445"/>
                  </a:cubicBezTo>
                  <a:cubicBezTo>
                    <a:pt x="632" y="1445"/>
                    <a:pt x="680" y="1422"/>
                    <a:pt x="717" y="1399"/>
                  </a:cubicBezTo>
                  <a:cubicBezTo>
                    <a:pt x="717" y="1457"/>
                    <a:pt x="717" y="1457"/>
                    <a:pt x="717" y="1457"/>
                  </a:cubicBezTo>
                  <a:cubicBezTo>
                    <a:pt x="740" y="1440"/>
                    <a:pt x="751" y="1424"/>
                    <a:pt x="751" y="1423"/>
                  </a:cubicBezTo>
                  <a:cubicBezTo>
                    <a:pt x="761" y="1411"/>
                    <a:pt x="761" y="1411"/>
                    <a:pt x="761" y="1411"/>
                  </a:cubicBezTo>
                  <a:cubicBezTo>
                    <a:pt x="761" y="1367"/>
                    <a:pt x="761" y="1367"/>
                    <a:pt x="761" y="1367"/>
                  </a:cubicBezTo>
                  <a:cubicBezTo>
                    <a:pt x="763" y="1365"/>
                    <a:pt x="766" y="1363"/>
                    <a:pt x="768" y="1362"/>
                  </a:cubicBezTo>
                  <a:cubicBezTo>
                    <a:pt x="796" y="1336"/>
                    <a:pt x="849" y="1207"/>
                    <a:pt x="869" y="1157"/>
                  </a:cubicBezTo>
                  <a:cubicBezTo>
                    <a:pt x="904" y="1135"/>
                    <a:pt x="913" y="1097"/>
                    <a:pt x="916" y="1081"/>
                  </a:cubicBezTo>
                  <a:cubicBezTo>
                    <a:pt x="916" y="1079"/>
                    <a:pt x="916" y="1078"/>
                    <a:pt x="916" y="1076"/>
                  </a:cubicBezTo>
                  <a:cubicBezTo>
                    <a:pt x="863" y="1101"/>
                    <a:pt x="863" y="1101"/>
                    <a:pt x="863" y="1101"/>
                  </a:cubicBezTo>
                  <a:cubicBezTo>
                    <a:pt x="858" y="1109"/>
                    <a:pt x="851" y="1117"/>
                    <a:pt x="841" y="1122"/>
                  </a:cubicBezTo>
                  <a:cubicBezTo>
                    <a:pt x="836" y="1124"/>
                    <a:pt x="833" y="1129"/>
                    <a:pt x="831" y="1134"/>
                  </a:cubicBezTo>
                  <a:cubicBezTo>
                    <a:pt x="798" y="1217"/>
                    <a:pt x="754" y="1315"/>
                    <a:pt x="738" y="1329"/>
                  </a:cubicBezTo>
                  <a:cubicBezTo>
                    <a:pt x="711" y="1353"/>
                    <a:pt x="635" y="1401"/>
                    <a:pt x="595" y="1401"/>
                  </a:cubicBezTo>
                  <a:cubicBezTo>
                    <a:pt x="556" y="1401"/>
                    <a:pt x="480" y="1353"/>
                    <a:pt x="452" y="1329"/>
                  </a:cubicBezTo>
                  <a:cubicBezTo>
                    <a:pt x="437" y="1315"/>
                    <a:pt x="393" y="1217"/>
                    <a:pt x="360" y="1134"/>
                  </a:cubicBezTo>
                  <a:cubicBezTo>
                    <a:pt x="358" y="1129"/>
                    <a:pt x="354" y="1124"/>
                    <a:pt x="350" y="1122"/>
                  </a:cubicBezTo>
                  <a:cubicBezTo>
                    <a:pt x="339" y="1117"/>
                    <a:pt x="333" y="1109"/>
                    <a:pt x="328" y="1101"/>
                  </a:cubicBezTo>
                  <a:cubicBezTo>
                    <a:pt x="275" y="1076"/>
                    <a:pt x="275" y="1076"/>
                    <a:pt x="275" y="1076"/>
                  </a:cubicBezTo>
                  <a:cubicBezTo>
                    <a:pt x="275" y="1078"/>
                    <a:pt x="275" y="1080"/>
                    <a:pt x="275" y="1083"/>
                  </a:cubicBezTo>
                  <a:cubicBezTo>
                    <a:pt x="279" y="1102"/>
                    <a:pt x="289" y="1136"/>
                    <a:pt x="322" y="1157"/>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B6770"/>
                </a:solidFill>
                <a:effectLst/>
                <a:uLnTx/>
                <a:uFillTx/>
                <a:latin typeface="Calibri" panose="020F0502020204030204" pitchFamily="34" charset="0"/>
                <a:ea typeface="+mn-ea"/>
                <a:cs typeface="Calibri" panose="020F0502020204030204" pitchFamily="34" charset="0"/>
              </a:endParaRPr>
            </a:p>
          </p:txBody>
        </p:sp>
        <p:sp>
          <p:nvSpPr>
            <p:cNvPr id="141" name="Freeform 21">
              <a:extLst>
                <a:ext uri="{FF2B5EF4-FFF2-40B4-BE49-F238E27FC236}">
                  <a16:creationId xmlns:a16="http://schemas.microsoft.com/office/drawing/2014/main" id="{9A32768F-1F7B-41E4-AD1E-05F5E20985B3}"/>
                </a:ext>
              </a:extLst>
            </p:cNvPr>
            <p:cNvSpPr>
              <a:spLocks noEditPoints="1"/>
            </p:cNvSpPr>
            <p:nvPr/>
          </p:nvSpPr>
          <p:spPr bwMode="auto">
            <a:xfrm>
              <a:off x="2383" y="1568"/>
              <a:ext cx="3019" cy="1511"/>
            </a:xfrm>
            <a:custGeom>
              <a:avLst/>
              <a:gdLst>
                <a:gd name="T0" fmla="*/ 1542 w 1612"/>
                <a:gd name="T1" fmla="*/ 422 h 806"/>
                <a:gd name="T2" fmla="*/ 1542 w 1612"/>
                <a:gd name="T3" fmla="*/ 421 h 806"/>
                <a:gd name="T4" fmla="*/ 1508 w 1612"/>
                <a:gd name="T5" fmla="*/ 469 h 806"/>
                <a:gd name="T6" fmla="*/ 1505 w 1612"/>
                <a:gd name="T7" fmla="*/ 470 h 806"/>
                <a:gd name="T8" fmla="*/ 1485 w 1612"/>
                <a:gd name="T9" fmla="*/ 470 h 806"/>
                <a:gd name="T10" fmla="*/ 1483 w 1612"/>
                <a:gd name="T11" fmla="*/ 470 h 806"/>
                <a:gd name="T12" fmla="*/ 1074 w 1612"/>
                <a:gd name="T13" fmla="*/ 253 h 806"/>
                <a:gd name="T14" fmla="*/ 1070 w 1612"/>
                <a:gd name="T15" fmla="*/ 253 h 806"/>
                <a:gd name="T16" fmla="*/ 949 w 1612"/>
                <a:gd name="T17" fmla="*/ 445 h 806"/>
                <a:gd name="T18" fmla="*/ 949 w 1612"/>
                <a:gd name="T19" fmla="*/ 444 h 806"/>
                <a:gd name="T20" fmla="*/ 932 w 1612"/>
                <a:gd name="T21" fmla="*/ 315 h 806"/>
                <a:gd name="T22" fmla="*/ 1242 w 1612"/>
                <a:gd name="T23" fmla="*/ 0 h 806"/>
                <a:gd name="T24" fmla="*/ 1553 w 1612"/>
                <a:gd name="T25" fmla="*/ 315 h 806"/>
                <a:gd name="T26" fmla="*/ 1542 w 1612"/>
                <a:gd name="T27" fmla="*/ 422 h 806"/>
                <a:gd name="T28" fmla="*/ 619 w 1612"/>
                <a:gd name="T29" fmla="*/ 317 h 806"/>
                <a:gd name="T30" fmla="*/ 310 w 1612"/>
                <a:gd name="T31" fmla="*/ 0 h 806"/>
                <a:gd name="T32" fmla="*/ 0 w 1612"/>
                <a:gd name="T33" fmla="*/ 317 h 806"/>
                <a:gd name="T34" fmla="*/ 12 w 1612"/>
                <a:gd name="T35" fmla="*/ 427 h 806"/>
                <a:gd name="T36" fmla="*/ 12 w 1612"/>
                <a:gd name="T37" fmla="*/ 428 h 806"/>
                <a:gd name="T38" fmla="*/ 43 w 1612"/>
                <a:gd name="T39" fmla="*/ 467 h 806"/>
                <a:gd name="T40" fmla="*/ 64 w 1612"/>
                <a:gd name="T41" fmla="*/ 469 h 806"/>
                <a:gd name="T42" fmla="*/ 140 w 1612"/>
                <a:gd name="T43" fmla="*/ 254 h 806"/>
                <a:gd name="T44" fmla="*/ 547 w 1612"/>
                <a:gd name="T45" fmla="*/ 240 h 806"/>
                <a:gd name="T46" fmla="*/ 550 w 1612"/>
                <a:gd name="T47" fmla="*/ 473 h 806"/>
                <a:gd name="T48" fmla="*/ 573 w 1612"/>
                <a:gd name="T49" fmla="*/ 473 h 806"/>
                <a:gd name="T50" fmla="*/ 608 w 1612"/>
                <a:gd name="T51" fmla="*/ 424 h 806"/>
                <a:gd name="T52" fmla="*/ 608 w 1612"/>
                <a:gd name="T53" fmla="*/ 424 h 806"/>
                <a:gd name="T54" fmla="*/ 619 w 1612"/>
                <a:gd name="T55" fmla="*/ 317 h 806"/>
                <a:gd name="T56" fmla="*/ 1033 w 1612"/>
                <a:gd name="T57" fmla="*/ 780 h 806"/>
                <a:gd name="T58" fmla="*/ 946 w 1612"/>
                <a:gd name="T59" fmla="*/ 612 h 806"/>
                <a:gd name="T60" fmla="*/ 872 w 1612"/>
                <a:gd name="T61" fmla="*/ 756 h 806"/>
                <a:gd name="T62" fmla="*/ 949 w 1612"/>
                <a:gd name="T63" fmla="*/ 806 h 806"/>
                <a:gd name="T64" fmla="*/ 1033 w 1612"/>
                <a:gd name="T65" fmla="*/ 799 h 806"/>
                <a:gd name="T66" fmla="*/ 1033 w 1612"/>
                <a:gd name="T67" fmla="*/ 780 h 806"/>
                <a:gd name="T68" fmla="*/ 1538 w 1612"/>
                <a:gd name="T69" fmla="*/ 613 h 806"/>
                <a:gd name="T70" fmla="*/ 1451 w 1612"/>
                <a:gd name="T71" fmla="*/ 781 h 806"/>
                <a:gd name="T72" fmla="*/ 1451 w 1612"/>
                <a:gd name="T73" fmla="*/ 799 h 806"/>
                <a:gd name="T74" fmla="*/ 1536 w 1612"/>
                <a:gd name="T75" fmla="*/ 806 h 806"/>
                <a:gd name="T76" fmla="*/ 1612 w 1612"/>
                <a:gd name="T77" fmla="*/ 756 h 806"/>
                <a:gd name="T78" fmla="*/ 1538 w 1612"/>
                <a:gd name="T79" fmla="*/ 613 h 8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612" h="806">
                  <a:moveTo>
                    <a:pt x="1542" y="422"/>
                  </a:moveTo>
                  <a:cubicBezTo>
                    <a:pt x="1542" y="422"/>
                    <a:pt x="1542" y="421"/>
                    <a:pt x="1542" y="421"/>
                  </a:cubicBezTo>
                  <a:cubicBezTo>
                    <a:pt x="1541" y="422"/>
                    <a:pt x="1536" y="437"/>
                    <a:pt x="1508" y="469"/>
                  </a:cubicBezTo>
                  <a:cubicBezTo>
                    <a:pt x="1507" y="470"/>
                    <a:pt x="1506" y="470"/>
                    <a:pt x="1505" y="470"/>
                  </a:cubicBezTo>
                  <a:cubicBezTo>
                    <a:pt x="1485" y="470"/>
                    <a:pt x="1485" y="470"/>
                    <a:pt x="1485" y="470"/>
                  </a:cubicBezTo>
                  <a:cubicBezTo>
                    <a:pt x="1484" y="470"/>
                    <a:pt x="1484" y="470"/>
                    <a:pt x="1483" y="470"/>
                  </a:cubicBezTo>
                  <a:cubicBezTo>
                    <a:pt x="1074" y="253"/>
                    <a:pt x="1074" y="253"/>
                    <a:pt x="1074" y="253"/>
                  </a:cubicBezTo>
                  <a:cubicBezTo>
                    <a:pt x="1073" y="253"/>
                    <a:pt x="1071" y="253"/>
                    <a:pt x="1070" y="253"/>
                  </a:cubicBezTo>
                  <a:cubicBezTo>
                    <a:pt x="979" y="283"/>
                    <a:pt x="980" y="472"/>
                    <a:pt x="949" y="445"/>
                  </a:cubicBezTo>
                  <a:cubicBezTo>
                    <a:pt x="949" y="444"/>
                    <a:pt x="949" y="444"/>
                    <a:pt x="949" y="444"/>
                  </a:cubicBezTo>
                  <a:cubicBezTo>
                    <a:pt x="936" y="410"/>
                    <a:pt x="932" y="354"/>
                    <a:pt x="932" y="315"/>
                  </a:cubicBezTo>
                  <a:cubicBezTo>
                    <a:pt x="932" y="141"/>
                    <a:pt x="1067" y="0"/>
                    <a:pt x="1242" y="0"/>
                  </a:cubicBezTo>
                  <a:cubicBezTo>
                    <a:pt x="1418" y="0"/>
                    <a:pt x="1553" y="141"/>
                    <a:pt x="1553" y="315"/>
                  </a:cubicBezTo>
                  <a:cubicBezTo>
                    <a:pt x="1553" y="353"/>
                    <a:pt x="1554" y="389"/>
                    <a:pt x="1542" y="422"/>
                  </a:cubicBezTo>
                  <a:close/>
                  <a:moveTo>
                    <a:pt x="619" y="317"/>
                  </a:moveTo>
                  <a:cubicBezTo>
                    <a:pt x="619" y="142"/>
                    <a:pt x="485" y="0"/>
                    <a:pt x="310" y="0"/>
                  </a:cubicBezTo>
                  <a:cubicBezTo>
                    <a:pt x="134" y="0"/>
                    <a:pt x="0" y="142"/>
                    <a:pt x="0" y="317"/>
                  </a:cubicBezTo>
                  <a:cubicBezTo>
                    <a:pt x="0" y="356"/>
                    <a:pt x="0" y="393"/>
                    <a:pt x="12" y="427"/>
                  </a:cubicBezTo>
                  <a:cubicBezTo>
                    <a:pt x="12" y="428"/>
                    <a:pt x="12" y="428"/>
                    <a:pt x="12" y="428"/>
                  </a:cubicBezTo>
                  <a:cubicBezTo>
                    <a:pt x="43" y="456"/>
                    <a:pt x="43" y="467"/>
                    <a:pt x="43" y="467"/>
                  </a:cubicBezTo>
                  <a:cubicBezTo>
                    <a:pt x="64" y="469"/>
                    <a:pt x="64" y="469"/>
                    <a:pt x="64" y="469"/>
                  </a:cubicBezTo>
                  <a:cubicBezTo>
                    <a:pt x="64" y="469"/>
                    <a:pt x="47" y="283"/>
                    <a:pt x="140" y="254"/>
                  </a:cubicBezTo>
                  <a:cubicBezTo>
                    <a:pt x="140" y="254"/>
                    <a:pt x="512" y="418"/>
                    <a:pt x="547" y="240"/>
                  </a:cubicBezTo>
                  <a:cubicBezTo>
                    <a:pt x="550" y="462"/>
                    <a:pt x="550" y="473"/>
                    <a:pt x="550" y="473"/>
                  </a:cubicBezTo>
                  <a:cubicBezTo>
                    <a:pt x="573" y="473"/>
                    <a:pt x="573" y="473"/>
                    <a:pt x="573" y="473"/>
                  </a:cubicBezTo>
                  <a:cubicBezTo>
                    <a:pt x="602" y="440"/>
                    <a:pt x="607" y="424"/>
                    <a:pt x="608" y="424"/>
                  </a:cubicBezTo>
                  <a:cubicBezTo>
                    <a:pt x="608" y="424"/>
                    <a:pt x="608" y="424"/>
                    <a:pt x="608" y="424"/>
                  </a:cubicBezTo>
                  <a:cubicBezTo>
                    <a:pt x="620" y="391"/>
                    <a:pt x="619" y="355"/>
                    <a:pt x="619" y="317"/>
                  </a:cubicBezTo>
                  <a:close/>
                  <a:moveTo>
                    <a:pt x="1033" y="780"/>
                  </a:moveTo>
                  <a:cubicBezTo>
                    <a:pt x="1011" y="755"/>
                    <a:pt x="982" y="699"/>
                    <a:pt x="946" y="612"/>
                  </a:cubicBezTo>
                  <a:cubicBezTo>
                    <a:pt x="943" y="671"/>
                    <a:pt x="933" y="750"/>
                    <a:pt x="872" y="756"/>
                  </a:cubicBezTo>
                  <a:cubicBezTo>
                    <a:pt x="899" y="783"/>
                    <a:pt x="925" y="798"/>
                    <a:pt x="949" y="806"/>
                  </a:cubicBezTo>
                  <a:cubicBezTo>
                    <a:pt x="984" y="802"/>
                    <a:pt x="1015" y="800"/>
                    <a:pt x="1033" y="799"/>
                  </a:cubicBezTo>
                  <a:lnTo>
                    <a:pt x="1033" y="780"/>
                  </a:lnTo>
                  <a:close/>
                  <a:moveTo>
                    <a:pt x="1538" y="613"/>
                  </a:moveTo>
                  <a:cubicBezTo>
                    <a:pt x="1502" y="699"/>
                    <a:pt x="1473" y="755"/>
                    <a:pt x="1451" y="781"/>
                  </a:cubicBezTo>
                  <a:cubicBezTo>
                    <a:pt x="1451" y="799"/>
                    <a:pt x="1451" y="799"/>
                    <a:pt x="1451" y="799"/>
                  </a:cubicBezTo>
                  <a:cubicBezTo>
                    <a:pt x="1469" y="800"/>
                    <a:pt x="1501" y="802"/>
                    <a:pt x="1536" y="806"/>
                  </a:cubicBezTo>
                  <a:cubicBezTo>
                    <a:pt x="1560" y="798"/>
                    <a:pt x="1586" y="783"/>
                    <a:pt x="1612" y="756"/>
                  </a:cubicBezTo>
                  <a:cubicBezTo>
                    <a:pt x="1552" y="750"/>
                    <a:pt x="1542" y="672"/>
                    <a:pt x="1538" y="613"/>
                  </a:cubicBez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B6770"/>
                </a:solidFill>
                <a:effectLst/>
                <a:uLnTx/>
                <a:uFillTx/>
                <a:latin typeface="Calibri" panose="020F0502020204030204" pitchFamily="34" charset="0"/>
                <a:ea typeface="+mn-ea"/>
                <a:cs typeface="Calibri" panose="020F0502020204030204" pitchFamily="34" charset="0"/>
              </a:endParaRPr>
            </a:p>
          </p:txBody>
        </p:sp>
      </p:grpSp>
      <p:sp>
        <p:nvSpPr>
          <p:cNvPr id="102" name="TextBox 101"/>
          <p:cNvSpPr txBox="1"/>
          <p:nvPr/>
        </p:nvSpPr>
        <p:spPr>
          <a:xfrm>
            <a:off x="389107" y="4885068"/>
            <a:ext cx="1575812" cy="1235873"/>
          </a:xfrm>
          <a:prstGeom prst="homePlate">
            <a:avLst/>
          </a:prstGeom>
          <a:solidFill>
            <a:schemeClr val="accent2">
              <a:lumMod val="40000"/>
              <a:lumOff val="60000"/>
            </a:schemeClr>
          </a:solidFill>
          <a:ln w="9525" cap="rnd">
            <a:noFill/>
            <a:prstDash val="solid"/>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prstClr val="black"/>
                </a:solidFill>
                <a:effectLst/>
                <a:uLnTx/>
                <a:uFillTx/>
                <a:latin typeface="Ubuntu"/>
                <a:ea typeface="+mn-ea"/>
                <a:cs typeface="Calibri" panose="020F0502020204030204" pitchFamily="34" charset="0"/>
              </a:rPr>
              <a:t>User Stories tagged to the Sprint and meeting Definition of Ready identified for planning</a:t>
            </a:r>
          </a:p>
        </p:txBody>
      </p:sp>
      <p:sp>
        <p:nvSpPr>
          <p:cNvPr id="107" name="TextBox 106"/>
          <p:cNvSpPr txBox="1"/>
          <p:nvPr/>
        </p:nvSpPr>
        <p:spPr>
          <a:xfrm>
            <a:off x="2848559" y="4990689"/>
            <a:ext cx="1923664" cy="430887"/>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Ubuntu"/>
                <a:ea typeface="+mn-ea"/>
                <a:cs typeface="Calibri" panose="020F0502020204030204" pitchFamily="34" charset="0"/>
              </a:rPr>
              <a:t>Sprint Planning &amp; Kickoff</a:t>
            </a:r>
          </a:p>
        </p:txBody>
      </p:sp>
      <p:sp>
        <p:nvSpPr>
          <p:cNvPr id="109" name="TextBox 108"/>
          <p:cNvSpPr txBox="1"/>
          <p:nvPr/>
        </p:nvSpPr>
        <p:spPr>
          <a:xfrm>
            <a:off x="2818774" y="5443275"/>
            <a:ext cx="1693290" cy="1107996"/>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Ubuntu"/>
                <a:ea typeface="+mn-ea"/>
                <a:cs typeface="Calibri" panose="020F0502020204030204" pitchFamily="34" charset="0"/>
              </a:rPr>
              <a:t>Plan what stories the team will develop in the sprint; the Team decides how much to pull and how they will achieve the goal</a:t>
            </a:r>
          </a:p>
        </p:txBody>
      </p:sp>
      <p:sp>
        <p:nvSpPr>
          <p:cNvPr id="113" name="Oval 20"/>
          <p:cNvSpPr>
            <a:spLocks noChangeArrowheads="1"/>
          </p:cNvSpPr>
          <p:nvPr/>
        </p:nvSpPr>
        <p:spPr bwMode="auto">
          <a:xfrm>
            <a:off x="2547244" y="5055799"/>
            <a:ext cx="228600" cy="228600"/>
          </a:xfrm>
          <a:prstGeom prst="ellipse">
            <a:avLst/>
          </a:prstGeom>
          <a:solidFill>
            <a:schemeClr val="tx2"/>
          </a:solidFill>
          <a:ln>
            <a:noFill/>
          </a:ln>
        </p:spPr>
        <p:txBody>
          <a:bodyPr vert="horz" wrap="squar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FFFFFF"/>
                </a:solidFill>
                <a:effectLst/>
                <a:uLnTx/>
                <a:uFillTx/>
                <a:latin typeface="Calibri" panose="020F0502020204030204" pitchFamily="34" charset="0"/>
                <a:ea typeface="+mn-ea"/>
                <a:cs typeface="Calibri" panose="020F0502020204030204" pitchFamily="34" charset="0"/>
              </a:rPr>
              <a:t>A</a:t>
            </a:r>
          </a:p>
        </p:txBody>
      </p:sp>
      <p:sp>
        <p:nvSpPr>
          <p:cNvPr id="144" name="TextBox 143"/>
          <p:cNvSpPr txBox="1"/>
          <p:nvPr/>
        </p:nvSpPr>
        <p:spPr>
          <a:xfrm>
            <a:off x="5033630" y="5494194"/>
            <a:ext cx="2317045" cy="246221"/>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prstClr val="black"/>
                </a:solidFill>
                <a:effectLst/>
                <a:uLnTx/>
                <a:uFillTx/>
                <a:latin typeface="Ubuntu"/>
                <a:ea typeface="+mn-ea"/>
                <a:cs typeface="Calibri" panose="020F0502020204030204" pitchFamily="34" charset="0"/>
              </a:rPr>
              <a:t>Team Stand-up</a:t>
            </a:r>
          </a:p>
        </p:txBody>
      </p:sp>
      <p:sp>
        <p:nvSpPr>
          <p:cNvPr id="145" name="TextBox 144"/>
          <p:cNvSpPr txBox="1"/>
          <p:nvPr/>
        </p:nvSpPr>
        <p:spPr>
          <a:xfrm>
            <a:off x="5071905" y="5746006"/>
            <a:ext cx="3742665" cy="553998"/>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Ubuntu"/>
                <a:ea typeface="+mn-ea"/>
                <a:cs typeface="Calibri" panose="020F0502020204030204" pitchFamily="34" charset="0"/>
              </a:rPr>
              <a:t>Daily stand-up to improve coordination through a quick check-in on progress, agreeing action plans for the day and surfacing obstacles. </a:t>
            </a:r>
          </a:p>
        </p:txBody>
      </p:sp>
      <p:sp>
        <p:nvSpPr>
          <p:cNvPr id="143" name="Oval 20"/>
          <p:cNvSpPr>
            <a:spLocks noChangeArrowheads="1"/>
          </p:cNvSpPr>
          <p:nvPr/>
        </p:nvSpPr>
        <p:spPr bwMode="auto">
          <a:xfrm>
            <a:off x="4776002" y="5503005"/>
            <a:ext cx="228600" cy="228600"/>
          </a:xfrm>
          <a:prstGeom prst="ellipse">
            <a:avLst/>
          </a:prstGeom>
          <a:solidFill>
            <a:schemeClr val="tx2"/>
          </a:solidFill>
          <a:ln>
            <a:noFill/>
          </a:ln>
        </p:spPr>
        <p:txBody>
          <a:bodyPr vert="horz" wrap="squar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FFFFFF"/>
                </a:solidFill>
                <a:effectLst/>
                <a:uLnTx/>
                <a:uFillTx/>
                <a:latin typeface="Calibri" panose="020F0502020204030204" pitchFamily="34" charset="0"/>
                <a:ea typeface="+mn-ea"/>
                <a:cs typeface="Calibri" panose="020F0502020204030204" pitchFamily="34" charset="0"/>
              </a:rPr>
              <a:t>B</a:t>
            </a:r>
          </a:p>
        </p:txBody>
      </p:sp>
      <p:sp>
        <p:nvSpPr>
          <p:cNvPr id="114" name="TextBox 113"/>
          <p:cNvSpPr txBox="1"/>
          <p:nvPr/>
        </p:nvSpPr>
        <p:spPr>
          <a:xfrm>
            <a:off x="8355899" y="1913272"/>
            <a:ext cx="2929556" cy="246221"/>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prstClr val="black"/>
                </a:solidFill>
                <a:effectLst/>
                <a:uLnTx/>
                <a:uFillTx/>
                <a:latin typeface="Ubuntu"/>
                <a:ea typeface="+mn-ea"/>
                <a:cs typeface="Calibri" panose="020F0502020204030204" pitchFamily="34" charset="0"/>
              </a:rPr>
              <a:t>Scrum of Scrums</a:t>
            </a:r>
          </a:p>
        </p:txBody>
      </p:sp>
      <p:sp>
        <p:nvSpPr>
          <p:cNvPr id="142" name="TextBox 141"/>
          <p:cNvSpPr txBox="1"/>
          <p:nvPr/>
        </p:nvSpPr>
        <p:spPr>
          <a:xfrm>
            <a:off x="8355899" y="2216219"/>
            <a:ext cx="3111293" cy="738664"/>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Ubuntu"/>
                <a:ea typeface="+mn-ea"/>
                <a:cs typeface="Calibri" panose="020F0502020204030204" pitchFamily="34" charset="0"/>
              </a:rPr>
              <a:t>Use the Scrum of Scrum platform to get help </a:t>
            </a:r>
            <a:r>
              <a:rPr lang="en-US" sz="1200">
                <a:solidFill>
                  <a:prstClr val="black"/>
                </a:solidFill>
                <a:latin typeface="Ubuntu"/>
                <a:cs typeface="Calibri" panose="020F0502020204030204" pitchFamily="34" charset="0"/>
              </a:rPr>
              <a:t>by </a:t>
            </a:r>
            <a:r>
              <a:rPr kumimoji="0" lang="en-US" sz="1200" b="0" i="0" u="none" strike="noStrike" kern="1200" cap="none" spc="0" normalizeH="0" baseline="0" noProof="0">
                <a:ln>
                  <a:noFill/>
                </a:ln>
                <a:solidFill>
                  <a:prstClr val="black"/>
                </a:solidFill>
                <a:effectLst/>
                <a:uLnTx/>
                <a:uFillTx/>
                <a:latin typeface="Ubuntu"/>
                <a:ea typeface="+mn-ea"/>
                <a:cs typeface="Calibri" panose="020F0502020204030204" pitchFamily="34" charset="0"/>
              </a:rPr>
              <a:t>highlight cross stream dependencies or other external factors impacting team’s progress</a:t>
            </a:r>
          </a:p>
        </p:txBody>
      </p:sp>
      <p:sp>
        <p:nvSpPr>
          <p:cNvPr id="146" name="Oval 20"/>
          <p:cNvSpPr>
            <a:spLocks noChangeArrowheads="1"/>
          </p:cNvSpPr>
          <p:nvPr/>
        </p:nvSpPr>
        <p:spPr bwMode="auto">
          <a:xfrm>
            <a:off x="7980572" y="2086718"/>
            <a:ext cx="228600" cy="228600"/>
          </a:xfrm>
          <a:prstGeom prst="ellipse">
            <a:avLst/>
          </a:prstGeom>
          <a:solidFill>
            <a:schemeClr val="tx2"/>
          </a:solidFill>
          <a:ln>
            <a:noFill/>
          </a:ln>
        </p:spPr>
        <p:txBody>
          <a:bodyPr vert="horz" wrap="squar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FFFFFF"/>
                </a:solidFill>
                <a:effectLst/>
                <a:uLnTx/>
                <a:uFillTx/>
                <a:latin typeface="Calibri" panose="020F0502020204030204" pitchFamily="34" charset="0"/>
                <a:ea typeface="+mn-ea"/>
                <a:cs typeface="Calibri" panose="020F0502020204030204" pitchFamily="34" charset="0"/>
              </a:rPr>
              <a:t>C</a:t>
            </a:r>
          </a:p>
        </p:txBody>
      </p:sp>
      <p:sp>
        <p:nvSpPr>
          <p:cNvPr id="149" name="TextBox 148"/>
          <p:cNvSpPr txBox="1"/>
          <p:nvPr/>
        </p:nvSpPr>
        <p:spPr>
          <a:xfrm>
            <a:off x="4938580" y="972860"/>
            <a:ext cx="3875990" cy="246221"/>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a:defRPr/>
            </a:pPr>
            <a:r>
              <a:rPr lang="en-US" sz="1600">
                <a:solidFill>
                  <a:prstClr val="black"/>
                </a:solidFill>
                <a:latin typeface="Ubuntu"/>
                <a:cs typeface="Calibri" panose="020F0502020204030204" pitchFamily="34" charset="0"/>
              </a:rPr>
              <a:t>Sprint Demo &amp; Incremental Feature Demo</a:t>
            </a:r>
          </a:p>
        </p:txBody>
      </p:sp>
      <p:sp>
        <p:nvSpPr>
          <p:cNvPr id="150" name="TextBox 149"/>
          <p:cNvSpPr txBox="1"/>
          <p:nvPr/>
        </p:nvSpPr>
        <p:spPr>
          <a:xfrm>
            <a:off x="4907344" y="1199071"/>
            <a:ext cx="4246595" cy="553998"/>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Ubuntu"/>
                <a:ea typeface="+mn-ea"/>
                <a:cs typeface="Calibri" panose="020F0502020204030204" pitchFamily="34" charset="0"/>
              </a:rPr>
              <a:t>All user stories are demoed to Business SME for feedback and sign off. An incremental feature demo is done across sprints</a:t>
            </a:r>
          </a:p>
        </p:txBody>
      </p:sp>
      <p:sp>
        <p:nvSpPr>
          <p:cNvPr id="151" name="Oval 20"/>
          <p:cNvSpPr>
            <a:spLocks noChangeArrowheads="1"/>
          </p:cNvSpPr>
          <p:nvPr/>
        </p:nvSpPr>
        <p:spPr bwMode="auto">
          <a:xfrm>
            <a:off x="4680952" y="981671"/>
            <a:ext cx="228600" cy="228600"/>
          </a:xfrm>
          <a:prstGeom prst="ellipse">
            <a:avLst/>
          </a:prstGeom>
          <a:solidFill>
            <a:schemeClr val="tx2"/>
          </a:solidFill>
          <a:ln>
            <a:noFill/>
          </a:ln>
        </p:spPr>
        <p:txBody>
          <a:bodyPr vert="horz" wrap="squar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FFFFFF"/>
                </a:solidFill>
                <a:effectLst/>
                <a:uLnTx/>
                <a:uFillTx/>
                <a:latin typeface="Calibri" panose="020F0502020204030204" pitchFamily="34" charset="0"/>
                <a:ea typeface="+mn-ea"/>
                <a:cs typeface="Calibri" panose="020F0502020204030204" pitchFamily="34" charset="0"/>
              </a:rPr>
              <a:t>D</a:t>
            </a:r>
          </a:p>
        </p:txBody>
      </p:sp>
      <p:sp>
        <p:nvSpPr>
          <p:cNvPr id="152" name="TextBox 151"/>
          <p:cNvSpPr txBox="1"/>
          <p:nvPr/>
        </p:nvSpPr>
        <p:spPr>
          <a:xfrm>
            <a:off x="2981944" y="2424679"/>
            <a:ext cx="1445609" cy="246221"/>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prstClr val="black"/>
                </a:solidFill>
                <a:effectLst/>
                <a:uLnTx/>
                <a:uFillTx/>
                <a:latin typeface="Ubuntu"/>
                <a:ea typeface="+mn-ea"/>
                <a:cs typeface="Calibri" panose="020F0502020204030204" pitchFamily="34" charset="0"/>
              </a:rPr>
              <a:t>Retrospective</a:t>
            </a:r>
          </a:p>
        </p:txBody>
      </p:sp>
      <p:sp>
        <p:nvSpPr>
          <p:cNvPr id="153" name="TextBox 152"/>
          <p:cNvSpPr txBox="1"/>
          <p:nvPr/>
        </p:nvSpPr>
        <p:spPr>
          <a:xfrm>
            <a:off x="2978347" y="2684107"/>
            <a:ext cx="1703383" cy="1107996"/>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Ubuntu"/>
                <a:ea typeface="+mn-ea"/>
                <a:cs typeface="Calibri" panose="020F0502020204030204" pitchFamily="34" charset="0"/>
              </a:rPr>
              <a:t>Team meeting to review the completed Sprint to capture learnings and agree plan of action for improvements in future sprints</a:t>
            </a:r>
          </a:p>
        </p:txBody>
      </p:sp>
      <p:sp>
        <p:nvSpPr>
          <p:cNvPr id="154" name="Oval 20"/>
          <p:cNvSpPr>
            <a:spLocks noChangeArrowheads="1"/>
          </p:cNvSpPr>
          <p:nvPr/>
        </p:nvSpPr>
        <p:spPr bwMode="auto">
          <a:xfrm>
            <a:off x="2680248" y="2433490"/>
            <a:ext cx="228600" cy="228600"/>
          </a:xfrm>
          <a:prstGeom prst="ellipse">
            <a:avLst/>
          </a:prstGeom>
          <a:solidFill>
            <a:schemeClr val="tx2"/>
          </a:solidFill>
          <a:ln>
            <a:noFill/>
          </a:ln>
        </p:spPr>
        <p:txBody>
          <a:bodyPr vert="horz" wrap="squar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FFFFFF"/>
                </a:solidFill>
                <a:effectLst/>
                <a:uLnTx/>
                <a:uFillTx/>
                <a:latin typeface="Calibri" panose="020F0502020204030204" pitchFamily="34" charset="0"/>
                <a:ea typeface="+mn-ea"/>
                <a:cs typeface="Calibri" panose="020F0502020204030204" pitchFamily="34" charset="0"/>
              </a:rPr>
              <a:t>E</a:t>
            </a:r>
          </a:p>
        </p:txBody>
      </p:sp>
      <p:sp>
        <p:nvSpPr>
          <p:cNvPr id="157" name="Freeform 11">
            <a:extLst>
              <a:ext uri="{FF2B5EF4-FFF2-40B4-BE49-F238E27FC236}">
                <a16:creationId xmlns:a16="http://schemas.microsoft.com/office/drawing/2014/main" id="{58E17237-35DE-43B6-A27C-FD6A59CB9A05}"/>
              </a:ext>
            </a:extLst>
          </p:cNvPr>
          <p:cNvSpPr>
            <a:spLocks/>
          </p:cNvSpPr>
          <p:nvPr/>
        </p:nvSpPr>
        <p:spPr bwMode="auto">
          <a:xfrm>
            <a:off x="5496499" y="3399479"/>
            <a:ext cx="242898" cy="181482"/>
          </a:xfrm>
          <a:custGeom>
            <a:avLst/>
            <a:gdLst>
              <a:gd name="T0" fmla="*/ 850 w 903"/>
              <a:gd name="T1" fmla="*/ 74 h 636"/>
              <a:gd name="T2" fmla="*/ 813 w 903"/>
              <a:gd name="T3" fmla="*/ 110 h 636"/>
              <a:gd name="T4" fmla="*/ 803 w 903"/>
              <a:gd name="T5" fmla="*/ 122 h 636"/>
              <a:gd name="T6" fmla="*/ 667 w 903"/>
              <a:gd name="T7" fmla="*/ 407 h 636"/>
              <a:gd name="T8" fmla="*/ 455 w 903"/>
              <a:gd name="T9" fmla="*/ 513 h 636"/>
              <a:gd name="T10" fmla="*/ 242 w 903"/>
              <a:gd name="T11" fmla="*/ 407 h 636"/>
              <a:gd name="T12" fmla="*/ 106 w 903"/>
              <a:gd name="T13" fmla="*/ 122 h 636"/>
              <a:gd name="T14" fmla="*/ 93 w 903"/>
              <a:gd name="T15" fmla="*/ 109 h 636"/>
              <a:gd name="T16" fmla="*/ 48 w 903"/>
              <a:gd name="T17" fmla="*/ 37 h 636"/>
              <a:gd name="T18" fmla="*/ 13 w 903"/>
              <a:gd name="T19" fmla="*/ 22 h 636"/>
              <a:gd name="T20" fmla="*/ 2 w 903"/>
              <a:gd name="T21" fmla="*/ 0 h 636"/>
              <a:gd name="T22" fmla="*/ 1 w 903"/>
              <a:gd name="T23" fmla="*/ 6 h 636"/>
              <a:gd name="T24" fmla="*/ 69 w 903"/>
              <a:gd name="T25" fmla="*/ 146 h 636"/>
              <a:gd name="T26" fmla="*/ 213 w 903"/>
              <a:gd name="T27" fmla="*/ 440 h 636"/>
              <a:gd name="T28" fmla="*/ 239 w 903"/>
              <a:gd name="T29" fmla="*/ 460 h 636"/>
              <a:gd name="T30" fmla="*/ 239 w 903"/>
              <a:gd name="T31" fmla="*/ 602 h 636"/>
              <a:gd name="T32" fmla="*/ 279 w 903"/>
              <a:gd name="T33" fmla="*/ 636 h 636"/>
              <a:gd name="T34" fmla="*/ 283 w 903"/>
              <a:gd name="T35" fmla="*/ 636 h 636"/>
              <a:gd name="T36" fmla="*/ 283 w 903"/>
              <a:gd name="T37" fmla="*/ 490 h 636"/>
              <a:gd name="T38" fmla="*/ 455 w 903"/>
              <a:gd name="T39" fmla="*/ 557 h 636"/>
              <a:gd name="T40" fmla="*/ 644 w 903"/>
              <a:gd name="T41" fmla="*/ 479 h 636"/>
              <a:gd name="T42" fmla="*/ 644 w 903"/>
              <a:gd name="T43" fmla="*/ 633 h 636"/>
              <a:gd name="T44" fmla="*/ 688 w 903"/>
              <a:gd name="T45" fmla="*/ 597 h 636"/>
              <a:gd name="T46" fmla="*/ 688 w 903"/>
              <a:gd name="T47" fmla="*/ 447 h 636"/>
              <a:gd name="T48" fmla="*/ 696 w 903"/>
              <a:gd name="T49" fmla="*/ 440 h 636"/>
              <a:gd name="T50" fmla="*/ 841 w 903"/>
              <a:gd name="T51" fmla="*/ 145 h 636"/>
              <a:gd name="T52" fmla="*/ 903 w 903"/>
              <a:gd name="T53" fmla="*/ 57 h 636"/>
              <a:gd name="T54" fmla="*/ 850 w 903"/>
              <a:gd name="T55" fmla="*/ 74 h 6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903" h="636">
                <a:moveTo>
                  <a:pt x="850" y="74"/>
                </a:moveTo>
                <a:cubicBezTo>
                  <a:pt x="843" y="88"/>
                  <a:pt x="831" y="101"/>
                  <a:pt x="813" y="110"/>
                </a:cubicBezTo>
                <a:cubicBezTo>
                  <a:pt x="808" y="113"/>
                  <a:pt x="805" y="117"/>
                  <a:pt x="803" y="122"/>
                </a:cubicBezTo>
                <a:cubicBezTo>
                  <a:pt x="765" y="219"/>
                  <a:pt x="694" y="383"/>
                  <a:pt x="667" y="407"/>
                </a:cubicBezTo>
                <a:cubicBezTo>
                  <a:pt x="626" y="443"/>
                  <a:pt x="514" y="513"/>
                  <a:pt x="455" y="513"/>
                </a:cubicBezTo>
                <a:cubicBezTo>
                  <a:pt x="395" y="513"/>
                  <a:pt x="283" y="443"/>
                  <a:pt x="242" y="407"/>
                </a:cubicBezTo>
                <a:cubicBezTo>
                  <a:pt x="215" y="383"/>
                  <a:pt x="145" y="219"/>
                  <a:pt x="106" y="122"/>
                </a:cubicBezTo>
                <a:cubicBezTo>
                  <a:pt x="104" y="116"/>
                  <a:pt x="99" y="111"/>
                  <a:pt x="93" y="109"/>
                </a:cubicBezTo>
                <a:cubicBezTo>
                  <a:pt x="67" y="99"/>
                  <a:pt x="54" y="65"/>
                  <a:pt x="48" y="37"/>
                </a:cubicBezTo>
                <a:cubicBezTo>
                  <a:pt x="38" y="37"/>
                  <a:pt x="24" y="35"/>
                  <a:pt x="13" y="22"/>
                </a:cubicBezTo>
                <a:cubicBezTo>
                  <a:pt x="9" y="15"/>
                  <a:pt x="5" y="7"/>
                  <a:pt x="2" y="0"/>
                </a:cubicBezTo>
                <a:cubicBezTo>
                  <a:pt x="1" y="2"/>
                  <a:pt x="1" y="4"/>
                  <a:pt x="1" y="6"/>
                </a:cubicBezTo>
                <a:cubicBezTo>
                  <a:pt x="0" y="34"/>
                  <a:pt x="12" y="118"/>
                  <a:pt x="69" y="146"/>
                </a:cubicBezTo>
                <a:cubicBezTo>
                  <a:pt x="92" y="205"/>
                  <a:pt x="172" y="404"/>
                  <a:pt x="213" y="440"/>
                </a:cubicBezTo>
                <a:cubicBezTo>
                  <a:pt x="220" y="446"/>
                  <a:pt x="229" y="453"/>
                  <a:pt x="239" y="460"/>
                </a:cubicBezTo>
                <a:cubicBezTo>
                  <a:pt x="239" y="602"/>
                  <a:pt x="239" y="602"/>
                  <a:pt x="239" y="602"/>
                </a:cubicBezTo>
                <a:cubicBezTo>
                  <a:pt x="250" y="612"/>
                  <a:pt x="264" y="623"/>
                  <a:pt x="279" y="636"/>
                </a:cubicBezTo>
                <a:cubicBezTo>
                  <a:pt x="283" y="636"/>
                  <a:pt x="283" y="636"/>
                  <a:pt x="283" y="636"/>
                </a:cubicBezTo>
                <a:cubicBezTo>
                  <a:pt x="283" y="490"/>
                  <a:pt x="283" y="490"/>
                  <a:pt x="283" y="490"/>
                </a:cubicBezTo>
                <a:cubicBezTo>
                  <a:pt x="337" y="524"/>
                  <a:pt x="405" y="557"/>
                  <a:pt x="455" y="557"/>
                </a:cubicBezTo>
                <a:cubicBezTo>
                  <a:pt x="510" y="557"/>
                  <a:pt x="588" y="517"/>
                  <a:pt x="644" y="479"/>
                </a:cubicBezTo>
                <a:cubicBezTo>
                  <a:pt x="644" y="633"/>
                  <a:pt x="644" y="633"/>
                  <a:pt x="644" y="633"/>
                </a:cubicBezTo>
                <a:cubicBezTo>
                  <a:pt x="662" y="618"/>
                  <a:pt x="677" y="606"/>
                  <a:pt x="688" y="597"/>
                </a:cubicBezTo>
                <a:cubicBezTo>
                  <a:pt x="688" y="447"/>
                  <a:pt x="688" y="447"/>
                  <a:pt x="688" y="447"/>
                </a:cubicBezTo>
                <a:cubicBezTo>
                  <a:pt x="691" y="444"/>
                  <a:pt x="694" y="442"/>
                  <a:pt x="696" y="440"/>
                </a:cubicBezTo>
                <a:cubicBezTo>
                  <a:pt x="737" y="403"/>
                  <a:pt x="818" y="202"/>
                  <a:pt x="841" y="145"/>
                </a:cubicBezTo>
                <a:cubicBezTo>
                  <a:pt x="881" y="121"/>
                  <a:pt x="897" y="82"/>
                  <a:pt x="903" y="57"/>
                </a:cubicBezTo>
                <a:cubicBezTo>
                  <a:pt x="887" y="64"/>
                  <a:pt x="869" y="71"/>
                  <a:pt x="850" y="74"/>
                </a:cubicBezTo>
                <a:close/>
              </a:path>
            </a:pathLst>
          </a:custGeom>
          <a:solidFill>
            <a:srgbClr val="E51B24"/>
          </a:solidFill>
          <a:ln w="2438" cap="flat" cmpd="sng" algn="ctr">
            <a:noFill/>
            <a:prstDash val="solid"/>
            <a:round/>
            <a:headEnd type="none" w="med" len="med"/>
            <a:tailEnd type="none" w="med" len="med"/>
          </a:ln>
          <a:extLst>
            <a:ext uri="{91240B29-F687-4F45-9708-019B960494DF}">
              <a14:hiddenLine xmlns:a14="http://schemas.microsoft.com/office/drawing/2010/main" w="2438" cap="flat" cmpd="sng" algn="ctr">
                <a:solidFill>
                  <a:srgbClr val="FFFFFF"/>
                </a:solidFill>
                <a:prstDash val="solid"/>
                <a:round/>
                <a:headEnd type="none" w="med" len="med"/>
                <a:tailEnd type="none" w="med" len="med"/>
              </a14:hiddenLine>
            </a:ext>
          </a:extLst>
        </p:spPr>
        <p:txBody>
          <a:bodyPr vert="horz" wrap="square" lIns="23409" tIns="11704" rIns="23409" bIns="11704"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B6770"/>
              </a:solidFill>
              <a:effectLst/>
              <a:uLnTx/>
              <a:uFillTx/>
              <a:latin typeface="Calibri" panose="020F0502020204030204" pitchFamily="34" charset="0"/>
              <a:ea typeface="+mn-ea"/>
              <a:cs typeface="Calibri" panose="020F0502020204030204" pitchFamily="34" charset="0"/>
            </a:endParaRPr>
          </a:p>
        </p:txBody>
      </p:sp>
      <p:sp>
        <p:nvSpPr>
          <p:cNvPr id="158" name="Freeform 12">
            <a:extLst>
              <a:ext uri="{FF2B5EF4-FFF2-40B4-BE49-F238E27FC236}">
                <a16:creationId xmlns:a16="http://schemas.microsoft.com/office/drawing/2014/main" id="{DB001D81-2BBD-431C-AF94-D8538ED5FC54}"/>
              </a:ext>
            </a:extLst>
          </p:cNvPr>
          <p:cNvSpPr>
            <a:spLocks noEditPoints="1"/>
          </p:cNvSpPr>
          <p:nvPr/>
        </p:nvSpPr>
        <p:spPr bwMode="auto">
          <a:xfrm>
            <a:off x="5390555" y="3214347"/>
            <a:ext cx="459381" cy="471579"/>
          </a:xfrm>
          <a:custGeom>
            <a:avLst/>
            <a:gdLst>
              <a:gd name="T0" fmla="*/ 1683 w 1708"/>
              <a:gd name="T1" fmla="*/ 1653 h 1653"/>
              <a:gd name="T2" fmla="*/ 25 w 1708"/>
              <a:gd name="T3" fmla="*/ 1653 h 1653"/>
              <a:gd name="T4" fmla="*/ 5 w 1708"/>
              <a:gd name="T5" fmla="*/ 1625 h 1653"/>
              <a:gd name="T6" fmla="*/ 211 w 1708"/>
              <a:gd name="T7" fmla="*/ 1325 h 1653"/>
              <a:gd name="T8" fmla="*/ 443 w 1708"/>
              <a:gd name="T9" fmla="*/ 1272 h 1653"/>
              <a:gd name="T10" fmla="*/ 578 w 1708"/>
              <a:gd name="T11" fmla="*/ 1263 h 1653"/>
              <a:gd name="T12" fmla="*/ 848 w 1708"/>
              <a:gd name="T13" fmla="*/ 1484 h 1653"/>
              <a:gd name="T14" fmla="*/ 860 w 1708"/>
              <a:gd name="T15" fmla="*/ 1484 h 1653"/>
              <a:gd name="T16" fmla="*/ 1039 w 1708"/>
              <a:gd name="T17" fmla="*/ 1338 h 1653"/>
              <a:gd name="T18" fmla="*/ 1130 w 1708"/>
              <a:gd name="T19" fmla="*/ 1263 h 1653"/>
              <a:gd name="T20" fmla="*/ 1497 w 1708"/>
              <a:gd name="T21" fmla="*/ 1325 h 1653"/>
              <a:gd name="T22" fmla="*/ 1703 w 1708"/>
              <a:gd name="T23" fmla="*/ 1625 h 1653"/>
              <a:gd name="T24" fmla="*/ 1683 w 1708"/>
              <a:gd name="T25" fmla="*/ 1653 h 1653"/>
              <a:gd name="T26" fmla="*/ 1301 w 1708"/>
              <a:gd name="T27" fmla="*/ 537 h 1653"/>
              <a:gd name="T28" fmla="*/ 1303 w 1708"/>
              <a:gd name="T29" fmla="*/ 452 h 1653"/>
              <a:gd name="T30" fmla="*/ 857 w 1708"/>
              <a:gd name="T31" fmla="*/ 0 h 1653"/>
              <a:gd name="T32" fmla="*/ 411 w 1708"/>
              <a:gd name="T33" fmla="*/ 452 h 1653"/>
              <a:gd name="T34" fmla="*/ 436 w 1708"/>
              <a:gd name="T35" fmla="*/ 638 h 1653"/>
              <a:gd name="T36" fmla="*/ 612 w 1708"/>
              <a:gd name="T37" fmla="*/ 380 h 1653"/>
              <a:gd name="T38" fmla="*/ 655 w 1708"/>
              <a:gd name="T39" fmla="*/ 354 h 1653"/>
              <a:gd name="T40" fmla="*/ 1197 w 1708"/>
              <a:gd name="T41" fmla="*/ 675 h 1653"/>
              <a:gd name="T42" fmla="*/ 1262 w 1708"/>
              <a:gd name="T43" fmla="*/ 673 h 1653"/>
              <a:gd name="T44" fmla="*/ 1281 w 1708"/>
              <a:gd name="T45" fmla="*/ 665 h 1653"/>
              <a:gd name="T46" fmla="*/ 1333 w 1708"/>
              <a:gd name="T47" fmla="*/ 635 h 1653"/>
              <a:gd name="T48" fmla="*/ 1301 w 1708"/>
              <a:gd name="T49" fmla="*/ 537 h 16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708" h="1653">
                <a:moveTo>
                  <a:pt x="1683" y="1653"/>
                </a:moveTo>
                <a:cubicBezTo>
                  <a:pt x="25" y="1653"/>
                  <a:pt x="25" y="1653"/>
                  <a:pt x="25" y="1653"/>
                </a:cubicBezTo>
                <a:cubicBezTo>
                  <a:pt x="10" y="1653"/>
                  <a:pt x="0" y="1639"/>
                  <a:pt x="5" y="1625"/>
                </a:cubicBezTo>
                <a:cubicBezTo>
                  <a:pt x="31" y="1555"/>
                  <a:pt x="107" y="1373"/>
                  <a:pt x="211" y="1325"/>
                </a:cubicBezTo>
                <a:cubicBezTo>
                  <a:pt x="275" y="1296"/>
                  <a:pt x="367" y="1280"/>
                  <a:pt x="443" y="1272"/>
                </a:cubicBezTo>
                <a:cubicBezTo>
                  <a:pt x="518" y="1264"/>
                  <a:pt x="578" y="1263"/>
                  <a:pt x="578" y="1263"/>
                </a:cubicBezTo>
                <a:cubicBezTo>
                  <a:pt x="578" y="1263"/>
                  <a:pt x="761" y="1415"/>
                  <a:pt x="848" y="1484"/>
                </a:cubicBezTo>
                <a:cubicBezTo>
                  <a:pt x="852" y="1487"/>
                  <a:pt x="857" y="1487"/>
                  <a:pt x="860" y="1484"/>
                </a:cubicBezTo>
                <a:cubicBezTo>
                  <a:pt x="919" y="1437"/>
                  <a:pt x="986" y="1381"/>
                  <a:pt x="1039" y="1338"/>
                </a:cubicBezTo>
                <a:cubicBezTo>
                  <a:pt x="1092" y="1294"/>
                  <a:pt x="1130" y="1263"/>
                  <a:pt x="1130" y="1263"/>
                </a:cubicBezTo>
                <a:cubicBezTo>
                  <a:pt x="1130" y="1263"/>
                  <a:pt x="1368" y="1266"/>
                  <a:pt x="1497" y="1325"/>
                </a:cubicBezTo>
                <a:cubicBezTo>
                  <a:pt x="1601" y="1373"/>
                  <a:pt x="1677" y="1555"/>
                  <a:pt x="1703" y="1625"/>
                </a:cubicBezTo>
                <a:cubicBezTo>
                  <a:pt x="1708" y="1639"/>
                  <a:pt x="1698" y="1653"/>
                  <a:pt x="1683" y="1653"/>
                </a:cubicBezTo>
                <a:close/>
                <a:moveTo>
                  <a:pt x="1301" y="537"/>
                </a:moveTo>
                <a:cubicBezTo>
                  <a:pt x="1304" y="510"/>
                  <a:pt x="1303" y="481"/>
                  <a:pt x="1303" y="452"/>
                </a:cubicBezTo>
                <a:cubicBezTo>
                  <a:pt x="1303" y="202"/>
                  <a:pt x="1110" y="0"/>
                  <a:pt x="857" y="0"/>
                </a:cubicBezTo>
                <a:cubicBezTo>
                  <a:pt x="605" y="0"/>
                  <a:pt x="411" y="202"/>
                  <a:pt x="411" y="452"/>
                </a:cubicBezTo>
                <a:cubicBezTo>
                  <a:pt x="411" y="507"/>
                  <a:pt x="420" y="618"/>
                  <a:pt x="436" y="638"/>
                </a:cubicBezTo>
                <a:cubicBezTo>
                  <a:pt x="480" y="677"/>
                  <a:pt x="486" y="465"/>
                  <a:pt x="612" y="380"/>
                </a:cubicBezTo>
                <a:cubicBezTo>
                  <a:pt x="625" y="371"/>
                  <a:pt x="655" y="354"/>
                  <a:pt x="655" y="354"/>
                </a:cubicBezTo>
                <a:cubicBezTo>
                  <a:pt x="934" y="353"/>
                  <a:pt x="1146" y="647"/>
                  <a:pt x="1197" y="675"/>
                </a:cubicBezTo>
                <a:cubicBezTo>
                  <a:pt x="1214" y="685"/>
                  <a:pt x="1239" y="681"/>
                  <a:pt x="1262" y="673"/>
                </a:cubicBezTo>
                <a:cubicBezTo>
                  <a:pt x="1268" y="670"/>
                  <a:pt x="1275" y="668"/>
                  <a:pt x="1281" y="665"/>
                </a:cubicBezTo>
                <a:cubicBezTo>
                  <a:pt x="1310" y="651"/>
                  <a:pt x="1333" y="635"/>
                  <a:pt x="1333" y="635"/>
                </a:cubicBezTo>
                <a:cubicBezTo>
                  <a:pt x="1307" y="597"/>
                  <a:pt x="1299" y="561"/>
                  <a:pt x="1301" y="537"/>
                </a:cubicBezTo>
                <a:close/>
              </a:path>
            </a:pathLst>
          </a:custGeom>
          <a:solidFill>
            <a:srgbClr val="E51B2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B6770"/>
              </a:solidFill>
              <a:effectLst/>
              <a:uLnTx/>
              <a:uFillTx/>
              <a:latin typeface="Calibri" panose="020F0502020204030204" pitchFamily="34" charset="0"/>
              <a:ea typeface="+mn-ea"/>
              <a:cs typeface="Calibri" panose="020F0502020204030204" pitchFamily="34" charset="0"/>
            </a:endParaRPr>
          </a:p>
        </p:txBody>
      </p:sp>
      <p:sp>
        <p:nvSpPr>
          <p:cNvPr id="160" name="Freeform 11">
            <a:extLst>
              <a:ext uri="{FF2B5EF4-FFF2-40B4-BE49-F238E27FC236}">
                <a16:creationId xmlns:a16="http://schemas.microsoft.com/office/drawing/2014/main" id="{58E17237-35DE-43B6-A27C-FD6A59CB9A05}"/>
              </a:ext>
            </a:extLst>
          </p:cNvPr>
          <p:cNvSpPr>
            <a:spLocks/>
          </p:cNvSpPr>
          <p:nvPr/>
        </p:nvSpPr>
        <p:spPr bwMode="auto">
          <a:xfrm>
            <a:off x="5986356" y="3399479"/>
            <a:ext cx="242898" cy="181482"/>
          </a:xfrm>
          <a:custGeom>
            <a:avLst/>
            <a:gdLst>
              <a:gd name="T0" fmla="*/ 850 w 903"/>
              <a:gd name="T1" fmla="*/ 74 h 636"/>
              <a:gd name="T2" fmla="*/ 813 w 903"/>
              <a:gd name="T3" fmla="*/ 110 h 636"/>
              <a:gd name="T4" fmla="*/ 803 w 903"/>
              <a:gd name="T5" fmla="*/ 122 h 636"/>
              <a:gd name="T6" fmla="*/ 667 w 903"/>
              <a:gd name="T7" fmla="*/ 407 h 636"/>
              <a:gd name="T8" fmla="*/ 455 w 903"/>
              <a:gd name="T9" fmla="*/ 513 h 636"/>
              <a:gd name="T10" fmla="*/ 242 w 903"/>
              <a:gd name="T11" fmla="*/ 407 h 636"/>
              <a:gd name="T12" fmla="*/ 106 w 903"/>
              <a:gd name="T13" fmla="*/ 122 h 636"/>
              <a:gd name="T14" fmla="*/ 93 w 903"/>
              <a:gd name="T15" fmla="*/ 109 h 636"/>
              <a:gd name="T16" fmla="*/ 48 w 903"/>
              <a:gd name="T17" fmla="*/ 37 h 636"/>
              <a:gd name="T18" fmla="*/ 13 w 903"/>
              <a:gd name="T19" fmla="*/ 22 h 636"/>
              <a:gd name="T20" fmla="*/ 2 w 903"/>
              <a:gd name="T21" fmla="*/ 0 h 636"/>
              <a:gd name="T22" fmla="*/ 1 w 903"/>
              <a:gd name="T23" fmla="*/ 6 h 636"/>
              <a:gd name="T24" fmla="*/ 69 w 903"/>
              <a:gd name="T25" fmla="*/ 146 h 636"/>
              <a:gd name="T26" fmla="*/ 213 w 903"/>
              <a:gd name="T27" fmla="*/ 440 h 636"/>
              <a:gd name="T28" fmla="*/ 239 w 903"/>
              <a:gd name="T29" fmla="*/ 460 h 636"/>
              <a:gd name="T30" fmla="*/ 239 w 903"/>
              <a:gd name="T31" fmla="*/ 602 h 636"/>
              <a:gd name="T32" fmla="*/ 279 w 903"/>
              <a:gd name="T33" fmla="*/ 636 h 636"/>
              <a:gd name="T34" fmla="*/ 283 w 903"/>
              <a:gd name="T35" fmla="*/ 636 h 636"/>
              <a:gd name="T36" fmla="*/ 283 w 903"/>
              <a:gd name="T37" fmla="*/ 490 h 636"/>
              <a:gd name="T38" fmla="*/ 455 w 903"/>
              <a:gd name="T39" fmla="*/ 557 h 636"/>
              <a:gd name="T40" fmla="*/ 644 w 903"/>
              <a:gd name="T41" fmla="*/ 479 h 636"/>
              <a:gd name="T42" fmla="*/ 644 w 903"/>
              <a:gd name="T43" fmla="*/ 633 h 636"/>
              <a:gd name="T44" fmla="*/ 688 w 903"/>
              <a:gd name="T45" fmla="*/ 597 h 636"/>
              <a:gd name="T46" fmla="*/ 688 w 903"/>
              <a:gd name="T47" fmla="*/ 447 h 636"/>
              <a:gd name="T48" fmla="*/ 696 w 903"/>
              <a:gd name="T49" fmla="*/ 440 h 636"/>
              <a:gd name="T50" fmla="*/ 841 w 903"/>
              <a:gd name="T51" fmla="*/ 145 h 636"/>
              <a:gd name="T52" fmla="*/ 903 w 903"/>
              <a:gd name="T53" fmla="*/ 57 h 636"/>
              <a:gd name="T54" fmla="*/ 850 w 903"/>
              <a:gd name="T55" fmla="*/ 74 h 6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903" h="636">
                <a:moveTo>
                  <a:pt x="850" y="74"/>
                </a:moveTo>
                <a:cubicBezTo>
                  <a:pt x="843" y="88"/>
                  <a:pt x="831" y="101"/>
                  <a:pt x="813" y="110"/>
                </a:cubicBezTo>
                <a:cubicBezTo>
                  <a:pt x="808" y="113"/>
                  <a:pt x="805" y="117"/>
                  <a:pt x="803" y="122"/>
                </a:cubicBezTo>
                <a:cubicBezTo>
                  <a:pt x="765" y="219"/>
                  <a:pt x="694" y="383"/>
                  <a:pt x="667" y="407"/>
                </a:cubicBezTo>
                <a:cubicBezTo>
                  <a:pt x="626" y="443"/>
                  <a:pt x="514" y="513"/>
                  <a:pt x="455" y="513"/>
                </a:cubicBezTo>
                <a:cubicBezTo>
                  <a:pt x="395" y="513"/>
                  <a:pt x="283" y="443"/>
                  <a:pt x="242" y="407"/>
                </a:cubicBezTo>
                <a:cubicBezTo>
                  <a:pt x="215" y="383"/>
                  <a:pt x="145" y="219"/>
                  <a:pt x="106" y="122"/>
                </a:cubicBezTo>
                <a:cubicBezTo>
                  <a:pt x="104" y="116"/>
                  <a:pt x="99" y="111"/>
                  <a:pt x="93" y="109"/>
                </a:cubicBezTo>
                <a:cubicBezTo>
                  <a:pt x="67" y="99"/>
                  <a:pt x="54" y="65"/>
                  <a:pt x="48" y="37"/>
                </a:cubicBezTo>
                <a:cubicBezTo>
                  <a:pt x="38" y="37"/>
                  <a:pt x="24" y="35"/>
                  <a:pt x="13" y="22"/>
                </a:cubicBezTo>
                <a:cubicBezTo>
                  <a:pt x="9" y="15"/>
                  <a:pt x="5" y="7"/>
                  <a:pt x="2" y="0"/>
                </a:cubicBezTo>
                <a:cubicBezTo>
                  <a:pt x="1" y="2"/>
                  <a:pt x="1" y="4"/>
                  <a:pt x="1" y="6"/>
                </a:cubicBezTo>
                <a:cubicBezTo>
                  <a:pt x="0" y="34"/>
                  <a:pt x="12" y="118"/>
                  <a:pt x="69" y="146"/>
                </a:cubicBezTo>
                <a:cubicBezTo>
                  <a:pt x="92" y="205"/>
                  <a:pt x="172" y="404"/>
                  <a:pt x="213" y="440"/>
                </a:cubicBezTo>
                <a:cubicBezTo>
                  <a:pt x="220" y="446"/>
                  <a:pt x="229" y="453"/>
                  <a:pt x="239" y="460"/>
                </a:cubicBezTo>
                <a:cubicBezTo>
                  <a:pt x="239" y="602"/>
                  <a:pt x="239" y="602"/>
                  <a:pt x="239" y="602"/>
                </a:cubicBezTo>
                <a:cubicBezTo>
                  <a:pt x="250" y="612"/>
                  <a:pt x="264" y="623"/>
                  <a:pt x="279" y="636"/>
                </a:cubicBezTo>
                <a:cubicBezTo>
                  <a:pt x="283" y="636"/>
                  <a:pt x="283" y="636"/>
                  <a:pt x="283" y="636"/>
                </a:cubicBezTo>
                <a:cubicBezTo>
                  <a:pt x="283" y="490"/>
                  <a:pt x="283" y="490"/>
                  <a:pt x="283" y="490"/>
                </a:cubicBezTo>
                <a:cubicBezTo>
                  <a:pt x="337" y="524"/>
                  <a:pt x="405" y="557"/>
                  <a:pt x="455" y="557"/>
                </a:cubicBezTo>
                <a:cubicBezTo>
                  <a:pt x="510" y="557"/>
                  <a:pt x="588" y="517"/>
                  <a:pt x="644" y="479"/>
                </a:cubicBezTo>
                <a:cubicBezTo>
                  <a:pt x="644" y="633"/>
                  <a:pt x="644" y="633"/>
                  <a:pt x="644" y="633"/>
                </a:cubicBezTo>
                <a:cubicBezTo>
                  <a:pt x="662" y="618"/>
                  <a:pt x="677" y="606"/>
                  <a:pt x="688" y="597"/>
                </a:cubicBezTo>
                <a:cubicBezTo>
                  <a:pt x="688" y="447"/>
                  <a:pt x="688" y="447"/>
                  <a:pt x="688" y="447"/>
                </a:cubicBezTo>
                <a:cubicBezTo>
                  <a:pt x="691" y="444"/>
                  <a:pt x="694" y="442"/>
                  <a:pt x="696" y="440"/>
                </a:cubicBezTo>
                <a:cubicBezTo>
                  <a:pt x="737" y="403"/>
                  <a:pt x="818" y="202"/>
                  <a:pt x="841" y="145"/>
                </a:cubicBezTo>
                <a:cubicBezTo>
                  <a:pt x="881" y="121"/>
                  <a:pt x="897" y="82"/>
                  <a:pt x="903" y="57"/>
                </a:cubicBezTo>
                <a:cubicBezTo>
                  <a:pt x="887" y="64"/>
                  <a:pt x="869" y="71"/>
                  <a:pt x="850" y="74"/>
                </a:cubicBezTo>
                <a:close/>
              </a:path>
            </a:pathLst>
          </a:custGeom>
          <a:solidFill>
            <a:srgbClr val="E51B24"/>
          </a:solidFill>
          <a:ln w="2438" cap="flat" cmpd="sng" algn="ctr">
            <a:noFill/>
            <a:prstDash val="solid"/>
            <a:round/>
            <a:headEnd type="none" w="med" len="med"/>
            <a:tailEnd type="none" w="med" len="med"/>
          </a:ln>
          <a:extLst>
            <a:ext uri="{91240B29-F687-4F45-9708-019B960494DF}">
              <a14:hiddenLine xmlns:a14="http://schemas.microsoft.com/office/drawing/2010/main" w="2438" cap="flat" cmpd="sng" algn="ctr">
                <a:solidFill>
                  <a:srgbClr val="FFFFFF"/>
                </a:solidFill>
                <a:prstDash val="solid"/>
                <a:round/>
                <a:headEnd type="none" w="med" len="med"/>
                <a:tailEnd type="none" w="med" len="med"/>
              </a14:hiddenLine>
            </a:ext>
          </a:extLst>
        </p:spPr>
        <p:txBody>
          <a:bodyPr vert="horz" wrap="square" lIns="23409" tIns="11704" rIns="23409" bIns="11704"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B6770"/>
              </a:solidFill>
              <a:effectLst/>
              <a:uLnTx/>
              <a:uFillTx/>
              <a:latin typeface="Calibri" panose="020F0502020204030204" pitchFamily="34" charset="0"/>
              <a:ea typeface="+mn-ea"/>
              <a:cs typeface="Calibri" panose="020F0502020204030204" pitchFamily="34" charset="0"/>
            </a:endParaRPr>
          </a:p>
        </p:txBody>
      </p:sp>
      <p:sp>
        <p:nvSpPr>
          <p:cNvPr id="161" name="Freeform 12">
            <a:extLst>
              <a:ext uri="{FF2B5EF4-FFF2-40B4-BE49-F238E27FC236}">
                <a16:creationId xmlns:a16="http://schemas.microsoft.com/office/drawing/2014/main" id="{DB001D81-2BBD-431C-AF94-D8538ED5FC54}"/>
              </a:ext>
            </a:extLst>
          </p:cNvPr>
          <p:cNvSpPr>
            <a:spLocks noEditPoints="1"/>
          </p:cNvSpPr>
          <p:nvPr/>
        </p:nvSpPr>
        <p:spPr bwMode="auto">
          <a:xfrm>
            <a:off x="5880411" y="3214347"/>
            <a:ext cx="459381" cy="471579"/>
          </a:xfrm>
          <a:custGeom>
            <a:avLst/>
            <a:gdLst>
              <a:gd name="T0" fmla="*/ 1683 w 1708"/>
              <a:gd name="T1" fmla="*/ 1653 h 1653"/>
              <a:gd name="T2" fmla="*/ 25 w 1708"/>
              <a:gd name="T3" fmla="*/ 1653 h 1653"/>
              <a:gd name="T4" fmla="*/ 5 w 1708"/>
              <a:gd name="T5" fmla="*/ 1625 h 1653"/>
              <a:gd name="T6" fmla="*/ 211 w 1708"/>
              <a:gd name="T7" fmla="*/ 1325 h 1653"/>
              <a:gd name="T8" fmla="*/ 443 w 1708"/>
              <a:gd name="T9" fmla="*/ 1272 h 1653"/>
              <a:gd name="T10" fmla="*/ 578 w 1708"/>
              <a:gd name="T11" fmla="*/ 1263 h 1653"/>
              <a:gd name="T12" fmla="*/ 848 w 1708"/>
              <a:gd name="T13" fmla="*/ 1484 h 1653"/>
              <a:gd name="T14" fmla="*/ 860 w 1708"/>
              <a:gd name="T15" fmla="*/ 1484 h 1653"/>
              <a:gd name="T16" fmla="*/ 1039 w 1708"/>
              <a:gd name="T17" fmla="*/ 1338 h 1653"/>
              <a:gd name="T18" fmla="*/ 1130 w 1708"/>
              <a:gd name="T19" fmla="*/ 1263 h 1653"/>
              <a:gd name="T20" fmla="*/ 1497 w 1708"/>
              <a:gd name="T21" fmla="*/ 1325 h 1653"/>
              <a:gd name="T22" fmla="*/ 1703 w 1708"/>
              <a:gd name="T23" fmla="*/ 1625 h 1653"/>
              <a:gd name="T24" fmla="*/ 1683 w 1708"/>
              <a:gd name="T25" fmla="*/ 1653 h 1653"/>
              <a:gd name="T26" fmla="*/ 1301 w 1708"/>
              <a:gd name="T27" fmla="*/ 537 h 1653"/>
              <a:gd name="T28" fmla="*/ 1303 w 1708"/>
              <a:gd name="T29" fmla="*/ 452 h 1653"/>
              <a:gd name="T30" fmla="*/ 857 w 1708"/>
              <a:gd name="T31" fmla="*/ 0 h 1653"/>
              <a:gd name="T32" fmla="*/ 411 w 1708"/>
              <a:gd name="T33" fmla="*/ 452 h 1653"/>
              <a:gd name="T34" fmla="*/ 436 w 1708"/>
              <a:gd name="T35" fmla="*/ 638 h 1653"/>
              <a:gd name="T36" fmla="*/ 612 w 1708"/>
              <a:gd name="T37" fmla="*/ 380 h 1653"/>
              <a:gd name="T38" fmla="*/ 655 w 1708"/>
              <a:gd name="T39" fmla="*/ 354 h 1653"/>
              <a:gd name="T40" fmla="*/ 1197 w 1708"/>
              <a:gd name="T41" fmla="*/ 675 h 1653"/>
              <a:gd name="T42" fmla="*/ 1262 w 1708"/>
              <a:gd name="T43" fmla="*/ 673 h 1653"/>
              <a:gd name="T44" fmla="*/ 1281 w 1708"/>
              <a:gd name="T45" fmla="*/ 665 h 1653"/>
              <a:gd name="T46" fmla="*/ 1333 w 1708"/>
              <a:gd name="T47" fmla="*/ 635 h 1653"/>
              <a:gd name="T48" fmla="*/ 1301 w 1708"/>
              <a:gd name="T49" fmla="*/ 537 h 16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708" h="1653">
                <a:moveTo>
                  <a:pt x="1683" y="1653"/>
                </a:moveTo>
                <a:cubicBezTo>
                  <a:pt x="25" y="1653"/>
                  <a:pt x="25" y="1653"/>
                  <a:pt x="25" y="1653"/>
                </a:cubicBezTo>
                <a:cubicBezTo>
                  <a:pt x="10" y="1653"/>
                  <a:pt x="0" y="1639"/>
                  <a:pt x="5" y="1625"/>
                </a:cubicBezTo>
                <a:cubicBezTo>
                  <a:pt x="31" y="1555"/>
                  <a:pt x="107" y="1373"/>
                  <a:pt x="211" y="1325"/>
                </a:cubicBezTo>
                <a:cubicBezTo>
                  <a:pt x="275" y="1296"/>
                  <a:pt x="367" y="1280"/>
                  <a:pt x="443" y="1272"/>
                </a:cubicBezTo>
                <a:cubicBezTo>
                  <a:pt x="518" y="1264"/>
                  <a:pt x="578" y="1263"/>
                  <a:pt x="578" y="1263"/>
                </a:cubicBezTo>
                <a:cubicBezTo>
                  <a:pt x="578" y="1263"/>
                  <a:pt x="761" y="1415"/>
                  <a:pt x="848" y="1484"/>
                </a:cubicBezTo>
                <a:cubicBezTo>
                  <a:pt x="852" y="1487"/>
                  <a:pt x="857" y="1487"/>
                  <a:pt x="860" y="1484"/>
                </a:cubicBezTo>
                <a:cubicBezTo>
                  <a:pt x="919" y="1437"/>
                  <a:pt x="986" y="1381"/>
                  <a:pt x="1039" y="1338"/>
                </a:cubicBezTo>
                <a:cubicBezTo>
                  <a:pt x="1092" y="1294"/>
                  <a:pt x="1130" y="1263"/>
                  <a:pt x="1130" y="1263"/>
                </a:cubicBezTo>
                <a:cubicBezTo>
                  <a:pt x="1130" y="1263"/>
                  <a:pt x="1368" y="1266"/>
                  <a:pt x="1497" y="1325"/>
                </a:cubicBezTo>
                <a:cubicBezTo>
                  <a:pt x="1601" y="1373"/>
                  <a:pt x="1677" y="1555"/>
                  <a:pt x="1703" y="1625"/>
                </a:cubicBezTo>
                <a:cubicBezTo>
                  <a:pt x="1708" y="1639"/>
                  <a:pt x="1698" y="1653"/>
                  <a:pt x="1683" y="1653"/>
                </a:cubicBezTo>
                <a:close/>
                <a:moveTo>
                  <a:pt x="1301" y="537"/>
                </a:moveTo>
                <a:cubicBezTo>
                  <a:pt x="1304" y="510"/>
                  <a:pt x="1303" y="481"/>
                  <a:pt x="1303" y="452"/>
                </a:cubicBezTo>
                <a:cubicBezTo>
                  <a:pt x="1303" y="202"/>
                  <a:pt x="1110" y="0"/>
                  <a:pt x="857" y="0"/>
                </a:cubicBezTo>
                <a:cubicBezTo>
                  <a:pt x="605" y="0"/>
                  <a:pt x="411" y="202"/>
                  <a:pt x="411" y="452"/>
                </a:cubicBezTo>
                <a:cubicBezTo>
                  <a:pt x="411" y="507"/>
                  <a:pt x="420" y="618"/>
                  <a:pt x="436" y="638"/>
                </a:cubicBezTo>
                <a:cubicBezTo>
                  <a:pt x="480" y="677"/>
                  <a:pt x="486" y="465"/>
                  <a:pt x="612" y="380"/>
                </a:cubicBezTo>
                <a:cubicBezTo>
                  <a:pt x="625" y="371"/>
                  <a:pt x="655" y="354"/>
                  <a:pt x="655" y="354"/>
                </a:cubicBezTo>
                <a:cubicBezTo>
                  <a:pt x="934" y="353"/>
                  <a:pt x="1146" y="647"/>
                  <a:pt x="1197" y="675"/>
                </a:cubicBezTo>
                <a:cubicBezTo>
                  <a:pt x="1214" y="685"/>
                  <a:pt x="1239" y="681"/>
                  <a:pt x="1262" y="673"/>
                </a:cubicBezTo>
                <a:cubicBezTo>
                  <a:pt x="1268" y="670"/>
                  <a:pt x="1275" y="668"/>
                  <a:pt x="1281" y="665"/>
                </a:cubicBezTo>
                <a:cubicBezTo>
                  <a:pt x="1310" y="651"/>
                  <a:pt x="1333" y="635"/>
                  <a:pt x="1333" y="635"/>
                </a:cubicBezTo>
                <a:cubicBezTo>
                  <a:pt x="1307" y="597"/>
                  <a:pt x="1299" y="561"/>
                  <a:pt x="1301" y="537"/>
                </a:cubicBezTo>
                <a:close/>
              </a:path>
            </a:pathLst>
          </a:custGeom>
          <a:solidFill>
            <a:srgbClr val="E51B2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B6770"/>
              </a:solidFill>
              <a:effectLst/>
              <a:uLnTx/>
              <a:uFillTx/>
              <a:latin typeface="Calibri" panose="020F0502020204030204" pitchFamily="34" charset="0"/>
              <a:ea typeface="+mn-ea"/>
              <a:cs typeface="Calibri" panose="020F0502020204030204" pitchFamily="34" charset="0"/>
            </a:endParaRPr>
          </a:p>
        </p:txBody>
      </p:sp>
      <p:sp>
        <p:nvSpPr>
          <p:cNvPr id="163" name="Freeform 11">
            <a:extLst>
              <a:ext uri="{FF2B5EF4-FFF2-40B4-BE49-F238E27FC236}">
                <a16:creationId xmlns:a16="http://schemas.microsoft.com/office/drawing/2014/main" id="{58E17237-35DE-43B6-A27C-FD6A59CB9A05}"/>
              </a:ext>
            </a:extLst>
          </p:cNvPr>
          <p:cNvSpPr>
            <a:spLocks/>
          </p:cNvSpPr>
          <p:nvPr/>
        </p:nvSpPr>
        <p:spPr bwMode="auto">
          <a:xfrm>
            <a:off x="6476213" y="3399479"/>
            <a:ext cx="242898" cy="181482"/>
          </a:xfrm>
          <a:custGeom>
            <a:avLst/>
            <a:gdLst>
              <a:gd name="T0" fmla="*/ 850 w 903"/>
              <a:gd name="T1" fmla="*/ 74 h 636"/>
              <a:gd name="T2" fmla="*/ 813 w 903"/>
              <a:gd name="T3" fmla="*/ 110 h 636"/>
              <a:gd name="T4" fmla="*/ 803 w 903"/>
              <a:gd name="T5" fmla="*/ 122 h 636"/>
              <a:gd name="T6" fmla="*/ 667 w 903"/>
              <a:gd name="T7" fmla="*/ 407 h 636"/>
              <a:gd name="T8" fmla="*/ 455 w 903"/>
              <a:gd name="T9" fmla="*/ 513 h 636"/>
              <a:gd name="T10" fmla="*/ 242 w 903"/>
              <a:gd name="T11" fmla="*/ 407 h 636"/>
              <a:gd name="T12" fmla="*/ 106 w 903"/>
              <a:gd name="T13" fmla="*/ 122 h 636"/>
              <a:gd name="T14" fmla="*/ 93 w 903"/>
              <a:gd name="T15" fmla="*/ 109 h 636"/>
              <a:gd name="T16" fmla="*/ 48 w 903"/>
              <a:gd name="T17" fmla="*/ 37 h 636"/>
              <a:gd name="T18" fmla="*/ 13 w 903"/>
              <a:gd name="T19" fmla="*/ 22 h 636"/>
              <a:gd name="T20" fmla="*/ 2 w 903"/>
              <a:gd name="T21" fmla="*/ 0 h 636"/>
              <a:gd name="T22" fmla="*/ 1 w 903"/>
              <a:gd name="T23" fmla="*/ 6 h 636"/>
              <a:gd name="T24" fmla="*/ 69 w 903"/>
              <a:gd name="T25" fmla="*/ 146 h 636"/>
              <a:gd name="T26" fmla="*/ 213 w 903"/>
              <a:gd name="T27" fmla="*/ 440 h 636"/>
              <a:gd name="T28" fmla="*/ 239 w 903"/>
              <a:gd name="T29" fmla="*/ 460 h 636"/>
              <a:gd name="T30" fmla="*/ 239 w 903"/>
              <a:gd name="T31" fmla="*/ 602 h 636"/>
              <a:gd name="T32" fmla="*/ 279 w 903"/>
              <a:gd name="T33" fmla="*/ 636 h 636"/>
              <a:gd name="T34" fmla="*/ 283 w 903"/>
              <a:gd name="T35" fmla="*/ 636 h 636"/>
              <a:gd name="T36" fmla="*/ 283 w 903"/>
              <a:gd name="T37" fmla="*/ 490 h 636"/>
              <a:gd name="T38" fmla="*/ 455 w 903"/>
              <a:gd name="T39" fmla="*/ 557 h 636"/>
              <a:gd name="T40" fmla="*/ 644 w 903"/>
              <a:gd name="T41" fmla="*/ 479 h 636"/>
              <a:gd name="T42" fmla="*/ 644 w 903"/>
              <a:gd name="T43" fmla="*/ 633 h 636"/>
              <a:gd name="T44" fmla="*/ 688 w 903"/>
              <a:gd name="T45" fmla="*/ 597 h 636"/>
              <a:gd name="T46" fmla="*/ 688 w 903"/>
              <a:gd name="T47" fmla="*/ 447 h 636"/>
              <a:gd name="T48" fmla="*/ 696 w 903"/>
              <a:gd name="T49" fmla="*/ 440 h 636"/>
              <a:gd name="T50" fmla="*/ 841 w 903"/>
              <a:gd name="T51" fmla="*/ 145 h 636"/>
              <a:gd name="T52" fmla="*/ 903 w 903"/>
              <a:gd name="T53" fmla="*/ 57 h 636"/>
              <a:gd name="T54" fmla="*/ 850 w 903"/>
              <a:gd name="T55" fmla="*/ 74 h 6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903" h="636">
                <a:moveTo>
                  <a:pt x="850" y="74"/>
                </a:moveTo>
                <a:cubicBezTo>
                  <a:pt x="843" y="88"/>
                  <a:pt x="831" y="101"/>
                  <a:pt x="813" y="110"/>
                </a:cubicBezTo>
                <a:cubicBezTo>
                  <a:pt x="808" y="113"/>
                  <a:pt x="805" y="117"/>
                  <a:pt x="803" y="122"/>
                </a:cubicBezTo>
                <a:cubicBezTo>
                  <a:pt x="765" y="219"/>
                  <a:pt x="694" y="383"/>
                  <a:pt x="667" y="407"/>
                </a:cubicBezTo>
                <a:cubicBezTo>
                  <a:pt x="626" y="443"/>
                  <a:pt x="514" y="513"/>
                  <a:pt x="455" y="513"/>
                </a:cubicBezTo>
                <a:cubicBezTo>
                  <a:pt x="395" y="513"/>
                  <a:pt x="283" y="443"/>
                  <a:pt x="242" y="407"/>
                </a:cubicBezTo>
                <a:cubicBezTo>
                  <a:pt x="215" y="383"/>
                  <a:pt x="145" y="219"/>
                  <a:pt x="106" y="122"/>
                </a:cubicBezTo>
                <a:cubicBezTo>
                  <a:pt x="104" y="116"/>
                  <a:pt x="99" y="111"/>
                  <a:pt x="93" y="109"/>
                </a:cubicBezTo>
                <a:cubicBezTo>
                  <a:pt x="67" y="99"/>
                  <a:pt x="54" y="65"/>
                  <a:pt x="48" y="37"/>
                </a:cubicBezTo>
                <a:cubicBezTo>
                  <a:pt x="38" y="37"/>
                  <a:pt x="24" y="35"/>
                  <a:pt x="13" y="22"/>
                </a:cubicBezTo>
                <a:cubicBezTo>
                  <a:pt x="9" y="15"/>
                  <a:pt x="5" y="7"/>
                  <a:pt x="2" y="0"/>
                </a:cubicBezTo>
                <a:cubicBezTo>
                  <a:pt x="1" y="2"/>
                  <a:pt x="1" y="4"/>
                  <a:pt x="1" y="6"/>
                </a:cubicBezTo>
                <a:cubicBezTo>
                  <a:pt x="0" y="34"/>
                  <a:pt x="12" y="118"/>
                  <a:pt x="69" y="146"/>
                </a:cubicBezTo>
                <a:cubicBezTo>
                  <a:pt x="92" y="205"/>
                  <a:pt x="172" y="404"/>
                  <a:pt x="213" y="440"/>
                </a:cubicBezTo>
                <a:cubicBezTo>
                  <a:pt x="220" y="446"/>
                  <a:pt x="229" y="453"/>
                  <a:pt x="239" y="460"/>
                </a:cubicBezTo>
                <a:cubicBezTo>
                  <a:pt x="239" y="602"/>
                  <a:pt x="239" y="602"/>
                  <a:pt x="239" y="602"/>
                </a:cubicBezTo>
                <a:cubicBezTo>
                  <a:pt x="250" y="612"/>
                  <a:pt x="264" y="623"/>
                  <a:pt x="279" y="636"/>
                </a:cubicBezTo>
                <a:cubicBezTo>
                  <a:pt x="283" y="636"/>
                  <a:pt x="283" y="636"/>
                  <a:pt x="283" y="636"/>
                </a:cubicBezTo>
                <a:cubicBezTo>
                  <a:pt x="283" y="490"/>
                  <a:pt x="283" y="490"/>
                  <a:pt x="283" y="490"/>
                </a:cubicBezTo>
                <a:cubicBezTo>
                  <a:pt x="337" y="524"/>
                  <a:pt x="405" y="557"/>
                  <a:pt x="455" y="557"/>
                </a:cubicBezTo>
                <a:cubicBezTo>
                  <a:pt x="510" y="557"/>
                  <a:pt x="588" y="517"/>
                  <a:pt x="644" y="479"/>
                </a:cubicBezTo>
                <a:cubicBezTo>
                  <a:pt x="644" y="633"/>
                  <a:pt x="644" y="633"/>
                  <a:pt x="644" y="633"/>
                </a:cubicBezTo>
                <a:cubicBezTo>
                  <a:pt x="662" y="618"/>
                  <a:pt x="677" y="606"/>
                  <a:pt x="688" y="597"/>
                </a:cubicBezTo>
                <a:cubicBezTo>
                  <a:pt x="688" y="447"/>
                  <a:pt x="688" y="447"/>
                  <a:pt x="688" y="447"/>
                </a:cubicBezTo>
                <a:cubicBezTo>
                  <a:pt x="691" y="444"/>
                  <a:pt x="694" y="442"/>
                  <a:pt x="696" y="440"/>
                </a:cubicBezTo>
                <a:cubicBezTo>
                  <a:pt x="737" y="403"/>
                  <a:pt x="818" y="202"/>
                  <a:pt x="841" y="145"/>
                </a:cubicBezTo>
                <a:cubicBezTo>
                  <a:pt x="881" y="121"/>
                  <a:pt x="897" y="82"/>
                  <a:pt x="903" y="57"/>
                </a:cubicBezTo>
                <a:cubicBezTo>
                  <a:pt x="887" y="64"/>
                  <a:pt x="869" y="71"/>
                  <a:pt x="850" y="74"/>
                </a:cubicBezTo>
                <a:close/>
              </a:path>
            </a:pathLst>
          </a:custGeom>
          <a:solidFill>
            <a:srgbClr val="E51B24"/>
          </a:solidFill>
          <a:ln w="2438" cap="flat" cmpd="sng" algn="ctr">
            <a:noFill/>
            <a:prstDash val="solid"/>
            <a:round/>
            <a:headEnd type="none" w="med" len="med"/>
            <a:tailEnd type="none" w="med" len="med"/>
          </a:ln>
          <a:extLst>
            <a:ext uri="{91240B29-F687-4F45-9708-019B960494DF}">
              <a14:hiddenLine xmlns:a14="http://schemas.microsoft.com/office/drawing/2010/main" w="2438" cap="flat" cmpd="sng" algn="ctr">
                <a:solidFill>
                  <a:srgbClr val="FFFFFF"/>
                </a:solidFill>
                <a:prstDash val="solid"/>
                <a:round/>
                <a:headEnd type="none" w="med" len="med"/>
                <a:tailEnd type="none" w="med" len="med"/>
              </a14:hiddenLine>
            </a:ext>
          </a:extLst>
        </p:spPr>
        <p:txBody>
          <a:bodyPr vert="horz" wrap="square" lIns="23409" tIns="11704" rIns="23409" bIns="11704"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B6770"/>
              </a:solidFill>
              <a:effectLst/>
              <a:uLnTx/>
              <a:uFillTx/>
              <a:latin typeface="Calibri" panose="020F0502020204030204" pitchFamily="34" charset="0"/>
              <a:ea typeface="+mn-ea"/>
              <a:cs typeface="Calibri" panose="020F0502020204030204" pitchFamily="34" charset="0"/>
            </a:endParaRPr>
          </a:p>
        </p:txBody>
      </p:sp>
      <p:sp>
        <p:nvSpPr>
          <p:cNvPr id="164" name="Freeform 12">
            <a:extLst>
              <a:ext uri="{FF2B5EF4-FFF2-40B4-BE49-F238E27FC236}">
                <a16:creationId xmlns:a16="http://schemas.microsoft.com/office/drawing/2014/main" id="{DB001D81-2BBD-431C-AF94-D8538ED5FC54}"/>
              </a:ext>
            </a:extLst>
          </p:cNvPr>
          <p:cNvSpPr>
            <a:spLocks noEditPoints="1"/>
          </p:cNvSpPr>
          <p:nvPr/>
        </p:nvSpPr>
        <p:spPr bwMode="auto">
          <a:xfrm>
            <a:off x="6370268" y="3214347"/>
            <a:ext cx="459381" cy="471579"/>
          </a:xfrm>
          <a:custGeom>
            <a:avLst/>
            <a:gdLst>
              <a:gd name="T0" fmla="*/ 1683 w 1708"/>
              <a:gd name="T1" fmla="*/ 1653 h 1653"/>
              <a:gd name="T2" fmla="*/ 25 w 1708"/>
              <a:gd name="T3" fmla="*/ 1653 h 1653"/>
              <a:gd name="T4" fmla="*/ 5 w 1708"/>
              <a:gd name="T5" fmla="*/ 1625 h 1653"/>
              <a:gd name="T6" fmla="*/ 211 w 1708"/>
              <a:gd name="T7" fmla="*/ 1325 h 1653"/>
              <a:gd name="T8" fmla="*/ 443 w 1708"/>
              <a:gd name="T9" fmla="*/ 1272 h 1653"/>
              <a:gd name="T10" fmla="*/ 578 w 1708"/>
              <a:gd name="T11" fmla="*/ 1263 h 1653"/>
              <a:gd name="T12" fmla="*/ 848 w 1708"/>
              <a:gd name="T13" fmla="*/ 1484 h 1653"/>
              <a:gd name="T14" fmla="*/ 860 w 1708"/>
              <a:gd name="T15" fmla="*/ 1484 h 1653"/>
              <a:gd name="T16" fmla="*/ 1039 w 1708"/>
              <a:gd name="T17" fmla="*/ 1338 h 1653"/>
              <a:gd name="T18" fmla="*/ 1130 w 1708"/>
              <a:gd name="T19" fmla="*/ 1263 h 1653"/>
              <a:gd name="T20" fmla="*/ 1497 w 1708"/>
              <a:gd name="T21" fmla="*/ 1325 h 1653"/>
              <a:gd name="T22" fmla="*/ 1703 w 1708"/>
              <a:gd name="T23" fmla="*/ 1625 h 1653"/>
              <a:gd name="T24" fmla="*/ 1683 w 1708"/>
              <a:gd name="T25" fmla="*/ 1653 h 1653"/>
              <a:gd name="T26" fmla="*/ 1301 w 1708"/>
              <a:gd name="T27" fmla="*/ 537 h 1653"/>
              <a:gd name="T28" fmla="*/ 1303 w 1708"/>
              <a:gd name="T29" fmla="*/ 452 h 1653"/>
              <a:gd name="T30" fmla="*/ 857 w 1708"/>
              <a:gd name="T31" fmla="*/ 0 h 1653"/>
              <a:gd name="T32" fmla="*/ 411 w 1708"/>
              <a:gd name="T33" fmla="*/ 452 h 1653"/>
              <a:gd name="T34" fmla="*/ 436 w 1708"/>
              <a:gd name="T35" fmla="*/ 638 h 1653"/>
              <a:gd name="T36" fmla="*/ 612 w 1708"/>
              <a:gd name="T37" fmla="*/ 380 h 1653"/>
              <a:gd name="T38" fmla="*/ 655 w 1708"/>
              <a:gd name="T39" fmla="*/ 354 h 1653"/>
              <a:gd name="T40" fmla="*/ 1197 w 1708"/>
              <a:gd name="T41" fmla="*/ 675 h 1653"/>
              <a:gd name="T42" fmla="*/ 1262 w 1708"/>
              <a:gd name="T43" fmla="*/ 673 h 1653"/>
              <a:gd name="T44" fmla="*/ 1281 w 1708"/>
              <a:gd name="T45" fmla="*/ 665 h 1653"/>
              <a:gd name="T46" fmla="*/ 1333 w 1708"/>
              <a:gd name="T47" fmla="*/ 635 h 1653"/>
              <a:gd name="T48" fmla="*/ 1301 w 1708"/>
              <a:gd name="T49" fmla="*/ 537 h 16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708" h="1653">
                <a:moveTo>
                  <a:pt x="1683" y="1653"/>
                </a:moveTo>
                <a:cubicBezTo>
                  <a:pt x="25" y="1653"/>
                  <a:pt x="25" y="1653"/>
                  <a:pt x="25" y="1653"/>
                </a:cubicBezTo>
                <a:cubicBezTo>
                  <a:pt x="10" y="1653"/>
                  <a:pt x="0" y="1639"/>
                  <a:pt x="5" y="1625"/>
                </a:cubicBezTo>
                <a:cubicBezTo>
                  <a:pt x="31" y="1555"/>
                  <a:pt x="107" y="1373"/>
                  <a:pt x="211" y="1325"/>
                </a:cubicBezTo>
                <a:cubicBezTo>
                  <a:pt x="275" y="1296"/>
                  <a:pt x="367" y="1280"/>
                  <a:pt x="443" y="1272"/>
                </a:cubicBezTo>
                <a:cubicBezTo>
                  <a:pt x="518" y="1264"/>
                  <a:pt x="578" y="1263"/>
                  <a:pt x="578" y="1263"/>
                </a:cubicBezTo>
                <a:cubicBezTo>
                  <a:pt x="578" y="1263"/>
                  <a:pt x="761" y="1415"/>
                  <a:pt x="848" y="1484"/>
                </a:cubicBezTo>
                <a:cubicBezTo>
                  <a:pt x="852" y="1487"/>
                  <a:pt x="857" y="1487"/>
                  <a:pt x="860" y="1484"/>
                </a:cubicBezTo>
                <a:cubicBezTo>
                  <a:pt x="919" y="1437"/>
                  <a:pt x="986" y="1381"/>
                  <a:pt x="1039" y="1338"/>
                </a:cubicBezTo>
                <a:cubicBezTo>
                  <a:pt x="1092" y="1294"/>
                  <a:pt x="1130" y="1263"/>
                  <a:pt x="1130" y="1263"/>
                </a:cubicBezTo>
                <a:cubicBezTo>
                  <a:pt x="1130" y="1263"/>
                  <a:pt x="1368" y="1266"/>
                  <a:pt x="1497" y="1325"/>
                </a:cubicBezTo>
                <a:cubicBezTo>
                  <a:pt x="1601" y="1373"/>
                  <a:pt x="1677" y="1555"/>
                  <a:pt x="1703" y="1625"/>
                </a:cubicBezTo>
                <a:cubicBezTo>
                  <a:pt x="1708" y="1639"/>
                  <a:pt x="1698" y="1653"/>
                  <a:pt x="1683" y="1653"/>
                </a:cubicBezTo>
                <a:close/>
                <a:moveTo>
                  <a:pt x="1301" y="537"/>
                </a:moveTo>
                <a:cubicBezTo>
                  <a:pt x="1304" y="510"/>
                  <a:pt x="1303" y="481"/>
                  <a:pt x="1303" y="452"/>
                </a:cubicBezTo>
                <a:cubicBezTo>
                  <a:pt x="1303" y="202"/>
                  <a:pt x="1110" y="0"/>
                  <a:pt x="857" y="0"/>
                </a:cubicBezTo>
                <a:cubicBezTo>
                  <a:pt x="605" y="0"/>
                  <a:pt x="411" y="202"/>
                  <a:pt x="411" y="452"/>
                </a:cubicBezTo>
                <a:cubicBezTo>
                  <a:pt x="411" y="507"/>
                  <a:pt x="420" y="618"/>
                  <a:pt x="436" y="638"/>
                </a:cubicBezTo>
                <a:cubicBezTo>
                  <a:pt x="480" y="677"/>
                  <a:pt x="486" y="465"/>
                  <a:pt x="612" y="380"/>
                </a:cubicBezTo>
                <a:cubicBezTo>
                  <a:pt x="625" y="371"/>
                  <a:pt x="655" y="354"/>
                  <a:pt x="655" y="354"/>
                </a:cubicBezTo>
                <a:cubicBezTo>
                  <a:pt x="934" y="353"/>
                  <a:pt x="1146" y="647"/>
                  <a:pt x="1197" y="675"/>
                </a:cubicBezTo>
                <a:cubicBezTo>
                  <a:pt x="1214" y="685"/>
                  <a:pt x="1239" y="681"/>
                  <a:pt x="1262" y="673"/>
                </a:cubicBezTo>
                <a:cubicBezTo>
                  <a:pt x="1268" y="670"/>
                  <a:pt x="1275" y="668"/>
                  <a:pt x="1281" y="665"/>
                </a:cubicBezTo>
                <a:cubicBezTo>
                  <a:pt x="1310" y="651"/>
                  <a:pt x="1333" y="635"/>
                  <a:pt x="1333" y="635"/>
                </a:cubicBezTo>
                <a:cubicBezTo>
                  <a:pt x="1307" y="597"/>
                  <a:pt x="1299" y="561"/>
                  <a:pt x="1301" y="537"/>
                </a:cubicBezTo>
                <a:close/>
              </a:path>
            </a:pathLst>
          </a:custGeom>
          <a:solidFill>
            <a:srgbClr val="E51B2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B6770"/>
              </a:solidFill>
              <a:effectLst/>
              <a:uLnTx/>
              <a:uFillTx/>
              <a:latin typeface="Calibri" panose="020F0502020204030204" pitchFamily="34" charset="0"/>
              <a:ea typeface="+mn-ea"/>
              <a:cs typeface="Calibri" panose="020F0502020204030204" pitchFamily="34" charset="0"/>
            </a:endParaRPr>
          </a:p>
        </p:txBody>
      </p:sp>
      <p:sp>
        <p:nvSpPr>
          <p:cNvPr id="165" name="AutoShape 9">
            <a:extLst>
              <a:ext uri="{FF2B5EF4-FFF2-40B4-BE49-F238E27FC236}">
                <a16:creationId xmlns:a16="http://schemas.microsoft.com/office/drawing/2014/main" id="{3E14E4B4-76F8-4224-B362-71FE45C93005}"/>
              </a:ext>
            </a:extLst>
          </p:cNvPr>
          <p:cNvSpPr>
            <a:spLocks noChangeAspect="1" noChangeArrowheads="1" noTextEdit="1"/>
          </p:cNvSpPr>
          <p:nvPr/>
        </p:nvSpPr>
        <p:spPr bwMode="auto">
          <a:xfrm>
            <a:off x="6780306" y="3128550"/>
            <a:ext cx="619591" cy="6571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B6770"/>
              </a:solidFill>
              <a:effectLst/>
              <a:uLnTx/>
              <a:uFillTx/>
              <a:latin typeface="Trebuchet MS"/>
              <a:ea typeface="+mn-ea"/>
              <a:cs typeface="+mn-cs"/>
            </a:endParaRPr>
          </a:p>
        </p:txBody>
      </p:sp>
      <p:sp>
        <p:nvSpPr>
          <p:cNvPr id="166" name="Freeform 11">
            <a:extLst>
              <a:ext uri="{FF2B5EF4-FFF2-40B4-BE49-F238E27FC236}">
                <a16:creationId xmlns:a16="http://schemas.microsoft.com/office/drawing/2014/main" id="{58E17237-35DE-43B6-A27C-FD6A59CB9A05}"/>
              </a:ext>
            </a:extLst>
          </p:cNvPr>
          <p:cNvSpPr>
            <a:spLocks/>
          </p:cNvSpPr>
          <p:nvPr/>
        </p:nvSpPr>
        <p:spPr bwMode="auto">
          <a:xfrm>
            <a:off x="6966069" y="3399479"/>
            <a:ext cx="242898" cy="181482"/>
          </a:xfrm>
          <a:custGeom>
            <a:avLst/>
            <a:gdLst>
              <a:gd name="T0" fmla="*/ 850 w 903"/>
              <a:gd name="T1" fmla="*/ 74 h 636"/>
              <a:gd name="T2" fmla="*/ 813 w 903"/>
              <a:gd name="T3" fmla="*/ 110 h 636"/>
              <a:gd name="T4" fmla="*/ 803 w 903"/>
              <a:gd name="T5" fmla="*/ 122 h 636"/>
              <a:gd name="T6" fmla="*/ 667 w 903"/>
              <a:gd name="T7" fmla="*/ 407 h 636"/>
              <a:gd name="T8" fmla="*/ 455 w 903"/>
              <a:gd name="T9" fmla="*/ 513 h 636"/>
              <a:gd name="T10" fmla="*/ 242 w 903"/>
              <a:gd name="T11" fmla="*/ 407 h 636"/>
              <a:gd name="T12" fmla="*/ 106 w 903"/>
              <a:gd name="T13" fmla="*/ 122 h 636"/>
              <a:gd name="T14" fmla="*/ 93 w 903"/>
              <a:gd name="T15" fmla="*/ 109 h 636"/>
              <a:gd name="T16" fmla="*/ 48 w 903"/>
              <a:gd name="T17" fmla="*/ 37 h 636"/>
              <a:gd name="T18" fmla="*/ 13 w 903"/>
              <a:gd name="T19" fmla="*/ 22 h 636"/>
              <a:gd name="T20" fmla="*/ 2 w 903"/>
              <a:gd name="T21" fmla="*/ 0 h 636"/>
              <a:gd name="T22" fmla="*/ 1 w 903"/>
              <a:gd name="T23" fmla="*/ 6 h 636"/>
              <a:gd name="T24" fmla="*/ 69 w 903"/>
              <a:gd name="T25" fmla="*/ 146 h 636"/>
              <a:gd name="T26" fmla="*/ 213 w 903"/>
              <a:gd name="T27" fmla="*/ 440 h 636"/>
              <a:gd name="T28" fmla="*/ 239 w 903"/>
              <a:gd name="T29" fmla="*/ 460 h 636"/>
              <a:gd name="T30" fmla="*/ 239 w 903"/>
              <a:gd name="T31" fmla="*/ 602 h 636"/>
              <a:gd name="T32" fmla="*/ 279 w 903"/>
              <a:gd name="T33" fmla="*/ 636 h 636"/>
              <a:gd name="T34" fmla="*/ 283 w 903"/>
              <a:gd name="T35" fmla="*/ 636 h 636"/>
              <a:gd name="T36" fmla="*/ 283 w 903"/>
              <a:gd name="T37" fmla="*/ 490 h 636"/>
              <a:gd name="T38" fmla="*/ 455 w 903"/>
              <a:gd name="T39" fmla="*/ 557 h 636"/>
              <a:gd name="T40" fmla="*/ 644 w 903"/>
              <a:gd name="T41" fmla="*/ 479 h 636"/>
              <a:gd name="T42" fmla="*/ 644 w 903"/>
              <a:gd name="T43" fmla="*/ 633 h 636"/>
              <a:gd name="T44" fmla="*/ 688 w 903"/>
              <a:gd name="T45" fmla="*/ 597 h 636"/>
              <a:gd name="T46" fmla="*/ 688 w 903"/>
              <a:gd name="T47" fmla="*/ 447 h 636"/>
              <a:gd name="T48" fmla="*/ 696 w 903"/>
              <a:gd name="T49" fmla="*/ 440 h 636"/>
              <a:gd name="T50" fmla="*/ 841 w 903"/>
              <a:gd name="T51" fmla="*/ 145 h 636"/>
              <a:gd name="T52" fmla="*/ 903 w 903"/>
              <a:gd name="T53" fmla="*/ 57 h 636"/>
              <a:gd name="T54" fmla="*/ 850 w 903"/>
              <a:gd name="T55" fmla="*/ 74 h 6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903" h="636">
                <a:moveTo>
                  <a:pt x="850" y="74"/>
                </a:moveTo>
                <a:cubicBezTo>
                  <a:pt x="843" y="88"/>
                  <a:pt x="831" y="101"/>
                  <a:pt x="813" y="110"/>
                </a:cubicBezTo>
                <a:cubicBezTo>
                  <a:pt x="808" y="113"/>
                  <a:pt x="805" y="117"/>
                  <a:pt x="803" y="122"/>
                </a:cubicBezTo>
                <a:cubicBezTo>
                  <a:pt x="765" y="219"/>
                  <a:pt x="694" y="383"/>
                  <a:pt x="667" y="407"/>
                </a:cubicBezTo>
                <a:cubicBezTo>
                  <a:pt x="626" y="443"/>
                  <a:pt x="514" y="513"/>
                  <a:pt x="455" y="513"/>
                </a:cubicBezTo>
                <a:cubicBezTo>
                  <a:pt x="395" y="513"/>
                  <a:pt x="283" y="443"/>
                  <a:pt x="242" y="407"/>
                </a:cubicBezTo>
                <a:cubicBezTo>
                  <a:pt x="215" y="383"/>
                  <a:pt x="145" y="219"/>
                  <a:pt x="106" y="122"/>
                </a:cubicBezTo>
                <a:cubicBezTo>
                  <a:pt x="104" y="116"/>
                  <a:pt x="99" y="111"/>
                  <a:pt x="93" y="109"/>
                </a:cubicBezTo>
                <a:cubicBezTo>
                  <a:pt x="67" y="99"/>
                  <a:pt x="54" y="65"/>
                  <a:pt x="48" y="37"/>
                </a:cubicBezTo>
                <a:cubicBezTo>
                  <a:pt x="38" y="37"/>
                  <a:pt x="24" y="35"/>
                  <a:pt x="13" y="22"/>
                </a:cubicBezTo>
                <a:cubicBezTo>
                  <a:pt x="9" y="15"/>
                  <a:pt x="5" y="7"/>
                  <a:pt x="2" y="0"/>
                </a:cubicBezTo>
                <a:cubicBezTo>
                  <a:pt x="1" y="2"/>
                  <a:pt x="1" y="4"/>
                  <a:pt x="1" y="6"/>
                </a:cubicBezTo>
                <a:cubicBezTo>
                  <a:pt x="0" y="34"/>
                  <a:pt x="12" y="118"/>
                  <a:pt x="69" y="146"/>
                </a:cubicBezTo>
                <a:cubicBezTo>
                  <a:pt x="92" y="205"/>
                  <a:pt x="172" y="404"/>
                  <a:pt x="213" y="440"/>
                </a:cubicBezTo>
                <a:cubicBezTo>
                  <a:pt x="220" y="446"/>
                  <a:pt x="229" y="453"/>
                  <a:pt x="239" y="460"/>
                </a:cubicBezTo>
                <a:cubicBezTo>
                  <a:pt x="239" y="602"/>
                  <a:pt x="239" y="602"/>
                  <a:pt x="239" y="602"/>
                </a:cubicBezTo>
                <a:cubicBezTo>
                  <a:pt x="250" y="612"/>
                  <a:pt x="264" y="623"/>
                  <a:pt x="279" y="636"/>
                </a:cubicBezTo>
                <a:cubicBezTo>
                  <a:pt x="283" y="636"/>
                  <a:pt x="283" y="636"/>
                  <a:pt x="283" y="636"/>
                </a:cubicBezTo>
                <a:cubicBezTo>
                  <a:pt x="283" y="490"/>
                  <a:pt x="283" y="490"/>
                  <a:pt x="283" y="490"/>
                </a:cubicBezTo>
                <a:cubicBezTo>
                  <a:pt x="337" y="524"/>
                  <a:pt x="405" y="557"/>
                  <a:pt x="455" y="557"/>
                </a:cubicBezTo>
                <a:cubicBezTo>
                  <a:pt x="510" y="557"/>
                  <a:pt x="588" y="517"/>
                  <a:pt x="644" y="479"/>
                </a:cubicBezTo>
                <a:cubicBezTo>
                  <a:pt x="644" y="633"/>
                  <a:pt x="644" y="633"/>
                  <a:pt x="644" y="633"/>
                </a:cubicBezTo>
                <a:cubicBezTo>
                  <a:pt x="662" y="618"/>
                  <a:pt x="677" y="606"/>
                  <a:pt x="688" y="597"/>
                </a:cubicBezTo>
                <a:cubicBezTo>
                  <a:pt x="688" y="447"/>
                  <a:pt x="688" y="447"/>
                  <a:pt x="688" y="447"/>
                </a:cubicBezTo>
                <a:cubicBezTo>
                  <a:pt x="691" y="444"/>
                  <a:pt x="694" y="442"/>
                  <a:pt x="696" y="440"/>
                </a:cubicBezTo>
                <a:cubicBezTo>
                  <a:pt x="737" y="403"/>
                  <a:pt x="818" y="202"/>
                  <a:pt x="841" y="145"/>
                </a:cubicBezTo>
                <a:cubicBezTo>
                  <a:pt x="881" y="121"/>
                  <a:pt x="897" y="82"/>
                  <a:pt x="903" y="57"/>
                </a:cubicBezTo>
                <a:cubicBezTo>
                  <a:pt x="887" y="64"/>
                  <a:pt x="869" y="71"/>
                  <a:pt x="850" y="74"/>
                </a:cubicBezTo>
                <a:close/>
              </a:path>
            </a:pathLst>
          </a:custGeom>
          <a:solidFill>
            <a:srgbClr val="E51B24"/>
          </a:solidFill>
          <a:ln w="2438" cap="flat" cmpd="sng" algn="ctr">
            <a:noFill/>
            <a:prstDash val="solid"/>
            <a:round/>
            <a:headEnd type="none" w="med" len="med"/>
            <a:tailEnd type="none" w="med" len="med"/>
          </a:ln>
          <a:extLst>
            <a:ext uri="{91240B29-F687-4F45-9708-019B960494DF}">
              <a14:hiddenLine xmlns:a14="http://schemas.microsoft.com/office/drawing/2010/main" w="2438" cap="flat" cmpd="sng" algn="ctr">
                <a:solidFill>
                  <a:srgbClr val="FFFFFF"/>
                </a:solidFill>
                <a:prstDash val="solid"/>
                <a:round/>
                <a:headEnd type="none" w="med" len="med"/>
                <a:tailEnd type="none" w="med" len="med"/>
              </a14:hiddenLine>
            </a:ext>
          </a:extLst>
        </p:spPr>
        <p:txBody>
          <a:bodyPr vert="horz" wrap="square" lIns="23409" tIns="11704" rIns="23409" bIns="11704"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B6770"/>
              </a:solidFill>
              <a:effectLst/>
              <a:uLnTx/>
              <a:uFillTx/>
              <a:latin typeface="Calibri" panose="020F0502020204030204" pitchFamily="34" charset="0"/>
              <a:ea typeface="+mn-ea"/>
              <a:cs typeface="Calibri" panose="020F0502020204030204" pitchFamily="34" charset="0"/>
            </a:endParaRPr>
          </a:p>
        </p:txBody>
      </p:sp>
      <p:sp>
        <p:nvSpPr>
          <p:cNvPr id="167" name="Freeform 12">
            <a:extLst>
              <a:ext uri="{FF2B5EF4-FFF2-40B4-BE49-F238E27FC236}">
                <a16:creationId xmlns:a16="http://schemas.microsoft.com/office/drawing/2014/main" id="{DB001D81-2BBD-431C-AF94-D8538ED5FC54}"/>
              </a:ext>
            </a:extLst>
          </p:cNvPr>
          <p:cNvSpPr>
            <a:spLocks noEditPoints="1"/>
          </p:cNvSpPr>
          <p:nvPr/>
        </p:nvSpPr>
        <p:spPr bwMode="auto">
          <a:xfrm>
            <a:off x="6860124" y="3214347"/>
            <a:ext cx="459381" cy="471579"/>
          </a:xfrm>
          <a:custGeom>
            <a:avLst/>
            <a:gdLst>
              <a:gd name="T0" fmla="*/ 1683 w 1708"/>
              <a:gd name="T1" fmla="*/ 1653 h 1653"/>
              <a:gd name="T2" fmla="*/ 25 w 1708"/>
              <a:gd name="T3" fmla="*/ 1653 h 1653"/>
              <a:gd name="T4" fmla="*/ 5 w 1708"/>
              <a:gd name="T5" fmla="*/ 1625 h 1653"/>
              <a:gd name="T6" fmla="*/ 211 w 1708"/>
              <a:gd name="T7" fmla="*/ 1325 h 1653"/>
              <a:gd name="T8" fmla="*/ 443 w 1708"/>
              <a:gd name="T9" fmla="*/ 1272 h 1653"/>
              <a:gd name="T10" fmla="*/ 578 w 1708"/>
              <a:gd name="T11" fmla="*/ 1263 h 1653"/>
              <a:gd name="T12" fmla="*/ 848 w 1708"/>
              <a:gd name="T13" fmla="*/ 1484 h 1653"/>
              <a:gd name="T14" fmla="*/ 860 w 1708"/>
              <a:gd name="T15" fmla="*/ 1484 h 1653"/>
              <a:gd name="T16" fmla="*/ 1039 w 1708"/>
              <a:gd name="T17" fmla="*/ 1338 h 1653"/>
              <a:gd name="T18" fmla="*/ 1130 w 1708"/>
              <a:gd name="T19" fmla="*/ 1263 h 1653"/>
              <a:gd name="T20" fmla="*/ 1497 w 1708"/>
              <a:gd name="T21" fmla="*/ 1325 h 1653"/>
              <a:gd name="T22" fmla="*/ 1703 w 1708"/>
              <a:gd name="T23" fmla="*/ 1625 h 1653"/>
              <a:gd name="T24" fmla="*/ 1683 w 1708"/>
              <a:gd name="T25" fmla="*/ 1653 h 1653"/>
              <a:gd name="T26" fmla="*/ 1301 w 1708"/>
              <a:gd name="T27" fmla="*/ 537 h 1653"/>
              <a:gd name="T28" fmla="*/ 1303 w 1708"/>
              <a:gd name="T29" fmla="*/ 452 h 1653"/>
              <a:gd name="T30" fmla="*/ 857 w 1708"/>
              <a:gd name="T31" fmla="*/ 0 h 1653"/>
              <a:gd name="T32" fmla="*/ 411 w 1708"/>
              <a:gd name="T33" fmla="*/ 452 h 1653"/>
              <a:gd name="T34" fmla="*/ 436 w 1708"/>
              <a:gd name="T35" fmla="*/ 638 h 1653"/>
              <a:gd name="T36" fmla="*/ 612 w 1708"/>
              <a:gd name="T37" fmla="*/ 380 h 1653"/>
              <a:gd name="T38" fmla="*/ 655 w 1708"/>
              <a:gd name="T39" fmla="*/ 354 h 1653"/>
              <a:gd name="T40" fmla="*/ 1197 w 1708"/>
              <a:gd name="T41" fmla="*/ 675 h 1653"/>
              <a:gd name="T42" fmla="*/ 1262 w 1708"/>
              <a:gd name="T43" fmla="*/ 673 h 1653"/>
              <a:gd name="T44" fmla="*/ 1281 w 1708"/>
              <a:gd name="T45" fmla="*/ 665 h 1653"/>
              <a:gd name="T46" fmla="*/ 1333 w 1708"/>
              <a:gd name="T47" fmla="*/ 635 h 1653"/>
              <a:gd name="T48" fmla="*/ 1301 w 1708"/>
              <a:gd name="T49" fmla="*/ 537 h 16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708" h="1653">
                <a:moveTo>
                  <a:pt x="1683" y="1653"/>
                </a:moveTo>
                <a:cubicBezTo>
                  <a:pt x="25" y="1653"/>
                  <a:pt x="25" y="1653"/>
                  <a:pt x="25" y="1653"/>
                </a:cubicBezTo>
                <a:cubicBezTo>
                  <a:pt x="10" y="1653"/>
                  <a:pt x="0" y="1639"/>
                  <a:pt x="5" y="1625"/>
                </a:cubicBezTo>
                <a:cubicBezTo>
                  <a:pt x="31" y="1555"/>
                  <a:pt x="107" y="1373"/>
                  <a:pt x="211" y="1325"/>
                </a:cubicBezTo>
                <a:cubicBezTo>
                  <a:pt x="275" y="1296"/>
                  <a:pt x="367" y="1280"/>
                  <a:pt x="443" y="1272"/>
                </a:cubicBezTo>
                <a:cubicBezTo>
                  <a:pt x="518" y="1264"/>
                  <a:pt x="578" y="1263"/>
                  <a:pt x="578" y="1263"/>
                </a:cubicBezTo>
                <a:cubicBezTo>
                  <a:pt x="578" y="1263"/>
                  <a:pt x="761" y="1415"/>
                  <a:pt x="848" y="1484"/>
                </a:cubicBezTo>
                <a:cubicBezTo>
                  <a:pt x="852" y="1487"/>
                  <a:pt x="857" y="1487"/>
                  <a:pt x="860" y="1484"/>
                </a:cubicBezTo>
                <a:cubicBezTo>
                  <a:pt x="919" y="1437"/>
                  <a:pt x="986" y="1381"/>
                  <a:pt x="1039" y="1338"/>
                </a:cubicBezTo>
                <a:cubicBezTo>
                  <a:pt x="1092" y="1294"/>
                  <a:pt x="1130" y="1263"/>
                  <a:pt x="1130" y="1263"/>
                </a:cubicBezTo>
                <a:cubicBezTo>
                  <a:pt x="1130" y="1263"/>
                  <a:pt x="1368" y="1266"/>
                  <a:pt x="1497" y="1325"/>
                </a:cubicBezTo>
                <a:cubicBezTo>
                  <a:pt x="1601" y="1373"/>
                  <a:pt x="1677" y="1555"/>
                  <a:pt x="1703" y="1625"/>
                </a:cubicBezTo>
                <a:cubicBezTo>
                  <a:pt x="1708" y="1639"/>
                  <a:pt x="1698" y="1653"/>
                  <a:pt x="1683" y="1653"/>
                </a:cubicBezTo>
                <a:close/>
                <a:moveTo>
                  <a:pt x="1301" y="537"/>
                </a:moveTo>
                <a:cubicBezTo>
                  <a:pt x="1304" y="510"/>
                  <a:pt x="1303" y="481"/>
                  <a:pt x="1303" y="452"/>
                </a:cubicBezTo>
                <a:cubicBezTo>
                  <a:pt x="1303" y="202"/>
                  <a:pt x="1110" y="0"/>
                  <a:pt x="857" y="0"/>
                </a:cubicBezTo>
                <a:cubicBezTo>
                  <a:pt x="605" y="0"/>
                  <a:pt x="411" y="202"/>
                  <a:pt x="411" y="452"/>
                </a:cubicBezTo>
                <a:cubicBezTo>
                  <a:pt x="411" y="507"/>
                  <a:pt x="420" y="618"/>
                  <a:pt x="436" y="638"/>
                </a:cubicBezTo>
                <a:cubicBezTo>
                  <a:pt x="480" y="677"/>
                  <a:pt x="486" y="465"/>
                  <a:pt x="612" y="380"/>
                </a:cubicBezTo>
                <a:cubicBezTo>
                  <a:pt x="625" y="371"/>
                  <a:pt x="655" y="354"/>
                  <a:pt x="655" y="354"/>
                </a:cubicBezTo>
                <a:cubicBezTo>
                  <a:pt x="934" y="353"/>
                  <a:pt x="1146" y="647"/>
                  <a:pt x="1197" y="675"/>
                </a:cubicBezTo>
                <a:cubicBezTo>
                  <a:pt x="1214" y="685"/>
                  <a:pt x="1239" y="681"/>
                  <a:pt x="1262" y="673"/>
                </a:cubicBezTo>
                <a:cubicBezTo>
                  <a:pt x="1268" y="670"/>
                  <a:pt x="1275" y="668"/>
                  <a:pt x="1281" y="665"/>
                </a:cubicBezTo>
                <a:cubicBezTo>
                  <a:pt x="1310" y="651"/>
                  <a:pt x="1333" y="635"/>
                  <a:pt x="1333" y="635"/>
                </a:cubicBezTo>
                <a:cubicBezTo>
                  <a:pt x="1307" y="597"/>
                  <a:pt x="1299" y="561"/>
                  <a:pt x="1301" y="537"/>
                </a:cubicBezTo>
                <a:close/>
              </a:path>
            </a:pathLst>
          </a:custGeom>
          <a:solidFill>
            <a:srgbClr val="E51B2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B6770"/>
              </a:solidFill>
              <a:effectLst/>
              <a:uLnTx/>
              <a:uFillTx/>
              <a:latin typeface="Calibri" panose="020F0502020204030204" pitchFamily="34" charset="0"/>
              <a:ea typeface="+mn-ea"/>
              <a:cs typeface="Calibri" panose="020F0502020204030204" pitchFamily="34" charset="0"/>
            </a:endParaRPr>
          </a:p>
        </p:txBody>
      </p:sp>
      <p:sp>
        <p:nvSpPr>
          <p:cNvPr id="168" name="AutoShape 9">
            <a:extLst>
              <a:ext uri="{FF2B5EF4-FFF2-40B4-BE49-F238E27FC236}">
                <a16:creationId xmlns:a16="http://schemas.microsoft.com/office/drawing/2014/main" id="{3E14E4B4-76F8-4224-B362-71FE45C93005}"/>
              </a:ext>
            </a:extLst>
          </p:cNvPr>
          <p:cNvSpPr>
            <a:spLocks noChangeAspect="1" noChangeArrowheads="1" noTextEdit="1"/>
          </p:cNvSpPr>
          <p:nvPr/>
        </p:nvSpPr>
        <p:spPr bwMode="auto">
          <a:xfrm>
            <a:off x="5310737" y="2614833"/>
            <a:ext cx="619591" cy="6571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B6770"/>
              </a:solidFill>
              <a:effectLst/>
              <a:uLnTx/>
              <a:uFillTx/>
              <a:latin typeface="Trebuchet MS"/>
              <a:ea typeface="+mn-ea"/>
              <a:cs typeface="+mn-cs"/>
            </a:endParaRPr>
          </a:p>
        </p:txBody>
      </p:sp>
      <p:sp>
        <p:nvSpPr>
          <p:cNvPr id="169" name="Freeform 11">
            <a:extLst>
              <a:ext uri="{FF2B5EF4-FFF2-40B4-BE49-F238E27FC236}">
                <a16:creationId xmlns:a16="http://schemas.microsoft.com/office/drawing/2014/main" id="{58E17237-35DE-43B6-A27C-FD6A59CB9A05}"/>
              </a:ext>
            </a:extLst>
          </p:cNvPr>
          <p:cNvSpPr>
            <a:spLocks/>
          </p:cNvSpPr>
          <p:nvPr/>
        </p:nvSpPr>
        <p:spPr bwMode="auto">
          <a:xfrm>
            <a:off x="5496499" y="2885762"/>
            <a:ext cx="242898" cy="181482"/>
          </a:xfrm>
          <a:custGeom>
            <a:avLst/>
            <a:gdLst>
              <a:gd name="T0" fmla="*/ 850 w 903"/>
              <a:gd name="T1" fmla="*/ 74 h 636"/>
              <a:gd name="T2" fmla="*/ 813 w 903"/>
              <a:gd name="T3" fmla="*/ 110 h 636"/>
              <a:gd name="T4" fmla="*/ 803 w 903"/>
              <a:gd name="T5" fmla="*/ 122 h 636"/>
              <a:gd name="T6" fmla="*/ 667 w 903"/>
              <a:gd name="T7" fmla="*/ 407 h 636"/>
              <a:gd name="T8" fmla="*/ 455 w 903"/>
              <a:gd name="T9" fmla="*/ 513 h 636"/>
              <a:gd name="T10" fmla="*/ 242 w 903"/>
              <a:gd name="T11" fmla="*/ 407 h 636"/>
              <a:gd name="T12" fmla="*/ 106 w 903"/>
              <a:gd name="T13" fmla="*/ 122 h 636"/>
              <a:gd name="T14" fmla="*/ 93 w 903"/>
              <a:gd name="T15" fmla="*/ 109 h 636"/>
              <a:gd name="T16" fmla="*/ 48 w 903"/>
              <a:gd name="T17" fmla="*/ 37 h 636"/>
              <a:gd name="T18" fmla="*/ 13 w 903"/>
              <a:gd name="T19" fmla="*/ 22 h 636"/>
              <a:gd name="T20" fmla="*/ 2 w 903"/>
              <a:gd name="T21" fmla="*/ 0 h 636"/>
              <a:gd name="T22" fmla="*/ 1 w 903"/>
              <a:gd name="T23" fmla="*/ 6 h 636"/>
              <a:gd name="T24" fmla="*/ 69 w 903"/>
              <a:gd name="T25" fmla="*/ 146 h 636"/>
              <a:gd name="T26" fmla="*/ 213 w 903"/>
              <a:gd name="T27" fmla="*/ 440 h 636"/>
              <a:gd name="T28" fmla="*/ 239 w 903"/>
              <a:gd name="T29" fmla="*/ 460 h 636"/>
              <a:gd name="T30" fmla="*/ 239 w 903"/>
              <a:gd name="T31" fmla="*/ 602 h 636"/>
              <a:gd name="T32" fmla="*/ 279 w 903"/>
              <a:gd name="T33" fmla="*/ 636 h 636"/>
              <a:gd name="T34" fmla="*/ 283 w 903"/>
              <a:gd name="T35" fmla="*/ 636 h 636"/>
              <a:gd name="T36" fmla="*/ 283 w 903"/>
              <a:gd name="T37" fmla="*/ 490 h 636"/>
              <a:gd name="T38" fmla="*/ 455 w 903"/>
              <a:gd name="T39" fmla="*/ 557 h 636"/>
              <a:gd name="T40" fmla="*/ 644 w 903"/>
              <a:gd name="T41" fmla="*/ 479 h 636"/>
              <a:gd name="T42" fmla="*/ 644 w 903"/>
              <a:gd name="T43" fmla="*/ 633 h 636"/>
              <a:gd name="T44" fmla="*/ 688 w 903"/>
              <a:gd name="T45" fmla="*/ 597 h 636"/>
              <a:gd name="T46" fmla="*/ 688 w 903"/>
              <a:gd name="T47" fmla="*/ 447 h 636"/>
              <a:gd name="T48" fmla="*/ 696 w 903"/>
              <a:gd name="T49" fmla="*/ 440 h 636"/>
              <a:gd name="T50" fmla="*/ 841 w 903"/>
              <a:gd name="T51" fmla="*/ 145 h 636"/>
              <a:gd name="T52" fmla="*/ 903 w 903"/>
              <a:gd name="T53" fmla="*/ 57 h 636"/>
              <a:gd name="T54" fmla="*/ 850 w 903"/>
              <a:gd name="T55" fmla="*/ 74 h 6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903" h="636">
                <a:moveTo>
                  <a:pt x="850" y="74"/>
                </a:moveTo>
                <a:cubicBezTo>
                  <a:pt x="843" y="88"/>
                  <a:pt x="831" y="101"/>
                  <a:pt x="813" y="110"/>
                </a:cubicBezTo>
                <a:cubicBezTo>
                  <a:pt x="808" y="113"/>
                  <a:pt x="805" y="117"/>
                  <a:pt x="803" y="122"/>
                </a:cubicBezTo>
                <a:cubicBezTo>
                  <a:pt x="765" y="219"/>
                  <a:pt x="694" y="383"/>
                  <a:pt x="667" y="407"/>
                </a:cubicBezTo>
                <a:cubicBezTo>
                  <a:pt x="626" y="443"/>
                  <a:pt x="514" y="513"/>
                  <a:pt x="455" y="513"/>
                </a:cubicBezTo>
                <a:cubicBezTo>
                  <a:pt x="395" y="513"/>
                  <a:pt x="283" y="443"/>
                  <a:pt x="242" y="407"/>
                </a:cubicBezTo>
                <a:cubicBezTo>
                  <a:pt x="215" y="383"/>
                  <a:pt x="145" y="219"/>
                  <a:pt x="106" y="122"/>
                </a:cubicBezTo>
                <a:cubicBezTo>
                  <a:pt x="104" y="116"/>
                  <a:pt x="99" y="111"/>
                  <a:pt x="93" y="109"/>
                </a:cubicBezTo>
                <a:cubicBezTo>
                  <a:pt x="67" y="99"/>
                  <a:pt x="54" y="65"/>
                  <a:pt x="48" y="37"/>
                </a:cubicBezTo>
                <a:cubicBezTo>
                  <a:pt x="38" y="37"/>
                  <a:pt x="24" y="35"/>
                  <a:pt x="13" y="22"/>
                </a:cubicBezTo>
                <a:cubicBezTo>
                  <a:pt x="9" y="15"/>
                  <a:pt x="5" y="7"/>
                  <a:pt x="2" y="0"/>
                </a:cubicBezTo>
                <a:cubicBezTo>
                  <a:pt x="1" y="2"/>
                  <a:pt x="1" y="4"/>
                  <a:pt x="1" y="6"/>
                </a:cubicBezTo>
                <a:cubicBezTo>
                  <a:pt x="0" y="34"/>
                  <a:pt x="12" y="118"/>
                  <a:pt x="69" y="146"/>
                </a:cubicBezTo>
                <a:cubicBezTo>
                  <a:pt x="92" y="205"/>
                  <a:pt x="172" y="404"/>
                  <a:pt x="213" y="440"/>
                </a:cubicBezTo>
                <a:cubicBezTo>
                  <a:pt x="220" y="446"/>
                  <a:pt x="229" y="453"/>
                  <a:pt x="239" y="460"/>
                </a:cubicBezTo>
                <a:cubicBezTo>
                  <a:pt x="239" y="602"/>
                  <a:pt x="239" y="602"/>
                  <a:pt x="239" y="602"/>
                </a:cubicBezTo>
                <a:cubicBezTo>
                  <a:pt x="250" y="612"/>
                  <a:pt x="264" y="623"/>
                  <a:pt x="279" y="636"/>
                </a:cubicBezTo>
                <a:cubicBezTo>
                  <a:pt x="283" y="636"/>
                  <a:pt x="283" y="636"/>
                  <a:pt x="283" y="636"/>
                </a:cubicBezTo>
                <a:cubicBezTo>
                  <a:pt x="283" y="490"/>
                  <a:pt x="283" y="490"/>
                  <a:pt x="283" y="490"/>
                </a:cubicBezTo>
                <a:cubicBezTo>
                  <a:pt x="337" y="524"/>
                  <a:pt x="405" y="557"/>
                  <a:pt x="455" y="557"/>
                </a:cubicBezTo>
                <a:cubicBezTo>
                  <a:pt x="510" y="557"/>
                  <a:pt x="588" y="517"/>
                  <a:pt x="644" y="479"/>
                </a:cubicBezTo>
                <a:cubicBezTo>
                  <a:pt x="644" y="633"/>
                  <a:pt x="644" y="633"/>
                  <a:pt x="644" y="633"/>
                </a:cubicBezTo>
                <a:cubicBezTo>
                  <a:pt x="662" y="618"/>
                  <a:pt x="677" y="606"/>
                  <a:pt x="688" y="597"/>
                </a:cubicBezTo>
                <a:cubicBezTo>
                  <a:pt x="688" y="447"/>
                  <a:pt x="688" y="447"/>
                  <a:pt x="688" y="447"/>
                </a:cubicBezTo>
                <a:cubicBezTo>
                  <a:pt x="691" y="444"/>
                  <a:pt x="694" y="442"/>
                  <a:pt x="696" y="440"/>
                </a:cubicBezTo>
                <a:cubicBezTo>
                  <a:pt x="737" y="403"/>
                  <a:pt x="818" y="202"/>
                  <a:pt x="841" y="145"/>
                </a:cubicBezTo>
                <a:cubicBezTo>
                  <a:pt x="881" y="121"/>
                  <a:pt x="897" y="82"/>
                  <a:pt x="903" y="57"/>
                </a:cubicBezTo>
                <a:cubicBezTo>
                  <a:pt x="887" y="64"/>
                  <a:pt x="869" y="71"/>
                  <a:pt x="850" y="74"/>
                </a:cubicBezTo>
                <a:close/>
              </a:path>
            </a:pathLst>
          </a:custGeom>
          <a:solidFill>
            <a:srgbClr val="E51B24"/>
          </a:solidFill>
          <a:ln w="2438" cap="flat" cmpd="sng" algn="ctr">
            <a:noFill/>
            <a:prstDash val="solid"/>
            <a:round/>
            <a:headEnd type="none" w="med" len="med"/>
            <a:tailEnd type="none" w="med" len="med"/>
          </a:ln>
          <a:extLst>
            <a:ext uri="{91240B29-F687-4F45-9708-019B960494DF}">
              <a14:hiddenLine xmlns:a14="http://schemas.microsoft.com/office/drawing/2010/main" w="2438" cap="flat" cmpd="sng" algn="ctr">
                <a:solidFill>
                  <a:srgbClr val="FFFFFF"/>
                </a:solidFill>
                <a:prstDash val="solid"/>
                <a:round/>
                <a:headEnd type="none" w="med" len="med"/>
                <a:tailEnd type="none" w="med" len="med"/>
              </a14:hiddenLine>
            </a:ext>
          </a:extLst>
        </p:spPr>
        <p:txBody>
          <a:bodyPr vert="horz" wrap="square" lIns="23409" tIns="11704" rIns="23409" bIns="11704"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B6770"/>
              </a:solidFill>
              <a:effectLst/>
              <a:uLnTx/>
              <a:uFillTx/>
              <a:latin typeface="Calibri" panose="020F0502020204030204" pitchFamily="34" charset="0"/>
              <a:ea typeface="+mn-ea"/>
              <a:cs typeface="Calibri" panose="020F0502020204030204" pitchFamily="34" charset="0"/>
            </a:endParaRPr>
          </a:p>
        </p:txBody>
      </p:sp>
      <p:sp>
        <p:nvSpPr>
          <p:cNvPr id="170" name="Freeform 12">
            <a:extLst>
              <a:ext uri="{FF2B5EF4-FFF2-40B4-BE49-F238E27FC236}">
                <a16:creationId xmlns:a16="http://schemas.microsoft.com/office/drawing/2014/main" id="{DB001D81-2BBD-431C-AF94-D8538ED5FC54}"/>
              </a:ext>
            </a:extLst>
          </p:cNvPr>
          <p:cNvSpPr>
            <a:spLocks noEditPoints="1"/>
          </p:cNvSpPr>
          <p:nvPr/>
        </p:nvSpPr>
        <p:spPr bwMode="auto">
          <a:xfrm>
            <a:off x="5390555" y="2700630"/>
            <a:ext cx="459381" cy="471579"/>
          </a:xfrm>
          <a:custGeom>
            <a:avLst/>
            <a:gdLst>
              <a:gd name="T0" fmla="*/ 1683 w 1708"/>
              <a:gd name="T1" fmla="*/ 1653 h 1653"/>
              <a:gd name="T2" fmla="*/ 25 w 1708"/>
              <a:gd name="T3" fmla="*/ 1653 h 1653"/>
              <a:gd name="T4" fmla="*/ 5 w 1708"/>
              <a:gd name="T5" fmla="*/ 1625 h 1653"/>
              <a:gd name="T6" fmla="*/ 211 w 1708"/>
              <a:gd name="T7" fmla="*/ 1325 h 1653"/>
              <a:gd name="T8" fmla="*/ 443 w 1708"/>
              <a:gd name="T9" fmla="*/ 1272 h 1653"/>
              <a:gd name="T10" fmla="*/ 578 w 1708"/>
              <a:gd name="T11" fmla="*/ 1263 h 1653"/>
              <a:gd name="T12" fmla="*/ 848 w 1708"/>
              <a:gd name="T13" fmla="*/ 1484 h 1653"/>
              <a:gd name="T14" fmla="*/ 860 w 1708"/>
              <a:gd name="T15" fmla="*/ 1484 h 1653"/>
              <a:gd name="T16" fmla="*/ 1039 w 1708"/>
              <a:gd name="T17" fmla="*/ 1338 h 1653"/>
              <a:gd name="T18" fmla="*/ 1130 w 1708"/>
              <a:gd name="T19" fmla="*/ 1263 h 1653"/>
              <a:gd name="T20" fmla="*/ 1497 w 1708"/>
              <a:gd name="T21" fmla="*/ 1325 h 1653"/>
              <a:gd name="T22" fmla="*/ 1703 w 1708"/>
              <a:gd name="T23" fmla="*/ 1625 h 1653"/>
              <a:gd name="T24" fmla="*/ 1683 w 1708"/>
              <a:gd name="T25" fmla="*/ 1653 h 1653"/>
              <a:gd name="T26" fmla="*/ 1301 w 1708"/>
              <a:gd name="T27" fmla="*/ 537 h 1653"/>
              <a:gd name="T28" fmla="*/ 1303 w 1708"/>
              <a:gd name="T29" fmla="*/ 452 h 1653"/>
              <a:gd name="T30" fmla="*/ 857 w 1708"/>
              <a:gd name="T31" fmla="*/ 0 h 1653"/>
              <a:gd name="T32" fmla="*/ 411 w 1708"/>
              <a:gd name="T33" fmla="*/ 452 h 1653"/>
              <a:gd name="T34" fmla="*/ 436 w 1708"/>
              <a:gd name="T35" fmla="*/ 638 h 1653"/>
              <a:gd name="T36" fmla="*/ 612 w 1708"/>
              <a:gd name="T37" fmla="*/ 380 h 1653"/>
              <a:gd name="T38" fmla="*/ 655 w 1708"/>
              <a:gd name="T39" fmla="*/ 354 h 1653"/>
              <a:gd name="T40" fmla="*/ 1197 w 1708"/>
              <a:gd name="T41" fmla="*/ 675 h 1653"/>
              <a:gd name="T42" fmla="*/ 1262 w 1708"/>
              <a:gd name="T43" fmla="*/ 673 h 1653"/>
              <a:gd name="T44" fmla="*/ 1281 w 1708"/>
              <a:gd name="T45" fmla="*/ 665 h 1653"/>
              <a:gd name="T46" fmla="*/ 1333 w 1708"/>
              <a:gd name="T47" fmla="*/ 635 h 1653"/>
              <a:gd name="T48" fmla="*/ 1301 w 1708"/>
              <a:gd name="T49" fmla="*/ 537 h 16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708" h="1653">
                <a:moveTo>
                  <a:pt x="1683" y="1653"/>
                </a:moveTo>
                <a:cubicBezTo>
                  <a:pt x="25" y="1653"/>
                  <a:pt x="25" y="1653"/>
                  <a:pt x="25" y="1653"/>
                </a:cubicBezTo>
                <a:cubicBezTo>
                  <a:pt x="10" y="1653"/>
                  <a:pt x="0" y="1639"/>
                  <a:pt x="5" y="1625"/>
                </a:cubicBezTo>
                <a:cubicBezTo>
                  <a:pt x="31" y="1555"/>
                  <a:pt x="107" y="1373"/>
                  <a:pt x="211" y="1325"/>
                </a:cubicBezTo>
                <a:cubicBezTo>
                  <a:pt x="275" y="1296"/>
                  <a:pt x="367" y="1280"/>
                  <a:pt x="443" y="1272"/>
                </a:cubicBezTo>
                <a:cubicBezTo>
                  <a:pt x="518" y="1264"/>
                  <a:pt x="578" y="1263"/>
                  <a:pt x="578" y="1263"/>
                </a:cubicBezTo>
                <a:cubicBezTo>
                  <a:pt x="578" y="1263"/>
                  <a:pt x="761" y="1415"/>
                  <a:pt x="848" y="1484"/>
                </a:cubicBezTo>
                <a:cubicBezTo>
                  <a:pt x="852" y="1487"/>
                  <a:pt x="857" y="1487"/>
                  <a:pt x="860" y="1484"/>
                </a:cubicBezTo>
                <a:cubicBezTo>
                  <a:pt x="919" y="1437"/>
                  <a:pt x="986" y="1381"/>
                  <a:pt x="1039" y="1338"/>
                </a:cubicBezTo>
                <a:cubicBezTo>
                  <a:pt x="1092" y="1294"/>
                  <a:pt x="1130" y="1263"/>
                  <a:pt x="1130" y="1263"/>
                </a:cubicBezTo>
                <a:cubicBezTo>
                  <a:pt x="1130" y="1263"/>
                  <a:pt x="1368" y="1266"/>
                  <a:pt x="1497" y="1325"/>
                </a:cubicBezTo>
                <a:cubicBezTo>
                  <a:pt x="1601" y="1373"/>
                  <a:pt x="1677" y="1555"/>
                  <a:pt x="1703" y="1625"/>
                </a:cubicBezTo>
                <a:cubicBezTo>
                  <a:pt x="1708" y="1639"/>
                  <a:pt x="1698" y="1653"/>
                  <a:pt x="1683" y="1653"/>
                </a:cubicBezTo>
                <a:close/>
                <a:moveTo>
                  <a:pt x="1301" y="537"/>
                </a:moveTo>
                <a:cubicBezTo>
                  <a:pt x="1304" y="510"/>
                  <a:pt x="1303" y="481"/>
                  <a:pt x="1303" y="452"/>
                </a:cubicBezTo>
                <a:cubicBezTo>
                  <a:pt x="1303" y="202"/>
                  <a:pt x="1110" y="0"/>
                  <a:pt x="857" y="0"/>
                </a:cubicBezTo>
                <a:cubicBezTo>
                  <a:pt x="605" y="0"/>
                  <a:pt x="411" y="202"/>
                  <a:pt x="411" y="452"/>
                </a:cubicBezTo>
                <a:cubicBezTo>
                  <a:pt x="411" y="507"/>
                  <a:pt x="420" y="618"/>
                  <a:pt x="436" y="638"/>
                </a:cubicBezTo>
                <a:cubicBezTo>
                  <a:pt x="480" y="677"/>
                  <a:pt x="486" y="465"/>
                  <a:pt x="612" y="380"/>
                </a:cubicBezTo>
                <a:cubicBezTo>
                  <a:pt x="625" y="371"/>
                  <a:pt x="655" y="354"/>
                  <a:pt x="655" y="354"/>
                </a:cubicBezTo>
                <a:cubicBezTo>
                  <a:pt x="934" y="353"/>
                  <a:pt x="1146" y="647"/>
                  <a:pt x="1197" y="675"/>
                </a:cubicBezTo>
                <a:cubicBezTo>
                  <a:pt x="1214" y="685"/>
                  <a:pt x="1239" y="681"/>
                  <a:pt x="1262" y="673"/>
                </a:cubicBezTo>
                <a:cubicBezTo>
                  <a:pt x="1268" y="670"/>
                  <a:pt x="1275" y="668"/>
                  <a:pt x="1281" y="665"/>
                </a:cubicBezTo>
                <a:cubicBezTo>
                  <a:pt x="1310" y="651"/>
                  <a:pt x="1333" y="635"/>
                  <a:pt x="1333" y="635"/>
                </a:cubicBezTo>
                <a:cubicBezTo>
                  <a:pt x="1307" y="597"/>
                  <a:pt x="1299" y="561"/>
                  <a:pt x="1301" y="537"/>
                </a:cubicBezTo>
                <a:close/>
              </a:path>
            </a:pathLst>
          </a:custGeom>
          <a:solidFill>
            <a:srgbClr val="E51B2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B6770"/>
              </a:solidFill>
              <a:effectLst/>
              <a:uLnTx/>
              <a:uFillTx/>
              <a:latin typeface="Calibri" panose="020F0502020204030204" pitchFamily="34" charset="0"/>
              <a:ea typeface="+mn-ea"/>
              <a:cs typeface="Calibri" panose="020F0502020204030204" pitchFamily="34" charset="0"/>
            </a:endParaRPr>
          </a:p>
        </p:txBody>
      </p:sp>
      <p:sp>
        <p:nvSpPr>
          <p:cNvPr id="171" name="AutoShape 9">
            <a:extLst>
              <a:ext uri="{FF2B5EF4-FFF2-40B4-BE49-F238E27FC236}">
                <a16:creationId xmlns:a16="http://schemas.microsoft.com/office/drawing/2014/main" id="{3E14E4B4-76F8-4224-B362-71FE45C93005}"/>
              </a:ext>
            </a:extLst>
          </p:cNvPr>
          <p:cNvSpPr>
            <a:spLocks noChangeAspect="1" noChangeArrowheads="1" noTextEdit="1"/>
          </p:cNvSpPr>
          <p:nvPr/>
        </p:nvSpPr>
        <p:spPr bwMode="auto">
          <a:xfrm>
            <a:off x="5800593" y="2614833"/>
            <a:ext cx="619591" cy="6571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B6770"/>
              </a:solidFill>
              <a:effectLst/>
              <a:uLnTx/>
              <a:uFillTx/>
              <a:latin typeface="Trebuchet MS"/>
              <a:ea typeface="+mn-ea"/>
              <a:cs typeface="+mn-cs"/>
            </a:endParaRPr>
          </a:p>
        </p:txBody>
      </p:sp>
      <p:sp>
        <p:nvSpPr>
          <p:cNvPr id="172" name="Freeform 11">
            <a:extLst>
              <a:ext uri="{FF2B5EF4-FFF2-40B4-BE49-F238E27FC236}">
                <a16:creationId xmlns:a16="http://schemas.microsoft.com/office/drawing/2014/main" id="{58E17237-35DE-43B6-A27C-FD6A59CB9A05}"/>
              </a:ext>
            </a:extLst>
          </p:cNvPr>
          <p:cNvSpPr>
            <a:spLocks/>
          </p:cNvSpPr>
          <p:nvPr/>
        </p:nvSpPr>
        <p:spPr bwMode="auto">
          <a:xfrm>
            <a:off x="5986356" y="2885762"/>
            <a:ext cx="242898" cy="181482"/>
          </a:xfrm>
          <a:custGeom>
            <a:avLst/>
            <a:gdLst>
              <a:gd name="T0" fmla="*/ 850 w 903"/>
              <a:gd name="T1" fmla="*/ 74 h 636"/>
              <a:gd name="T2" fmla="*/ 813 w 903"/>
              <a:gd name="T3" fmla="*/ 110 h 636"/>
              <a:gd name="T4" fmla="*/ 803 w 903"/>
              <a:gd name="T5" fmla="*/ 122 h 636"/>
              <a:gd name="T6" fmla="*/ 667 w 903"/>
              <a:gd name="T7" fmla="*/ 407 h 636"/>
              <a:gd name="T8" fmla="*/ 455 w 903"/>
              <a:gd name="T9" fmla="*/ 513 h 636"/>
              <a:gd name="T10" fmla="*/ 242 w 903"/>
              <a:gd name="T11" fmla="*/ 407 h 636"/>
              <a:gd name="T12" fmla="*/ 106 w 903"/>
              <a:gd name="T13" fmla="*/ 122 h 636"/>
              <a:gd name="T14" fmla="*/ 93 w 903"/>
              <a:gd name="T15" fmla="*/ 109 h 636"/>
              <a:gd name="T16" fmla="*/ 48 w 903"/>
              <a:gd name="T17" fmla="*/ 37 h 636"/>
              <a:gd name="T18" fmla="*/ 13 w 903"/>
              <a:gd name="T19" fmla="*/ 22 h 636"/>
              <a:gd name="T20" fmla="*/ 2 w 903"/>
              <a:gd name="T21" fmla="*/ 0 h 636"/>
              <a:gd name="T22" fmla="*/ 1 w 903"/>
              <a:gd name="T23" fmla="*/ 6 h 636"/>
              <a:gd name="T24" fmla="*/ 69 w 903"/>
              <a:gd name="T25" fmla="*/ 146 h 636"/>
              <a:gd name="T26" fmla="*/ 213 w 903"/>
              <a:gd name="T27" fmla="*/ 440 h 636"/>
              <a:gd name="T28" fmla="*/ 239 w 903"/>
              <a:gd name="T29" fmla="*/ 460 h 636"/>
              <a:gd name="T30" fmla="*/ 239 w 903"/>
              <a:gd name="T31" fmla="*/ 602 h 636"/>
              <a:gd name="T32" fmla="*/ 279 w 903"/>
              <a:gd name="T33" fmla="*/ 636 h 636"/>
              <a:gd name="T34" fmla="*/ 283 w 903"/>
              <a:gd name="T35" fmla="*/ 636 h 636"/>
              <a:gd name="T36" fmla="*/ 283 w 903"/>
              <a:gd name="T37" fmla="*/ 490 h 636"/>
              <a:gd name="T38" fmla="*/ 455 w 903"/>
              <a:gd name="T39" fmla="*/ 557 h 636"/>
              <a:gd name="T40" fmla="*/ 644 w 903"/>
              <a:gd name="T41" fmla="*/ 479 h 636"/>
              <a:gd name="T42" fmla="*/ 644 w 903"/>
              <a:gd name="T43" fmla="*/ 633 h 636"/>
              <a:gd name="T44" fmla="*/ 688 w 903"/>
              <a:gd name="T45" fmla="*/ 597 h 636"/>
              <a:gd name="T46" fmla="*/ 688 w 903"/>
              <a:gd name="T47" fmla="*/ 447 h 636"/>
              <a:gd name="T48" fmla="*/ 696 w 903"/>
              <a:gd name="T49" fmla="*/ 440 h 636"/>
              <a:gd name="T50" fmla="*/ 841 w 903"/>
              <a:gd name="T51" fmla="*/ 145 h 636"/>
              <a:gd name="T52" fmla="*/ 903 w 903"/>
              <a:gd name="T53" fmla="*/ 57 h 636"/>
              <a:gd name="T54" fmla="*/ 850 w 903"/>
              <a:gd name="T55" fmla="*/ 74 h 6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903" h="636">
                <a:moveTo>
                  <a:pt x="850" y="74"/>
                </a:moveTo>
                <a:cubicBezTo>
                  <a:pt x="843" y="88"/>
                  <a:pt x="831" y="101"/>
                  <a:pt x="813" y="110"/>
                </a:cubicBezTo>
                <a:cubicBezTo>
                  <a:pt x="808" y="113"/>
                  <a:pt x="805" y="117"/>
                  <a:pt x="803" y="122"/>
                </a:cubicBezTo>
                <a:cubicBezTo>
                  <a:pt x="765" y="219"/>
                  <a:pt x="694" y="383"/>
                  <a:pt x="667" y="407"/>
                </a:cubicBezTo>
                <a:cubicBezTo>
                  <a:pt x="626" y="443"/>
                  <a:pt x="514" y="513"/>
                  <a:pt x="455" y="513"/>
                </a:cubicBezTo>
                <a:cubicBezTo>
                  <a:pt x="395" y="513"/>
                  <a:pt x="283" y="443"/>
                  <a:pt x="242" y="407"/>
                </a:cubicBezTo>
                <a:cubicBezTo>
                  <a:pt x="215" y="383"/>
                  <a:pt x="145" y="219"/>
                  <a:pt x="106" y="122"/>
                </a:cubicBezTo>
                <a:cubicBezTo>
                  <a:pt x="104" y="116"/>
                  <a:pt x="99" y="111"/>
                  <a:pt x="93" y="109"/>
                </a:cubicBezTo>
                <a:cubicBezTo>
                  <a:pt x="67" y="99"/>
                  <a:pt x="54" y="65"/>
                  <a:pt x="48" y="37"/>
                </a:cubicBezTo>
                <a:cubicBezTo>
                  <a:pt x="38" y="37"/>
                  <a:pt x="24" y="35"/>
                  <a:pt x="13" y="22"/>
                </a:cubicBezTo>
                <a:cubicBezTo>
                  <a:pt x="9" y="15"/>
                  <a:pt x="5" y="7"/>
                  <a:pt x="2" y="0"/>
                </a:cubicBezTo>
                <a:cubicBezTo>
                  <a:pt x="1" y="2"/>
                  <a:pt x="1" y="4"/>
                  <a:pt x="1" y="6"/>
                </a:cubicBezTo>
                <a:cubicBezTo>
                  <a:pt x="0" y="34"/>
                  <a:pt x="12" y="118"/>
                  <a:pt x="69" y="146"/>
                </a:cubicBezTo>
                <a:cubicBezTo>
                  <a:pt x="92" y="205"/>
                  <a:pt x="172" y="404"/>
                  <a:pt x="213" y="440"/>
                </a:cubicBezTo>
                <a:cubicBezTo>
                  <a:pt x="220" y="446"/>
                  <a:pt x="229" y="453"/>
                  <a:pt x="239" y="460"/>
                </a:cubicBezTo>
                <a:cubicBezTo>
                  <a:pt x="239" y="602"/>
                  <a:pt x="239" y="602"/>
                  <a:pt x="239" y="602"/>
                </a:cubicBezTo>
                <a:cubicBezTo>
                  <a:pt x="250" y="612"/>
                  <a:pt x="264" y="623"/>
                  <a:pt x="279" y="636"/>
                </a:cubicBezTo>
                <a:cubicBezTo>
                  <a:pt x="283" y="636"/>
                  <a:pt x="283" y="636"/>
                  <a:pt x="283" y="636"/>
                </a:cubicBezTo>
                <a:cubicBezTo>
                  <a:pt x="283" y="490"/>
                  <a:pt x="283" y="490"/>
                  <a:pt x="283" y="490"/>
                </a:cubicBezTo>
                <a:cubicBezTo>
                  <a:pt x="337" y="524"/>
                  <a:pt x="405" y="557"/>
                  <a:pt x="455" y="557"/>
                </a:cubicBezTo>
                <a:cubicBezTo>
                  <a:pt x="510" y="557"/>
                  <a:pt x="588" y="517"/>
                  <a:pt x="644" y="479"/>
                </a:cubicBezTo>
                <a:cubicBezTo>
                  <a:pt x="644" y="633"/>
                  <a:pt x="644" y="633"/>
                  <a:pt x="644" y="633"/>
                </a:cubicBezTo>
                <a:cubicBezTo>
                  <a:pt x="662" y="618"/>
                  <a:pt x="677" y="606"/>
                  <a:pt x="688" y="597"/>
                </a:cubicBezTo>
                <a:cubicBezTo>
                  <a:pt x="688" y="447"/>
                  <a:pt x="688" y="447"/>
                  <a:pt x="688" y="447"/>
                </a:cubicBezTo>
                <a:cubicBezTo>
                  <a:pt x="691" y="444"/>
                  <a:pt x="694" y="442"/>
                  <a:pt x="696" y="440"/>
                </a:cubicBezTo>
                <a:cubicBezTo>
                  <a:pt x="737" y="403"/>
                  <a:pt x="818" y="202"/>
                  <a:pt x="841" y="145"/>
                </a:cubicBezTo>
                <a:cubicBezTo>
                  <a:pt x="881" y="121"/>
                  <a:pt x="897" y="82"/>
                  <a:pt x="903" y="57"/>
                </a:cubicBezTo>
                <a:cubicBezTo>
                  <a:pt x="887" y="64"/>
                  <a:pt x="869" y="71"/>
                  <a:pt x="850" y="74"/>
                </a:cubicBezTo>
                <a:close/>
              </a:path>
            </a:pathLst>
          </a:custGeom>
          <a:solidFill>
            <a:srgbClr val="E51B24"/>
          </a:solidFill>
          <a:ln w="2438" cap="flat" cmpd="sng" algn="ctr">
            <a:noFill/>
            <a:prstDash val="solid"/>
            <a:round/>
            <a:headEnd type="none" w="med" len="med"/>
            <a:tailEnd type="none" w="med" len="med"/>
          </a:ln>
          <a:extLst>
            <a:ext uri="{91240B29-F687-4F45-9708-019B960494DF}">
              <a14:hiddenLine xmlns:a14="http://schemas.microsoft.com/office/drawing/2010/main" w="2438" cap="flat" cmpd="sng" algn="ctr">
                <a:solidFill>
                  <a:srgbClr val="FFFFFF"/>
                </a:solidFill>
                <a:prstDash val="solid"/>
                <a:round/>
                <a:headEnd type="none" w="med" len="med"/>
                <a:tailEnd type="none" w="med" len="med"/>
              </a14:hiddenLine>
            </a:ext>
          </a:extLst>
        </p:spPr>
        <p:txBody>
          <a:bodyPr vert="horz" wrap="square" lIns="23409" tIns="11704" rIns="23409" bIns="11704"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B6770"/>
              </a:solidFill>
              <a:effectLst/>
              <a:uLnTx/>
              <a:uFillTx/>
              <a:latin typeface="Calibri" panose="020F0502020204030204" pitchFamily="34" charset="0"/>
              <a:ea typeface="+mn-ea"/>
              <a:cs typeface="Calibri" panose="020F0502020204030204" pitchFamily="34" charset="0"/>
            </a:endParaRPr>
          </a:p>
        </p:txBody>
      </p:sp>
      <p:sp>
        <p:nvSpPr>
          <p:cNvPr id="173" name="Freeform 12">
            <a:extLst>
              <a:ext uri="{FF2B5EF4-FFF2-40B4-BE49-F238E27FC236}">
                <a16:creationId xmlns:a16="http://schemas.microsoft.com/office/drawing/2014/main" id="{DB001D81-2BBD-431C-AF94-D8538ED5FC54}"/>
              </a:ext>
            </a:extLst>
          </p:cNvPr>
          <p:cNvSpPr>
            <a:spLocks noEditPoints="1"/>
          </p:cNvSpPr>
          <p:nvPr/>
        </p:nvSpPr>
        <p:spPr bwMode="auto">
          <a:xfrm>
            <a:off x="5880411" y="2700630"/>
            <a:ext cx="459381" cy="471579"/>
          </a:xfrm>
          <a:custGeom>
            <a:avLst/>
            <a:gdLst>
              <a:gd name="T0" fmla="*/ 1683 w 1708"/>
              <a:gd name="T1" fmla="*/ 1653 h 1653"/>
              <a:gd name="T2" fmla="*/ 25 w 1708"/>
              <a:gd name="T3" fmla="*/ 1653 h 1653"/>
              <a:gd name="T4" fmla="*/ 5 w 1708"/>
              <a:gd name="T5" fmla="*/ 1625 h 1653"/>
              <a:gd name="T6" fmla="*/ 211 w 1708"/>
              <a:gd name="T7" fmla="*/ 1325 h 1653"/>
              <a:gd name="T8" fmla="*/ 443 w 1708"/>
              <a:gd name="T9" fmla="*/ 1272 h 1653"/>
              <a:gd name="T10" fmla="*/ 578 w 1708"/>
              <a:gd name="T11" fmla="*/ 1263 h 1653"/>
              <a:gd name="T12" fmla="*/ 848 w 1708"/>
              <a:gd name="T13" fmla="*/ 1484 h 1653"/>
              <a:gd name="T14" fmla="*/ 860 w 1708"/>
              <a:gd name="T15" fmla="*/ 1484 h 1653"/>
              <a:gd name="T16" fmla="*/ 1039 w 1708"/>
              <a:gd name="T17" fmla="*/ 1338 h 1653"/>
              <a:gd name="T18" fmla="*/ 1130 w 1708"/>
              <a:gd name="T19" fmla="*/ 1263 h 1653"/>
              <a:gd name="T20" fmla="*/ 1497 w 1708"/>
              <a:gd name="T21" fmla="*/ 1325 h 1653"/>
              <a:gd name="T22" fmla="*/ 1703 w 1708"/>
              <a:gd name="T23" fmla="*/ 1625 h 1653"/>
              <a:gd name="T24" fmla="*/ 1683 w 1708"/>
              <a:gd name="T25" fmla="*/ 1653 h 1653"/>
              <a:gd name="T26" fmla="*/ 1301 w 1708"/>
              <a:gd name="T27" fmla="*/ 537 h 1653"/>
              <a:gd name="T28" fmla="*/ 1303 w 1708"/>
              <a:gd name="T29" fmla="*/ 452 h 1653"/>
              <a:gd name="T30" fmla="*/ 857 w 1708"/>
              <a:gd name="T31" fmla="*/ 0 h 1653"/>
              <a:gd name="T32" fmla="*/ 411 w 1708"/>
              <a:gd name="T33" fmla="*/ 452 h 1653"/>
              <a:gd name="T34" fmla="*/ 436 w 1708"/>
              <a:gd name="T35" fmla="*/ 638 h 1653"/>
              <a:gd name="T36" fmla="*/ 612 w 1708"/>
              <a:gd name="T37" fmla="*/ 380 h 1653"/>
              <a:gd name="T38" fmla="*/ 655 w 1708"/>
              <a:gd name="T39" fmla="*/ 354 h 1653"/>
              <a:gd name="T40" fmla="*/ 1197 w 1708"/>
              <a:gd name="T41" fmla="*/ 675 h 1653"/>
              <a:gd name="T42" fmla="*/ 1262 w 1708"/>
              <a:gd name="T43" fmla="*/ 673 h 1653"/>
              <a:gd name="T44" fmla="*/ 1281 w 1708"/>
              <a:gd name="T45" fmla="*/ 665 h 1653"/>
              <a:gd name="T46" fmla="*/ 1333 w 1708"/>
              <a:gd name="T47" fmla="*/ 635 h 1653"/>
              <a:gd name="T48" fmla="*/ 1301 w 1708"/>
              <a:gd name="T49" fmla="*/ 537 h 16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708" h="1653">
                <a:moveTo>
                  <a:pt x="1683" y="1653"/>
                </a:moveTo>
                <a:cubicBezTo>
                  <a:pt x="25" y="1653"/>
                  <a:pt x="25" y="1653"/>
                  <a:pt x="25" y="1653"/>
                </a:cubicBezTo>
                <a:cubicBezTo>
                  <a:pt x="10" y="1653"/>
                  <a:pt x="0" y="1639"/>
                  <a:pt x="5" y="1625"/>
                </a:cubicBezTo>
                <a:cubicBezTo>
                  <a:pt x="31" y="1555"/>
                  <a:pt x="107" y="1373"/>
                  <a:pt x="211" y="1325"/>
                </a:cubicBezTo>
                <a:cubicBezTo>
                  <a:pt x="275" y="1296"/>
                  <a:pt x="367" y="1280"/>
                  <a:pt x="443" y="1272"/>
                </a:cubicBezTo>
                <a:cubicBezTo>
                  <a:pt x="518" y="1264"/>
                  <a:pt x="578" y="1263"/>
                  <a:pt x="578" y="1263"/>
                </a:cubicBezTo>
                <a:cubicBezTo>
                  <a:pt x="578" y="1263"/>
                  <a:pt x="761" y="1415"/>
                  <a:pt x="848" y="1484"/>
                </a:cubicBezTo>
                <a:cubicBezTo>
                  <a:pt x="852" y="1487"/>
                  <a:pt x="857" y="1487"/>
                  <a:pt x="860" y="1484"/>
                </a:cubicBezTo>
                <a:cubicBezTo>
                  <a:pt x="919" y="1437"/>
                  <a:pt x="986" y="1381"/>
                  <a:pt x="1039" y="1338"/>
                </a:cubicBezTo>
                <a:cubicBezTo>
                  <a:pt x="1092" y="1294"/>
                  <a:pt x="1130" y="1263"/>
                  <a:pt x="1130" y="1263"/>
                </a:cubicBezTo>
                <a:cubicBezTo>
                  <a:pt x="1130" y="1263"/>
                  <a:pt x="1368" y="1266"/>
                  <a:pt x="1497" y="1325"/>
                </a:cubicBezTo>
                <a:cubicBezTo>
                  <a:pt x="1601" y="1373"/>
                  <a:pt x="1677" y="1555"/>
                  <a:pt x="1703" y="1625"/>
                </a:cubicBezTo>
                <a:cubicBezTo>
                  <a:pt x="1708" y="1639"/>
                  <a:pt x="1698" y="1653"/>
                  <a:pt x="1683" y="1653"/>
                </a:cubicBezTo>
                <a:close/>
                <a:moveTo>
                  <a:pt x="1301" y="537"/>
                </a:moveTo>
                <a:cubicBezTo>
                  <a:pt x="1304" y="510"/>
                  <a:pt x="1303" y="481"/>
                  <a:pt x="1303" y="452"/>
                </a:cubicBezTo>
                <a:cubicBezTo>
                  <a:pt x="1303" y="202"/>
                  <a:pt x="1110" y="0"/>
                  <a:pt x="857" y="0"/>
                </a:cubicBezTo>
                <a:cubicBezTo>
                  <a:pt x="605" y="0"/>
                  <a:pt x="411" y="202"/>
                  <a:pt x="411" y="452"/>
                </a:cubicBezTo>
                <a:cubicBezTo>
                  <a:pt x="411" y="507"/>
                  <a:pt x="420" y="618"/>
                  <a:pt x="436" y="638"/>
                </a:cubicBezTo>
                <a:cubicBezTo>
                  <a:pt x="480" y="677"/>
                  <a:pt x="486" y="465"/>
                  <a:pt x="612" y="380"/>
                </a:cubicBezTo>
                <a:cubicBezTo>
                  <a:pt x="625" y="371"/>
                  <a:pt x="655" y="354"/>
                  <a:pt x="655" y="354"/>
                </a:cubicBezTo>
                <a:cubicBezTo>
                  <a:pt x="934" y="353"/>
                  <a:pt x="1146" y="647"/>
                  <a:pt x="1197" y="675"/>
                </a:cubicBezTo>
                <a:cubicBezTo>
                  <a:pt x="1214" y="685"/>
                  <a:pt x="1239" y="681"/>
                  <a:pt x="1262" y="673"/>
                </a:cubicBezTo>
                <a:cubicBezTo>
                  <a:pt x="1268" y="670"/>
                  <a:pt x="1275" y="668"/>
                  <a:pt x="1281" y="665"/>
                </a:cubicBezTo>
                <a:cubicBezTo>
                  <a:pt x="1310" y="651"/>
                  <a:pt x="1333" y="635"/>
                  <a:pt x="1333" y="635"/>
                </a:cubicBezTo>
                <a:cubicBezTo>
                  <a:pt x="1307" y="597"/>
                  <a:pt x="1299" y="561"/>
                  <a:pt x="1301" y="537"/>
                </a:cubicBezTo>
                <a:close/>
              </a:path>
            </a:pathLst>
          </a:custGeom>
          <a:solidFill>
            <a:srgbClr val="E51B2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B6770"/>
              </a:solidFill>
              <a:effectLst/>
              <a:uLnTx/>
              <a:uFillTx/>
              <a:latin typeface="Calibri" panose="020F0502020204030204" pitchFamily="34" charset="0"/>
              <a:ea typeface="+mn-ea"/>
              <a:cs typeface="Calibri" panose="020F0502020204030204" pitchFamily="34" charset="0"/>
            </a:endParaRPr>
          </a:p>
        </p:txBody>
      </p:sp>
      <p:sp>
        <p:nvSpPr>
          <p:cNvPr id="174" name="AutoShape 9">
            <a:extLst>
              <a:ext uri="{FF2B5EF4-FFF2-40B4-BE49-F238E27FC236}">
                <a16:creationId xmlns:a16="http://schemas.microsoft.com/office/drawing/2014/main" id="{3E14E4B4-76F8-4224-B362-71FE45C93005}"/>
              </a:ext>
            </a:extLst>
          </p:cNvPr>
          <p:cNvSpPr>
            <a:spLocks noChangeAspect="1" noChangeArrowheads="1" noTextEdit="1"/>
          </p:cNvSpPr>
          <p:nvPr/>
        </p:nvSpPr>
        <p:spPr bwMode="auto">
          <a:xfrm>
            <a:off x="6290450" y="2614833"/>
            <a:ext cx="619591" cy="6571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B6770"/>
              </a:solidFill>
              <a:effectLst/>
              <a:uLnTx/>
              <a:uFillTx/>
              <a:latin typeface="Trebuchet MS"/>
              <a:ea typeface="+mn-ea"/>
              <a:cs typeface="+mn-cs"/>
            </a:endParaRPr>
          </a:p>
        </p:txBody>
      </p:sp>
      <p:sp>
        <p:nvSpPr>
          <p:cNvPr id="175" name="Freeform 11">
            <a:extLst>
              <a:ext uri="{FF2B5EF4-FFF2-40B4-BE49-F238E27FC236}">
                <a16:creationId xmlns:a16="http://schemas.microsoft.com/office/drawing/2014/main" id="{58E17237-35DE-43B6-A27C-FD6A59CB9A05}"/>
              </a:ext>
            </a:extLst>
          </p:cNvPr>
          <p:cNvSpPr>
            <a:spLocks/>
          </p:cNvSpPr>
          <p:nvPr/>
        </p:nvSpPr>
        <p:spPr bwMode="auto">
          <a:xfrm>
            <a:off x="6476213" y="2885762"/>
            <a:ext cx="242898" cy="181482"/>
          </a:xfrm>
          <a:custGeom>
            <a:avLst/>
            <a:gdLst>
              <a:gd name="T0" fmla="*/ 850 w 903"/>
              <a:gd name="T1" fmla="*/ 74 h 636"/>
              <a:gd name="T2" fmla="*/ 813 w 903"/>
              <a:gd name="T3" fmla="*/ 110 h 636"/>
              <a:gd name="T4" fmla="*/ 803 w 903"/>
              <a:gd name="T5" fmla="*/ 122 h 636"/>
              <a:gd name="T6" fmla="*/ 667 w 903"/>
              <a:gd name="T7" fmla="*/ 407 h 636"/>
              <a:gd name="T8" fmla="*/ 455 w 903"/>
              <a:gd name="T9" fmla="*/ 513 h 636"/>
              <a:gd name="T10" fmla="*/ 242 w 903"/>
              <a:gd name="T11" fmla="*/ 407 h 636"/>
              <a:gd name="T12" fmla="*/ 106 w 903"/>
              <a:gd name="T13" fmla="*/ 122 h 636"/>
              <a:gd name="T14" fmla="*/ 93 w 903"/>
              <a:gd name="T15" fmla="*/ 109 h 636"/>
              <a:gd name="T16" fmla="*/ 48 w 903"/>
              <a:gd name="T17" fmla="*/ 37 h 636"/>
              <a:gd name="T18" fmla="*/ 13 w 903"/>
              <a:gd name="T19" fmla="*/ 22 h 636"/>
              <a:gd name="T20" fmla="*/ 2 w 903"/>
              <a:gd name="T21" fmla="*/ 0 h 636"/>
              <a:gd name="T22" fmla="*/ 1 w 903"/>
              <a:gd name="T23" fmla="*/ 6 h 636"/>
              <a:gd name="T24" fmla="*/ 69 w 903"/>
              <a:gd name="T25" fmla="*/ 146 h 636"/>
              <a:gd name="T26" fmla="*/ 213 w 903"/>
              <a:gd name="T27" fmla="*/ 440 h 636"/>
              <a:gd name="T28" fmla="*/ 239 w 903"/>
              <a:gd name="T29" fmla="*/ 460 h 636"/>
              <a:gd name="T30" fmla="*/ 239 w 903"/>
              <a:gd name="T31" fmla="*/ 602 h 636"/>
              <a:gd name="T32" fmla="*/ 279 w 903"/>
              <a:gd name="T33" fmla="*/ 636 h 636"/>
              <a:gd name="T34" fmla="*/ 283 w 903"/>
              <a:gd name="T35" fmla="*/ 636 h 636"/>
              <a:gd name="T36" fmla="*/ 283 w 903"/>
              <a:gd name="T37" fmla="*/ 490 h 636"/>
              <a:gd name="T38" fmla="*/ 455 w 903"/>
              <a:gd name="T39" fmla="*/ 557 h 636"/>
              <a:gd name="T40" fmla="*/ 644 w 903"/>
              <a:gd name="T41" fmla="*/ 479 h 636"/>
              <a:gd name="T42" fmla="*/ 644 w 903"/>
              <a:gd name="T43" fmla="*/ 633 h 636"/>
              <a:gd name="T44" fmla="*/ 688 w 903"/>
              <a:gd name="T45" fmla="*/ 597 h 636"/>
              <a:gd name="T46" fmla="*/ 688 w 903"/>
              <a:gd name="T47" fmla="*/ 447 h 636"/>
              <a:gd name="T48" fmla="*/ 696 w 903"/>
              <a:gd name="T49" fmla="*/ 440 h 636"/>
              <a:gd name="T50" fmla="*/ 841 w 903"/>
              <a:gd name="T51" fmla="*/ 145 h 636"/>
              <a:gd name="T52" fmla="*/ 903 w 903"/>
              <a:gd name="T53" fmla="*/ 57 h 636"/>
              <a:gd name="T54" fmla="*/ 850 w 903"/>
              <a:gd name="T55" fmla="*/ 74 h 6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903" h="636">
                <a:moveTo>
                  <a:pt x="850" y="74"/>
                </a:moveTo>
                <a:cubicBezTo>
                  <a:pt x="843" y="88"/>
                  <a:pt x="831" y="101"/>
                  <a:pt x="813" y="110"/>
                </a:cubicBezTo>
                <a:cubicBezTo>
                  <a:pt x="808" y="113"/>
                  <a:pt x="805" y="117"/>
                  <a:pt x="803" y="122"/>
                </a:cubicBezTo>
                <a:cubicBezTo>
                  <a:pt x="765" y="219"/>
                  <a:pt x="694" y="383"/>
                  <a:pt x="667" y="407"/>
                </a:cubicBezTo>
                <a:cubicBezTo>
                  <a:pt x="626" y="443"/>
                  <a:pt x="514" y="513"/>
                  <a:pt x="455" y="513"/>
                </a:cubicBezTo>
                <a:cubicBezTo>
                  <a:pt x="395" y="513"/>
                  <a:pt x="283" y="443"/>
                  <a:pt x="242" y="407"/>
                </a:cubicBezTo>
                <a:cubicBezTo>
                  <a:pt x="215" y="383"/>
                  <a:pt x="145" y="219"/>
                  <a:pt x="106" y="122"/>
                </a:cubicBezTo>
                <a:cubicBezTo>
                  <a:pt x="104" y="116"/>
                  <a:pt x="99" y="111"/>
                  <a:pt x="93" y="109"/>
                </a:cubicBezTo>
                <a:cubicBezTo>
                  <a:pt x="67" y="99"/>
                  <a:pt x="54" y="65"/>
                  <a:pt x="48" y="37"/>
                </a:cubicBezTo>
                <a:cubicBezTo>
                  <a:pt x="38" y="37"/>
                  <a:pt x="24" y="35"/>
                  <a:pt x="13" y="22"/>
                </a:cubicBezTo>
                <a:cubicBezTo>
                  <a:pt x="9" y="15"/>
                  <a:pt x="5" y="7"/>
                  <a:pt x="2" y="0"/>
                </a:cubicBezTo>
                <a:cubicBezTo>
                  <a:pt x="1" y="2"/>
                  <a:pt x="1" y="4"/>
                  <a:pt x="1" y="6"/>
                </a:cubicBezTo>
                <a:cubicBezTo>
                  <a:pt x="0" y="34"/>
                  <a:pt x="12" y="118"/>
                  <a:pt x="69" y="146"/>
                </a:cubicBezTo>
                <a:cubicBezTo>
                  <a:pt x="92" y="205"/>
                  <a:pt x="172" y="404"/>
                  <a:pt x="213" y="440"/>
                </a:cubicBezTo>
                <a:cubicBezTo>
                  <a:pt x="220" y="446"/>
                  <a:pt x="229" y="453"/>
                  <a:pt x="239" y="460"/>
                </a:cubicBezTo>
                <a:cubicBezTo>
                  <a:pt x="239" y="602"/>
                  <a:pt x="239" y="602"/>
                  <a:pt x="239" y="602"/>
                </a:cubicBezTo>
                <a:cubicBezTo>
                  <a:pt x="250" y="612"/>
                  <a:pt x="264" y="623"/>
                  <a:pt x="279" y="636"/>
                </a:cubicBezTo>
                <a:cubicBezTo>
                  <a:pt x="283" y="636"/>
                  <a:pt x="283" y="636"/>
                  <a:pt x="283" y="636"/>
                </a:cubicBezTo>
                <a:cubicBezTo>
                  <a:pt x="283" y="490"/>
                  <a:pt x="283" y="490"/>
                  <a:pt x="283" y="490"/>
                </a:cubicBezTo>
                <a:cubicBezTo>
                  <a:pt x="337" y="524"/>
                  <a:pt x="405" y="557"/>
                  <a:pt x="455" y="557"/>
                </a:cubicBezTo>
                <a:cubicBezTo>
                  <a:pt x="510" y="557"/>
                  <a:pt x="588" y="517"/>
                  <a:pt x="644" y="479"/>
                </a:cubicBezTo>
                <a:cubicBezTo>
                  <a:pt x="644" y="633"/>
                  <a:pt x="644" y="633"/>
                  <a:pt x="644" y="633"/>
                </a:cubicBezTo>
                <a:cubicBezTo>
                  <a:pt x="662" y="618"/>
                  <a:pt x="677" y="606"/>
                  <a:pt x="688" y="597"/>
                </a:cubicBezTo>
                <a:cubicBezTo>
                  <a:pt x="688" y="447"/>
                  <a:pt x="688" y="447"/>
                  <a:pt x="688" y="447"/>
                </a:cubicBezTo>
                <a:cubicBezTo>
                  <a:pt x="691" y="444"/>
                  <a:pt x="694" y="442"/>
                  <a:pt x="696" y="440"/>
                </a:cubicBezTo>
                <a:cubicBezTo>
                  <a:pt x="737" y="403"/>
                  <a:pt x="818" y="202"/>
                  <a:pt x="841" y="145"/>
                </a:cubicBezTo>
                <a:cubicBezTo>
                  <a:pt x="881" y="121"/>
                  <a:pt x="897" y="82"/>
                  <a:pt x="903" y="57"/>
                </a:cubicBezTo>
                <a:cubicBezTo>
                  <a:pt x="887" y="64"/>
                  <a:pt x="869" y="71"/>
                  <a:pt x="850" y="74"/>
                </a:cubicBezTo>
                <a:close/>
              </a:path>
            </a:pathLst>
          </a:custGeom>
          <a:solidFill>
            <a:srgbClr val="E51B24"/>
          </a:solidFill>
          <a:ln w="2438" cap="flat" cmpd="sng" algn="ctr">
            <a:noFill/>
            <a:prstDash val="solid"/>
            <a:round/>
            <a:headEnd type="none" w="med" len="med"/>
            <a:tailEnd type="none" w="med" len="med"/>
          </a:ln>
          <a:extLst>
            <a:ext uri="{91240B29-F687-4F45-9708-019B960494DF}">
              <a14:hiddenLine xmlns:a14="http://schemas.microsoft.com/office/drawing/2010/main" w="2438" cap="flat" cmpd="sng" algn="ctr">
                <a:solidFill>
                  <a:srgbClr val="FFFFFF"/>
                </a:solidFill>
                <a:prstDash val="solid"/>
                <a:round/>
                <a:headEnd type="none" w="med" len="med"/>
                <a:tailEnd type="none" w="med" len="med"/>
              </a14:hiddenLine>
            </a:ext>
          </a:extLst>
        </p:spPr>
        <p:txBody>
          <a:bodyPr vert="horz" wrap="square" lIns="23409" tIns="11704" rIns="23409" bIns="11704"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B6770"/>
              </a:solidFill>
              <a:effectLst/>
              <a:uLnTx/>
              <a:uFillTx/>
              <a:latin typeface="Calibri" panose="020F0502020204030204" pitchFamily="34" charset="0"/>
              <a:ea typeface="+mn-ea"/>
              <a:cs typeface="Calibri" panose="020F0502020204030204" pitchFamily="34" charset="0"/>
            </a:endParaRPr>
          </a:p>
        </p:txBody>
      </p:sp>
      <p:sp>
        <p:nvSpPr>
          <p:cNvPr id="176" name="Freeform 12">
            <a:extLst>
              <a:ext uri="{FF2B5EF4-FFF2-40B4-BE49-F238E27FC236}">
                <a16:creationId xmlns:a16="http://schemas.microsoft.com/office/drawing/2014/main" id="{DB001D81-2BBD-431C-AF94-D8538ED5FC54}"/>
              </a:ext>
            </a:extLst>
          </p:cNvPr>
          <p:cNvSpPr>
            <a:spLocks noEditPoints="1"/>
          </p:cNvSpPr>
          <p:nvPr/>
        </p:nvSpPr>
        <p:spPr bwMode="auto">
          <a:xfrm>
            <a:off x="6370268" y="2700630"/>
            <a:ext cx="459381" cy="471579"/>
          </a:xfrm>
          <a:custGeom>
            <a:avLst/>
            <a:gdLst>
              <a:gd name="T0" fmla="*/ 1683 w 1708"/>
              <a:gd name="T1" fmla="*/ 1653 h 1653"/>
              <a:gd name="T2" fmla="*/ 25 w 1708"/>
              <a:gd name="T3" fmla="*/ 1653 h 1653"/>
              <a:gd name="T4" fmla="*/ 5 w 1708"/>
              <a:gd name="T5" fmla="*/ 1625 h 1653"/>
              <a:gd name="T6" fmla="*/ 211 w 1708"/>
              <a:gd name="T7" fmla="*/ 1325 h 1653"/>
              <a:gd name="T8" fmla="*/ 443 w 1708"/>
              <a:gd name="T9" fmla="*/ 1272 h 1653"/>
              <a:gd name="T10" fmla="*/ 578 w 1708"/>
              <a:gd name="T11" fmla="*/ 1263 h 1653"/>
              <a:gd name="T12" fmla="*/ 848 w 1708"/>
              <a:gd name="T13" fmla="*/ 1484 h 1653"/>
              <a:gd name="T14" fmla="*/ 860 w 1708"/>
              <a:gd name="T15" fmla="*/ 1484 h 1653"/>
              <a:gd name="T16" fmla="*/ 1039 w 1708"/>
              <a:gd name="T17" fmla="*/ 1338 h 1653"/>
              <a:gd name="T18" fmla="*/ 1130 w 1708"/>
              <a:gd name="T19" fmla="*/ 1263 h 1653"/>
              <a:gd name="T20" fmla="*/ 1497 w 1708"/>
              <a:gd name="T21" fmla="*/ 1325 h 1653"/>
              <a:gd name="T22" fmla="*/ 1703 w 1708"/>
              <a:gd name="T23" fmla="*/ 1625 h 1653"/>
              <a:gd name="T24" fmla="*/ 1683 w 1708"/>
              <a:gd name="T25" fmla="*/ 1653 h 1653"/>
              <a:gd name="T26" fmla="*/ 1301 w 1708"/>
              <a:gd name="T27" fmla="*/ 537 h 1653"/>
              <a:gd name="T28" fmla="*/ 1303 w 1708"/>
              <a:gd name="T29" fmla="*/ 452 h 1653"/>
              <a:gd name="T30" fmla="*/ 857 w 1708"/>
              <a:gd name="T31" fmla="*/ 0 h 1653"/>
              <a:gd name="T32" fmla="*/ 411 w 1708"/>
              <a:gd name="T33" fmla="*/ 452 h 1653"/>
              <a:gd name="T34" fmla="*/ 436 w 1708"/>
              <a:gd name="T35" fmla="*/ 638 h 1653"/>
              <a:gd name="T36" fmla="*/ 612 w 1708"/>
              <a:gd name="T37" fmla="*/ 380 h 1653"/>
              <a:gd name="T38" fmla="*/ 655 w 1708"/>
              <a:gd name="T39" fmla="*/ 354 h 1653"/>
              <a:gd name="T40" fmla="*/ 1197 w 1708"/>
              <a:gd name="T41" fmla="*/ 675 h 1653"/>
              <a:gd name="T42" fmla="*/ 1262 w 1708"/>
              <a:gd name="T43" fmla="*/ 673 h 1653"/>
              <a:gd name="T44" fmla="*/ 1281 w 1708"/>
              <a:gd name="T45" fmla="*/ 665 h 1653"/>
              <a:gd name="T46" fmla="*/ 1333 w 1708"/>
              <a:gd name="T47" fmla="*/ 635 h 1653"/>
              <a:gd name="T48" fmla="*/ 1301 w 1708"/>
              <a:gd name="T49" fmla="*/ 537 h 16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708" h="1653">
                <a:moveTo>
                  <a:pt x="1683" y="1653"/>
                </a:moveTo>
                <a:cubicBezTo>
                  <a:pt x="25" y="1653"/>
                  <a:pt x="25" y="1653"/>
                  <a:pt x="25" y="1653"/>
                </a:cubicBezTo>
                <a:cubicBezTo>
                  <a:pt x="10" y="1653"/>
                  <a:pt x="0" y="1639"/>
                  <a:pt x="5" y="1625"/>
                </a:cubicBezTo>
                <a:cubicBezTo>
                  <a:pt x="31" y="1555"/>
                  <a:pt x="107" y="1373"/>
                  <a:pt x="211" y="1325"/>
                </a:cubicBezTo>
                <a:cubicBezTo>
                  <a:pt x="275" y="1296"/>
                  <a:pt x="367" y="1280"/>
                  <a:pt x="443" y="1272"/>
                </a:cubicBezTo>
                <a:cubicBezTo>
                  <a:pt x="518" y="1264"/>
                  <a:pt x="578" y="1263"/>
                  <a:pt x="578" y="1263"/>
                </a:cubicBezTo>
                <a:cubicBezTo>
                  <a:pt x="578" y="1263"/>
                  <a:pt x="761" y="1415"/>
                  <a:pt x="848" y="1484"/>
                </a:cubicBezTo>
                <a:cubicBezTo>
                  <a:pt x="852" y="1487"/>
                  <a:pt x="857" y="1487"/>
                  <a:pt x="860" y="1484"/>
                </a:cubicBezTo>
                <a:cubicBezTo>
                  <a:pt x="919" y="1437"/>
                  <a:pt x="986" y="1381"/>
                  <a:pt x="1039" y="1338"/>
                </a:cubicBezTo>
                <a:cubicBezTo>
                  <a:pt x="1092" y="1294"/>
                  <a:pt x="1130" y="1263"/>
                  <a:pt x="1130" y="1263"/>
                </a:cubicBezTo>
                <a:cubicBezTo>
                  <a:pt x="1130" y="1263"/>
                  <a:pt x="1368" y="1266"/>
                  <a:pt x="1497" y="1325"/>
                </a:cubicBezTo>
                <a:cubicBezTo>
                  <a:pt x="1601" y="1373"/>
                  <a:pt x="1677" y="1555"/>
                  <a:pt x="1703" y="1625"/>
                </a:cubicBezTo>
                <a:cubicBezTo>
                  <a:pt x="1708" y="1639"/>
                  <a:pt x="1698" y="1653"/>
                  <a:pt x="1683" y="1653"/>
                </a:cubicBezTo>
                <a:close/>
                <a:moveTo>
                  <a:pt x="1301" y="537"/>
                </a:moveTo>
                <a:cubicBezTo>
                  <a:pt x="1304" y="510"/>
                  <a:pt x="1303" y="481"/>
                  <a:pt x="1303" y="452"/>
                </a:cubicBezTo>
                <a:cubicBezTo>
                  <a:pt x="1303" y="202"/>
                  <a:pt x="1110" y="0"/>
                  <a:pt x="857" y="0"/>
                </a:cubicBezTo>
                <a:cubicBezTo>
                  <a:pt x="605" y="0"/>
                  <a:pt x="411" y="202"/>
                  <a:pt x="411" y="452"/>
                </a:cubicBezTo>
                <a:cubicBezTo>
                  <a:pt x="411" y="507"/>
                  <a:pt x="420" y="618"/>
                  <a:pt x="436" y="638"/>
                </a:cubicBezTo>
                <a:cubicBezTo>
                  <a:pt x="480" y="677"/>
                  <a:pt x="486" y="465"/>
                  <a:pt x="612" y="380"/>
                </a:cubicBezTo>
                <a:cubicBezTo>
                  <a:pt x="625" y="371"/>
                  <a:pt x="655" y="354"/>
                  <a:pt x="655" y="354"/>
                </a:cubicBezTo>
                <a:cubicBezTo>
                  <a:pt x="934" y="353"/>
                  <a:pt x="1146" y="647"/>
                  <a:pt x="1197" y="675"/>
                </a:cubicBezTo>
                <a:cubicBezTo>
                  <a:pt x="1214" y="685"/>
                  <a:pt x="1239" y="681"/>
                  <a:pt x="1262" y="673"/>
                </a:cubicBezTo>
                <a:cubicBezTo>
                  <a:pt x="1268" y="670"/>
                  <a:pt x="1275" y="668"/>
                  <a:pt x="1281" y="665"/>
                </a:cubicBezTo>
                <a:cubicBezTo>
                  <a:pt x="1310" y="651"/>
                  <a:pt x="1333" y="635"/>
                  <a:pt x="1333" y="635"/>
                </a:cubicBezTo>
                <a:cubicBezTo>
                  <a:pt x="1307" y="597"/>
                  <a:pt x="1299" y="561"/>
                  <a:pt x="1301" y="537"/>
                </a:cubicBezTo>
                <a:close/>
              </a:path>
            </a:pathLst>
          </a:custGeom>
          <a:solidFill>
            <a:srgbClr val="E51B2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B6770"/>
              </a:solidFill>
              <a:effectLst/>
              <a:uLnTx/>
              <a:uFillTx/>
              <a:latin typeface="Calibri" panose="020F0502020204030204" pitchFamily="34" charset="0"/>
              <a:ea typeface="+mn-ea"/>
              <a:cs typeface="Calibri" panose="020F0502020204030204" pitchFamily="34" charset="0"/>
            </a:endParaRPr>
          </a:p>
        </p:txBody>
      </p:sp>
      <p:sp>
        <p:nvSpPr>
          <p:cNvPr id="177" name="AutoShape 9">
            <a:extLst>
              <a:ext uri="{FF2B5EF4-FFF2-40B4-BE49-F238E27FC236}">
                <a16:creationId xmlns:a16="http://schemas.microsoft.com/office/drawing/2014/main" id="{3E14E4B4-76F8-4224-B362-71FE45C93005}"/>
              </a:ext>
            </a:extLst>
          </p:cNvPr>
          <p:cNvSpPr>
            <a:spLocks noChangeAspect="1" noChangeArrowheads="1" noTextEdit="1"/>
          </p:cNvSpPr>
          <p:nvPr/>
        </p:nvSpPr>
        <p:spPr bwMode="auto">
          <a:xfrm>
            <a:off x="6780306" y="2614833"/>
            <a:ext cx="619591" cy="6571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B6770"/>
              </a:solidFill>
              <a:effectLst/>
              <a:uLnTx/>
              <a:uFillTx/>
              <a:latin typeface="Trebuchet MS"/>
              <a:ea typeface="+mn-ea"/>
              <a:cs typeface="+mn-cs"/>
            </a:endParaRPr>
          </a:p>
        </p:txBody>
      </p:sp>
      <p:sp>
        <p:nvSpPr>
          <p:cNvPr id="178" name="Freeform 11">
            <a:extLst>
              <a:ext uri="{FF2B5EF4-FFF2-40B4-BE49-F238E27FC236}">
                <a16:creationId xmlns:a16="http://schemas.microsoft.com/office/drawing/2014/main" id="{58E17237-35DE-43B6-A27C-FD6A59CB9A05}"/>
              </a:ext>
            </a:extLst>
          </p:cNvPr>
          <p:cNvSpPr>
            <a:spLocks/>
          </p:cNvSpPr>
          <p:nvPr/>
        </p:nvSpPr>
        <p:spPr bwMode="auto">
          <a:xfrm>
            <a:off x="6966069" y="2885762"/>
            <a:ext cx="242898" cy="181482"/>
          </a:xfrm>
          <a:custGeom>
            <a:avLst/>
            <a:gdLst>
              <a:gd name="T0" fmla="*/ 850 w 903"/>
              <a:gd name="T1" fmla="*/ 74 h 636"/>
              <a:gd name="T2" fmla="*/ 813 w 903"/>
              <a:gd name="T3" fmla="*/ 110 h 636"/>
              <a:gd name="T4" fmla="*/ 803 w 903"/>
              <a:gd name="T5" fmla="*/ 122 h 636"/>
              <a:gd name="T6" fmla="*/ 667 w 903"/>
              <a:gd name="T7" fmla="*/ 407 h 636"/>
              <a:gd name="T8" fmla="*/ 455 w 903"/>
              <a:gd name="T9" fmla="*/ 513 h 636"/>
              <a:gd name="T10" fmla="*/ 242 w 903"/>
              <a:gd name="T11" fmla="*/ 407 h 636"/>
              <a:gd name="T12" fmla="*/ 106 w 903"/>
              <a:gd name="T13" fmla="*/ 122 h 636"/>
              <a:gd name="T14" fmla="*/ 93 w 903"/>
              <a:gd name="T15" fmla="*/ 109 h 636"/>
              <a:gd name="T16" fmla="*/ 48 w 903"/>
              <a:gd name="T17" fmla="*/ 37 h 636"/>
              <a:gd name="T18" fmla="*/ 13 w 903"/>
              <a:gd name="T19" fmla="*/ 22 h 636"/>
              <a:gd name="T20" fmla="*/ 2 w 903"/>
              <a:gd name="T21" fmla="*/ 0 h 636"/>
              <a:gd name="T22" fmla="*/ 1 w 903"/>
              <a:gd name="T23" fmla="*/ 6 h 636"/>
              <a:gd name="T24" fmla="*/ 69 w 903"/>
              <a:gd name="T25" fmla="*/ 146 h 636"/>
              <a:gd name="T26" fmla="*/ 213 w 903"/>
              <a:gd name="T27" fmla="*/ 440 h 636"/>
              <a:gd name="T28" fmla="*/ 239 w 903"/>
              <a:gd name="T29" fmla="*/ 460 h 636"/>
              <a:gd name="T30" fmla="*/ 239 w 903"/>
              <a:gd name="T31" fmla="*/ 602 h 636"/>
              <a:gd name="T32" fmla="*/ 279 w 903"/>
              <a:gd name="T33" fmla="*/ 636 h 636"/>
              <a:gd name="T34" fmla="*/ 283 w 903"/>
              <a:gd name="T35" fmla="*/ 636 h 636"/>
              <a:gd name="T36" fmla="*/ 283 w 903"/>
              <a:gd name="T37" fmla="*/ 490 h 636"/>
              <a:gd name="T38" fmla="*/ 455 w 903"/>
              <a:gd name="T39" fmla="*/ 557 h 636"/>
              <a:gd name="T40" fmla="*/ 644 w 903"/>
              <a:gd name="T41" fmla="*/ 479 h 636"/>
              <a:gd name="T42" fmla="*/ 644 w 903"/>
              <a:gd name="T43" fmla="*/ 633 h 636"/>
              <a:gd name="T44" fmla="*/ 688 w 903"/>
              <a:gd name="T45" fmla="*/ 597 h 636"/>
              <a:gd name="T46" fmla="*/ 688 w 903"/>
              <a:gd name="T47" fmla="*/ 447 h 636"/>
              <a:gd name="T48" fmla="*/ 696 w 903"/>
              <a:gd name="T49" fmla="*/ 440 h 636"/>
              <a:gd name="T50" fmla="*/ 841 w 903"/>
              <a:gd name="T51" fmla="*/ 145 h 636"/>
              <a:gd name="T52" fmla="*/ 903 w 903"/>
              <a:gd name="T53" fmla="*/ 57 h 636"/>
              <a:gd name="T54" fmla="*/ 850 w 903"/>
              <a:gd name="T55" fmla="*/ 74 h 6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903" h="636">
                <a:moveTo>
                  <a:pt x="850" y="74"/>
                </a:moveTo>
                <a:cubicBezTo>
                  <a:pt x="843" y="88"/>
                  <a:pt x="831" y="101"/>
                  <a:pt x="813" y="110"/>
                </a:cubicBezTo>
                <a:cubicBezTo>
                  <a:pt x="808" y="113"/>
                  <a:pt x="805" y="117"/>
                  <a:pt x="803" y="122"/>
                </a:cubicBezTo>
                <a:cubicBezTo>
                  <a:pt x="765" y="219"/>
                  <a:pt x="694" y="383"/>
                  <a:pt x="667" y="407"/>
                </a:cubicBezTo>
                <a:cubicBezTo>
                  <a:pt x="626" y="443"/>
                  <a:pt x="514" y="513"/>
                  <a:pt x="455" y="513"/>
                </a:cubicBezTo>
                <a:cubicBezTo>
                  <a:pt x="395" y="513"/>
                  <a:pt x="283" y="443"/>
                  <a:pt x="242" y="407"/>
                </a:cubicBezTo>
                <a:cubicBezTo>
                  <a:pt x="215" y="383"/>
                  <a:pt x="145" y="219"/>
                  <a:pt x="106" y="122"/>
                </a:cubicBezTo>
                <a:cubicBezTo>
                  <a:pt x="104" y="116"/>
                  <a:pt x="99" y="111"/>
                  <a:pt x="93" y="109"/>
                </a:cubicBezTo>
                <a:cubicBezTo>
                  <a:pt x="67" y="99"/>
                  <a:pt x="54" y="65"/>
                  <a:pt x="48" y="37"/>
                </a:cubicBezTo>
                <a:cubicBezTo>
                  <a:pt x="38" y="37"/>
                  <a:pt x="24" y="35"/>
                  <a:pt x="13" y="22"/>
                </a:cubicBezTo>
                <a:cubicBezTo>
                  <a:pt x="9" y="15"/>
                  <a:pt x="5" y="7"/>
                  <a:pt x="2" y="0"/>
                </a:cubicBezTo>
                <a:cubicBezTo>
                  <a:pt x="1" y="2"/>
                  <a:pt x="1" y="4"/>
                  <a:pt x="1" y="6"/>
                </a:cubicBezTo>
                <a:cubicBezTo>
                  <a:pt x="0" y="34"/>
                  <a:pt x="12" y="118"/>
                  <a:pt x="69" y="146"/>
                </a:cubicBezTo>
                <a:cubicBezTo>
                  <a:pt x="92" y="205"/>
                  <a:pt x="172" y="404"/>
                  <a:pt x="213" y="440"/>
                </a:cubicBezTo>
                <a:cubicBezTo>
                  <a:pt x="220" y="446"/>
                  <a:pt x="229" y="453"/>
                  <a:pt x="239" y="460"/>
                </a:cubicBezTo>
                <a:cubicBezTo>
                  <a:pt x="239" y="602"/>
                  <a:pt x="239" y="602"/>
                  <a:pt x="239" y="602"/>
                </a:cubicBezTo>
                <a:cubicBezTo>
                  <a:pt x="250" y="612"/>
                  <a:pt x="264" y="623"/>
                  <a:pt x="279" y="636"/>
                </a:cubicBezTo>
                <a:cubicBezTo>
                  <a:pt x="283" y="636"/>
                  <a:pt x="283" y="636"/>
                  <a:pt x="283" y="636"/>
                </a:cubicBezTo>
                <a:cubicBezTo>
                  <a:pt x="283" y="490"/>
                  <a:pt x="283" y="490"/>
                  <a:pt x="283" y="490"/>
                </a:cubicBezTo>
                <a:cubicBezTo>
                  <a:pt x="337" y="524"/>
                  <a:pt x="405" y="557"/>
                  <a:pt x="455" y="557"/>
                </a:cubicBezTo>
                <a:cubicBezTo>
                  <a:pt x="510" y="557"/>
                  <a:pt x="588" y="517"/>
                  <a:pt x="644" y="479"/>
                </a:cubicBezTo>
                <a:cubicBezTo>
                  <a:pt x="644" y="633"/>
                  <a:pt x="644" y="633"/>
                  <a:pt x="644" y="633"/>
                </a:cubicBezTo>
                <a:cubicBezTo>
                  <a:pt x="662" y="618"/>
                  <a:pt x="677" y="606"/>
                  <a:pt x="688" y="597"/>
                </a:cubicBezTo>
                <a:cubicBezTo>
                  <a:pt x="688" y="447"/>
                  <a:pt x="688" y="447"/>
                  <a:pt x="688" y="447"/>
                </a:cubicBezTo>
                <a:cubicBezTo>
                  <a:pt x="691" y="444"/>
                  <a:pt x="694" y="442"/>
                  <a:pt x="696" y="440"/>
                </a:cubicBezTo>
                <a:cubicBezTo>
                  <a:pt x="737" y="403"/>
                  <a:pt x="818" y="202"/>
                  <a:pt x="841" y="145"/>
                </a:cubicBezTo>
                <a:cubicBezTo>
                  <a:pt x="881" y="121"/>
                  <a:pt x="897" y="82"/>
                  <a:pt x="903" y="57"/>
                </a:cubicBezTo>
                <a:cubicBezTo>
                  <a:pt x="887" y="64"/>
                  <a:pt x="869" y="71"/>
                  <a:pt x="850" y="74"/>
                </a:cubicBezTo>
                <a:close/>
              </a:path>
            </a:pathLst>
          </a:custGeom>
          <a:solidFill>
            <a:srgbClr val="E51B24"/>
          </a:solidFill>
          <a:ln w="2438" cap="flat" cmpd="sng" algn="ctr">
            <a:noFill/>
            <a:prstDash val="solid"/>
            <a:round/>
            <a:headEnd type="none" w="med" len="med"/>
            <a:tailEnd type="none" w="med" len="med"/>
          </a:ln>
          <a:extLst>
            <a:ext uri="{91240B29-F687-4F45-9708-019B960494DF}">
              <a14:hiddenLine xmlns:a14="http://schemas.microsoft.com/office/drawing/2010/main" w="2438" cap="flat" cmpd="sng" algn="ctr">
                <a:solidFill>
                  <a:srgbClr val="FFFFFF"/>
                </a:solidFill>
                <a:prstDash val="solid"/>
                <a:round/>
                <a:headEnd type="none" w="med" len="med"/>
                <a:tailEnd type="none" w="med" len="med"/>
              </a14:hiddenLine>
            </a:ext>
          </a:extLst>
        </p:spPr>
        <p:txBody>
          <a:bodyPr vert="horz" wrap="square" lIns="23409" tIns="11704" rIns="23409" bIns="11704"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B6770"/>
              </a:solidFill>
              <a:effectLst/>
              <a:uLnTx/>
              <a:uFillTx/>
              <a:latin typeface="Calibri" panose="020F0502020204030204" pitchFamily="34" charset="0"/>
              <a:ea typeface="+mn-ea"/>
              <a:cs typeface="Calibri" panose="020F0502020204030204" pitchFamily="34" charset="0"/>
            </a:endParaRPr>
          </a:p>
        </p:txBody>
      </p:sp>
      <p:sp>
        <p:nvSpPr>
          <p:cNvPr id="179" name="Freeform 12">
            <a:extLst>
              <a:ext uri="{FF2B5EF4-FFF2-40B4-BE49-F238E27FC236}">
                <a16:creationId xmlns:a16="http://schemas.microsoft.com/office/drawing/2014/main" id="{DB001D81-2BBD-431C-AF94-D8538ED5FC54}"/>
              </a:ext>
            </a:extLst>
          </p:cNvPr>
          <p:cNvSpPr>
            <a:spLocks noEditPoints="1"/>
          </p:cNvSpPr>
          <p:nvPr/>
        </p:nvSpPr>
        <p:spPr bwMode="auto">
          <a:xfrm>
            <a:off x="6860124" y="2700630"/>
            <a:ext cx="459381" cy="471579"/>
          </a:xfrm>
          <a:custGeom>
            <a:avLst/>
            <a:gdLst>
              <a:gd name="T0" fmla="*/ 1683 w 1708"/>
              <a:gd name="T1" fmla="*/ 1653 h 1653"/>
              <a:gd name="T2" fmla="*/ 25 w 1708"/>
              <a:gd name="T3" fmla="*/ 1653 h 1653"/>
              <a:gd name="T4" fmla="*/ 5 w 1708"/>
              <a:gd name="T5" fmla="*/ 1625 h 1653"/>
              <a:gd name="T6" fmla="*/ 211 w 1708"/>
              <a:gd name="T7" fmla="*/ 1325 h 1653"/>
              <a:gd name="T8" fmla="*/ 443 w 1708"/>
              <a:gd name="T9" fmla="*/ 1272 h 1653"/>
              <a:gd name="T10" fmla="*/ 578 w 1708"/>
              <a:gd name="T11" fmla="*/ 1263 h 1653"/>
              <a:gd name="T12" fmla="*/ 848 w 1708"/>
              <a:gd name="T13" fmla="*/ 1484 h 1653"/>
              <a:gd name="T14" fmla="*/ 860 w 1708"/>
              <a:gd name="T15" fmla="*/ 1484 h 1653"/>
              <a:gd name="T16" fmla="*/ 1039 w 1708"/>
              <a:gd name="T17" fmla="*/ 1338 h 1653"/>
              <a:gd name="T18" fmla="*/ 1130 w 1708"/>
              <a:gd name="T19" fmla="*/ 1263 h 1653"/>
              <a:gd name="T20" fmla="*/ 1497 w 1708"/>
              <a:gd name="T21" fmla="*/ 1325 h 1653"/>
              <a:gd name="T22" fmla="*/ 1703 w 1708"/>
              <a:gd name="T23" fmla="*/ 1625 h 1653"/>
              <a:gd name="T24" fmla="*/ 1683 w 1708"/>
              <a:gd name="T25" fmla="*/ 1653 h 1653"/>
              <a:gd name="T26" fmla="*/ 1301 w 1708"/>
              <a:gd name="T27" fmla="*/ 537 h 1653"/>
              <a:gd name="T28" fmla="*/ 1303 w 1708"/>
              <a:gd name="T29" fmla="*/ 452 h 1653"/>
              <a:gd name="T30" fmla="*/ 857 w 1708"/>
              <a:gd name="T31" fmla="*/ 0 h 1653"/>
              <a:gd name="T32" fmla="*/ 411 w 1708"/>
              <a:gd name="T33" fmla="*/ 452 h 1653"/>
              <a:gd name="T34" fmla="*/ 436 w 1708"/>
              <a:gd name="T35" fmla="*/ 638 h 1653"/>
              <a:gd name="T36" fmla="*/ 612 w 1708"/>
              <a:gd name="T37" fmla="*/ 380 h 1653"/>
              <a:gd name="T38" fmla="*/ 655 w 1708"/>
              <a:gd name="T39" fmla="*/ 354 h 1653"/>
              <a:gd name="T40" fmla="*/ 1197 w 1708"/>
              <a:gd name="T41" fmla="*/ 675 h 1653"/>
              <a:gd name="T42" fmla="*/ 1262 w 1708"/>
              <a:gd name="T43" fmla="*/ 673 h 1653"/>
              <a:gd name="T44" fmla="*/ 1281 w 1708"/>
              <a:gd name="T45" fmla="*/ 665 h 1653"/>
              <a:gd name="T46" fmla="*/ 1333 w 1708"/>
              <a:gd name="T47" fmla="*/ 635 h 1653"/>
              <a:gd name="T48" fmla="*/ 1301 w 1708"/>
              <a:gd name="T49" fmla="*/ 537 h 16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708" h="1653">
                <a:moveTo>
                  <a:pt x="1683" y="1653"/>
                </a:moveTo>
                <a:cubicBezTo>
                  <a:pt x="25" y="1653"/>
                  <a:pt x="25" y="1653"/>
                  <a:pt x="25" y="1653"/>
                </a:cubicBezTo>
                <a:cubicBezTo>
                  <a:pt x="10" y="1653"/>
                  <a:pt x="0" y="1639"/>
                  <a:pt x="5" y="1625"/>
                </a:cubicBezTo>
                <a:cubicBezTo>
                  <a:pt x="31" y="1555"/>
                  <a:pt x="107" y="1373"/>
                  <a:pt x="211" y="1325"/>
                </a:cubicBezTo>
                <a:cubicBezTo>
                  <a:pt x="275" y="1296"/>
                  <a:pt x="367" y="1280"/>
                  <a:pt x="443" y="1272"/>
                </a:cubicBezTo>
                <a:cubicBezTo>
                  <a:pt x="518" y="1264"/>
                  <a:pt x="578" y="1263"/>
                  <a:pt x="578" y="1263"/>
                </a:cubicBezTo>
                <a:cubicBezTo>
                  <a:pt x="578" y="1263"/>
                  <a:pt x="761" y="1415"/>
                  <a:pt x="848" y="1484"/>
                </a:cubicBezTo>
                <a:cubicBezTo>
                  <a:pt x="852" y="1487"/>
                  <a:pt x="857" y="1487"/>
                  <a:pt x="860" y="1484"/>
                </a:cubicBezTo>
                <a:cubicBezTo>
                  <a:pt x="919" y="1437"/>
                  <a:pt x="986" y="1381"/>
                  <a:pt x="1039" y="1338"/>
                </a:cubicBezTo>
                <a:cubicBezTo>
                  <a:pt x="1092" y="1294"/>
                  <a:pt x="1130" y="1263"/>
                  <a:pt x="1130" y="1263"/>
                </a:cubicBezTo>
                <a:cubicBezTo>
                  <a:pt x="1130" y="1263"/>
                  <a:pt x="1368" y="1266"/>
                  <a:pt x="1497" y="1325"/>
                </a:cubicBezTo>
                <a:cubicBezTo>
                  <a:pt x="1601" y="1373"/>
                  <a:pt x="1677" y="1555"/>
                  <a:pt x="1703" y="1625"/>
                </a:cubicBezTo>
                <a:cubicBezTo>
                  <a:pt x="1708" y="1639"/>
                  <a:pt x="1698" y="1653"/>
                  <a:pt x="1683" y="1653"/>
                </a:cubicBezTo>
                <a:close/>
                <a:moveTo>
                  <a:pt x="1301" y="537"/>
                </a:moveTo>
                <a:cubicBezTo>
                  <a:pt x="1304" y="510"/>
                  <a:pt x="1303" y="481"/>
                  <a:pt x="1303" y="452"/>
                </a:cubicBezTo>
                <a:cubicBezTo>
                  <a:pt x="1303" y="202"/>
                  <a:pt x="1110" y="0"/>
                  <a:pt x="857" y="0"/>
                </a:cubicBezTo>
                <a:cubicBezTo>
                  <a:pt x="605" y="0"/>
                  <a:pt x="411" y="202"/>
                  <a:pt x="411" y="452"/>
                </a:cubicBezTo>
                <a:cubicBezTo>
                  <a:pt x="411" y="507"/>
                  <a:pt x="420" y="618"/>
                  <a:pt x="436" y="638"/>
                </a:cubicBezTo>
                <a:cubicBezTo>
                  <a:pt x="480" y="677"/>
                  <a:pt x="486" y="465"/>
                  <a:pt x="612" y="380"/>
                </a:cubicBezTo>
                <a:cubicBezTo>
                  <a:pt x="625" y="371"/>
                  <a:pt x="655" y="354"/>
                  <a:pt x="655" y="354"/>
                </a:cubicBezTo>
                <a:cubicBezTo>
                  <a:pt x="934" y="353"/>
                  <a:pt x="1146" y="647"/>
                  <a:pt x="1197" y="675"/>
                </a:cubicBezTo>
                <a:cubicBezTo>
                  <a:pt x="1214" y="685"/>
                  <a:pt x="1239" y="681"/>
                  <a:pt x="1262" y="673"/>
                </a:cubicBezTo>
                <a:cubicBezTo>
                  <a:pt x="1268" y="670"/>
                  <a:pt x="1275" y="668"/>
                  <a:pt x="1281" y="665"/>
                </a:cubicBezTo>
                <a:cubicBezTo>
                  <a:pt x="1310" y="651"/>
                  <a:pt x="1333" y="635"/>
                  <a:pt x="1333" y="635"/>
                </a:cubicBezTo>
                <a:cubicBezTo>
                  <a:pt x="1307" y="597"/>
                  <a:pt x="1299" y="561"/>
                  <a:pt x="1301" y="537"/>
                </a:cubicBezTo>
                <a:close/>
              </a:path>
            </a:pathLst>
          </a:custGeom>
          <a:solidFill>
            <a:srgbClr val="E51B2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B6770"/>
              </a:solidFill>
              <a:effectLst/>
              <a:uLnTx/>
              <a:uFillTx/>
              <a:latin typeface="Calibri" panose="020F0502020204030204" pitchFamily="34" charset="0"/>
              <a:ea typeface="+mn-ea"/>
              <a:cs typeface="Calibri" panose="020F0502020204030204" pitchFamily="34" charset="0"/>
            </a:endParaRPr>
          </a:p>
        </p:txBody>
      </p:sp>
      <p:sp>
        <p:nvSpPr>
          <p:cNvPr id="97" name="TextBox 96"/>
          <p:cNvSpPr txBox="1"/>
          <p:nvPr/>
        </p:nvSpPr>
        <p:spPr bwMode="gray">
          <a:xfrm>
            <a:off x="5548311" y="5121495"/>
            <a:ext cx="942789" cy="169277"/>
          </a:xfrm>
          <a:prstGeom prst="rect">
            <a:avLst/>
          </a:prstGeom>
          <a:noFill/>
          <a:ln>
            <a:noFill/>
          </a:ln>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575757"/>
                </a:solidFill>
                <a:effectLst/>
                <a:uLnTx/>
                <a:uFillTx/>
                <a:latin typeface="Calibri" panose="020F0502020204030204" pitchFamily="34" charset="0"/>
                <a:ea typeface="+mn-ea"/>
                <a:cs typeface="Calibri" panose="020F0502020204030204" pitchFamily="34" charset="0"/>
              </a:rPr>
              <a:t>Daily</a:t>
            </a:r>
          </a:p>
        </p:txBody>
      </p:sp>
      <p:grpSp>
        <p:nvGrpSpPr>
          <p:cNvPr id="5" name="Group 4"/>
          <p:cNvGrpSpPr/>
          <p:nvPr/>
        </p:nvGrpSpPr>
        <p:grpSpPr>
          <a:xfrm>
            <a:off x="5021808" y="4499080"/>
            <a:ext cx="923045" cy="915246"/>
            <a:chOff x="4830224" y="4608409"/>
            <a:chExt cx="923045" cy="915246"/>
          </a:xfrm>
        </p:grpSpPr>
        <p:sp>
          <p:nvSpPr>
            <p:cNvPr id="127" name="AutoShape 23">
              <a:extLst>
                <a:ext uri="{FF2B5EF4-FFF2-40B4-BE49-F238E27FC236}">
                  <a16:creationId xmlns:a16="http://schemas.microsoft.com/office/drawing/2014/main" id="{3659893E-A63E-43B3-9581-A797B0C717D4}"/>
                </a:ext>
              </a:extLst>
            </p:cNvPr>
            <p:cNvSpPr>
              <a:spLocks noChangeAspect="1" noChangeArrowheads="1" noTextEdit="1"/>
            </p:cNvSpPr>
            <p:nvPr/>
          </p:nvSpPr>
          <p:spPr bwMode="auto">
            <a:xfrm flipH="1">
              <a:off x="4830224" y="4608409"/>
              <a:ext cx="923045" cy="9152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B6770"/>
                </a:solidFill>
                <a:effectLst/>
                <a:uLnTx/>
                <a:uFillTx/>
                <a:latin typeface="Trebuchet MS"/>
                <a:ea typeface="+mn-ea"/>
                <a:cs typeface="+mn-cs"/>
              </a:endParaRPr>
            </a:p>
          </p:txBody>
        </p:sp>
        <p:sp>
          <p:nvSpPr>
            <p:cNvPr id="128" name="Freeform 25">
              <a:extLst>
                <a:ext uri="{FF2B5EF4-FFF2-40B4-BE49-F238E27FC236}">
                  <a16:creationId xmlns:a16="http://schemas.microsoft.com/office/drawing/2014/main" id="{428B800B-7BCF-495B-A3E0-A8B64B387C09}"/>
                </a:ext>
              </a:extLst>
            </p:cNvPr>
            <p:cNvSpPr>
              <a:spLocks noEditPoints="1"/>
            </p:cNvSpPr>
            <p:nvPr/>
          </p:nvSpPr>
          <p:spPr bwMode="auto">
            <a:xfrm flipH="1">
              <a:off x="4951914" y="4682773"/>
              <a:ext cx="679666" cy="765883"/>
            </a:xfrm>
            <a:custGeom>
              <a:avLst/>
              <a:gdLst>
                <a:gd name="T0" fmla="*/ 1693 w 1696"/>
                <a:gd name="T1" fmla="*/ 1152 h 1928"/>
                <a:gd name="T2" fmla="*/ 1394 w 1696"/>
                <a:gd name="T3" fmla="*/ 1637 h 1928"/>
                <a:gd name="T4" fmla="*/ 865 w 1696"/>
                <a:gd name="T5" fmla="*/ 1831 h 1928"/>
                <a:gd name="T6" fmla="*/ 924 w 1696"/>
                <a:gd name="T7" fmla="*/ 1891 h 1928"/>
                <a:gd name="T8" fmla="*/ 923 w 1696"/>
                <a:gd name="T9" fmla="*/ 1922 h 1928"/>
                <a:gd name="T10" fmla="*/ 908 w 1696"/>
                <a:gd name="T11" fmla="*/ 1928 h 1928"/>
                <a:gd name="T12" fmla="*/ 892 w 1696"/>
                <a:gd name="T13" fmla="*/ 1922 h 1928"/>
                <a:gd name="T14" fmla="*/ 796 w 1696"/>
                <a:gd name="T15" fmla="*/ 1823 h 1928"/>
                <a:gd name="T16" fmla="*/ 796 w 1696"/>
                <a:gd name="T17" fmla="*/ 1791 h 1928"/>
                <a:gd name="T18" fmla="*/ 895 w 1696"/>
                <a:gd name="T19" fmla="*/ 1695 h 1928"/>
                <a:gd name="T20" fmla="*/ 926 w 1696"/>
                <a:gd name="T21" fmla="*/ 1695 h 1928"/>
                <a:gd name="T22" fmla="*/ 926 w 1696"/>
                <a:gd name="T23" fmla="*/ 1726 h 1928"/>
                <a:gd name="T24" fmla="*/ 864 w 1696"/>
                <a:gd name="T25" fmla="*/ 1787 h 1928"/>
                <a:gd name="T26" fmla="*/ 1650 w 1696"/>
                <a:gd name="T27" fmla="*/ 1143 h 1928"/>
                <a:gd name="T28" fmla="*/ 1677 w 1696"/>
                <a:gd name="T29" fmla="*/ 1126 h 1928"/>
                <a:gd name="T30" fmla="*/ 1693 w 1696"/>
                <a:gd name="T31" fmla="*/ 1152 h 1928"/>
                <a:gd name="T32" fmla="*/ 900 w 1696"/>
                <a:gd name="T33" fmla="*/ 107 h 1928"/>
                <a:gd name="T34" fmla="*/ 804 w 1696"/>
                <a:gd name="T35" fmla="*/ 8 h 1928"/>
                <a:gd name="T36" fmla="*/ 773 w 1696"/>
                <a:gd name="T37" fmla="*/ 8 h 1928"/>
                <a:gd name="T38" fmla="*/ 772 w 1696"/>
                <a:gd name="T39" fmla="*/ 39 h 1928"/>
                <a:gd name="T40" fmla="*/ 831 w 1696"/>
                <a:gd name="T41" fmla="*/ 99 h 1928"/>
                <a:gd name="T42" fmla="*/ 302 w 1696"/>
                <a:gd name="T43" fmla="*/ 293 h 1928"/>
                <a:gd name="T44" fmla="*/ 3 w 1696"/>
                <a:gd name="T45" fmla="*/ 778 h 1928"/>
                <a:gd name="T46" fmla="*/ 19 w 1696"/>
                <a:gd name="T47" fmla="*/ 804 h 1928"/>
                <a:gd name="T48" fmla="*/ 24 w 1696"/>
                <a:gd name="T49" fmla="*/ 804 h 1928"/>
                <a:gd name="T50" fmla="*/ 46 w 1696"/>
                <a:gd name="T51" fmla="*/ 787 h 1928"/>
                <a:gd name="T52" fmla="*/ 832 w 1696"/>
                <a:gd name="T53" fmla="*/ 143 h 1928"/>
                <a:gd name="T54" fmla="*/ 770 w 1696"/>
                <a:gd name="T55" fmla="*/ 204 h 1928"/>
                <a:gd name="T56" fmla="*/ 770 w 1696"/>
                <a:gd name="T57" fmla="*/ 235 h 1928"/>
                <a:gd name="T58" fmla="*/ 786 w 1696"/>
                <a:gd name="T59" fmla="*/ 241 h 1928"/>
                <a:gd name="T60" fmla="*/ 801 w 1696"/>
                <a:gd name="T61" fmla="*/ 235 h 1928"/>
                <a:gd name="T62" fmla="*/ 900 w 1696"/>
                <a:gd name="T63" fmla="*/ 139 h 1928"/>
                <a:gd name="T64" fmla="*/ 900 w 1696"/>
                <a:gd name="T65" fmla="*/ 107 h 19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696" h="1928">
                  <a:moveTo>
                    <a:pt x="1693" y="1152"/>
                  </a:moveTo>
                  <a:cubicBezTo>
                    <a:pt x="1652" y="1342"/>
                    <a:pt x="1545" y="1514"/>
                    <a:pt x="1394" y="1637"/>
                  </a:cubicBezTo>
                  <a:cubicBezTo>
                    <a:pt x="1245" y="1759"/>
                    <a:pt x="1057" y="1827"/>
                    <a:pt x="865" y="1831"/>
                  </a:cubicBezTo>
                  <a:cubicBezTo>
                    <a:pt x="924" y="1891"/>
                    <a:pt x="924" y="1891"/>
                    <a:pt x="924" y="1891"/>
                  </a:cubicBezTo>
                  <a:cubicBezTo>
                    <a:pt x="932" y="1900"/>
                    <a:pt x="932" y="1914"/>
                    <a:pt x="923" y="1922"/>
                  </a:cubicBezTo>
                  <a:cubicBezTo>
                    <a:pt x="919" y="1926"/>
                    <a:pt x="913" y="1928"/>
                    <a:pt x="908" y="1928"/>
                  </a:cubicBezTo>
                  <a:cubicBezTo>
                    <a:pt x="902" y="1928"/>
                    <a:pt x="896" y="1926"/>
                    <a:pt x="892" y="1922"/>
                  </a:cubicBezTo>
                  <a:cubicBezTo>
                    <a:pt x="796" y="1823"/>
                    <a:pt x="796" y="1823"/>
                    <a:pt x="796" y="1823"/>
                  </a:cubicBezTo>
                  <a:cubicBezTo>
                    <a:pt x="787" y="1814"/>
                    <a:pt x="787" y="1800"/>
                    <a:pt x="796" y="1791"/>
                  </a:cubicBezTo>
                  <a:cubicBezTo>
                    <a:pt x="895" y="1695"/>
                    <a:pt x="895" y="1695"/>
                    <a:pt x="895" y="1695"/>
                  </a:cubicBezTo>
                  <a:cubicBezTo>
                    <a:pt x="904" y="1686"/>
                    <a:pt x="918" y="1687"/>
                    <a:pt x="926" y="1695"/>
                  </a:cubicBezTo>
                  <a:cubicBezTo>
                    <a:pt x="935" y="1704"/>
                    <a:pt x="934" y="1718"/>
                    <a:pt x="926" y="1726"/>
                  </a:cubicBezTo>
                  <a:cubicBezTo>
                    <a:pt x="864" y="1787"/>
                    <a:pt x="864" y="1787"/>
                    <a:pt x="864" y="1787"/>
                  </a:cubicBezTo>
                  <a:cubicBezTo>
                    <a:pt x="1240" y="1779"/>
                    <a:pt x="1569" y="1511"/>
                    <a:pt x="1650" y="1143"/>
                  </a:cubicBezTo>
                  <a:cubicBezTo>
                    <a:pt x="1653" y="1131"/>
                    <a:pt x="1665" y="1124"/>
                    <a:pt x="1677" y="1126"/>
                  </a:cubicBezTo>
                  <a:cubicBezTo>
                    <a:pt x="1689" y="1129"/>
                    <a:pt x="1696" y="1141"/>
                    <a:pt x="1693" y="1152"/>
                  </a:cubicBezTo>
                  <a:close/>
                  <a:moveTo>
                    <a:pt x="900" y="107"/>
                  </a:moveTo>
                  <a:cubicBezTo>
                    <a:pt x="804" y="8"/>
                    <a:pt x="804" y="8"/>
                    <a:pt x="804" y="8"/>
                  </a:cubicBezTo>
                  <a:cubicBezTo>
                    <a:pt x="795" y="0"/>
                    <a:pt x="782" y="0"/>
                    <a:pt x="773" y="8"/>
                  </a:cubicBezTo>
                  <a:cubicBezTo>
                    <a:pt x="764" y="17"/>
                    <a:pt x="764" y="30"/>
                    <a:pt x="772" y="39"/>
                  </a:cubicBezTo>
                  <a:cubicBezTo>
                    <a:pt x="831" y="99"/>
                    <a:pt x="831" y="99"/>
                    <a:pt x="831" y="99"/>
                  </a:cubicBezTo>
                  <a:cubicBezTo>
                    <a:pt x="639" y="103"/>
                    <a:pt x="451" y="172"/>
                    <a:pt x="302" y="293"/>
                  </a:cubicBezTo>
                  <a:cubicBezTo>
                    <a:pt x="151" y="416"/>
                    <a:pt x="44" y="588"/>
                    <a:pt x="3" y="778"/>
                  </a:cubicBezTo>
                  <a:cubicBezTo>
                    <a:pt x="0" y="789"/>
                    <a:pt x="7" y="801"/>
                    <a:pt x="19" y="804"/>
                  </a:cubicBezTo>
                  <a:cubicBezTo>
                    <a:pt x="21" y="804"/>
                    <a:pt x="23" y="804"/>
                    <a:pt x="24" y="804"/>
                  </a:cubicBezTo>
                  <a:cubicBezTo>
                    <a:pt x="34" y="804"/>
                    <a:pt x="43" y="797"/>
                    <a:pt x="46" y="787"/>
                  </a:cubicBezTo>
                  <a:cubicBezTo>
                    <a:pt x="127" y="419"/>
                    <a:pt x="456" y="151"/>
                    <a:pt x="832" y="143"/>
                  </a:cubicBezTo>
                  <a:cubicBezTo>
                    <a:pt x="770" y="204"/>
                    <a:pt x="770" y="204"/>
                    <a:pt x="770" y="204"/>
                  </a:cubicBezTo>
                  <a:cubicBezTo>
                    <a:pt x="762" y="212"/>
                    <a:pt x="761" y="226"/>
                    <a:pt x="770" y="235"/>
                  </a:cubicBezTo>
                  <a:cubicBezTo>
                    <a:pt x="774" y="239"/>
                    <a:pt x="780" y="241"/>
                    <a:pt x="786" y="241"/>
                  </a:cubicBezTo>
                  <a:cubicBezTo>
                    <a:pt x="791" y="241"/>
                    <a:pt x="797" y="239"/>
                    <a:pt x="801" y="235"/>
                  </a:cubicBezTo>
                  <a:cubicBezTo>
                    <a:pt x="900" y="139"/>
                    <a:pt x="900" y="139"/>
                    <a:pt x="900" y="139"/>
                  </a:cubicBezTo>
                  <a:cubicBezTo>
                    <a:pt x="909" y="130"/>
                    <a:pt x="909" y="116"/>
                    <a:pt x="900" y="107"/>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B6770"/>
                </a:solidFill>
                <a:effectLst/>
                <a:uLnTx/>
                <a:uFillTx/>
                <a:latin typeface="Calibri" panose="020F0502020204030204" pitchFamily="34" charset="0"/>
                <a:ea typeface="+mn-ea"/>
                <a:cs typeface="Calibri" panose="020F0502020204030204" pitchFamily="34" charset="0"/>
              </a:endParaRPr>
            </a:p>
          </p:txBody>
        </p:sp>
        <p:sp>
          <p:nvSpPr>
            <p:cNvPr id="129" name="Freeform 26">
              <a:extLst>
                <a:ext uri="{FF2B5EF4-FFF2-40B4-BE49-F238E27FC236}">
                  <a16:creationId xmlns:a16="http://schemas.microsoft.com/office/drawing/2014/main" id="{6C176381-1432-4B8C-A2F8-2DE04B2F16FA}"/>
                </a:ext>
              </a:extLst>
            </p:cNvPr>
            <p:cNvSpPr>
              <a:spLocks noEditPoints="1"/>
            </p:cNvSpPr>
            <p:nvPr/>
          </p:nvSpPr>
          <p:spPr bwMode="auto">
            <a:xfrm flipH="1">
              <a:off x="4905077" y="4729171"/>
              <a:ext cx="773339" cy="672875"/>
            </a:xfrm>
            <a:custGeom>
              <a:avLst/>
              <a:gdLst>
                <a:gd name="T0" fmla="*/ 1922 w 1930"/>
                <a:gd name="T1" fmla="*/ 804 h 1694"/>
                <a:gd name="T2" fmla="*/ 1823 w 1930"/>
                <a:gd name="T3" fmla="*/ 900 h 1694"/>
                <a:gd name="T4" fmla="*/ 1807 w 1930"/>
                <a:gd name="T5" fmla="*/ 907 h 1694"/>
                <a:gd name="T6" fmla="*/ 1791 w 1930"/>
                <a:gd name="T7" fmla="*/ 900 h 1694"/>
                <a:gd name="T8" fmla="*/ 1695 w 1930"/>
                <a:gd name="T9" fmla="*/ 801 h 1694"/>
                <a:gd name="T10" fmla="*/ 1695 w 1930"/>
                <a:gd name="T11" fmla="*/ 770 h 1694"/>
                <a:gd name="T12" fmla="*/ 1726 w 1930"/>
                <a:gd name="T13" fmla="*/ 770 h 1694"/>
                <a:gd name="T14" fmla="*/ 1787 w 1930"/>
                <a:gd name="T15" fmla="*/ 832 h 1694"/>
                <a:gd name="T16" fmla="*/ 1143 w 1930"/>
                <a:gd name="T17" fmla="*/ 46 h 1694"/>
                <a:gd name="T18" fmla="*/ 1126 w 1930"/>
                <a:gd name="T19" fmla="*/ 19 h 1694"/>
                <a:gd name="T20" fmla="*/ 1152 w 1930"/>
                <a:gd name="T21" fmla="*/ 3 h 1694"/>
                <a:gd name="T22" fmla="*/ 1637 w 1930"/>
                <a:gd name="T23" fmla="*/ 302 h 1694"/>
                <a:gd name="T24" fmla="*/ 1831 w 1930"/>
                <a:gd name="T25" fmla="*/ 831 h 1694"/>
                <a:gd name="T26" fmla="*/ 1891 w 1930"/>
                <a:gd name="T27" fmla="*/ 772 h 1694"/>
                <a:gd name="T28" fmla="*/ 1922 w 1930"/>
                <a:gd name="T29" fmla="*/ 773 h 1694"/>
                <a:gd name="T30" fmla="*/ 1922 w 1930"/>
                <a:gd name="T31" fmla="*/ 804 h 1694"/>
                <a:gd name="T32" fmla="*/ 787 w 1930"/>
                <a:gd name="T33" fmla="*/ 1651 h 1694"/>
                <a:gd name="T34" fmla="*/ 143 w 1930"/>
                <a:gd name="T35" fmla="*/ 864 h 1694"/>
                <a:gd name="T36" fmla="*/ 204 w 1930"/>
                <a:gd name="T37" fmla="*/ 926 h 1694"/>
                <a:gd name="T38" fmla="*/ 219 w 1930"/>
                <a:gd name="T39" fmla="*/ 932 h 1694"/>
                <a:gd name="T40" fmla="*/ 235 w 1930"/>
                <a:gd name="T41" fmla="*/ 926 h 1694"/>
                <a:gd name="T42" fmla="*/ 235 w 1930"/>
                <a:gd name="T43" fmla="*/ 895 h 1694"/>
                <a:gd name="T44" fmla="*/ 139 w 1930"/>
                <a:gd name="T45" fmla="*/ 796 h 1694"/>
                <a:gd name="T46" fmla="*/ 107 w 1930"/>
                <a:gd name="T47" fmla="*/ 796 h 1694"/>
                <a:gd name="T48" fmla="*/ 8 w 1930"/>
                <a:gd name="T49" fmla="*/ 892 h 1694"/>
                <a:gd name="T50" fmla="*/ 8 w 1930"/>
                <a:gd name="T51" fmla="*/ 923 h 1694"/>
                <a:gd name="T52" fmla="*/ 39 w 1930"/>
                <a:gd name="T53" fmla="*/ 924 h 1694"/>
                <a:gd name="T54" fmla="*/ 99 w 1930"/>
                <a:gd name="T55" fmla="*/ 865 h 1694"/>
                <a:gd name="T56" fmla="*/ 293 w 1930"/>
                <a:gd name="T57" fmla="*/ 1394 h 1694"/>
                <a:gd name="T58" fmla="*/ 778 w 1930"/>
                <a:gd name="T59" fmla="*/ 1693 h 1694"/>
                <a:gd name="T60" fmla="*/ 782 w 1930"/>
                <a:gd name="T61" fmla="*/ 1694 h 1694"/>
                <a:gd name="T62" fmla="*/ 804 w 1930"/>
                <a:gd name="T63" fmla="*/ 1677 h 1694"/>
                <a:gd name="T64" fmla="*/ 787 w 1930"/>
                <a:gd name="T65" fmla="*/ 1651 h 1694"/>
                <a:gd name="T66" fmla="*/ 1473 w 1930"/>
                <a:gd name="T67" fmla="*/ 848 h 1694"/>
                <a:gd name="T68" fmla="*/ 965 w 1930"/>
                <a:gd name="T69" fmla="*/ 1356 h 1694"/>
                <a:gd name="T70" fmla="*/ 457 w 1930"/>
                <a:gd name="T71" fmla="*/ 848 h 1694"/>
                <a:gd name="T72" fmla="*/ 965 w 1930"/>
                <a:gd name="T73" fmla="*/ 340 h 1694"/>
                <a:gd name="T74" fmla="*/ 1473 w 1930"/>
                <a:gd name="T75" fmla="*/ 848 h 1694"/>
                <a:gd name="T76" fmla="*/ 1290 w 1930"/>
                <a:gd name="T77" fmla="*/ 639 h 1694"/>
                <a:gd name="T78" fmla="*/ 1259 w 1930"/>
                <a:gd name="T79" fmla="*/ 640 h 1694"/>
                <a:gd name="T80" fmla="*/ 921 w 1930"/>
                <a:gd name="T81" fmla="*/ 988 h 1694"/>
                <a:gd name="T82" fmla="*/ 735 w 1930"/>
                <a:gd name="T83" fmla="*/ 819 h 1694"/>
                <a:gd name="T84" fmla="*/ 704 w 1930"/>
                <a:gd name="T85" fmla="*/ 820 h 1694"/>
                <a:gd name="T86" fmla="*/ 705 w 1930"/>
                <a:gd name="T87" fmla="*/ 851 h 1694"/>
                <a:gd name="T88" fmla="*/ 907 w 1930"/>
                <a:gd name="T89" fmla="*/ 1035 h 1694"/>
                <a:gd name="T90" fmla="*/ 922 w 1930"/>
                <a:gd name="T91" fmla="*/ 1041 h 1694"/>
                <a:gd name="T92" fmla="*/ 937 w 1930"/>
                <a:gd name="T93" fmla="*/ 1034 h 1694"/>
                <a:gd name="T94" fmla="*/ 1290 w 1930"/>
                <a:gd name="T95" fmla="*/ 671 h 1694"/>
                <a:gd name="T96" fmla="*/ 1290 w 1930"/>
                <a:gd name="T97" fmla="*/ 639 h 16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1930" h="1694">
                  <a:moveTo>
                    <a:pt x="1922" y="804"/>
                  </a:moveTo>
                  <a:cubicBezTo>
                    <a:pt x="1823" y="900"/>
                    <a:pt x="1823" y="900"/>
                    <a:pt x="1823" y="900"/>
                  </a:cubicBezTo>
                  <a:cubicBezTo>
                    <a:pt x="1818" y="905"/>
                    <a:pt x="1813" y="907"/>
                    <a:pt x="1807" y="907"/>
                  </a:cubicBezTo>
                  <a:cubicBezTo>
                    <a:pt x="1801" y="907"/>
                    <a:pt x="1796" y="904"/>
                    <a:pt x="1791" y="900"/>
                  </a:cubicBezTo>
                  <a:cubicBezTo>
                    <a:pt x="1695" y="801"/>
                    <a:pt x="1695" y="801"/>
                    <a:pt x="1695" y="801"/>
                  </a:cubicBezTo>
                  <a:cubicBezTo>
                    <a:pt x="1686" y="792"/>
                    <a:pt x="1687" y="778"/>
                    <a:pt x="1695" y="770"/>
                  </a:cubicBezTo>
                  <a:cubicBezTo>
                    <a:pt x="1704" y="761"/>
                    <a:pt x="1718" y="762"/>
                    <a:pt x="1726" y="770"/>
                  </a:cubicBezTo>
                  <a:cubicBezTo>
                    <a:pt x="1787" y="832"/>
                    <a:pt x="1787" y="832"/>
                    <a:pt x="1787" y="832"/>
                  </a:cubicBezTo>
                  <a:cubicBezTo>
                    <a:pt x="1779" y="456"/>
                    <a:pt x="1511" y="127"/>
                    <a:pt x="1143" y="46"/>
                  </a:cubicBezTo>
                  <a:cubicBezTo>
                    <a:pt x="1131" y="43"/>
                    <a:pt x="1124" y="31"/>
                    <a:pt x="1126" y="19"/>
                  </a:cubicBezTo>
                  <a:cubicBezTo>
                    <a:pt x="1129" y="8"/>
                    <a:pt x="1141" y="0"/>
                    <a:pt x="1152" y="3"/>
                  </a:cubicBezTo>
                  <a:cubicBezTo>
                    <a:pt x="1342" y="44"/>
                    <a:pt x="1514" y="151"/>
                    <a:pt x="1637" y="302"/>
                  </a:cubicBezTo>
                  <a:cubicBezTo>
                    <a:pt x="1759" y="451"/>
                    <a:pt x="1827" y="639"/>
                    <a:pt x="1831" y="831"/>
                  </a:cubicBezTo>
                  <a:cubicBezTo>
                    <a:pt x="1891" y="772"/>
                    <a:pt x="1891" y="772"/>
                    <a:pt x="1891" y="772"/>
                  </a:cubicBezTo>
                  <a:cubicBezTo>
                    <a:pt x="1900" y="764"/>
                    <a:pt x="1914" y="764"/>
                    <a:pt x="1922" y="773"/>
                  </a:cubicBezTo>
                  <a:cubicBezTo>
                    <a:pt x="1930" y="781"/>
                    <a:pt x="1930" y="795"/>
                    <a:pt x="1922" y="804"/>
                  </a:cubicBezTo>
                  <a:close/>
                  <a:moveTo>
                    <a:pt x="787" y="1651"/>
                  </a:moveTo>
                  <a:cubicBezTo>
                    <a:pt x="419" y="1569"/>
                    <a:pt x="151" y="1240"/>
                    <a:pt x="143" y="864"/>
                  </a:cubicBezTo>
                  <a:cubicBezTo>
                    <a:pt x="204" y="926"/>
                    <a:pt x="204" y="926"/>
                    <a:pt x="204" y="926"/>
                  </a:cubicBezTo>
                  <a:cubicBezTo>
                    <a:pt x="208" y="930"/>
                    <a:pt x="214" y="932"/>
                    <a:pt x="219" y="932"/>
                  </a:cubicBezTo>
                  <a:cubicBezTo>
                    <a:pt x="225" y="932"/>
                    <a:pt x="230" y="930"/>
                    <a:pt x="235" y="926"/>
                  </a:cubicBezTo>
                  <a:cubicBezTo>
                    <a:pt x="243" y="918"/>
                    <a:pt x="244" y="904"/>
                    <a:pt x="235" y="895"/>
                  </a:cubicBezTo>
                  <a:cubicBezTo>
                    <a:pt x="139" y="796"/>
                    <a:pt x="139" y="796"/>
                    <a:pt x="139" y="796"/>
                  </a:cubicBezTo>
                  <a:cubicBezTo>
                    <a:pt x="130" y="787"/>
                    <a:pt x="116" y="787"/>
                    <a:pt x="107" y="796"/>
                  </a:cubicBezTo>
                  <a:cubicBezTo>
                    <a:pt x="8" y="892"/>
                    <a:pt x="8" y="892"/>
                    <a:pt x="8" y="892"/>
                  </a:cubicBezTo>
                  <a:cubicBezTo>
                    <a:pt x="0" y="901"/>
                    <a:pt x="0" y="915"/>
                    <a:pt x="8" y="923"/>
                  </a:cubicBezTo>
                  <a:cubicBezTo>
                    <a:pt x="16" y="932"/>
                    <a:pt x="30" y="932"/>
                    <a:pt x="39" y="924"/>
                  </a:cubicBezTo>
                  <a:cubicBezTo>
                    <a:pt x="99" y="865"/>
                    <a:pt x="99" y="865"/>
                    <a:pt x="99" y="865"/>
                  </a:cubicBezTo>
                  <a:cubicBezTo>
                    <a:pt x="103" y="1057"/>
                    <a:pt x="172" y="1245"/>
                    <a:pt x="293" y="1394"/>
                  </a:cubicBezTo>
                  <a:cubicBezTo>
                    <a:pt x="416" y="1545"/>
                    <a:pt x="588" y="1652"/>
                    <a:pt x="778" y="1693"/>
                  </a:cubicBezTo>
                  <a:cubicBezTo>
                    <a:pt x="779" y="1694"/>
                    <a:pt x="781" y="1694"/>
                    <a:pt x="782" y="1694"/>
                  </a:cubicBezTo>
                  <a:cubicBezTo>
                    <a:pt x="792" y="1694"/>
                    <a:pt x="802" y="1687"/>
                    <a:pt x="804" y="1677"/>
                  </a:cubicBezTo>
                  <a:cubicBezTo>
                    <a:pt x="806" y="1665"/>
                    <a:pt x="799" y="1653"/>
                    <a:pt x="787" y="1651"/>
                  </a:cubicBezTo>
                  <a:close/>
                  <a:moveTo>
                    <a:pt x="1473" y="848"/>
                  </a:moveTo>
                  <a:cubicBezTo>
                    <a:pt x="1473" y="1129"/>
                    <a:pt x="1246" y="1356"/>
                    <a:pt x="965" y="1356"/>
                  </a:cubicBezTo>
                  <a:cubicBezTo>
                    <a:pt x="684" y="1356"/>
                    <a:pt x="457" y="1129"/>
                    <a:pt x="457" y="848"/>
                  </a:cubicBezTo>
                  <a:cubicBezTo>
                    <a:pt x="457" y="567"/>
                    <a:pt x="684" y="340"/>
                    <a:pt x="965" y="340"/>
                  </a:cubicBezTo>
                  <a:cubicBezTo>
                    <a:pt x="1246" y="340"/>
                    <a:pt x="1473" y="567"/>
                    <a:pt x="1473" y="848"/>
                  </a:cubicBezTo>
                  <a:close/>
                  <a:moveTo>
                    <a:pt x="1290" y="639"/>
                  </a:moveTo>
                  <a:cubicBezTo>
                    <a:pt x="1281" y="631"/>
                    <a:pt x="1267" y="631"/>
                    <a:pt x="1259" y="640"/>
                  </a:cubicBezTo>
                  <a:cubicBezTo>
                    <a:pt x="921" y="988"/>
                    <a:pt x="921" y="988"/>
                    <a:pt x="921" y="988"/>
                  </a:cubicBezTo>
                  <a:cubicBezTo>
                    <a:pt x="735" y="819"/>
                    <a:pt x="735" y="819"/>
                    <a:pt x="735" y="819"/>
                  </a:cubicBezTo>
                  <a:cubicBezTo>
                    <a:pt x="726" y="810"/>
                    <a:pt x="712" y="811"/>
                    <a:pt x="704" y="820"/>
                  </a:cubicBezTo>
                  <a:cubicBezTo>
                    <a:pt x="696" y="829"/>
                    <a:pt x="696" y="843"/>
                    <a:pt x="705" y="851"/>
                  </a:cubicBezTo>
                  <a:cubicBezTo>
                    <a:pt x="907" y="1035"/>
                    <a:pt x="907" y="1035"/>
                    <a:pt x="907" y="1035"/>
                  </a:cubicBezTo>
                  <a:cubicBezTo>
                    <a:pt x="911" y="1039"/>
                    <a:pt x="916" y="1041"/>
                    <a:pt x="922" y="1041"/>
                  </a:cubicBezTo>
                  <a:cubicBezTo>
                    <a:pt x="927" y="1041"/>
                    <a:pt x="933" y="1039"/>
                    <a:pt x="937" y="1034"/>
                  </a:cubicBezTo>
                  <a:cubicBezTo>
                    <a:pt x="1290" y="671"/>
                    <a:pt x="1290" y="671"/>
                    <a:pt x="1290" y="671"/>
                  </a:cubicBezTo>
                  <a:cubicBezTo>
                    <a:pt x="1299" y="662"/>
                    <a:pt x="1299" y="648"/>
                    <a:pt x="1290" y="639"/>
                  </a:cubicBez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B6770"/>
                </a:solidFill>
                <a:effectLst/>
                <a:uLnTx/>
                <a:uFillTx/>
                <a:latin typeface="Calibri" panose="020F0502020204030204" pitchFamily="34" charset="0"/>
                <a:ea typeface="+mn-ea"/>
                <a:cs typeface="Calibri" panose="020F0502020204030204" pitchFamily="34" charset="0"/>
              </a:endParaRPr>
            </a:p>
          </p:txBody>
        </p:sp>
        <p:sp>
          <p:nvSpPr>
            <p:cNvPr id="98" name="Oval 20"/>
            <p:cNvSpPr>
              <a:spLocks noChangeArrowheads="1"/>
            </p:cNvSpPr>
            <p:nvPr/>
          </p:nvSpPr>
          <p:spPr bwMode="auto">
            <a:xfrm>
              <a:off x="5115889" y="4918233"/>
              <a:ext cx="337472" cy="276468"/>
            </a:xfrm>
            <a:prstGeom prst="ellipse">
              <a:avLst/>
            </a:prstGeom>
            <a:solidFill>
              <a:schemeClr val="tx2"/>
            </a:solidFill>
            <a:ln>
              <a:noFill/>
            </a:ln>
          </p:spPr>
          <p:txBody>
            <a:bodyPr vert="horz" wrap="squar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FFFFFF"/>
                </a:solidFill>
                <a:effectLst/>
                <a:uLnTx/>
                <a:uFillTx/>
                <a:latin typeface="Calibri" panose="020F0502020204030204" pitchFamily="34" charset="0"/>
                <a:ea typeface="+mn-ea"/>
                <a:cs typeface="Calibri" panose="020F0502020204030204" pitchFamily="34" charset="0"/>
              </a:endParaRPr>
            </a:p>
          </p:txBody>
        </p:sp>
      </p:grpSp>
      <p:sp>
        <p:nvSpPr>
          <p:cNvPr id="104" name="Freeform 17"/>
          <p:cNvSpPr>
            <a:spLocks/>
          </p:cNvSpPr>
          <p:nvPr/>
        </p:nvSpPr>
        <p:spPr bwMode="auto">
          <a:xfrm>
            <a:off x="5353618" y="4863593"/>
            <a:ext cx="238813" cy="215677"/>
          </a:xfrm>
          <a:custGeom>
            <a:avLst/>
            <a:gdLst>
              <a:gd name="T0" fmla="*/ 36 w 84"/>
              <a:gd name="T1" fmla="*/ 67 h 81"/>
              <a:gd name="T2" fmla="*/ 7 w 84"/>
              <a:gd name="T3" fmla="*/ 39 h 81"/>
              <a:gd name="T4" fmla="*/ 0 w 84"/>
              <a:gd name="T5" fmla="*/ 45 h 81"/>
              <a:gd name="T6" fmla="*/ 38 w 84"/>
              <a:gd name="T7" fmla="*/ 81 h 81"/>
              <a:gd name="T8" fmla="*/ 84 w 84"/>
              <a:gd name="T9" fmla="*/ 4 h 81"/>
              <a:gd name="T10" fmla="*/ 76 w 84"/>
              <a:gd name="T11" fmla="*/ 0 h 81"/>
              <a:gd name="T12" fmla="*/ 36 w 84"/>
              <a:gd name="T13" fmla="*/ 67 h 81"/>
            </a:gdLst>
            <a:ahLst/>
            <a:cxnLst>
              <a:cxn ang="0">
                <a:pos x="T0" y="T1"/>
              </a:cxn>
              <a:cxn ang="0">
                <a:pos x="T2" y="T3"/>
              </a:cxn>
              <a:cxn ang="0">
                <a:pos x="T4" y="T5"/>
              </a:cxn>
              <a:cxn ang="0">
                <a:pos x="T6" y="T7"/>
              </a:cxn>
              <a:cxn ang="0">
                <a:pos x="T8" y="T9"/>
              </a:cxn>
              <a:cxn ang="0">
                <a:pos x="T10" y="T11"/>
              </a:cxn>
              <a:cxn ang="0">
                <a:pos x="T12" y="T13"/>
              </a:cxn>
            </a:cxnLst>
            <a:rect l="0" t="0" r="r" b="b"/>
            <a:pathLst>
              <a:path w="84" h="81">
                <a:moveTo>
                  <a:pt x="36" y="67"/>
                </a:moveTo>
                <a:lnTo>
                  <a:pt x="7" y="39"/>
                </a:lnTo>
                <a:lnTo>
                  <a:pt x="0" y="45"/>
                </a:lnTo>
                <a:lnTo>
                  <a:pt x="38" y="81"/>
                </a:lnTo>
                <a:lnTo>
                  <a:pt x="84" y="4"/>
                </a:lnTo>
                <a:lnTo>
                  <a:pt x="76" y="0"/>
                </a:lnTo>
                <a:lnTo>
                  <a:pt x="36" y="67"/>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B6770"/>
              </a:solidFill>
              <a:effectLst/>
              <a:uLnTx/>
              <a:uFillTx/>
              <a:latin typeface="Calibri" panose="020F0502020204030204" pitchFamily="34" charset="0"/>
              <a:ea typeface="+mn-ea"/>
              <a:cs typeface="Calibri" panose="020F0502020204030204" pitchFamily="34" charset="0"/>
            </a:endParaRPr>
          </a:p>
        </p:txBody>
      </p:sp>
      <p:sp>
        <p:nvSpPr>
          <p:cNvPr id="7" name="TextBox 6">
            <a:extLst>
              <a:ext uri="{FF2B5EF4-FFF2-40B4-BE49-F238E27FC236}">
                <a16:creationId xmlns:a16="http://schemas.microsoft.com/office/drawing/2014/main" id="{DEB7A64A-4AF2-868E-098A-A7D7254B8572}"/>
              </a:ext>
            </a:extLst>
          </p:cNvPr>
          <p:cNvSpPr txBox="1"/>
          <p:nvPr/>
        </p:nvSpPr>
        <p:spPr>
          <a:xfrm>
            <a:off x="9813614" y="5328141"/>
            <a:ext cx="2289142" cy="369332"/>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Ubuntu"/>
                <a:ea typeface="+mn-ea"/>
                <a:cs typeface="Calibri" panose="020F0502020204030204" pitchFamily="34" charset="0"/>
              </a:rPr>
              <a:t>Working, tested solutions created based on the Sprint plan</a:t>
            </a:r>
          </a:p>
        </p:txBody>
      </p:sp>
      <p:sp>
        <p:nvSpPr>
          <p:cNvPr id="8" name="Title 3">
            <a:extLst>
              <a:ext uri="{FF2B5EF4-FFF2-40B4-BE49-F238E27FC236}">
                <a16:creationId xmlns:a16="http://schemas.microsoft.com/office/drawing/2014/main" id="{E79EF90A-20B5-094A-598F-4C68C58F203A}"/>
              </a:ext>
            </a:extLst>
          </p:cNvPr>
          <p:cNvSpPr txBox="1">
            <a:spLocks/>
          </p:cNvSpPr>
          <p:nvPr/>
        </p:nvSpPr>
        <p:spPr>
          <a:xfrm>
            <a:off x="143311" y="154571"/>
            <a:ext cx="10000374" cy="483093"/>
          </a:xfrm>
          <a:prstGeom prst="rect">
            <a:avLst/>
          </a:prstGeom>
          <a:noFill/>
          <a:ln>
            <a:noFill/>
          </a:ln>
          <a:extLst>
            <a:ext uri="{909E8E84-426E-40DD-AFC4-6F175D3DCCD1}">
              <a14:hiddenFill xmlns:a14="http://schemas.microsoft.com/office/drawing/2010/main">
                <a:solidFill>
                  <a:srgbClr val="BBE0E3"/>
                </a:solidFill>
              </a14:hiddenFill>
            </a:ext>
            <a:ext uri="{91240B29-F687-4F45-9708-019B960494DF}">
              <a14:hiddenLine xmlns:a14="http://schemas.microsoft.com/office/drawing/2010/main">
                <a:solidFill>
                  <a:prstClr val="black"/>
                </a:solidFill>
              </a14:hiddenLine>
            </a:ext>
          </a:extLst>
        </p:spPr>
        <p:txBody>
          <a:bodyPr vert="horz" lIns="0" tIns="0" rIns="0" bIns="0" rtlCol="0" anchor="t">
            <a:normAutofit/>
          </a:bodyPr>
          <a:lstStyle>
            <a:lvl1pPr marL="0" marR="0" indent="0" algn="l" defTabSz="914400" rtl="0" eaLnBrk="1" fontAlgn="auto" latinLnBrk="0" hangingPunct="1">
              <a:lnSpc>
                <a:spcPct val="90000"/>
              </a:lnSpc>
              <a:spcBef>
                <a:spcPct val="0"/>
              </a:spcBef>
              <a:spcAft>
                <a:spcPts val="0"/>
              </a:spcAft>
              <a:buClrTx/>
              <a:buSzTx/>
              <a:buFontTx/>
              <a:buNone/>
              <a:tabLst/>
              <a:defRPr kumimoji="0" lang="en-US" sz="2600" b="0" i="0" u="none" strike="noStrike" kern="1200" cap="all" spc="0" normalizeH="0" baseline="0" noProof="0">
                <a:ln>
                  <a:noFill/>
                </a:ln>
                <a:solidFill>
                  <a:schemeClr val="accent4"/>
                </a:solidFill>
                <a:effectLst/>
                <a:uLnTx/>
                <a:uFillTx/>
                <a:latin typeface="+mj-lt"/>
                <a:ea typeface="+mj-ea"/>
                <a:cs typeface="+mj-cs"/>
                <a:sym typeface="Trebuchet MS" panose="020B0603020202020204" pitchFamily="34" charset="0"/>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800" b="0" i="0" u="none" strike="noStrike" kern="1200" cap="none" spc="0" normalizeH="0" baseline="0" noProof="0">
                <a:ln>
                  <a:noFill/>
                </a:ln>
                <a:solidFill>
                  <a:prstClr val="black"/>
                </a:solidFill>
                <a:effectLst/>
                <a:uLnTx/>
                <a:uFillTx/>
                <a:latin typeface="Ubuntu Medium"/>
                <a:ea typeface="+mj-ea"/>
                <a:cs typeface="+mj-cs"/>
                <a:sym typeface="Trebuchet MS" panose="020B0603020202020204" pitchFamily="34" charset="0"/>
              </a:rPr>
              <a:t>Teams work in 4-week Sprints with Key Events &amp; Activities</a:t>
            </a:r>
          </a:p>
        </p:txBody>
      </p:sp>
      <p:sp>
        <p:nvSpPr>
          <p:cNvPr id="2" name="TextBox 1">
            <a:extLst>
              <a:ext uri="{FF2B5EF4-FFF2-40B4-BE49-F238E27FC236}">
                <a16:creationId xmlns:a16="http://schemas.microsoft.com/office/drawing/2014/main" id="{7FFE9DED-9267-39C3-AE91-5E70480A56ED}"/>
              </a:ext>
            </a:extLst>
          </p:cNvPr>
          <p:cNvSpPr txBox="1"/>
          <p:nvPr/>
        </p:nvSpPr>
        <p:spPr>
          <a:xfrm>
            <a:off x="8363682" y="2999370"/>
            <a:ext cx="2929556" cy="246221"/>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prstClr val="black"/>
                </a:solidFill>
                <a:effectLst/>
                <a:uLnTx/>
                <a:uFillTx/>
                <a:latin typeface="Ubuntu"/>
                <a:ea typeface="+mn-ea"/>
                <a:cs typeface="Calibri" panose="020F0502020204030204" pitchFamily="34" charset="0"/>
              </a:rPr>
              <a:t>Backlog refinement</a:t>
            </a:r>
          </a:p>
        </p:txBody>
      </p:sp>
      <p:sp>
        <p:nvSpPr>
          <p:cNvPr id="9" name="TextBox 8">
            <a:extLst>
              <a:ext uri="{FF2B5EF4-FFF2-40B4-BE49-F238E27FC236}">
                <a16:creationId xmlns:a16="http://schemas.microsoft.com/office/drawing/2014/main" id="{887E8CDE-F7B1-5862-C9F4-D5FAFC16C912}"/>
              </a:ext>
            </a:extLst>
          </p:cNvPr>
          <p:cNvSpPr txBox="1"/>
          <p:nvPr/>
        </p:nvSpPr>
        <p:spPr>
          <a:xfrm>
            <a:off x="8363682" y="3272206"/>
            <a:ext cx="3111293" cy="738664"/>
          </a:xfrm>
          <a:prstGeom prst="rect">
            <a:avLst/>
          </a:prstGeom>
          <a:noFill/>
          <a:ln w="9525" cap="rnd">
            <a:noFill/>
            <a:prstDash val="solid"/>
            <a:roun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Ubuntu"/>
                <a:ea typeface="+mn-ea"/>
                <a:cs typeface="Calibri" panose="020F0502020204030204" pitchFamily="34" charset="0"/>
              </a:rPr>
              <a:t>For any potential missed commitments having an impact on overall Release plan, Continuous focus on Backlog to refinement is critical</a:t>
            </a:r>
          </a:p>
        </p:txBody>
      </p:sp>
      <p:cxnSp>
        <p:nvCxnSpPr>
          <p:cNvPr id="6" name="Straight Connector 5">
            <a:extLst>
              <a:ext uri="{FF2B5EF4-FFF2-40B4-BE49-F238E27FC236}">
                <a16:creationId xmlns:a16="http://schemas.microsoft.com/office/drawing/2014/main" id="{5F59514E-E4F0-8664-BEB9-A67D70E71778}"/>
              </a:ext>
            </a:extLst>
          </p:cNvPr>
          <p:cNvCxnSpPr/>
          <p:nvPr/>
        </p:nvCxnSpPr>
        <p:spPr>
          <a:xfrm>
            <a:off x="95645" y="637664"/>
            <a:ext cx="10769600" cy="0"/>
          </a:xfrm>
          <a:prstGeom prst="line">
            <a:avLst/>
          </a:prstGeom>
          <a:ln w="22225"/>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1787190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Subtitle 2">
            <a:extLst>
              <a:ext uri="{FF2B5EF4-FFF2-40B4-BE49-F238E27FC236}">
                <a16:creationId xmlns:a16="http://schemas.microsoft.com/office/drawing/2014/main" id="{3852D9C9-7A64-4BFD-AE25-C610D119C158}"/>
              </a:ext>
            </a:extLst>
          </p:cNvPr>
          <p:cNvSpPr>
            <a:spLocks noGrp="1"/>
          </p:cNvSpPr>
          <p:nvPr>
            <p:ph type="subTitle" idx="1"/>
          </p:nvPr>
        </p:nvSpPr>
        <p:spPr>
          <a:xfrm>
            <a:off x="9776076" y="2872429"/>
            <a:ext cx="1802154" cy="515037"/>
          </a:xfrm>
          <a:solidFill>
            <a:schemeClr val="accent2">
              <a:lumMod val="40000"/>
              <a:lumOff val="60000"/>
            </a:schemeClr>
          </a:solidFill>
        </p:spPr>
        <p:txBody>
          <a:bodyPr>
            <a:normAutofit/>
          </a:bodyPr>
          <a:lstStyle/>
          <a:p>
            <a:pPr algn="ctr"/>
            <a:r>
              <a:rPr lang="en-IN" sz="800">
                <a:solidFill>
                  <a:schemeClr val="tx1"/>
                </a:solidFill>
              </a:rPr>
              <a:t>Incremental Feature Demos to be planned by Beazley Product Owner across sprints, not necessarily for each sprint.</a:t>
            </a:r>
            <a:endParaRPr lang="en-GB" sz="800">
              <a:solidFill>
                <a:schemeClr val="tx1"/>
              </a:solidFill>
            </a:endParaRPr>
          </a:p>
        </p:txBody>
      </p:sp>
      <p:graphicFrame>
        <p:nvGraphicFramePr>
          <p:cNvPr id="24" name="Table 4">
            <a:extLst>
              <a:ext uri="{FF2B5EF4-FFF2-40B4-BE49-F238E27FC236}">
                <a16:creationId xmlns:a16="http://schemas.microsoft.com/office/drawing/2014/main" id="{F56C9134-0E48-89C1-8C8D-269393E169D9}"/>
              </a:ext>
            </a:extLst>
          </p:cNvPr>
          <p:cNvGraphicFramePr>
            <a:graphicFrameLocks noGrp="1"/>
          </p:cNvGraphicFramePr>
          <p:nvPr/>
        </p:nvGraphicFramePr>
        <p:xfrm>
          <a:off x="590624" y="1409159"/>
          <a:ext cx="11201392" cy="865865"/>
        </p:xfrm>
        <a:graphic>
          <a:graphicData uri="http://schemas.openxmlformats.org/drawingml/2006/table">
            <a:tbl>
              <a:tblPr firstRow="1" bandRow="1"/>
              <a:tblGrid>
                <a:gridCol w="448056">
                  <a:extLst>
                    <a:ext uri="{9D8B030D-6E8A-4147-A177-3AD203B41FA5}">
                      <a16:colId xmlns:a16="http://schemas.microsoft.com/office/drawing/2014/main" val="1563922731"/>
                    </a:ext>
                  </a:extLst>
                </a:gridCol>
                <a:gridCol w="448056">
                  <a:extLst>
                    <a:ext uri="{9D8B030D-6E8A-4147-A177-3AD203B41FA5}">
                      <a16:colId xmlns:a16="http://schemas.microsoft.com/office/drawing/2014/main" val="4076529403"/>
                    </a:ext>
                  </a:extLst>
                </a:gridCol>
                <a:gridCol w="448056">
                  <a:extLst>
                    <a:ext uri="{9D8B030D-6E8A-4147-A177-3AD203B41FA5}">
                      <a16:colId xmlns:a16="http://schemas.microsoft.com/office/drawing/2014/main" val="1923284900"/>
                    </a:ext>
                  </a:extLst>
                </a:gridCol>
                <a:gridCol w="448056">
                  <a:extLst>
                    <a:ext uri="{9D8B030D-6E8A-4147-A177-3AD203B41FA5}">
                      <a16:colId xmlns:a16="http://schemas.microsoft.com/office/drawing/2014/main" val="2193092991"/>
                    </a:ext>
                  </a:extLst>
                </a:gridCol>
                <a:gridCol w="448056">
                  <a:extLst>
                    <a:ext uri="{9D8B030D-6E8A-4147-A177-3AD203B41FA5}">
                      <a16:colId xmlns:a16="http://schemas.microsoft.com/office/drawing/2014/main" val="1884254297"/>
                    </a:ext>
                  </a:extLst>
                </a:gridCol>
                <a:gridCol w="448056">
                  <a:extLst>
                    <a:ext uri="{9D8B030D-6E8A-4147-A177-3AD203B41FA5}">
                      <a16:colId xmlns:a16="http://schemas.microsoft.com/office/drawing/2014/main" val="1501315682"/>
                    </a:ext>
                  </a:extLst>
                </a:gridCol>
                <a:gridCol w="448055">
                  <a:extLst>
                    <a:ext uri="{9D8B030D-6E8A-4147-A177-3AD203B41FA5}">
                      <a16:colId xmlns:a16="http://schemas.microsoft.com/office/drawing/2014/main" val="2825470920"/>
                    </a:ext>
                  </a:extLst>
                </a:gridCol>
                <a:gridCol w="448056">
                  <a:extLst>
                    <a:ext uri="{9D8B030D-6E8A-4147-A177-3AD203B41FA5}">
                      <a16:colId xmlns:a16="http://schemas.microsoft.com/office/drawing/2014/main" val="2652091836"/>
                    </a:ext>
                  </a:extLst>
                </a:gridCol>
                <a:gridCol w="448055">
                  <a:extLst>
                    <a:ext uri="{9D8B030D-6E8A-4147-A177-3AD203B41FA5}">
                      <a16:colId xmlns:a16="http://schemas.microsoft.com/office/drawing/2014/main" val="2775558986"/>
                    </a:ext>
                  </a:extLst>
                </a:gridCol>
                <a:gridCol w="448056">
                  <a:extLst>
                    <a:ext uri="{9D8B030D-6E8A-4147-A177-3AD203B41FA5}">
                      <a16:colId xmlns:a16="http://schemas.microsoft.com/office/drawing/2014/main" val="2318077013"/>
                    </a:ext>
                  </a:extLst>
                </a:gridCol>
                <a:gridCol w="448056">
                  <a:extLst>
                    <a:ext uri="{9D8B030D-6E8A-4147-A177-3AD203B41FA5}">
                      <a16:colId xmlns:a16="http://schemas.microsoft.com/office/drawing/2014/main" val="3182741775"/>
                    </a:ext>
                  </a:extLst>
                </a:gridCol>
                <a:gridCol w="448055">
                  <a:extLst>
                    <a:ext uri="{9D8B030D-6E8A-4147-A177-3AD203B41FA5}">
                      <a16:colId xmlns:a16="http://schemas.microsoft.com/office/drawing/2014/main" val="1722560678"/>
                    </a:ext>
                  </a:extLst>
                </a:gridCol>
                <a:gridCol w="448056">
                  <a:extLst>
                    <a:ext uri="{9D8B030D-6E8A-4147-A177-3AD203B41FA5}">
                      <a16:colId xmlns:a16="http://schemas.microsoft.com/office/drawing/2014/main" val="2887719345"/>
                    </a:ext>
                  </a:extLst>
                </a:gridCol>
                <a:gridCol w="448055">
                  <a:extLst>
                    <a:ext uri="{9D8B030D-6E8A-4147-A177-3AD203B41FA5}">
                      <a16:colId xmlns:a16="http://schemas.microsoft.com/office/drawing/2014/main" val="588875010"/>
                    </a:ext>
                  </a:extLst>
                </a:gridCol>
                <a:gridCol w="448056">
                  <a:extLst>
                    <a:ext uri="{9D8B030D-6E8A-4147-A177-3AD203B41FA5}">
                      <a16:colId xmlns:a16="http://schemas.microsoft.com/office/drawing/2014/main" val="1356267931"/>
                    </a:ext>
                  </a:extLst>
                </a:gridCol>
                <a:gridCol w="448056">
                  <a:extLst>
                    <a:ext uri="{9D8B030D-6E8A-4147-A177-3AD203B41FA5}">
                      <a16:colId xmlns:a16="http://schemas.microsoft.com/office/drawing/2014/main" val="743860919"/>
                    </a:ext>
                  </a:extLst>
                </a:gridCol>
                <a:gridCol w="448055">
                  <a:extLst>
                    <a:ext uri="{9D8B030D-6E8A-4147-A177-3AD203B41FA5}">
                      <a16:colId xmlns:a16="http://schemas.microsoft.com/office/drawing/2014/main" val="3685307173"/>
                    </a:ext>
                  </a:extLst>
                </a:gridCol>
                <a:gridCol w="448056">
                  <a:extLst>
                    <a:ext uri="{9D8B030D-6E8A-4147-A177-3AD203B41FA5}">
                      <a16:colId xmlns:a16="http://schemas.microsoft.com/office/drawing/2014/main" val="3248111494"/>
                    </a:ext>
                  </a:extLst>
                </a:gridCol>
                <a:gridCol w="448055">
                  <a:extLst>
                    <a:ext uri="{9D8B030D-6E8A-4147-A177-3AD203B41FA5}">
                      <a16:colId xmlns:a16="http://schemas.microsoft.com/office/drawing/2014/main" val="766000711"/>
                    </a:ext>
                  </a:extLst>
                </a:gridCol>
                <a:gridCol w="448056">
                  <a:extLst>
                    <a:ext uri="{9D8B030D-6E8A-4147-A177-3AD203B41FA5}">
                      <a16:colId xmlns:a16="http://schemas.microsoft.com/office/drawing/2014/main" val="2419156433"/>
                    </a:ext>
                  </a:extLst>
                </a:gridCol>
                <a:gridCol w="448056">
                  <a:extLst>
                    <a:ext uri="{9D8B030D-6E8A-4147-A177-3AD203B41FA5}">
                      <a16:colId xmlns:a16="http://schemas.microsoft.com/office/drawing/2014/main" val="2361867494"/>
                    </a:ext>
                  </a:extLst>
                </a:gridCol>
                <a:gridCol w="448055">
                  <a:extLst>
                    <a:ext uri="{9D8B030D-6E8A-4147-A177-3AD203B41FA5}">
                      <a16:colId xmlns:a16="http://schemas.microsoft.com/office/drawing/2014/main" val="832535601"/>
                    </a:ext>
                  </a:extLst>
                </a:gridCol>
                <a:gridCol w="448056">
                  <a:extLst>
                    <a:ext uri="{9D8B030D-6E8A-4147-A177-3AD203B41FA5}">
                      <a16:colId xmlns:a16="http://schemas.microsoft.com/office/drawing/2014/main" val="647445238"/>
                    </a:ext>
                  </a:extLst>
                </a:gridCol>
                <a:gridCol w="448055">
                  <a:extLst>
                    <a:ext uri="{9D8B030D-6E8A-4147-A177-3AD203B41FA5}">
                      <a16:colId xmlns:a16="http://schemas.microsoft.com/office/drawing/2014/main" val="883778301"/>
                    </a:ext>
                  </a:extLst>
                </a:gridCol>
                <a:gridCol w="448056">
                  <a:extLst>
                    <a:ext uri="{9D8B030D-6E8A-4147-A177-3AD203B41FA5}">
                      <a16:colId xmlns:a16="http://schemas.microsoft.com/office/drawing/2014/main" val="740986838"/>
                    </a:ext>
                  </a:extLst>
                </a:gridCol>
              </a:tblGrid>
              <a:tr h="266561">
                <a:tc gridSpan="5">
                  <a:txBody>
                    <a:bodyPr/>
                    <a:lstStyle>
                      <a:lvl1pPr marL="0" algn="l" defTabSz="914400" rtl="0" eaLnBrk="1" latinLnBrk="0" hangingPunct="1">
                        <a:defRPr sz="1800" b="1" kern="1200">
                          <a:solidFill>
                            <a:schemeClr val="lt1"/>
                          </a:solidFill>
                          <a:latin typeface="Arial" panose="020B0604020202020204"/>
                        </a:defRPr>
                      </a:lvl1pPr>
                      <a:lvl2pPr marL="457200" algn="l" defTabSz="914400" rtl="0" eaLnBrk="1" latinLnBrk="0" hangingPunct="1">
                        <a:defRPr sz="1800" b="1" kern="1200">
                          <a:solidFill>
                            <a:schemeClr val="lt1"/>
                          </a:solidFill>
                          <a:latin typeface="Arial" panose="020B0604020202020204"/>
                        </a:defRPr>
                      </a:lvl2pPr>
                      <a:lvl3pPr marL="914400" algn="l" defTabSz="914400" rtl="0" eaLnBrk="1" latinLnBrk="0" hangingPunct="1">
                        <a:defRPr sz="1800" b="1" kern="1200">
                          <a:solidFill>
                            <a:schemeClr val="lt1"/>
                          </a:solidFill>
                          <a:latin typeface="Arial" panose="020B0604020202020204"/>
                        </a:defRPr>
                      </a:lvl3pPr>
                      <a:lvl4pPr marL="1371600" algn="l" defTabSz="914400" rtl="0" eaLnBrk="1" latinLnBrk="0" hangingPunct="1">
                        <a:defRPr sz="1800" b="1" kern="1200">
                          <a:solidFill>
                            <a:schemeClr val="lt1"/>
                          </a:solidFill>
                          <a:latin typeface="Arial" panose="020B0604020202020204"/>
                        </a:defRPr>
                      </a:lvl4pPr>
                      <a:lvl5pPr marL="1828800" algn="l" defTabSz="914400" rtl="0" eaLnBrk="1" latinLnBrk="0" hangingPunct="1">
                        <a:defRPr sz="1800" b="1" kern="1200">
                          <a:solidFill>
                            <a:schemeClr val="lt1"/>
                          </a:solidFill>
                          <a:latin typeface="Arial" panose="020B0604020202020204"/>
                        </a:defRPr>
                      </a:lvl5pPr>
                      <a:lvl6pPr marL="2286000" algn="l" defTabSz="914400" rtl="0" eaLnBrk="1" latinLnBrk="0" hangingPunct="1">
                        <a:defRPr sz="1800" b="1" kern="1200">
                          <a:solidFill>
                            <a:schemeClr val="lt1"/>
                          </a:solidFill>
                          <a:latin typeface="Arial" panose="020B0604020202020204"/>
                        </a:defRPr>
                      </a:lvl6pPr>
                      <a:lvl7pPr marL="2743200" algn="l" defTabSz="914400" rtl="0" eaLnBrk="1" latinLnBrk="0" hangingPunct="1">
                        <a:defRPr sz="1800" b="1" kern="1200">
                          <a:solidFill>
                            <a:schemeClr val="lt1"/>
                          </a:solidFill>
                          <a:latin typeface="Arial" panose="020B0604020202020204"/>
                        </a:defRPr>
                      </a:lvl7pPr>
                      <a:lvl8pPr marL="3200400" algn="l" defTabSz="914400" rtl="0" eaLnBrk="1" latinLnBrk="0" hangingPunct="1">
                        <a:defRPr sz="1800" b="1" kern="1200">
                          <a:solidFill>
                            <a:schemeClr val="lt1"/>
                          </a:solidFill>
                          <a:latin typeface="Arial" panose="020B0604020202020204"/>
                        </a:defRPr>
                      </a:lvl8pPr>
                      <a:lvl9pPr marL="3657600" algn="l" defTabSz="914400" rtl="0" eaLnBrk="1" latinLnBrk="0" hangingPunct="1">
                        <a:defRPr sz="1800" b="1" kern="1200">
                          <a:solidFill>
                            <a:schemeClr val="lt1"/>
                          </a:solidFill>
                          <a:latin typeface="Arial" panose="020B0604020202020204"/>
                        </a:defRPr>
                      </a:lvl9pPr>
                    </a:lstStyle>
                    <a:p>
                      <a:pPr algn="ctr"/>
                      <a:r>
                        <a:rPr lang="en-IN" sz="1200">
                          <a:latin typeface="+mn-lt"/>
                        </a:rPr>
                        <a:t>Week-3</a:t>
                      </a:r>
                    </a:p>
                  </a:txBody>
                  <a:tcPr anchor="ct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F50002"/>
                    </a:solidFill>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gridSpan="5">
                  <a:txBody>
                    <a:bodyPr/>
                    <a:lstStyle>
                      <a:lvl1pPr marL="0" algn="l" defTabSz="914400" rtl="0" eaLnBrk="1" latinLnBrk="0" hangingPunct="1">
                        <a:defRPr sz="1800" b="1" kern="1200">
                          <a:solidFill>
                            <a:schemeClr val="lt1"/>
                          </a:solidFill>
                          <a:latin typeface="Arial" panose="020B0604020202020204"/>
                        </a:defRPr>
                      </a:lvl1pPr>
                      <a:lvl2pPr marL="457200" algn="l" defTabSz="914400" rtl="0" eaLnBrk="1" latinLnBrk="0" hangingPunct="1">
                        <a:defRPr sz="1800" b="1" kern="1200">
                          <a:solidFill>
                            <a:schemeClr val="lt1"/>
                          </a:solidFill>
                          <a:latin typeface="Arial" panose="020B0604020202020204"/>
                        </a:defRPr>
                      </a:lvl2pPr>
                      <a:lvl3pPr marL="914400" algn="l" defTabSz="914400" rtl="0" eaLnBrk="1" latinLnBrk="0" hangingPunct="1">
                        <a:defRPr sz="1800" b="1" kern="1200">
                          <a:solidFill>
                            <a:schemeClr val="lt1"/>
                          </a:solidFill>
                          <a:latin typeface="Arial" panose="020B0604020202020204"/>
                        </a:defRPr>
                      </a:lvl3pPr>
                      <a:lvl4pPr marL="1371600" algn="l" defTabSz="914400" rtl="0" eaLnBrk="1" latinLnBrk="0" hangingPunct="1">
                        <a:defRPr sz="1800" b="1" kern="1200">
                          <a:solidFill>
                            <a:schemeClr val="lt1"/>
                          </a:solidFill>
                          <a:latin typeface="Arial" panose="020B0604020202020204"/>
                        </a:defRPr>
                      </a:lvl4pPr>
                      <a:lvl5pPr marL="1828800" algn="l" defTabSz="914400" rtl="0" eaLnBrk="1" latinLnBrk="0" hangingPunct="1">
                        <a:defRPr sz="1800" b="1" kern="1200">
                          <a:solidFill>
                            <a:schemeClr val="lt1"/>
                          </a:solidFill>
                          <a:latin typeface="Arial" panose="020B0604020202020204"/>
                        </a:defRPr>
                      </a:lvl5pPr>
                      <a:lvl6pPr marL="2286000" algn="l" defTabSz="914400" rtl="0" eaLnBrk="1" latinLnBrk="0" hangingPunct="1">
                        <a:defRPr sz="1800" b="1" kern="1200">
                          <a:solidFill>
                            <a:schemeClr val="lt1"/>
                          </a:solidFill>
                          <a:latin typeface="Arial" panose="020B0604020202020204"/>
                        </a:defRPr>
                      </a:lvl6pPr>
                      <a:lvl7pPr marL="2743200" algn="l" defTabSz="914400" rtl="0" eaLnBrk="1" latinLnBrk="0" hangingPunct="1">
                        <a:defRPr sz="1800" b="1" kern="1200">
                          <a:solidFill>
                            <a:schemeClr val="lt1"/>
                          </a:solidFill>
                          <a:latin typeface="Arial" panose="020B0604020202020204"/>
                        </a:defRPr>
                      </a:lvl7pPr>
                      <a:lvl8pPr marL="3200400" algn="l" defTabSz="914400" rtl="0" eaLnBrk="1" latinLnBrk="0" hangingPunct="1">
                        <a:defRPr sz="1800" b="1" kern="1200">
                          <a:solidFill>
                            <a:schemeClr val="lt1"/>
                          </a:solidFill>
                          <a:latin typeface="Arial" panose="020B0604020202020204"/>
                        </a:defRPr>
                      </a:lvl8pPr>
                      <a:lvl9pPr marL="3657600" algn="l" defTabSz="914400" rtl="0" eaLnBrk="1" latinLnBrk="0" hangingPunct="1">
                        <a:defRPr sz="1800" b="1" kern="1200">
                          <a:solidFill>
                            <a:schemeClr val="lt1"/>
                          </a:solidFill>
                          <a:latin typeface="Arial" panose="020B0604020202020204"/>
                        </a:defRPr>
                      </a:lvl9pPr>
                    </a:lstStyle>
                    <a:p>
                      <a:pPr algn="ctr"/>
                      <a:r>
                        <a:rPr lang="en-IN" sz="1200">
                          <a:latin typeface="+mn-lt"/>
                        </a:rPr>
                        <a:t>Week-1</a:t>
                      </a:r>
                    </a:p>
                  </a:txBody>
                  <a:tcPr anchor="ct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F50002"/>
                    </a:solidFill>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gridSpan="5">
                  <a:txBody>
                    <a:bodyPr/>
                    <a:lstStyle>
                      <a:lvl1pPr marL="0" algn="l" defTabSz="914400" rtl="0" eaLnBrk="1" latinLnBrk="0" hangingPunct="1">
                        <a:defRPr sz="1800" b="1" kern="1200">
                          <a:solidFill>
                            <a:schemeClr val="lt1"/>
                          </a:solidFill>
                          <a:latin typeface="Arial" panose="020B0604020202020204"/>
                        </a:defRPr>
                      </a:lvl1pPr>
                      <a:lvl2pPr marL="457200" algn="l" defTabSz="914400" rtl="0" eaLnBrk="1" latinLnBrk="0" hangingPunct="1">
                        <a:defRPr sz="1800" b="1" kern="1200">
                          <a:solidFill>
                            <a:schemeClr val="lt1"/>
                          </a:solidFill>
                          <a:latin typeface="Arial" panose="020B0604020202020204"/>
                        </a:defRPr>
                      </a:lvl2pPr>
                      <a:lvl3pPr marL="914400" algn="l" defTabSz="914400" rtl="0" eaLnBrk="1" latinLnBrk="0" hangingPunct="1">
                        <a:defRPr sz="1800" b="1" kern="1200">
                          <a:solidFill>
                            <a:schemeClr val="lt1"/>
                          </a:solidFill>
                          <a:latin typeface="Arial" panose="020B0604020202020204"/>
                        </a:defRPr>
                      </a:lvl3pPr>
                      <a:lvl4pPr marL="1371600" algn="l" defTabSz="914400" rtl="0" eaLnBrk="1" latinLnBrk="0" hangingPunct="1">
                        <a:defRPr sz="1800" b="1" kern="1200">
                          <a:solidFill>
                            <a:schemeClr val="lt1"/>
                          </a:solidFill>
                          <a:latin typeface="Arial" panose="020B0604020202020204"/>
                        </a:defRPr>
                      </a:lvl4pPr>
                      <a:lvl5pPr marL="1828800" algn="l" defTabSz="914400" rtl="0" eaLnBrk="1" latinLnBrk="0" hangingPunct="1">
                        <a:defRPr sz="1800" b="1" kern="1200">
                          <a:solidFill>
                            <a:schemeClr val="lt1"/>
                          </a:solidFill>
                          <a:latin typeface="Arial" panose="020B0604020202020204"/>
                        </a:defRPr>
                      </a:lvl5pPr>
                      <a:lvl6pPr marL="2286000" algn="l" defTabSz="914400" rtl="0" eaLnBrk="1" latinLnBrk="0" hangingPunct="1">
                        <a:defRPr sz="1800" b="1" kern="1200">
                          <a:solidFill>
                            <a:schemeClr val="lt1"/>
                          </a:solidFill>
                          <a:latin typeface="Arial" panose="020B0604020202020204"/>
                        </a:defRPr>
                      </a:lvl6pPr>
                      <a:lvl7pPr marL="2743200" algn="l" defTabSz="914400" rtl="0" eaLnBrk="1" latinLnBrk="0" hangingPunct="1">
                        <a:defRPr sz="1800" b="1" kern="1200">
                          <a:solidFill>
                            <a:schemeClr val="lt1"/>
                          </a:solidFill>
                          <a:latin typeface="Arial" panose="020B0604020202020204"/>
                        </a:defRPr>
                      </a:lvl7pPr>
                      <a:lvl8pPr marL="3200400" algn="l" defTabSz="914400" rtl="0" eaLnBrk="1" latinLnBrk="0" hangingPunct="1">
                        <a:defRPr sz="1800" b="1" kern="1200">
                          <a:solidFill>
                            <a:schemeClr val="lt1"/>
                          </a:solidFill>
                          <a:latin typeface="Arial" panose="020B0604020202020204"/>
                        </a:defRPr>
                      </a:lvl8pPr>
                      <a:lvl9pPr marL="3657600" algn="l" defTabSz="914400" rtl="0" eaLnBrk="1" latinLnBrk="0" hangingPunct="1">
                        <a:defRPr sz="1800" b="1" kern="1200">
                          <a:solidFill>
                            <a:schemeClr val="lt1"/>
                          </a:solidFill>
                          <a:latin typeface="Arial" panose="020B0604020202020204"/>
                        </a:defRPr>
                      </a:lvl9pPr>
                    </a:lstStyle>
                    <a:p>
                      <a:pPr algn="ctr"/>
                      <a:r>
                        <a:rPr lang="en-IN" sz="1200">
                          <a:latin typeface="+mn-lt"/>
                        </a:rPr>
                        <a:t>Week-2</a:t>
                      </a:r>
                    </a:p>
                  </a:txBody>
                  <a:tcPr anchor="ctr">
                    <a:lnL w="12700" cmpd="sng">
                      <a:solidFill>
                        <a:srgbClr val="FFFFFF"/>
                      </a:solidFill>
                    </a:lnL>
                    <a:lnR w="12700" cmpd="sng">
                      <a:solidFill>
                        <a:srgbClr val="FFFFFF"/>
                      </a:solidFill>
                    </a:lnR>
                    <a:lnT w="12700" cmpd="sng">
                      <a:solidFill>
                        <a:srgbClr val="FFFFFF"/>
                      </a:solidFill>
                    </a:lnT>
                    <a:lnB w="381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50002"/>
                    </a:solidFill>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gridSpan="5">
                  <a:txBody>
                    <a:bodyPr/>
                    <a:lstStyle>
                      <a:lvl1pPr marL="0" algn="l" defTabSz="914400" rtl="0" eaLnBrk="1" latinLnBrk="0" hangingPunct="1">
                        <a:defRPr sz="1800" b="1" kern="1200">
                          <a:solidFill>
                            <a:schemeClr val="lt1"/>
                          </a:solidFill>
                          <a:latin typeface="Arial" panose="020B0604020202020204"/>
                        </a:defRPr>
                      </a:lvl1pPr>
                      <a:lvl2pPr marL="457200" algn="l" defTabSz="914400" rtl="0" eaLnBrk="1" latinLnBrk="0" hangingPunct="1">
                        <a:defRPr sz="1800" b="1" kern="1200">
                          <a:solidFill>
                            <a:schemeClr val="lt1"/>
                          </a:solidFill>
                          <a:latin typeface="Arial" panose="020B0604020202020204"/>
                        </a:defRPr>
                      </a:lvl2pPr>
                      <a:lvl3pPr marL="914400" algn="l" defTabSz="914400" rtl="0" eaLnBrk="1" latinLnBrk="0" hangingPunct="1">
                        <a:defRPr sz="1800" b="1" kern="1200">
                          <a:solidFill>
                            <a:schemeClr val="lt1"/>
                          </a:solidFill>
                          <a:latin typeface="Arial" panose="020B0604020202020204"/>
                        </a:defRPr>
                      </a:lvl3pPr>
                      <a:lvl4pPr marL="1371600" algn="l" defTabSz="914400" rtl="0" eaLnBrk="1" latinLnBrk="0" hangingPunct="1">
                        <a:defRPr sz="1800" b="1" kern="1200">
                          <a:solidFill>
                            <a:schemeClr val="lt1"/>
                          </a:solidFill>
                          <a:latin typeface="Arial" panose="020B0604020202020204"/>
                        </a:defRPr>
                      </a:lvl4pPr>
                      <a:lvl5pPr marL="1828800" algn="l" defTabSz="914400" rtl="0" eaLnBrk="1" latinLnBrk="0" hangingPunct="1">
                        <a:defRPr sz="1800" b="1" kern="1200">
                          <a:solidFill>
                            <a:schemeClr val="lt1"/>
                          </a:solidFill>
                          <a:latin typeface="Arial" panose="020B0604020202020204"/>
                        </a:defRPr>
                      </a:lvl5pPr>
                      <a:lvl6pPr marL="2286000" algn="l" defTabSz="914400" rtl="0" eaLnBrk="1" latinLnBrk="0" hangingPunct="1">
                        <a:defRPr sz="1800" b="1" kern="1200">
                          <a:solidFill>
                            <a:schemeClr val="lt1"/>
                          </a:solidFill>
                          <a:latin typeface="Arial" panose="020B0604020202020204"/>
                        </a:defRPr>
                      </a:lvl6pPr>
                      <a:lvl7pPr marL="2743200" algn="l" defTabSz="914400" rtl="0" eaLnBrk="1" latinLnBrk="0" hangingPunct="1">
                        <a:defRPr sz="1800" b="1" kern="1200">
                          <a:solidFill>
                            <a:schemeClr val="lt1"/>
                          </a:solidFill>
                          <a:latin typeface="Arial" panose="020B0604020202020204"/>
                        </a:defRPr>
                      </a:lvl7pPr>
                      <a:lvl8pPr marL="3200400" algn="l" defTabSz="914400" rtl="0" eaLnBrk="1" latinLnBrk="0" hangingPunct="1">
                        <a:defRPr sz="1800" b="1" kern="1200">
                          <a:solidFill>
                            <a:schemeClr val="lt1"/>
                          </a:solidFill>
                          <a:latin typeface="Arial" panose="020B0604020202020204"/>
                        </a:defRPr>
                      </a:lvl8pPr>
                      <a:lvl9pPr marL="3657600" algn="l" defTabSz="914400" rtl="0" eaLnBrk="1" latinLnBrk="0" hangingPunct="1">
                        <a:defRPr sz="1800" b="1" kern="1200">
                          <a:solidFill>
                            <a:schemeClr val="lt1"/>
                          </a:solidFill>
                          <a:latin typeface="Arial" panose="020B0604020202020204"/>
                        </a:defRPr>
                      </a:lvl9pPr>
                    </a:lstStyle>
                    <a:p>
                      <a:pPr algn="ctr"/>
                      <a:r>
                        <a:rPr lang="en-IN" sz="1200">
                          <a:latin typeface="+mn-lt"/>
                        </a:rPr>
                        <a:t>Week-3</a:t>
                      </a:r>
                    </a:p>
                  </a:txBody>
                  <a:tcPr anchor="ct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F50002"/>
                    </a:solidFill>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gridSpan="5">
                  <a:txBody>
                    <a:bodyPr/>
                    <a:lstStyle>
                      <a:lvl1pPr marL="0" algn="l" defTabSz="914400" rtl="0" eaLnBrk="1" latinLnBrk="0" hangingPunct="1">
                        <a:defRPr sz="1800" b="1" kern="1200">
                          <a:solidFill>
                            <a:schemeClr val="lt1"/>
                          </a:solidFill>
                          <a:latin typeface="Arial" panose="020B0604020202020204"/>
                        </a:defRPr>
                      </a:lvl1pPr>
                      <a:lvl2pPr marL="457200" algn="l" defTabSz="914400" rtl="0" eaLnBrk="1" latinLnBrk="0" hangingPunct="1">
                        <a:defRPr sz="1800" b="1" kern="1200">
                          <a:solidFill>
                            <a:schemeClr val="lt1"/>
                          </a:solidFill>
                          <a:latin typeface="Arial" panose="020B0604020202020204"/>
                        </a:defRPr>
                      </a:lvl2pPr>
                      <a:lvl3pPr marL="914400" algn="l" defTabSz="914400" rtl="0" eaLnBrk="1" latinLnBrk="0" hangingPunct="1">
                        <a:defRPr sz="1800" b="1" kern="1200">
                          <a:solidFill>
                            <a:schemeClr val="lt1"/>
                          </a:solidFill>
                          <a:latin typeface="Arial" panose="020B0604020202020204"/>
                        </a:defRPr>
                      </a:lvl3pPr>
                      <a:lvl4pPr marL="1371600" algn="l" defTabSz="914400" rtl="0" eaLnBrk="1" latinLnBrk="0" hangingPunct="1">
                        <a:defRPr sz="1800" b="1" kern="1200">
                          <a:solidFill>
                            <a:schemeClr val="lt1"/>
                          </a:solidFill>
                          <a:latin typeface="Arial" panose="020B0604020202020204"/>
                        </a:defRPr>
                      </a:lvl4pPr>
                      <a:lvl5pPr marL="1828800" algn="l" defTabSz="914400" rtl="0" eaLnBrk="1" latinLnBrk="0" hangingPunct="1">
                        <a:defRPr sz="1800" b="1" kern="1200">
                          <a:solidFill>
                            <a:schemeClr val="lt1"/>
                          </a:solidFill>
                          <a:latin typeface="Arial" panose="020B0604020202020204"/>
                        </a:defRPr>
                      </a:lvl5pPr>
                      <a:lvl6pPr marL="2286000" algn="l" defTabSz="914400" rtl="0" eaLnBrk="1" latinLnBrk="0" hangingPunct="1">
                        <a:defRPr sz="1800" b="1" kern="1200">
                          <a:solidFill>
                            <a:schemeClr val="lt1"/>
                          </a:solidFill>
                          <a:latin typeface="Arial" panose="020B0604020202020204"/>
                        </a:defRPr>
                      </a:lvl6pPr>
                      <a:lvl7pPr marL="2743200" algn="l" defTabSz="914400" rtl="0" eaLnBrk="1" latinLnBrk="0" hangingPunct="1">
                        <a:defRPr sz="1800" b="1" kern="1200">
                          <a:solidFill>
                            <a:schemeClr val="lt1"/>
                          </a:solidFill>
                          <a:latin typeface="Arial" panose="020B0604020202020204"/>
                        </a:defRPr>
                      </a:lvl7pPr>
                      <a:lvl8pPr marL="3200400" algn="l" defTabSz="914400" rtl="0" eaLnBrk="1" latinLnBrk="0" hangingPunct="1">
                        <a:defRPr sz="1800" b="1" kern="1200">
                          <a:solidFill>
                            <a:schemeClr val="lt1"/>
                          </a:solidFill>
                          <a:latin typeface="Arial" panose="020B0604020202020204"/>
                        </a:defRPr>
                      </a:lvl8pPr>
                      <a:lvl9pPr marL="3657600" algn="l" defTabSz="914400" rtl="0" eaLnBrk="1" latinLnBrk="0" hangingPunct="1">
                        <a:defRPr sz="1800" b="1" kern="1200">
                          <a:solidFill>
                            <a:schemeClr val="lt1"/>
                          </a:solidFill>
                          <a:latin typeface="Arial" panose="020B0604020202020204"/>
                        </a:defRPr>
                      </a:lvl9pPr>
                    </a:lstStyle>
                    <a:p>
                      <a:pPr algn="ctr"/>
                      <a:r>
                        <a:rPr lang="en-IN" sz="1200">
                          <a:latin typeface="+mn-lt"/>
                        </a:rPr>
                        <a:t>Week-4</a:t>
                      </a:r>
                    </a:p>
                  </a:txBody>
                  <a:tcPr anchor="ct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F50002"/>
                    </a:solidFill>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val="874884714"/>
                  </a:ext>
                </a:extLst>
              </a:tr>
              <a:tr h="591545">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mn-lt"/>
                        </a:rPr>
                        <a:t>Day-1</a:t>
                      </a: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F50002">
                        <a:tint val="4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mn-lt"/>
                        </a:rPr>
                        <a:t>Day-2</a:t>
                      </a:r>
                      <a:endParaRPr lang="en-IN" sz="800" b="1">
                        <a:latin typeface="+mn-lt"/>
                      </a:endParaRP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F50002">
                        <a:tint val="4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mn-lt"/>
                        </a:rPr>
                        <a:t>Day-3</a:t>
                      </a:r>
                      <a:endParaRPr lang="en-IN" sz="800" b="1">
                        <a:latin typeface="+mn-lt"/>
                      </a:endParaRP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F50002">
                        <a:tint val="4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mn-lt"/>
                        </a:rPr>
                        <a:t>Day-4</a:t>
                      </a:r>
                      <a:endParaRPr lang="en-IN" sz="800" b="1">
                        <a:latin typeface="+mn-lt"/>
                      </a:endParaRP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F50002">
                        <a:tint val="4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mn-lt"/>
                        </a:rPr>
                        <a:t>Day-5</a:t>
                      </a:r>
                      <a:endParaRPr lang="en-IN" sz="800" b="1">
                        <a:latin typeface="+mn-lt"/>
                      </a:endParaRP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F50002">
                        <a:tint val="4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mn-lt"/>
                        </a:rPr>
                        <a:t>Day-1</a:t>
                      </a: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mn-lt"/>
                        </a:rPr>
                        <a:t>Day-2</a:t>
                      </a:r>
                      <a:endParaRPr lang="en-IN" sz="800" b="1">
                        <a:latin typeface="+mn-lt"/>
                      </a:endParaRP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mn-lt"/>
                        </a:rPr>
                        <a:t>Day-3</a:t>
                      </a:r>
                      <a:endParaRPr lang="en-IN" sz="800" b="1">
                        <a:latin typeface="+mn-lt"/>
                      </a:endParaRP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mn-lt"/>
                        </a:rPr>
                        <a:t>Day-4</a:t>
                      </a:r>
                      <a:endParaRPr lang="en-IN" sz="800" b="1">
                        <a:latin typeface="+mn-lt"/>
                      </a:endParaRP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mn-lt"/>
                        </a:rPr>
                        <a:t>Day-5</a:t>
                      </a:r>
                      <a:endParaRPr lang="en-IN" sz="800" b="1">
                        <a:latin typeface="+mn-lt"/>
                      </a:endParaRPr>
                    </a:p>
                  </a:txBody>
                  <a:tcPr anchor="ctr">
                    <a:lnL w="12700" cmpd="sng">
                      <a:solidFill>
                        <a:srgbClr val="FFFFFF"/>
                      </a:solidFill>
                    </a:lnL>
                    <a:lnR w="12700" cap="flat" cmpd="sng" algn="ctr">
                      <a:solidFill>
                        <a:srgbClr val="FFFFFF"/>
                      </a:solidFill>
                      <a:prstDash val="solid"/>
                      <a:round/>
                      <a:headEnd type="none" w="med" len="med"/>
                      <a:tailEnd type="none" w="med" len="med"/>
                    </a:lnR>
                    <a:lnT w="381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mn-lt"/>
                        </a:rPr>
                        <a:t>Day-1</a:t>
                      </a: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F50002">
                        <a:tint val="4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mn-lt"/>
                        </a:rPr>
                        <a:t>Day-2</a:t>
                      </a:r>
                      <a:endParaRPr lang="en-IN" sz="800" b="1">
                        <a:latin typeface="+mn-lt"/>
                      </a:endParaRP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F50002">
                        <a:tint val="4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mn-lt"/>
                        </a:rPr>
                        <a:t>Day-3</a:t>
                      </a:r>
                      <a:endParaRPr lang="en-IN" sz="800" b="1">
                        <a:latin typeface="+mn-lt"/>
                      </a:endParaRP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F50002">
                        <a:tint val="4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mn-lt"/>
                        </a:rPr>
                        <a:t>Day-4</a:t>
                      </a:r>
                      <a:endParaRPr lang="en-IN" sz="800" b="1">
                        <a:latin typeface="+mn-lt"/>
                      </a:endParaRP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F50002">
                        <a:tint val="4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mn-lt"/>
                        </a:rPr>
                        <a:t>Day-5</a:t>
                      </a:r>
                      <a:endParaRPr lang="en-IN" sz="800" b="1">
                        <a:latin typeface="+mn-lt"/>
                      </a:endParaRP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F50002">
                        <a:tint val="4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mn-lt"/>
                        </a:rPr>
                        <a:t>Day-1</a:t>
                      </a:r>
                    </a:p>
                  </a:txBody>
                  <a:tcPr anchor="ctr">
                    <a:lnL w="12700" cap="flat" cmpd="sng" algn="ctr">
                      <a:solidFill>
                        <a:srgbClr val="FFFFFF"/>
                      </a:solidFill>
                      <a:prstDash val="solid"/>
                      <a:round/>
                      <a:headEnd type="none" w="med" len="med"/>
                      <a:tailEnd type="none" w="med" len="med"/>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mn-lt"/>
                        </a:rPr>
                        <a:t>Day-2</a:t>
                      </a:r>
                      <a:endParaRPr lang="en-IN" sz="800" b="1">
                        <a:latin typeface="+mn-lt"/>
                      </a:endParaRP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mn-lt"/>
                        </a:rPr>
                        <a:t>Day-3</a:t>
                      </a:r>
                      <a:endParaRPr lang="en-IN" sz="800" b="1">
                        <a:latin typeface="+mn-lt"/>
                      </a:endParaRP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mn-lt"/>
                        </a:rPr>
                        <a:t>Day-4</a:t>
                      </a:r>
                      <a:endParaRPr lang="en-IN" sz="800" b="1">
                        <a:latin typeface="+mn-lt"/>
                      </a:endParaRP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mn-lt"/>
                        </a:rPr>
                        <a:t>Day-5</a:t>
                      </a:r>
                      <a:endParaRPr lang="en-IN" sz="800" b="1">
                        <a:latin typeface="+mn-lt"/>
                      </a:endParaRP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mn-lt"/>
                        </a:rPr>
                        <a:t>Day-1</a:t>
                      </a: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F50002">
                        <a:tint val="4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mn-lt"/>
                        </a:rPr>
                        <a:t>Day-2</a:t>
                      </a:r>
                      <a:endParaRPr lang="en-IN" sz="800" b="1">
                        <a:latin typeface="+mn-lt"/>
                      </a:endParaRP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F50002">
                        <a:tint val="4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mn-lt"/>
                        </a:rPr>
                        <a:t>Day-3</a:t>
                      </a:r>
                      <a:endParaRPr lang="en-IN" sz="800" b="1">
                        <a:latin typeface="+mn-lt"/>
                      </a:endParaRP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F50002">
                        <a:tint val="4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mn-lt"/>
                        </a:rPr>
                        <a:t>Day-4</a:t>
                      </a:r>
                      <a:endParaRPr lang="en-IN" sz="800" b="1">
                        <a:latin typeface="+mn-lt"/>
                      </a:endParaRP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F50002">
                        <a:tint val="4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mn-lt"/>
                        </a:rPr>
                        <a:t>Day-5</a:t>
                      </a:r>
                      <a:endParaRPr lang="en-IN" sz="800" b="1">
                        <a:latin typeface="+mn-lt"/>
                      </a:endParaRP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F50002">
                        <a:tint val="40000"/>
                      </a:srgbClr>
                    </a:solidFill>
                  </a:tcPr>
                </a:tc>
                <a:extLst>
                  <a:ext uri="{0D108BD9-81ED-4DB2-BD59-A6C34878D82A}">
                    <a16:rowId xmlns:a16="http://schemas.microsoft.com/office/drawing/2014/main" val="1699140307"/>
                  </a:ext>
                </a:extLst>
              </a:tr>
            </a:tbl>
          </a:graphicData>
        </a:graphic>
      </p:graphicFrame>
      <p:sp>
        <p:nvSpPr>
          <p:cNvPr id="25" name="TextBox 24">
            <a:extLst>
              <a:ext uri="{FF2B5EF4-FFF2-40B4-BE49-F238E27FC236}">
                <a16:creationId xmlns:a16="http://schemas.microsoft.com/office/drawing/2014/main" id="{E90844FC-C4EE-60E5-3226-A5A95338D4F2}"/>
              </a:ext>
            </a:extLst>
          </p:cNvPr>
          <p:cNvSpPr txBox="1"/>
          <p:nvPr/>
        </p:nvSpPr>
        <p:spPr>
          <a:xfrm>
            <a:off x="590624" y="2416647"/>
            <a:ext cx="1636181" cy="400110"/>
          </a:xfrm>
          <a:prstGeom prst="rect">
            <a:avLst/>
          </a:prstGeom>
          <a:solidFill>
            <a:schemeClr val="accent6">
              <a:lumMod val="40000"/>
              <a:lumOff val="60000"/>
            </a:schemeClr>
          </a:solidFill>
          <a:ln>
            <a:noFill/>
          </a:ln>
          <a:effectLst>
            <a:outerShdw blurRad="63500" sx="102000" sy="102000" algn="ctr" rotWithShape="0">
              <a:prstClr val="black">
                <a:alpha val="40000"/>
              </a:prstClr>
            </a:outerShdw>
          </a:effectLst>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000" b="1" i="0" u="none" strike="noStrike" kern="0" cap="none" spc="0" normalizeH="0" baseline="0" noProof="0">
                <a:ln>
                  <a:noFill/>
                </a:ln>
                <a:solidFill>
                  <a:srgbClr val="3C3F41"/>
                </a:solidFill>
                <a:effectLst/>
                <a:uLnTx/>
                <a:uFillTx/>
                <a:latin typeface="Calibri" panose="020F0502020204030204" pitchFamily="34" charset="0"/>
                <a:ea typeface="+mn-ea"/>
                <a:cs typeface="Calibri" panose="020F0502020204030204" pitchFamily="34" charset="0"/>
              </a:rPr>
              <a:t>Sprint1 </a:t>
            </a:r>
            <a:r>
              <a:rPr kumimoji="0" lang="en-IN" sz="1000" b="0" i="0" u="none" strike="noStrike" kern="0" cap="none" spc="0" normalizeH="0" baseline="0" noProof="0">
                <a:ln>
                  <a:noFill/>
                </a:ln>
                <a:solidFill>
                  <a:srgbClr val="3C3F41"/>
                </a:solidFill>
                <a:effectLst/>
                <a:uLnTx/>
                <a:uFillTx/>
                <a:latin typeface="Calibri" panose="020F0502020204030204" pitchFamily="34" charset="0"/>
                <a:ea typeface="+mn-ea"/>
                <a:cs typeface="Calibri" panose="020F0502020204030204" pitchFamily="34" charset="0"/>
              </a:rPr>
              <a:t>preparation, validate </a:t>
            </a:r>
            <a:r>
              <a:rPr kumimoji="0" lang="en-IN" sz="1000" b="1" i="0" u="none" strike="noStrike" kern="0" cap="none" spc="0" normalizeH="0" baseline="0" noProof="0">
                <a:ln>
                  <a:noFill/>
                </a:ln>
                <a:solidFill>
                  <a:srgbClr val="3C3F41"/>
                </a:solidFill>
                <a:effectLst/>
                <a:uLnTx/>
                <a:uFillTx/>
                <a:latin typeface="Calibri" panose="020F0502020204030204" pitchFamily="34" charset="0"/>
                <a:ea typeface="+mn-ea"/>
                <a:cs typeface="Calibri" panose="020F0502020204030204" pitchFamily="34" charset="0"/>
              </a:rPr>
              <a:t>Sprint1 </a:t>
            </a:r>
            <a:r>
              <a:rPr kumimoji="0" lang="en-IN" sz="1000" b="0" i="0" u="none" strike="noStrike" kern="0" cap="none" spc="0" normalizeH="0" baseline="0" noProof="0" err="1">
                <a:ln>
                  <a:noFill/>
                </a:ln>
                <a:solidFill>
                  <a:srgbClr val="3C3F41"/>
                </a:solidFill>
                <a:effectLst/>
                <a:uLnTx/>
                <a:uFillTx/>
                <a:latin typeface="Calibri" panose="020F0502020204030204" pitchFamily="34" charset="0"/>
                <a:ea typeface="+mn-ea"/>
                <a:cs typeface="Calibri" panose="020F0502020204030204" pitchFamily="34" charset="0"/>
              </a:rPr>
              <a:t>DoR</a:t>
            </a:r>
            <a:r>
              <a:rPr kumimoji="0" lang="en-IN" sz="1000" b="0" i="0" u="none" strike="noStrike" kern="0" cap="none" spc="0" normalizeH="0" baseline="0" noProof="0">
                <a:ln>
                  <a:noFill/>
                </a:ln>
                <a:solidFill>
                  <a:srgbClr val="3C3F41"/>
                </a:solidFill>
                <a:effectLst/>
                <a:uLnTx/>
                <a:uFillTx/>
                <a:latin typeface="Calibri" panose="020F0502020204030204" pitchFamily="34" charset="0"/>
                <a:ea typeface="+mn-ea"/>
                <a:cs typeface="Calibri" panose="020F0502020204030204" pitchFamily="34" charset="0"/>
              </a:rPr>
              <a:t> </a:t>
            </a:r>
          </a:p>
        </p:txBody>
      </p:sp>
      <p:sp>
        <p:nvSpPr>
          <p:cNvPr id="27" name="TextBox 26">
            <a:extLst>
              <a:ext uri="{FF2B5EF4-FFF2-40B4-BE49-F238E27FC236}">
                <a16:creationId xmlns:a16="http://schemas.microsoft.com/office/drawing/2014/main" id="{7F9454E1-CD28-5885-FE14-03DE94844F26}"/>
              </a:ext>
            </a:extLst>
          </p:cNvPr>
          <p:cNvSpPr txBox="1"/>
          <p:nvPr/>
        </p:nvSpPr>
        <p:spPr>
          <a:xfrm>
            <a:off x="2382615" y="2417123"/>
            <a:ext cx="1821632" cy="400110"/>
          </a:xfrm>
          <a:prstGeom prst="rect">
            <a:avLst/>
          </a:prstGeom>
          <a:solidFill>
            <a:schemeClr val="accent6">
              <a:lumMod val="40000"/>
              <a:lumOff val="60000"/>
            </a:schemeClr>
          </a:solidFill>
          <a:ln>
            <a:noFill/>
          </a:ln>
          <a:effectLst>
            <a:outerShdw blurRad="63500" sx="102000" sy="102000" algn="ctr" rotWithShape="0">
              <a:prstClr val="black">
                <a:alpha val="40000"/>
              </a:prstClr>
            </a:outerShdw>
          </a:effectLst>
        </p:spPr>
        <p:txBody>
          <a:bodyPr wrap="square" rtlCol="0">
            <a:spAutoFit/>
          </a:bodyPr>
          <a:lstStyle>
            <a:defPPr>
              <a:defRPr lang="en-US"/>
            </a:defPPr>
            <a:lvl1pPr algn="ctr">
              <a:defRPr sz="900">
                <a:latin typeface="Ubuntu" panose="020B0504030602030204" pitchFamily="34" charset="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000" b="1" i="0" u="none" strike="noStrike" kern="0" cap="none" spc="0" normalizeH="0" baseline="0" noProof="0">
                <a:ln>
                  <a:noFill/>
                </a:ln>
                <a:solidFill>
                  <a:srgbClr val="3C3F41"/>
                </a:solidFill>
                <a:effectLst/>
                <a:uLnTx/>
                <a:uFillTx/>
                <a:latin typeface="Calibri" panose="020F0502020204030204" pitchFamily="34" charset="0"/>
                <a:ea typeface="+mn-ea"/>
                <a:cs typeface="Calibri" panose="020F0502020204030204" pitchFamily="34" charset="0"/>
              </a:rPr>
              <a:t>Sprint1 </a:t>
            </a:r>
            <a:r>
              <a:rPr kumimoji="0" lang="en-IN" sz="1000" b="0" i="0" u="none" strike="noStrike" kern="0" cap="none" spc="0" normalizeH="0" baseline="0" noProof="0">
                <a:ln>
                  <a:noFill/>
                </a:ln>
                <a:solidFill>
                  <a:srgbClr val="3C3F41"/>
                </a:solidFill>
                <a:effectLst/>
                <a:uLnTx/>
                <a:uFillTx/>
                <a:latin typeface="Calibri" panose="020F0502020204030204" pitchFamily="34" charset="0"/>
                <a:ea typeface="+mn-ea"/>
                <a:cs typeface="Calibri" panose="020F0502020204030204" pitchFamily="34" charset="0"/>
              </a:rPr>
              <a:t>Planning</a:t>
            </a:r>
          </a:p>
          <a:p>
            <a:pPr marL="0" marR="0" lvl="0" indent="0" algn="ctr" defTabSz="914400" rtl="0" eaLnBrk="1" fontAlgn="auto" latinLnBrk="0" hangingPunct="1">
              <a:lnSpc>
                <a:spcPct val="100000"/>
              </a:lnSpc>
              <a:spcBef>
                <a:spcPts val="0"/>
              </a:spcBef>
              <a:spcAft>
                <a:spcPts val="0"/>
              </a:spcAft>
              <a:buClrTx/>
              <a:buSzTx/>
              <a:buFontTx/>
              <a:buNone/>
              <a:tabLst/>
              <a:defRPr/>
            </a:pPr>
            <a:r>
              <a:rPr lang="en-IN" sz="1000" kern="0">
                <a:solidFill>
                  <a:srgbClr val="3C3F41"/>
                </a:solidFill>
                <a:latin typeface="Calibri" panose="020F0502020204030204" pitchFamily="34" charset="0"/>
                <a:cs typeface="Calibri" panose="020F0502020204030204" pitchFamily="34" charset="0"/>
              </a:rPr>
              <a:t>Start </a:t>
            </a:r>
            <a:r>
              <a:rPr lang="en-IN" sz="1000" b="1" kern="0">
                <a:solidFill>
                  <a:srgbClr val="3C3F41"/>
                </a:solidFill>
                <a:latin typeface="Calibri" panose="020F0502020204030204" pitchFamily="34" charset="0"/>
                <a:cs typeface="Calibri" panose="020F0502020204030204" pitchFamily="34" charset="0"/>
              </a:rPr>
              <a:t>Sprint1 </a:t>
            </a:r>
            <a:r>
              <a:rPr lang="en-IN" sz="1000" kern="0">
                <a:solidFill>
                  <a:srgbClr val="3C3F41"/>
                </a:solidFill>
                <a:latin typeface="Calibri" panose="020F0502020204030204" pitchFamily="34" charset="0"/>
                <a:cs typeface="Calibri" panose="020F0502020204030204" pitchFamily="34" charset="0"/>
              </a:rPr>
              <a:t>in JIRA</a:t>
            </a:r>
            <a:endParaRPr kumimoji="0" lang="en-IN" sz="1000" b="0" i="0" u="none" strike="noStrike" kern="0" cap="none" spc="0" normalizeH="0" baseline="0" noProof="0">
              <a:ln>
                <a:noFill/>
              </a:ln>
              <a:solidFill>
                <a:srgbClr val="3C3F41"/>
              </a:solidFill>
              <a:effectLst/>
              <a:uLnTx/>
              <a:uFillTx/>
              <a:latin typeface="Calibri" panose="020F0502020204030204" pitchFamily="34" charset="0"/>
              <a:ea typeface="+mn-ea"/>
              <a:cs typeface="Calibri" panose="020F0502020204030204" pitchFamily="34" charset="0"/>
            </a:endParaRPr>
          </a:p>
        </p:txBody>
      </p:sp>
      <p:cxnSp>
        <p:nvCxnSpPr>
          <p:cNvPr id="30" name="Connector: Elbow 29">
            <a:extLst>
              <a:ext uri="{FF2B5EF4-FFF2-40B4-BE49-F238E27FC236}">
                <a16:creationId xmlns:a16="http://schemas.microsoft.com/office/drawing/2014/main" id="{855C72A7-6BCE-7E0A-8F92-13A7C5E858CF}"/>
              </a:ext>
            </a:extLst>
          </p:cNvPr>
          <p:cNvCxnSpPr>
            <a:cxnSpLocks/>
          </p:cNvCxnSpPr>
          <p:nvPr/>
        </p:nvCxnSpPr>
        <p:spPr>
          <a:xfrm rot="10800000" flipV="1">
            <a:off x="1594180" y="2125217"/>
            <a:ext cx="967052" cy="237219"/>
          </a:xfrm>
          <a:prstGeom prst="bentConnector2">
            <a:avLst/>
          </a:prstGeom>
          <a:noFill/>
          <a:ln w="19050" cap="sq" cmpd="sng" algn="ctr">
            <a:solidFill>
              <a:srgbClr val="F50002"/>
            </a:solidFill>
            <a:prstDash val="solid"/>
            <a:tailEnd type="triangle"/>
          </a:ln>
          <a:effectLst/>
        </p:spPr>
      </p:cxnSp>
      <p:sp>
        <p:nvSpPr>
          <p:cNvPr id="32" name="TextBox 31">
            <a:extLst>
              <a:ext uri="{FF2B5EF4-FFF2-40B4-BE49-F238E27FC236}">
                <a16:creationId xmlns:a16="http://schemas.microsoft.com/office/drawing/2014/main" id="{9A5281AF-BEB4-78AB-4064-117307E1FB86}"/>
              </a:ext>
            </a:extLst>
          </p:cNvPr>
          <p:cNvSpPr txBox="1"/>
          <p:nvPr/>
        </p:nvSpPr>
        <p:spPr>
          <a:xfrm>
            <a:off x="2859006" y="1066496"/>
            <a:ext cx="2852923" cy="307777"/>
          </a:xfrm>
          <a:prstGeom prst="homePlate">
            <a:avLst/>
          </a:prstGeom>
          <a:solidFill>
            <a:srgbClr val="FBEBD1"/>
          </a:solidFill>
          <a:effectLst>
            <a:outerShdw blurRad="63500" sx="102000" sy="102000" algn="ctr" rotWithShape="0">
              <a:prstClr val="black">
                <a:alpha val="40000"/>
              </a:prstClr>
            </a:outerShdw>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1" i="0" u="none" strike="noStrike" kern="0" cap="none" spc="0" normalizeH="0" baseline="0" noProof="0">
                <a:ln>
                  <a:noFill/>
                </a:ln>
                <a:solidFill>
                  <a:srgbClr val="3C3F41"/>
                </a:solidFill>
                <a:effectLst/>
                <a:uLnTx/>
                <a:uFillTx/>
                <a:latin typeface="Calibri" panose="020F0502020204030204" pitchFamily="34" charset="0"/>
                <a:ea typeface="+mn-ea"/>
                <a:cs typeface="Calibri" panose="020F0502020204030204" pitchFamily="34" charset="0"/>
              </a:rPr>
              <a:t>Sp1 - 4 weeks Build begins</a:t>
            </a:r>
          </a:p>
        </p:txBody>
      </p:sp>
      <p:graphicFrame>
        <p:nvGraphicFramePr>
          <p:cNvPr id="33" name="Table 4">
            <a:extLst>
              <a:ext uri="{FF2B5EF4-FFF2-40B4-BE49-F238E27FC236}">
                <a16:creationId xmlns:a16="http://schemas.microsoft.com/office/drawing/2014/main" id="{D8AAF1C1-04F1-EF0E-C6CF-7A9192E28CD2}"/>
              </a:ext>
            </a:extLst>
          </p:cNvPr>
          <p:cNvGraphicFramePr>
            <a:graphicFrameLocks noGrp="1"/>
          </p:cNvGraphicFramePr>
          <p:nvPr/>
        </p:nvGraphicFramePr>
        <p:xfrm>
          <a:off x="620255" y="4290542"/>
          <a:ext cx="11201392" cy="865865"/>
        </p:xfrm>
        <a:graphic>
          <a:graphicData uri="http://schemas.openxmlformats.org/drawingml/2006/table">
            <a:tbl>
              <a:tblPr firstRow="1" bandRow="1"/>
              <a:tblGrid>
                <a:gridCol w="448056">
                  <a:extLst>
                    <a:ext uri="{9D8B030D-6E8A-4147-A177-3AD203B41FA5}">
                      <a16:colId xmlns:a16="http://schemas.microsoft.com/office/drawing/2014/main" val="1563922731"/>
                    </a:ext>
                  </a:extLst>
                </a:gridCol>
                <a:gridCol w="448056">
                  <a:extLst>
                    <a:ext uri="{9D8B030D-6E8A-4147-A177-3AD203B41FA5}">
                      <a16:colId xmlns:a16="http://schemas.microsoft.com/office/drawing/2014/main" val="4076529403"/>
                    </a:ext>
                  </a:extLst>
                </a:gridCol>
                <a:gridCol w="448056">
                  <a:extLst>
                    <a:ext uri="{9D8B030D-6E8A-4147-A177-3AD203B41FA5}">
                      <a16:colId xmlns:a16="http://schemas.microsoft.com/office/drawing/2014/main" val="1923284900"/>
                    </a:ext>
                  </a:extLst>
                </a:gridCol>
                <a:gridCol w="448056">
                  <a:extLst>
                    <a:ext uri="{9D8B030D-6E8A-4147-A177-3AD203B41FA5}">
                      <a16:colId xmlns:a16="http://schemas.microsoft.com/office/drawing/2014/main" val="2193092991"/>
                    </a:ext>
                  </a:extLst>
                </a:gridCol>
                <a:gridCol w="448056">
                  <a:extLst>
                    <a:ext uri="{9D8B030D-6E8A-4147-A177-3AD203B41FA5}">
                      <a16:colId xmlns:a16="http://schemas.microsoft.com/office/drawing/2014/main" val="1884254297"/>
                    </a:ext>
                  </a:extLst>
                </a:gridCol>
                <a:gridCol w="448056">
                  <a:extLst>
                    <a:ext uri="{9D8B030D-6E8A-4147-A177-3AD203B41FA5}">
                      <a16:colId xmlns:a16="http://schemas.microsoft.com/office/drawing/2014/main" val="1501315682"/>
                    </a:ext>
                  </a:extLst>
                </a:gridCol>
                <a:gridCol w="448055">
                  <a:extLst>
                    <a:ext uri="{9D8B030D-6E8A-4147-A177-3AD203B41FA5}">
                      <a16:colId xmlns:a16="http://schemas.microsoft.com/office/drawing/2014/main" val="2825470920"/>
                    </a:ext>
                  </a:extLst>
                </a:gridCol>
                <a:gridCol w="448056">
                  <a:extLst>
                    <a:ext uri="{9D8B030D-6E8A-4147-A177-3AD203B41FA5}">
                      <a16:colId xmlns:a16="http://schemas.microsoft.com/office/drawing/2014/main" val="2652091836"/>
                    </a:ext>
                  </a:extLst>
                </a:gridCol>
                <a:gridCol w="448055">
                  <a:extLst>
                    <a:ext uri="{9D8B030D-6E8A-4147-A177-3AD203B41FA5}">
                      <a16:colId xmlns:a16="http://schemas.microsoft.com/office/drawing/2014/main" val="2775558986"/>
                    </a:ext>
                  </a:extLst>
                </a:gridCol>
                <a:gridCol w="448056">
                  <a:extLst>
                    <a:ext uri="{9D8B030D-6E8A-4147-A177-3AD203B41FA5}">
                      <a16:colId xmlns:a16="http://schemas.microsoft.com/office/drawing/2014/main" val="2318077013"/>
                    </a:ext>
                  </a:extLst>
                </a:gridCol>
                <a:gridCol w="448056">
                  <a:extLst>
                    <a:ext uri="{9D8B030D-6E8A-4147-A177-3AD203B41FA5}">
                      <a16:colId xmlns:a16="http://schemas.microsoft.com/office/drawing/2014/main" val="3182741775"/>
                    </a:ext>
                  </a:extLst>
                </a:gridCol>
                <a:gridCol w="448055">
                  <a:extLst>
                    <a:ext uri="{9D8B030D-6E8A-4147-A177-3AD203B41FA5}">
                      <a16:colId xmlns:a16="http://schemas.microsoft.com/office/drawing/2014/main" val="1722560678"/>
                    </a:ext>
                  </a:extLst>
                </a:gridCol>
                <a:gridCol w="448056">
                  <a:extLst>
                    <a:ext uri="{9D8B030D-6E8A-4147-A177-3AD203B41FA5}">
                      <a16:colId xmlns:a16="http://schemas.microsoft.com/office/drawing/2014/main" val="2887719345"/>
                    </a:ext>
                  </a:extLst>
                </a:gridCol>
                <a:gridCol w="448055">
                  <a:extLst>
                    <a:ext uri="{9D8B030D-6E8A-4147-A177-3AD203B41FA5}">
                      <a16:colId xmlns:a16="http://schemas.microsoft.com/office/drawing/2014/main" val="588875010"/>
                    </a:ext>
                  </a:extLst>
                </a:gridCol>
                <a:gridCol w="448056">
                  <a:extLst>
                    <a:ext uri="{9D8B030D-6E8A-4147-A177-3AD203B41FA5}">
                      <a16:colId xmlns:a16="http://schemas.microsoft.com/office/drawing/2014/main" val="1356267931"/>
                    </a:ext>
                  </a:extLst>
                </a:gridCol>
                <a:gridCol w="448056">
                  <a:extLst>
                    <a:ext uri="{9D8B030D-6E8A-4147-A177-3AD203B41FA5}">
                      <a16:colId xmlns:a16="http://schemas.microsoft.com/office/drawing/2014/main" val="743860919"/>
                    </a:ext>
                  </a:extLst>
                </a:gridCol>
                <a:gridCol w="448055">
                  <a:extLst>
                    <a:ext uri="{9D8B030D-6E8A-4147-A177-3AD203B41FA5}">
                      <a16:colId xmlns:a16="http://schemas.microsoft.com/office/drawing/2014/main" val="3685307173"/>
                    </a:ext>
                  </a:extLst>
                </a:gridCol>
                <a:gridCol w="448056">
                  <a:extLst>
                    <a:ext uri="{9D8B030D-6E8A-4147-A177-3AD203B41FA5}">
                      <a16:colId xmlns:a16="http://schemas.microsoft.com/office/drawing/2014/main" val="3248111494"/>
                    </a:ext>
                  </a:extLst>
                </a:gridCol>
                <a:gridCol w="448055">
                  <a:extLst>
                    <a:ext uri="{9D8B030D-6E8A-4147-A177-3AD203B41FA5}">
                      <a16:colId xmlns:a16="http://schemas.microsoft.com/office/drawing/2014/main" val="766000711"/>
                    </a:ext>
                  </a:extLst>
                </a:gridCol>
                <a:gridCol w="448056">
                  <a:extLst>
                    <a:ext uri="{9D8B030D-6E8A-4147-A177-3AD203B41FA5}">
                      <a16:colId xmlns:a16="http://schemas.microsoft.com/office/drawing/2014/main" val="2419156433"/>
                    </a:ext>
                  </a:extLst>
                </a:gridCol>
                <a:gridCol w="448056">
                  <a:extLst>
                    <a:ext uri="{9D8B030D-6E8A-4147-A177-3AD203B41FA5}">
                      <a16:colId xmlns:a16="http://schemas.microsoft.com/office/drawing/2014/main" val="2361867494"/>
                    </a:ext>
                  </a:extLst>
                </a:gridCol>
                <a:gridCol w="448055">
                  <a:extLst>
                    <a:ext uri="{9D8B030D-6E8A-4147-A177-3AD203B41FA5}">
                      <a16:colId xmlns:a16="http://schemas.microsoft.com/office/drawing/2014/main" val="832535601"/>
                    </a:ext>
                  </a:extLst>
                </a:gridCol>
                <a:gridCol w="448056">
                  <a:extLst>
                    <a:ext uri="{9D8B030D-6E8A-4147-A177-3AD203B41FA5}">
                      <a16:colId xmlns:a16="http://schemas.microsoft.com/office/drawing/2014/main" val="647445238"/>
                    </a:ext>
                  </a:extLst>
                </a:gridCol>
                <a:gridCol w="448055">
                  <a:extLst>
                    <a:ext uri="{9D8B030D-6E8A-4147-A177-3AD203B41FA5}">
                      <a16:colId xmlns:a16="http://schemas.microsoft.com/office/drawing/2014/main" val="883778301"/>
                    </a:ext>
                  </a:extLst>
                </a:gridCol>
                <a:gridCol w="448056">
                  <a:extLst>
                    <a:ext uri="{9D8B030D-6E8A-4147-A177-3AD203B41FA5}">
                      <a16:colId xmlns:a16="http://schemas.microsoft.com/office/drawing/2014/main" val="740986838"/>
                    </a:ext>
                  </a:extLst>
                </a:gridCol>
              </a:tblGrid>
              <a:tr h="0">
                <a:tc gridSpan="5">
                  <a:txBody>
                    <a:bodyPr/>
                    <a:lstStyle>
                      <a:lvl1pPr marL="0" algn="l" defTabSz="914400" rtl="0" eaLnBrk="1" latinLnBrk="0" hangingPunct="1">
                        <a:defRPr sz="1800" b="1" kern="1200">
                          <a:solidFill>
                            <a:schemeClr val="lt1"/>
                          </a:solidFill>
                          <a:latin typeface="Arial" panose="020B0604020202020204"/>
                        </a:defRPr>
                      </a:lvl1pPr>
                      <a:lvl2pPr marL="457200" algn="l" defTabSz="914400" rtl="0" eaLnBrk="1" latinLnBrk="0" hangingPunct="1">
                        <a:defRPr sz="1800" b="1" kern="1200">
                          <a:solidFill>
                            <a:schemeClr val="lt1"/>
                          </a:solidFill>
                          <a:latin typeface="Arial" panose="020B0604020202020204"/>
                        </a:defRPr>
                      </a:lvl2pPr>
                      <a:lvl3pPr marL="914400" algn="l" defTabSz="914400" rtl="0" eaLnBrk="1" latinLnBrk="0" hangingPunct="1">
                        <a:defRPr sz="1800" b="1" kern="1200">
                          <a:solidFill>
                            <a:schemeClr val="lt1"/>
                          </a:solidFill>
                          <a:latin typeface="Arial" panose="020B0604020202020204"/>
                        </a:defRPr>
                      </a:lvl3pPr>
                      <a:lvl4pPr marL="1371600" algn="l" defTabSz="914400" rtl="0" eaLnBrk="1" latinLnBrk="0" hangingPunct="1">
                        <a:defRPr sz="1800" b="1" kern="1200">
                          <a:solidFill>
                            <a:schemeClr val="lt1"/>
                          </a:solidFill>
                          <a:latin typeface="Arial" panose="020B0604020202020204"/>
                        </a:defRPr>
                      </a:lvl4pPr>
                      <a:lvl5pPr marL="1828800" algn="l" defTabSz="914400" rtl="0" eaLnBrk="1" latinLnBrk="0" hangingPunct="1">
                        <a:defRPr sz="1800" b="1" kern="1200">
                          <a:solidFill>
                            <a:schemeClr val="lt1"/>
                          </a:solidFill>
                          <a:latin typeface="Arial" panose="020B0604020202020204"/>
                        </a:defRPr>
                      </a:lvl5pPr>
                      <a:lvl6pPr marL="2286000" algn="l" defTabSz="914400" rtl="0" eaLnBrk="1" latinLnBrk="0" hangingPunct="1">
                        <a:defRPr sz="1800" b="1" kern="1200">
                          <a:solidFill>
                            <a:schemeClr val="lt1"/>
                          </a:solidFill>
                          <a:latin typeface="Arial" panose="020B0604020202020204"/>
                        </a:defRPr>
                      </a:lvl6pPr>
                      <a:lvl7pPr marL="2743200" algn="l" defTabSz="914400" rtl="0" eaLnBrk="1" latinLnBrk="0" hangingPunct="1">
                        <a:defRPr sz="1800" b="1" kern="1200">
                          <a:solidFill>
                            <a:schemeClr val="lt1"/>
                          </a:solidFill>
                          <a:latin typeface="Arial" panose="020B0604020202020204"/>
                        </a:defRPr>
                      </a:lvl7pPr>
                      <a:lvl8pPr marL="3200400" algn="l" defTabSz="914400" rtl="0" eaLnBrk="1" latinLnBrk="0" hangingPunct="1">
                        <a:defRPr sz="1800" b="1" kern="1200">
                          <a:solidFill>
                            <a:schemeClr val="lt1"/>
                          </a:solidFill>
                          <a:latin typeface="Arial" panose="020B0604020202020204"/>
                        </a:defRPr>
                      </a:lvl8pPr>
                      <a:lvl9pPr marL="3657600" algn="l" defTabSz="914400" rtl="0" eaLnBrk="1" latinLnBrk="0" hangingPunct="1">
                        <a:defRPr sz="1800" b="1" kern="1200">
                          <a:solidFill>
                            <a:schemeClr val="lt1"/>
                          </a:solidFill>
                          <a:latin typeface="Arial" panose="020B0604020202020204"/>
                        </a:defRPr>
                      </a:lvl9pPr>
                    </a:lstStyle>
                    <a:p>
                      <a:pPr algn="ctr"/>
                      <a:r>
                        <a:rPr lang="en-IN" sz="1200">
                          <a:latin typeface="Calibri" panose="020F0502020204030204" pitchFamily="34" charset="0"/>
                          <a:cs typeface="Calibri" panose="020F0502020204030204" pitchFamily="34" charset="0"/>
                        </a:rPr>
                        <a:t>Week-1</a:t>
                      </a:r>
                    </a:p>
                  </a:txBody>
                  <a:tcPr anchor="ct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F50002"/>
                    </a:solidFill>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gridSpan="5">
                  <a:txBody>
                    <a:bodyPr/>
                    <a:lstStyle>
                      <a:lvl1pPr marL="0" algn="l" defTabSz="914400" rtl="0" eaLnBrk="1" latinLnBrk="0" hangingPunct="1">
                        <a:defRPr sz="1800" b="1" kern="1200">
                          <a:solidFill>
                            <a:schemeClr val="lt1"/>
                          </a:solidFill>
                          <a:latin typeface="Arial" panose="020B0604020202020204"/>
                        </a:defRPr>
                      </a:lvl1pPr>
                      <a:lvl2pPr marL="457200" algn="l" defTabSz="914400" rtl="0" eaLnBrk="1" latinLnBrk="0" hangingPunct="1">
                        <a:defRPr sz="1800" b="1" kern="1200">
                          <a:solidFill>
                            <a:schemeClr val="lt1"/>
                          </a:solidFill>
                          <a:latin typeface="Arial" panose="020B0604020202020204"/>
                        </a:defRPr>
                      </a:lvl2pPr>
                      <a:lvl3pPr marL="914400" algn="l" defTabSz="914400" rtl="0" eaLnBrk="1" latinLnBrk="0" hangingPunct="1">
                        <a:defRPr sz="1800" b="1" kern="1200">
                          <a:solidFill>
                            <a:schemeClr val="lt1"/>
                          </a:solidFill>
                          <a:latin typeface="Arial" panose="020B0604020202020204"/>
                        </a:defRPr>
                      </a:lvl3pPr>
                      <a:lvl4pPr marL="1371600" algn="l" defTabSz="914400" rtl="0" eaLnBrk="1" latinLnBrk="0" hangingPunct="1">
                        <a:defRPr sz="1800" b="1" kern="1200">
                          <a:solidFill>
                            <a:schemeClr val="lt1"/>
                          </a:solidFill>
                          <a:latin typeface="Arial" panose="020B0604020202020204"/>
                        </a:defRPr>
                      </a:lvl4pPr>
                      <a:lvl5pPr marL="1828800" algn="l" defTabSz="914400" rtl="0" eaLnBrk="1" latinLnBrk="0" hangingPunct="1">
                        <a:defRPr sz="1800" b="1" kern="1200">
                          <a:solidFill>
                            <a:schemeClr val="lt1"/>
                          </a:solidFill>
                          <a:latin typeface="Arial" panose="020B0604020202020204"/>
                        </a:defRPr>
                      </a:lvl5pPr>
                      <a:lvl6pPr marL="2286000" algn="l" defTabSz="914400" rtl="0" eaLnBrk="1" latinLnBrk="0" hangingPunct="1">
                        <a:defRPr sz="1800" b="1" kern="1200">
                          <a:solidFill>
                            <a:schemeClr val="lt1"/>
                          </a:solidFill>
                          <a:latin typeface="Arial" panose="020B0604020202020204"/>
                        </a:defRPr>
                      </a:lvl6pPr>
                      <a:lvl7pPr marL="2743200" algn="l" defTabSz="914400" rtl="0" eaLnBrk="1" latinLnBrk="0" hangingPunct="1">
                        <a:defRPr sz="1800" b="1" kern="1200">
                          <a:solidFill>
                            <a:schemeClr val="lt1"/>
                          </a:solidFill>
                          <a:latin typeface="Arial" panose="020B0604020202020204"/>
                        </a:defRPr>
                      </a:lvl7pPr>
                      <a:lvl8pPr marL="3200400" algn="l" defTabSz="914400" rtl="0" eaLnBrk="1" latinLnBrk="0" hangingPunct="1">
                        <a:defRPr sz="1800" b="1" kern="1200">
                          <a:solidFill>
                            <a:schemeClr val="lt1"/>
                          </a:solidFill>
                          <a:latin typeface="Arial" panose="020B0604020202020204"/>
                        </a:defRPr>
                      </a:lvl8pPr>
                      <a:lvl9pPr marL="3657600" algn="l" defTabSz="914400" rtl="0" eaLnBrk="1" latinLnBrk="0" hangingPunct="1">
                        <a:defRPr sz="1800" b="1" kern="1200">
                          <a:solidFill>
                            <a:schemeClr val="lt1"/>
                          </a:solidFill>
                          <a:latin typeface="Arial" panose="020B0604020202020204"/>
                        </a:defRPr>
                      </a:lvl9pPr>
                    </a:lstStyle>
                    <a:p>
                      <a:pPr algn="ctr"/>
                      <a:r>
                        <a:rPr lang="en-IN" sz="1200">
                          <a:latin typeface="Calibri" panose="020F0502020204030204" pitchFamily="34" charset="0"/>
                          <a:cs typeface="Calibri" panose="020F0502020204030204" pitchFamily="34" charset="0"/>
                        </a:rPr>
                        <a:t>Week-2</a:t>
                      </a:r>
                    </a:p>
                  </a:txBody>
                  <a:tcPr anchor="ct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F50002"/>
                    </a:solidFill>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gridSpan="5">
                  <a:txBody>
                    <a:bodyPr/>
                    <a:lstStyle>
                      <a:lvl1pPr marL="0" algn="l" defTabSz="914400" rtl="0" eaLnBrk="1" latinLnBrk="0" hangingPunct="1">
                        <a:defRPr sz="1800" b="1" kern="1200">
                          <a:solidFill>
                            <a:schemeClr val="lt1"/>
                          </a:solidFill>
                          <a:latin typeface="Arial" panose="020B0604020202020204"/>
                        </a:defRPr>
                      </a:lvl1pPr>
                      <a:lvl2pPr marL="457200" algn="l" defTabSz="914400" rtl="0" eaLnBrk="1" latinLnBrk="0" hangingPunct="1">
                        <a:defRPr sz="1800" b="1" kern="1200">
                          <a:solidFill>
                            <a:schemeClr val="lt1"/>
                          </a:solidFill>
                          <a:latin typeface="Arial" panose="020B0604020202020204"/>
                        </a:defRPr>
                      </a:lvl2pPr>
                      <a:lvl3pPr marL="914400" algn="l" defTabSz="914400" rtl="0" eaLnBrk="1" latinLnBrk="0" hangingPunct="1">
                        <a:defRPr sz="1800" b="1" kern="1200">
                          <a:solidFill>
                            <a:schemeClr val="lt1"/>
                          </a:solidFill>
                          <a:latin typeface="Arial" panose="020B0604020202020204"/>
                        </a:defRPr>
                      </a:lvl3pPr>
                      <a:lvl4pPr marL="1371600" algn="l" defTabSz="914400" rtl="0" eaLnBrk="1" latinLnBrk="0" hangingPunct="1">
                        <a:defRPr sz="1800" b="1" kern="1200">
                          <a:solidFill>
                            <a:schemeClr val="lt1"/>
                          </a:solidFill>
                          <a:latin typeface="Arial" panose="020B0604020202020204"/>
                        </a:defRPr>
                      </a:lvl4pPr>
                      <a:lvl5pPr marL="1828800" algn="l" defTabSz="914400" rtl="0" eaLnBrk="1" latinLnBrk="0" hangingPunct="1">
                        <a:defRPr sz="1800" b="1" kern="1200">
                          <a:solidFill>
                            <a:schemeClr val="lt1"/>
                          </a:solidFill>
                          <a:latin typeface="Arial" panose="020B0604020202020204"/>
                        </a:defRPr>
                      </a:lvl5pPr>
                      <a:lvl6pPr marL="2286000" algn="l" defTabSz="914400" rtl="0" eaLnBrk="1" latinLnBrk="0" hangingPunct="1">
                        <a:defRPr sz="1800" b="1" kern="1200">
                          <a:solidFill>
                            <a:schemeClr val="lt1"/>
                          </a:solidFill>
                          <a:latin typeface="Arial" panose="020B0604020202020204"/>
                        </a:defRPr>
                      </a:lvl6pPr>
                      <a:lvl7pPr marL="2743200" algn="l" defTabSz="914400" rtl="0" eaLnBrk="1" latinLnBrk="0" hangingPunct="1">
                        <a:defRPr sz="1800" b="1" kern="1200">
                          <a:solidFill>
                            <a:schemeClr val="lt1"/>
                          </a:solidFill>
                          <a:latin typeface="Arial" panose="020B0604020202020204"/>
                        </a:defRPr>
                      </a:lvl7pPr>
                      <a:lvl8pPr marL="3200400" algn="l" defTabSz="914400" rtl="0" eaLnBrk="1" latinLnBrk="0" hangingPunct="1">
                        <a:defRPr sz="1800" b="1" kern="1200">
                          <a:solidFill>
                            <a:schemeClr val="lt1"/>
                          </a:solidFill>
                          <a:latin typeface="Arial" panose="020B0604020202020204"/>
                        </a:defRPr>
                      </a:lvl8pPr>
                      <a:lvl9pPr marL="3657600" algn="l" defTabSz="914400" rtl="0" eaLnBrk="1" latinLnBrk="0" hangingPunct="1">
                        <a:defRPr sz="1800" b="1" kern="1200">
                          <a:solidFill>
                            <a:schemeClr val="lt1"/>
                          </a:solidFill>
                          <a:latin typeface="Arial" panose="020B0604020202020204"/>
                        </a:defRPr>
                      </a:lvl9pPr>
                    </a:lstStyle>
                    <a:p>
                      <a:pPr algn="ctr"/>
                      <a:r>
                        <a:rPr lang="en-IN" sz="1200">
                          <a:latin typeface="Calibri" panose="020F0502020204030204" pitchFamily="34" charset="0"/>
                          <a:cs typeface="Calibri" panose="020F0502020204030204" pitchFamily="34" charset="0"/>
                        </a:rPr>
                        <a:t>Week-3</a:t>
                      </a:r>
                    </a:p>
                  </a:txBody>
                  <a:tcPr anchor="ctr">
                    <a:lnL w="12700" cmpd="sng">
                      <a:solidFill>
                        <a:srgbClr val="FFFFFF"/>
                      </a:solidFill>
                    </a:lnL>
                    <a:lnR w="12700" cmpd="sng">
                      <a:solidFill>
                        <a:srgbClr val="FFFFFF"/>
                      </a:solidFill>
                    </a:lnR>
                    <a:lnT w="12700" cmpd="sng">
                      <a:solidFill>
                        <a:srgbClr val="FFFFFF"/>
                      </a:solidFill>
                    </a:lnT>
                    <a:lnB w="381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F50002"/>
                    </a:solidFill>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gridSpan="5">
                  <a:txBody>
                    <a:bodyPr/>
                    <a:lstStyle>
                      <a:lvl1pPr marL="0" algn="l" defTabSz="914400" rtl="0" eaLnBrk="1" latinLnBrk="0" hangingPunct="1">
                        <a:defRPr sz="1800" b="1" kern="1200">
                          <a:solidFill>
                            <a:schemeClr val="lt1"/>
                          </a:solidFill>
                          <a:latin typeface="Arial" panose="020B0604020202020204"/>
                        </a:defRPr>
                      </a:lvl1pPr>
                      <a:lvl2pPr marL="457200" algn="l" defTabSz="914400" rtl="0" eaLnBrk="1" latinLnBrk="0" hangingPunct="1">
                        <a:defRPr sz="1800" b="1" kern="1200">
                          <a:solidFill>
                            <a:schemeClr val="lt1"/>
                          </a:solidFill>
                          <a:latin typeface="Arial" panose="020B0604020202020204"/>
                        </a:defRPr>
                      </a:lvl2pPr>
                      <a:lvl3pPr marL="914400" algn="l" defTabSz="914400" rtl="0" eaLnBrk="1" latinLnBrk="0" hangingPunct="1">
                        <a:defRPr sz="1800" b="1" kern="1200">
                          <a:solidFill>
                            <a:schemeClr val="lt1"/>
                          </a:solidFill>
                          <a:latin typeface="Arial" panose="020B0604020202020204"/>
                        </a:defRPr>
                      </a:lvl3pPr>
                      <a:lvl4pPr marL="1371600" algn="l" defTabSz="914400" rtl="0" eaLnBrk="1" latinLnBrk="0" hangingPunct="1">
                        <a:defRPr sz="1800" b="1" kern="1200">
                          <a:solidFill>
                            <a:schemeClr val="lt1"/>
                          </a:solidFill>
                          <a:latin typeface="Arial" panose="020B0604020202020204"/>
                        </a:defRPr>
                      </a:lvl4pPr>
                      <a:lvl5pPr marL="1828800" algn="l" defTabSz="914400" rtl="0" eaLnBrk="1" latinLnBrk="0" hangingPunct="1">
                        <a:defRPr sz="1800" b="1" kern="1200">
                          <a:solidFill>
                            <a:schemeClr val="lt1"/>
                          </a:solidFill>
                          <a:latin typeface="Arial" panose="020B0604020202020204"/>
                        </a:defRPr>
                      </a:lvl5pPr>
                      <a:lvl6pPr marL="2286000" algn="l" defTabSz="914400" rtl="0" eaLnBrk="1" latinLnBrk="0" hangingPunct="1">
                        <a:defRPr sz="1800" b="1" kern="1200">
                          <a:solidFill>
                            <a:schemeClr val="lt1"/>
                          </a:solidFill>
                          <a:latin typeface="Arial" panose="020B0604020202020204"/>
                        </a:defRPr>
                      </a:lvl6pPr>
                      <a:lvl7pPr marL="2743200" algn="l" defTabSz="914400" rtl="0" eaLnBrk="1" latinLnBrk="0" hangingPunct="1">
                        <a:defRPr sz="1800" b="1" kern="1200">
                          <a:solidFill>
                            <a:schemeClr val="lt1"/>
                          </a:solidFill>
                          <a:latin typeface="Arial" panose="020B0604020202020204"/>
                        </a:defRPr>
                      </a:lvl7pPr>
                      <a:lvl8pPr marL="3200400" algn="l" defTabSz="914400" rtl="0" eaLnBrk="1" latinLnBrk="0" hangingPunct="1">
                        <a:defRPr sz="1800" b="1" kern="1200">
                          <a:solidFill>
                            <a:schemeClr val="lt1"/>
                          </a:solidFill>
                          <a:latin typeface="Arial" panose="020B0604020202020204"/>
                        </a:defRPr>
                      </a:lvl8pPr>
                      <a:lvl9pPr marL="3657600" algn="l" defTabSz="914400" rtl="0" eaLnBrk="1" latinLnBrk="0" hangingPunct="1">
                        <a:defRPr sz="1800" b="1" kern="1200">
                          <a:solidFill>
                            <a:schemeClr val="lt1"/>
                          </a:solidFill>
                          <a:latin typeface="Arial" panose="020B0604020202020204"/>
                        </a:defRPr>
                      </a:lvl9pPr>
                    </a:lstStyle>
                    <a:p>
                      <a:pPr algn="ctr"/>
                      <a:r>
                        <a:rPr lang="en-IN" sz="1200">
                          <a:latin typeface="Calibri" panose="020F0502020204030204" pitchFamily="34" charset="0"/>
                          <a:cs typeface="Calibri" panose="020F0502020204030204" pitchFamily="34" charset="0"/>
                        </a:rPr>
                        <a:t>Week-4</a:t>
                      </a:r>
                    </a:p>
                  </a:txBody>
                  <a:tcPr anchor="ct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F50002"/>
                    </a:solidFill>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gridSpan="5">
                  <a:txBody>
                    <a:bodyPr/>
                    <a:lstStyle>
                      <a:lvl1pPr marL="0" algn="l" defTabSz="914400" rtl="0" eaLnBrk="1" latinLnBrk="0" hangingPunct="1">
                        <a:defRPr sz="1800" b="1" kern="1200">
                          <a:solidFill>
                            <a:schemeClr val="lt1"/>
                          </a:solidFill>
                          <a:latin typeface="Arial" panose="020B0604020202020204"/>
                        </a:defRPr>
                      </a:lvl1pPr>
                      <a:lvl2pPr marL="457200" algn="l" defTabSz="914400" rtl="0" eaLnBrk="1" latinLnBrk="0" hangingPunct="1">
                        <a:defRPr sz="1800" b="1" kern="1200">
                          <a:solidFill>
                            <a:schemeClr val="lt1"/>
                          </a:solidFill>
                          <a:latin typeface="Arial" panose="020B0604020202020204"/>
                        </a:defRPr>
                      </a:lvl2pPr>
                      <a:lvl3pPr marL="914400" algn="l" defTabSz="914400" rtl="0" eaLnBrk="1" latinLnBrk="0" hangingPunct="1">
                        <a:defRPr sz="1800" b="1" kern="1200">
                          <a:solidFill>
                            <a:schemeClr val="lt1"/>
                          </a:solidFill>
                          <a:latin typeface="Arial" panose="020B0604020202020204"/>
                        </a:defRPr>
                      </a:lvl3pPr>
                      <a:lvl4pPr marL="1371600" algn="l" defTabSz="914400" rtl="0" eaLnBrk="1" latinLnBrk="0" hangingPunct="1">
                        <a:defRPr sz="1800" b="1" kern="1200">
                          <a:solidFill>
                            <a:schemeClr val="lt1"/>
                          </a:solidFill>
                          <a:latin typeface="Arial" panose="020B0604020202020204"/>
                        </a:defRPr>
                      </a:lvl4pPr>
                      <a:lvl5pPr marL="1828800" algn="l" defTabSz="914400" rtl="0" eaLnBrk="1" latinLnBrk="0" hangingPunct="1">
                        <a:defRPr sz="1800" b="1" kern="1200">
                          <a:solidFill>
                            <a:schemeClr val="lt1"/>
                          </a:solidFill>
                          <a:latin typeface="Arial" panose="020B0604020202020204"/>
                        </a:defRPr>
                      </a:lvl5pPr>
                      <a:lvl6pPr marL="2286000" algn="l" defTabSz="914400" rtl="0" eaLnBrk="1" latinLnBrk="0" hangingPunct="1">
                        <a:defRPr sz="1800" b="1" kern="1200">
                          <a:solidFill>
                            <a:schemeClr val="lt1"/>
                          </a:solidFill>
                          <a:latin typeface="Arial" panose="020B0604020202020204"/>
                        </a:defRPr>
                      </a:lvl6pPr>
                      <a:lvl7pPr marL="2743200" algn="l" defTabSz="914400" rtl="0" eaLnBrk="1" latinLnBrk="0" hangingPunct="1">
                        <a:defRPr sz="1800" b="1" kern="1200">
                          <a:solidFill>
                            <a:schemeClr val="lt1"/>
                          </a:solidFill>
                          <a:latin typeface="Arial" panose="020B0604020202020204"/>
                        </a:defRPr>
                      </a:lvl7pPr>
                      <a:lvl8pPr marL="3200400" algn="l" defTabSz="914400" rtl="0" eaLnBrk="1" latinLnBrk="0" hangingPunct="1">
                        <a:defRPr sz="1800" b="1" kern="1200">
                          <a:solidFill>
                            <a:schemeClr val="lt1"/>
                          </a:solidFill>
                          <a:latin typeface="Arial" panose="020B0604020202020204"/>
                        </a:defRPr>
                      </a:lvl8pPr>
                      <a:lvl9pPr marL="3657600" algn="l" defTabSz="914400" rtl="0" eaLnBrk="1" latinLnBrk="0" hangingPunct="1">
                        <a:defRPr sz="1800" b="1" kern="1200">
                          <a:solidFill>
                            <a:schemeClr val="lt1"/>
                          </a:solidFill>
                          <a:latin typeface="Arial" panose="020B0604020202020204"/>
                        </a:defRPr>
                      </a:lvl9pPr>
                    </a:lstStyle>
                    <a:p>
                      <a:pPr algn="ctr"/>
                      <a:r>
                        <a:rPr lang="en-IN" sz="1200">
                          <a:latin typeface="Calibri" panose="020F0502020204030204" pitchFamily="34" charset="0"/>
                          <a:cs typeface="Calibri" panose="020F0502020204030204" pitchFamily="34" charset="0"/>
                        </a:rPr>
                        <a:t>Week-1</a:t>
                      </a:r>
                    </a:p>
                  </a:txBody>
                  <a:tcPr anchor="ct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F50002"/>
                    </a:solidFill>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val="874884714"/>
                  </a:ext>
                </a:extLst>
              </a:tr>
              <a:tr h="591545">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Calibri" panose="020F0502020204030204" pitchFamily="34" charset="0"/>
                          <a:cs typeface="Calibri" panose="020F0502020204030204" pitchFamily="34" charset="0"/>
                        </a:rPr>
                        <a:t>Day-1</a:t>
                      </a: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F50002">
                        <a:tint val="4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Calibri" panose="020F0502020204030204" pitchFamily="34" charset="0"/>
                          <a:cs typeface="Calibri" panose="020F0502020204030204" pitchFamily="34" charset="0"/>
                        </a:rPr>
                        <a:t>Day-2</a:t>
                      </a:r>
                      <a:endParaRPr lang="en-IN" sz="800" b="1">
                        <a:latin typeface="Calibri" panose="020F0502020204030204" pitchFamily="34" charset="0"/>
                        <a:cs typeface="Calibri" panose="020F0502020204030204" pitchFamily="34" charset="0"/>
                      </a:endParaRP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F50002">
                        <a:tint val="4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Calibri" panose="020F0502020204030204" pitchFamily="34" charset="0"/>
                          <a:cs typeface="Calibri" panose="020F0502020204030204" pitchFamily="34" charset="0"/>
                        </a:rPr>
                        <a:t>Day-3</a:t>
                      </a:r>
                      <a:endParaRPr lang="en-IN" sz="800" b="1">
                        <a:latin typeface="Calibri" panose="020F0502020204030204" pitchFamily="34" charset="0"/>
                        <a:cs typeface="Calibri" panose="020F0502020204030204" pitchFamily="34" charset="0"/>
                      </a:endParaRP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F50002">
                        <a:tint val="4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Calibri" panose="020F0502020204030204" pitchFamily="34" charset="0"/>
                          <a:cs typeface="Calibri" panose="020F0502020204030204" pitchFamily="34" charset="0"/>
                        </a:rPr>
                        <a:t>Day-4</a:t>
                      </a:r>
                      <a:endParaRPr lang="en-IN" sz="800" b="1">
                        <a:latin typeface="Calibri" panose="020F0502020204030204" pitchFamily="34" charset="0"/>
                        <a:cs typeface="Calibri" panose="020F0502020204030204" pitchFamily="34" charset="0"/>
                      </a:endParaRP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F50002">
                        <a:tint val="4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Calibri" panose="020F0502020204030204" pitchFamily="34" charset="0"/>
                          <a:cs typeface="Calibri" panose="020F0502020204030204" pitchFamily="34" charset="0"/>
                        </a:rPr>
                        <a:t>Day-5</a:t>
                      </a:r>
                      <a:endParaRPr lang="en-IN" sz="800" b="1">
                        <a:latin typeface="Calibri" panose="020F0502020204030204" pitchFamily="34" charset="0"/>
                        <a:cs typeface="Calibri" panose="020F0502020204030204" pitchFamily="34" charset="0"/>
                      </a:endParaRP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F50002">
                        <a:tint val="4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Calibri" panose="020F0502020204030204" pitchFamily="34" charset="0"/>
                          <a:cs typeface="Calibri" panose="020F0502020204030204" pitchFamily="34" charset="0"/>
                        </a:rPr>
                        <a:t>Day-1</a:t>
                      </a: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Calibri" panose="020F0502020204030204" pitchFamily="34" charset="0"/>
                          <a:cs typeface="Calibri" panose="020F0502020204030204" pitchFamily="34" charset="0"/>
                        </a:rPr>
                        <a:t>Day-2</a:t>
                      </a:r>
                      <a:endParaRPr lang="en-IN" sz="800" b="1">
                        <a:latin typeface="Calibri" panose="020F0502020204030204" pitchFamily="34" charset="0"/>
                        <a:cs typeface="Calibri" panose="020F0502020204030204" pitchFamily="34" charset="0"/>
                      </a:endParaRP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Calibri" panose="020F0502020204030204" pitchFamily="34" charset="0"/>
                          <a:cs typeface="Calibri" panose="020F0502020204030204" pitchFamily="34" charset="0"/>
                        </a:rPr>
                        <a:t>Day-3</a:t>
                      </a:r>
                      <a:endParaRPr lang="en-IN" sz="800" b="1">
                        <a:latin typeface="Calibri" panose="020F0502020204030204" pitchFamily="34" charset="0"/>
                        <a:cs typeface="Calibri" panose="020F0502020204030204" pitchFamily="34" charset="0"/>
                      </a:endParaRP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Calibri" panose="020F0502020204030204" pitchFamily="34" charset="0"/>
                          <a:cs typeface="Calibri" panose="020F0502020204030204" pitchFamily="34" charset="0"/>
                        </a:rPr>
                        <a:t>Day-4</a:t>
                      </a:r>
                      <a:endParaRPr lang="en-IN" sz="800" b="1">
                        <a:latin typeface="Calibri" panose="020F0502020204030204" pitchFamily="34" charset="0"/>
                        <a:cs typeface="Calibri" panose="020F0502020204030204" pitchFamily="34" charset="0"/>
                      </a:endParaRP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Calibri" panose="020F0502020204030204" pitchFamily="34" charset="0"/>
                          <a:cs typeface="Calibri" panose="020F0502020204030204" pitchFamily="34" charset="0"/>
                        </a:rPr>
                        <a:t>Day-5</a:t>
                      </a:r>
                      <a:endParaRPr lang="en-IN" sz="800" b="1">
                        <a:latin typeface="Calibri" panose="020F0502020204030204" pitchFamily="34" charset="0"/>
                        <a:cs typeface="Calibri" panose="020F0502020204030204" pitchFamily="34" charset="0"/>
                      </a:endParaRPr>
                    </a:p>
                  </a:txBody>
                  <a:tcPr anchor="ctr">
                    <a:lnL w="12700" cmpd="sng">
                      <a:solidFill>
                        <a:srgbClr val="FFFFFF"/>
                      </a:solidFill>
                    </a:lnL>
                    <a:lnR w="12700" cap="flat" cmpd="sng" algn="ctr">
                      <a:solidFill>
                        <a:srgbClr val="FFFFFF"/>
                      </a:solidFill>
                      <a:prstDash val="solid"/>
                      <a:round/>
                      <a:headEnd type="none" w="med" len="med"/>
                      <a:tailEnd type="none" w="med" len="med"/>
                    </a:lnR>
                    <a:lnT w="381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mn-lt"/>
                        </a:rPr>
                        <a:t>Day-1</a:t>
                      </a: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F50002">
                        <a:tint val="4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mn-lt"/>
                        </a:rPr>
                        <a:t>Day-2</a:t>
                      </a:r>
                      <a:endParaRPr lang="en-IN" sz="800" b="1">
                        <a:latin typeface="+mn-lt"/>
                      </a:endParaRP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F50002">
                        <a:tint val="4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mn-lt"/>
                        </a:rPr>
                        <a:t>Day-3</a:t>
                      </a:r>
                      <a:endParaRPr lang="en-IN" sz="800" b="1">
                        <a:latin typeface="+mn-lt"/>
                      </a:endParaRP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F50002">
                        <a:tint val="4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mn-lt"/>
                        </a:rPr>
                        <a:t>Day-4</a:t>
                      </a:r>
                      <a:endParaRPr lang="en-IN" sz="800" b="1">
                        <a:latin typeface="+mn-lt"/>
                      </a:endParaRP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F50002">
                        <a:tint val="4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mn-lt"/>
                        </a:rPr>
                        <a:t>Day-5</a:t>
                      </a:r>
                      <a:endParaRPr lang="en-IN" sz="800" b="1">
                        <a:latin typeface="+mn-lt"/>
                      </a:endParaRP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F50002">
                        <a:tint val="4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Calibri" panose="020F0502020204030204" pitchFamily="34" charset="0"/>
                          <a:cs typeface="Calibri" panose="020F0502020204030204" pitchFamily="34" charset="0"/>
                        </a:rPr>
                        <a:t>Day-1</a:t>
                      </a:r>
                    </a:p>
                  </a:txBody>
                  <a:tcPr anchor="ctr">
                    <a:lnL w="12700" cap="flat" cmpd="sng" algn="ctr">
                      <a:solidFill>
                        <a:srgbClr val="FFFFFF"/>
                      </a:solidFill>
                      <a:prstDash val="solid"/>
                      <a:round/>
                      <a:headEnd type="none" w="med" len="med"/>
                      <a:tailEnd type="none" w="med" len="med"/>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Calibri" panose="020F0502020204030204" pitchFamily="34" charset="0"/>
                          <a:cs typeface="Calibri" panose="020F0502020204030204" pitchFamily="34" charset="0"/>
                        </a:rPr>
                        <a:t>Day-2</a:t>
                      </a:r>
                      <a:endParaRPr lang="en-IN" sz="800" b="1">
                        <a:latin typeface="Calibri" panose="020F0502020204030204" pitchFamily="34" charset="0"/>
                        <a:cs typeface="Calibri" panose="020F0502020204030204" pitchFamily="34" charset="0"/>
                      </a:endParaRP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Calibri" panose="020F0502020204030204" pitchFamily="34" charset="0"/>
                          <a:cs typeface="Calibri" panose="020F0502020204030204" pitchFamily="34" charset="0"/>
                        </a:rPr>
                        <a:t>Day-3</a:t>
                      </a:r>
                      <a:endParaRPr lang="en-IN" sz="800" b="1">
                        <a:latin typeface="Calibri" panose="020F0502020204030204" pitchFamily="34" charset="0"/>
                        <a:cs typeface="Calibri" panose="020F0502020204030204" pitchFamily="34" charset="0"/>
                      </a:endParaRP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Calibri" panose="020F0502020204030204" pitchFamily="34" charset="0"/>
                          <a:cs typeface="Calibri" panose="020F0502020204030204" pitchFamily="34" charset="0"/>
                        </a:rPr>
                        <a:t>Day-4</a:t>
                      </a:r>
                      <a:endParaRPr lang="en-IN" sz="800" b="1">
                        <a:latin typeface="Calibri" panose="020F0502020204030204" pitchFamily="34" charset="0"/>
                        <a:cs typeface="Calibri" panose="020F0502020204030204" pitchFamily="34" charset="0"/>
                      </a:endParaRP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Calibri" panose="020F0502020204030204" pitchFamily="34" charset="0"/>
                          <a:cs typeface="Calibri" panose="020F0502020204030204" pitchFamily="34" charset="0"/>
                        </a:rPr>
                        <a:t>Day-5</a:t>
                      </a:r>
                      <a:endParaRPr lang="en-IN" sz="800" b="1">
                        <a:latin typeface="Calibri" panose="020F0502020204030204" pitchFamily="34" charset="0"/>
                        <a:cs typeface="Calibri" panose="020F0502020204030204" pitchFamily="34" charset="0"/>
                      </a:endParaRP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95000"/>
                      </a:scheme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Calibri" panose="020F0502020204030204" pitchFamily="34" charset="0"/>
                          <a:cs typeface="Calibri" panose="020F0502020204030204" pitchFamily="34" charset="0"/>
                        </a:rPr>
                        <a:t>Day-1</a:t>
                      </a: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F50002">
                        <a:tint val="4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Calibri" panose="020F0502020204030204" pitchFamily="34" charset="0"/>
                          <a:cs typeface="Calibri" panose="020F0502020204030204" pitchFamily="34" charset="0"/>
                        </a:rPr>
                        <a:t>Day-2</a:t>
                      </a:r>
                      <a:endParaRPr lang="en-IN" sz="800" b="1">
                        <a:latin typeface="Calibri" panose="020F0502020204030204" pitchFamily="34" charset="0"/>
                        <a:cs typeface="Calibri" panose="020F0502020204030204" pitchFamily="34" charset="0"/>
                      </a:endParaRP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F50002">
                        <a:tint val="4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Calibri" panose="020F0502020204030204" pitchFamily="34" charset="0"/>
                          <a:cs typeface="Calibri" panose="020F0502020204030204" pitchFamily="34" charset="0"/>
                        </a:rPr>
                        <a:t>Day-3</a:t>
                      </a:r>
                      <a:endParaRPr lang="en-IN" sz="800" b="1">
                        <a:latin typeface="Calibri" panose="020F0502020204030204" pitchFamily="34" charset="0"/>
                        <a:cs typeface="Calibri" panose="020F0502020204030204" pitchFamily="34" charset="0"/>
                      </a:endParaRP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F50002">
                        <a:tint val="4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Calibri" panose="020F0502020204030204" pitchFamily="34" charset="0"/>
                          <a:cs typeface="Calibri" panose="020F0502020204030204" pitchFamily="34" charset="0"/>
                        </a:rPr>
                        <a:t>Day-4</a:t>
                      </a:r>
                      <a:endParaRPr lang="en-IN" sz="800" b="1">
                        <a:latin typeface="Calibri" panose="020F0502020204030204" pitchFamily="34" charset="0"/>
                        <a:cs typeface="Calibri" panose="020F0502020204030204" pitchFamily="34" charset="0"/>
                      </a:endParaRP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F50002">
                        <a:tint val="40000"/>
                      </a:srgbClr>
                    </a:solidFill>
                  </a:tcPr>
                </a:tc>
                <a:tc>
                  <a:txBody>
                    <a:bodyPr/>
                    <a:lstStyle>
                      <a:lvl1pPr marL="0" algn="l" defTabSz="914400" rtl="0" eaLnBrk="1" latinLnBrk="0" hangingPunct="1">
                        <a:defRPr sz="1800" kern="1200">
                          <a:solidFill>
                            <a:schemeClr val="dk1"/>
                          </a:solidFill>
                          <a:latin typeface="Arial" panose="020B0604020202020204"/>
                        </a:defRPr>
                      </a:lvl1pPr>
                      <a:lvl2pPr marL="457200" algn="l" defTabSz="914400" rtl="0" eaLnBrk="1" latinLnBrk="0" hangingPunct="1">
                        <a:defRPr sz="1800" kern="1200">
                          <a:solidFill>
                            <a:schemeClr val="dk1"/>
                          </a:solidFill>
                          <a:latin typeface="Arial" panose="020B0604020202020204"/>
                        </a:defRPr>
                      </a:lvl2pPr>
                      <a:lvl3pPr marL="914400" algn="l" defTabSz="914400" rtl="0" eaLnBrk="1" latinLnBrk="0" hangingPunct="1">
                        <a:defRPr sz="1800" kern="1200">
                          <a:solidFill>
                            <a:schemeClr val="dk1"/>
                          </a:solidFill>
                          <a:latin typeface="Arial" panose="020B0604020202020204"/>
                        </a:defRPr>
                      </a:lvl3pPr>
                      <a:lvl4pPr marL="1371600" algn="l" defTabSz="914400" rtl="0" eaLnBrk="1" latinLnBrk="0" hangingPunct="1">
                        <a:defRPr sz="1800" kern="1200">
                          <a:solidFill>
                            <a:schemeClr val="dk1"/>
                          </a:solidFill>
                          <a:latin typeface="Arial" panose="020B0604020202020204"/>
                        </a:defRPr>
                      </a:lvl4pPr>
                      <a:lvl5pPr marL="1828800" algn="l" defTabSz="914400" rtl="0" eaLnBrk="1" latinLnBrk="0" hangingPunct="1">
                        <a:defRPr sz="1800" kern="1200">
                          <a:solidFill>
                            <a:schemeClr val="dk1"/>
                          </a:solidFill>
                          <a:latin typeface="Arial" panose="020B0604020202020204"/>
                        </a:defRPr>
                      </a:lvl5pPr>
                      <a:lvl6pPr marL="2286000" algn="l" defTabSz="914400" rtl="0" eaLnBrk="1" latinLnBrk="0" hangingPunct="1">
                        <a:defRPr sz="1800" kern="1200">
                          <a:solidFill>
                            <a:schemeClr val="dk1"/>
                          </a:solidFill>
                          <a:latin typeface="Arial" panose="020B0604020202020204"/>
                        </a:defRPr>
                      </a:lvl6pPr>
                      <a:lvl7pPr marL="2743200" algn="l" defTabSz="914400" rtl="0" eaLnBrk="1" latinLnBrk="0" hangingPunct="1">
                        <a:defRPr sz="1800" kern="1200">
                          <a:solidFill>
                            <a:schemeClr val="dk1"/>
                          </a:solidFill>
                          <a:latin typeface="Arial" panose="020B0604020202020204"/>
                        </a:defRPr>
                      </a:lvl7pPr>
                      <a:lvl8pPr marL="3200400" algn="l" defTabSz="914400" rtl="0" eaLnBrk="1" latinLnBrk="0" hangingPunct="1">
                        <a:defRPr sz="1800" kern="1200">
                          <a:solidFill>
                            <a:schemeClr val="dk1"/>
                          </a:solidFill>
                          <a:latin typeface="Arial" panose="020B0604020202020204"/>
                        </a:defRPr>
                      </a:lvl8pPr>
                      <a:lvl9pPr marL="3657600" algn="l" defTabSz="914400" rtl="0" eaLnBrk="1" latinLnBrk="0" hangingPunct="1">
                        <a:defRPr sz="1800" kern="1200">
                          <a:solidFill>
                            <a:schemeClr val="dk1"/>
                          </a:solidFill>
                          <a:latin typeface="Arial" panose="020B0604020202020204"/>
                        </a:defRPr>
                      </a:lvl9pPr>
                    </a:lstStyle>
                    <a:p>
                      <a:pPr algn="ctr"/>
                      <a:r>
                        <a:rPr lang="en-IN" sz="800" b="0">
                          <a:latin typeface="Calibri" panose="020F0502020204030204" pitchFamily="34" charset="0"/>
                          <a:cs typeface="Calibri" panose="020F0502020204030204" pitchFamily="34" charset="0"/>
                        </a:rPr>
                        <a:t>Day-5</a:t>
                      </a:r>
                      <a:endParaRPr lang="en-IN" sz="800" b="1">
                        <a:latin typeface="Calibri" panose="020F0502020204030204" pitchFamily="34" charset="0"/>
                        <a:cs typeface="Calibri" panose="020F0502020204030204" pitchFamily="34" charset="0"/>
                      </a:endParaRPr>
                    </a:p>
                  </a:txBody>
                  <a:tcPr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F50002">
                        <a:tint val="40000"/>
                      </a:srgbClr>
                    </a:solidFill>
                  </a:tcPr>
                </a:tc>
                <a:extLst>
                  <a:ext uri="{0D108BD9-81ED-4DB2-BD59-A6C34878D82A}">
                    <a16:rowId xmlns:a16="http://schemas.microsoft.com/office/drawing/2014/main" val="1699140307"/>
                  </a:ext>
                </a:extLst>
              </a:tr>
            </a:tbl>
          </a:graphicData>
        </a:graphic>
      </p:graphicFrame>
      <p:sp>
        <p:nvSpPr>
          <p:cNvPr id="35" name="TextBox 34">
            <a:extLst>
              <a:ext uri="{FF2B5EF4-FFF2-40B4-BE49-F238E27FC236}">
                <a16:creationId xmlns:a16="http://schemas.microsoft.com/office/drawing/2014/main" id="{4CDA1F3B-8474-C9C6-88DB-5F13A79B7AD2}"/>
              </a:ext>
            </a:extLst>
          </p:cNvPr>
          <p:cNvSpPr txBox="1"/>
          <p:nvPr/>
        </p:nvSpPr>
        <p:spPr>
          <a:xfrm>
            <a:off x="651243" y="3920239"/>
            <a:ext cx="2852923" cy="307777"/>
          </a:xfrm>
          <a:prstGeom prst="homePlate">
            <a:avLst/>
          </a:prstGeom>
          <a:solidFill>
            <a:srgbClr val="FBEBD1"/>
          </a:solidFill>
          <a:effectLst>
            <a:outerShdw blurRad="63500" sx="102000" sy="102000" algn="ctr" rotWithShape="0">
              <a:prstClr val="black">
                <a:alpha val="40000"/>
              </a:prstClr>
            </a:outerShdw>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1" i="0" u="none" strike="noStrike" kern="0" cap="none" spc="0" normalizeH="0" baseline="0" noProof="0">
                <a:ln>
                  <a:noFill/>
                </a:ln>
                <a:solidFill>
                  <a:srgbClr val="3C3F41"/>
                </a:solidFill>
                <a:effectLst/>
                <a:uLnTx/>
                <a:uFillTx/>
                <a:latin typeface="Calibri" panose="020F0502020204030204" pitchFamily="34" charset="0"/>
                <a:ea typeface="+mn-ea"/>
                <a:cs typeface="Calibri" panose="020F0502020204030204" pitchFamily="34" charset="0"/>
              </a:rPr>
              <a:t>Sp2 - 4 weeks Build starts</a:t>
            </a:r>
          </a:p>
        </p:txBody>
      </p:sp>
      <p:sp>
        <p:nvSpPr>
          <p:cNvPr id="36" name="TextBox 35">
            <a:extLst>
              <a:ext uri="{FF2B5EF4-FFF2-40B4-BE49-F238E27FC236}">
                <a16:creationId xmlns:a16="http://schemas.microsoft.com/office/drawing/2014/main" id="{62776071-44E7-120F-2F01-0692E23F386D}"/>
              </a:ext>
            </a:extLst>
          </p:cNvPr>
          <p:cNvSpPr txBox="1"/>
          <p:nvPr/>
        </p:nvSpPr>
        <p:spPr>
          <a:xfrm>
            <a:off x="257804" y="5392268"/>
            <a:ext cx="1495145" cy="507831"/>
          </a:xfrm>
          <a:prstGeom prst="rect">
            <a:avLst/>
          </a:prstGeom>
          <a:solidFill>
            <a:schemeClr val="accent6">
              <a:lumMod val="40000"/>
              <a:lumOff val="60000"/>
            </a:schemeClr>
          </a:solidFill>
          <a:ln>
            <a:noFill/>
          </a:ln>
          <a:effectLst>
            <a:outerShdw blurRad="63500" sx="102000" sy="102000" algn="ctr" rotWithShape="0">
              <a:prstClr val="black">
                <a:alpha val="40000"/>
              </a:prstClr>
            </a:outerShdw>
          </a:effectLst>
        </p:spPr>
        <p:txBody>
          <a:bodyPr wrap="square" rtlCol="0">
            <a:spAutoFit/>
          </a:bodyPr>
          <a:lstStyle>
            <a:defPPr>
              <a:defRPr lang="en-US"/>
            </a:defPPr>
            <a:lvl1pPr algn="ctr">
              <a:defRPr sz="900">
                <a:latin typeface="Ubuntu" panose="020B0504030602030204" pitchFamily="34" charset="0"/>
              </a:defRPr>
            </a:lvl1pPr>
          </a:lstStyle>
          <a:p>
            <a:pPr>
              <a:defRPr/>
            </a:pPr>
            <a:r>
              <a:rPr kumimoji="0" lang="en-IN" b="0" i="0" u="none" strike="noStrike" kern="0" cap="none" spc="0" normalizeH="0" baseline="0" noProof="0">
                <a:ln>
                  <a:noFill/>
                </a:ln>
                <a:solidFill>
                  <a:srgbClr val="3C3F41"/>
                </a:solidFill>
                <a:effectLst/>
                <a:uLnTx/>
                <a:uFillTx/>
                <a:latin typeface="Calibri" panose="020F0502020204030204" pitchFamily="34" charset="0"/>
                <a:ea typeface="+mn-ea"/>
                <a:cs typeface="Calibri" panose="020F0502020204030204" pitchFamily="34" charset="0"/>
              </a:rPr>
              <a:t>Validate </a:t>
            </a:r>
            <a:r>
              <a:rPr kumimoji="0" lang="en-IN" b="1" i="0" u="none" strike="noStrike" kern="0" cap="none" spc="0" normalizeH="0" baseline="0" noProof="0">
                <a:ln>
                  <a:noFill/>
                </a:ln>
                <a:solidFill>
                  <a:srgbClr val="3C3F41"/>
                </a:solidFill>
                <a:effectLst/>
                <a:uLnTx/>
                <a:uFillTx/>
                <a:latin typeface="Calibri" panose="020F0502020204030204" pitchFamily="34" charset="0"/>
                <a:ea typeface="+mn-ea"/>
                <a:cs typeface="Calibri" panose="020F0502020204030204" pitchFamily="34" charset="0"/>
              </a:rPr>
              <a:t>Sprint1 </a:t>
            </a:r>
            <a:r>
              <a:rPr kumimoji="0" lang="en-IN" b="0" i="0" u="none" strike="noStrike" kern="0" cap="none" spc="0" normalizeH="0" baseline="0" noProof="0">
                <a:ln>
                  <a:noFill/>
                </a:ln>
                <a:solidFill>
                  <a:srgbClr val="3C3F41"/>
                </a:solidFill>
                <a:effectLst/>
                <a:uLnTx/>
                <a:uFillTx/>
                <a:latin typeface="Calibri" panose="020F0502020204030204" pitchFamily="34" charset="0"/>
                <a:ea typeface="+mn-ea"/>
                <a:cs typeface="Calibri" panose="020F0502020204030204" pitchFamily="34" charset="0"/>
              </a:rPr>
              <a:t>DoD</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b="1" i="0" u="none" strike="noStrike" kern="0" cap="none" spc="0" normalizeH="0" baseline="0" noProof="0">
                <a:ln>
                  <a:noFill/>
                </a:ln>
                <a:solidFill>
                  <a:srgbClr val="3C3F41"/>
                </a:solidFill>
                <a:effectLst/>
                <a:uLnTx/>
                <a:uFillTx/>
                <a:latin typeface="Calibri" panose="020F0502020204030204" pitchFamily="34" charset="0"/>
                <a:ea typeface="+mn-ea"/>
                <a:cs typeface="Calibri" panose="020F0502020204030204" pitchFamily="34" charset="0"/>
              </a:rPr>
              <a:t>Sprint2</a:t>
            </a:r>
            <a:r>
              <a:rPr kumimoji="0" lang="en-IN" b="0" i="0" u="none" strike="noStrike" kern="0" cap="none" spc="0" normalizeH="0" baseline="0" noProof="0">
                <a:ln>
                  <a:noFill/>
                </a:ln>
                <a:solidFill>
                  <a:srgbClr val="3C3F41"/>
                </a:solidFill>
                <a:effectLst/>
                <a:uLnTx/>
                <a:uFillTx/>
                <a:latin typeface="Calibri" panose="020F0502020204030204" pitchFamily="34" charset="0"/>
                <a:ea typeface="+mn-ea"/>
                <a:cs typeface="Calibri" panose="020F0502020204030204" pitchFamily="34" charset="0"/>
              </a:rPr>
              <a:t> </a:t>
            </a:r>
            <a:r>
              <a:rPr lang="en-IN" kern="0">
                <a:solidFill>
                  <a:srgbClr val="3C3F41"/>
                </a:solidFill>
                <a:latin typeface="Calibri" panose="020F0502020204030204" pitchFamily="34" charset="0"/>
                <a:cs typeface="Calibri" panose="020F0502020204030204" pitchFamily="34" charset="0"/>
              </a:rPr>
              <a:t>planning</a:t>
            </a:r>
            <a:endParaRPr kumimoji="0" lang="en-IN" b="0" i="0" u="none" strike="noStrike" kern="0" cap="none" spc="0" normalizeH="0" baseline="0" noProof="0">
              <a:ln>
                <a:noFill/>
              </a:ln>
              <a:solidFill>
                <a:srgbClr val="3C3F41"/>
              </a:solidFill>
              <a:effectLst/>
              <a:uLnTx/>
              <a:uFillTx/>
              <a:latin typeface="Calibri" panose="020F0502020204030204" pitchFamily="34" charset="0"/>
              <a:ea typeface="+mn-ea"/>
              <a:cs typeface="Calibri" panose="020F0502020204030204" pitchFamily="34"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b="0" i="0" u="none" strike="noStrike" kern="0" cap="none" spc="0" normalizeH="0" baseline="0" noProof="0">
                <a:ln>
                  <a:noFill/>
                </a:ln>
                <a:solidFill>
                  <a:srgbClr val="3C3F41"/>
                </a:solidFill>
                <a:effectLst/>
                <a:uLnTx/>
                <a:uFillTx/>
                <a:latin typeface="Calibri" panose="020F0502020204030204" pitchFamily="34" charset="0"/>
                <a:ea typeface="+mn-ea"/>
                <a:cs typeface="Calibri" panose="020F0502020204030204" pitchFamily="34" charset="0"/>
              </a:rPr>
              <a:t>Start </a:t>
            </a:r>
            <a:r>
              <a:rPr kumimoji="0" lang="en-IN" b="1" i="0" u="none" strike="noStrike" kern="0" cap="none" spc="0" normalizeH="0" baseline="0" noProof="0">
                <a:ln>
                  <a:noFill/>
                </a:ln>
                <a:solidFill>
                  <a:srgbClr val="3C3F41"/>
                </a:solidFill>
                <a:effectLst/>
                <a:uLnTx/>
                <a:uFillTx/>
                <a:latin typeface="Calibri" panose="020F0502020204030204" pitchFamily="34" charset="0"/>
                <a:ea typeface="+mn-ea"/>
                <a:cs typeface="Calibri" panose="020F0502020204030204" pitchFamily="34" charset="0"/>
              </a:rPr>
              <a:t>Sprint 2</a:t>
            </a:r>
            <a:r>
              <a:rPr kumimoji="0" lang="en-IN" b="0" i="0" u="none" strike="noStrike" kern="0" cap="none" spc="0" normalizeH="0" baseline="0" noProof="0">
                <a:ln>
                  <a:noFill/>
                </a:ln>
                <a:solidFill>
                  <a:srgbClr val="3C3F41"/>
                </a:solidFill>
                <a:effectLst/>
                <a:uLnTx/>
                <a:uFillTx/>
                <a:latin typeface="Calibri" panose="020F0502020204030204" pitchFamily="34" charset="0"/>
                <a:ea typeface="+mn-ea"/>
                <a:cs typeface="Calibri" panose="020F0502020204030204" pitchFamily="34" charset="0"/>
              </a:rPr>
              <a:t> in Jira </a:t>
            </a:r>
          </a:p>
        </p:txBody>
      </p:sp>
      <p:sp>
        <p:nvSpPr>
          <p:cNvPr id="40" name="TextBox 39">
            <a:extLst>
              <a:ext uri="{FF2B5EF4-FFF2-40B4-BE49-F238E27FC236}">
                <a16:creationId xmlns:a16="http://schemas.microsoft.com/office/drawing/2014/main" id="{A3734991-2280-8472-FE69-A2EDF152E502}"/>
              </a:ext>
            </a:extLst>
          </p:cNvPr>
          <p:cNvSpPr txBox="1"/>
          <p:nvPr/>
        </p:nvSpPr>
        <p:spPr>
          <a:xfrm>
            <a:off x="10513710" y="5345159"/>
            <a:ext cx="1064519" cy="400110"/>
          </a:xfrm>
          <a:prstGeom prst="rect">
            <a:avLst/>
          </a:prstGeom>
          <a:solidFill>
            <a:schemeClr val="accent6">
              <a:lumMod val="40000"/>
              <a:lumOff val="60000"/>
            </a:schemeClr>
          </a:solidFill>
          <a:ln>
            <a:noFill/>
          </a:ln>
          <a:effectLst>
            <a:outerShdw blurRad="63500" sx="102000" sy="102000" algn="ctr" rotWithShape="0">
              <a:prstClr val="black">
                <a:alpha val="40000"/>
              </a:prstClr>
            </a:outerShdw>
          </a:effectLst>
        </p:spPr>
        <p:txBody>
          <a:bodyPr wrap="square" rtlCol="0">
            <a:spAutoFit/>
          </a:bodyPr>
          <a:lstStyle>
            <a:defPPr>
              <a:defRPr lang="en-US"/>
            </a:defPPr>
            <a:lvl1pPr algn="ctr">
              <a:defRPr sz="900">
                <a:latin typeface="Ubuntu" panose="020B0504030602030204" pitchFamily="34" charset="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000" b="1" i="0" u="none" strike="noStrike" kern="0" cap="none" spc="0" normalizeH="0" baseline="0" noProof="0">
                <a:ln>
                  <a:noFill/>
                </a:ln>
                <a:solidFill>
                  <a:srgbClr val="3C3F41"/>
                </a:solidFill>
                <a:effectLst/>
                <a:uLnTx/>
                <a:uFillTx/>
                <a:latin typeface="Calibri" panose="020F0502020204030204" pitchFamily="34" charset="0"/>
                <a:ea typeface="+mn-ea"/>
                <a:cs typeface="Calibri" panose="020F0502020204030204" pitchFamily="34" charset="0"/>
              </a:rPr>
              <a:t>Sprint2 </a:t>
            </a:r>
            <a:r>
              <a:rPr kumimoji="0" lang="en-IN" sz="1000" b="0" i="0" u="none" strike="noStrike" kern="0" cap="none" spc="0" normalizeH="0" baseline="0" noProof="0">
                <a:ln>
                  <a:noFill/>
                </a:ln>
                <a:solidFill>
                  <a:srgbClr val="3C3F41"/>
                </a:solidFill>
                <a:effectLst/>
                <a:uLnTx/>
                <a:uFillTx/>
                <a:latin typeface="Calibri" panose="020F0502020204030204" pitchFamily="34" charset="0"/>
                <a:ea typeface="+mn-ea"/>
                <a:cs typeface="Calibri" panose="020F0502020204030204" pitchFamily="34" charset="0"/>
              </a:rPr>
              <a:t>Retrospective </a:t>
            </a:r>
          </a:p>
        </p:txBody>
      </p:sp>
      <p:sp>
        <p:nvSpPr>
          <p:cNvPr id="44" name="TextBox 43">
            <a:extLst>
              <a:ext uri="{FF2B5EF4-FFF2-40B4-BE49-F238E27FC236}">
                <a16:creationId xmlns:a16="http://schemas.microsoft.com/office/drawing/2014/main" id="{F09F858F-5469-CDC6-86B3-321A0A8DFDD3}"/>
              </a:ext>
            </a:extLst>
          </p:cNvPr>
          <p:cNvSpPr txBox="1"/>
          <p:nvPr/>
        </p:nvSpPr>
        <p:spPr>
          <a:xfrm>
            <a:off x="9569022" y="3529397"/>
            <a:ext cx="2158655" cy="307777"/>
          </a:xfrm>
          <a:prstGeom prst="homePlate">
            <a:avLst/>
          </a:prstGeom>
          <a:solidFill>
            <a:schemeClr val="accent2">
              <a:lumMod val="20000"/>
              <a:lumOff val="80000"/>
            </a:schemeClr>
          </a:solidFill>
          <a:effectLst>
            <a:outerShdw blurRad="63500" sx="102000" sy="102000" algn="ctr" rotWithShape="0">
              <a:prstClr val="black">
                <a:alpha val="40000"/>
              </a:prstClr>
            </a:outerShdw>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1" i="0" u="none" strike="noStrike" kern="0" cap="none" spc="0" normalizeH="0" baseline="0" noProof="0">
                <a:ln>
                  <a:noFill/>
                </a:ln>
                <a:solidFill>
                  <a:srgbClr val="3C3F41"/>
                </a:solidFill>
                <a:effectLst/>
                <a:uLnTx/>
                <a:uFillTx/>
                <a:latin typeface="Calibri" panose="020F0502020204030204" pitchFamily="34" charset="0"/>
                <a:ea typeface="+mn-ea"/>
                <a:cs typeface="Calibri" panose="020F0502020204030204" pitchFamily="34" charset="0"/>
              </a:rPr>
              <a:t>Sp4 - Elaboration start</a:t>
            </a:r>
          </a:p>
        </p:txBody>
      </p:sp>
      <p:sp>
        <p:nvSpPr>
          <p:cNvPr id="45" name="TextBox 44">
            <a:extLst>
              <a:ext uri="{FF2B5EF4-FFF2-40B4-BE49-F238E27FC236}">
                <a16:creationId xmlns:a16="http://schemas.microsoft.com/office/drawing/2014/main" id="{F8A5AFA3-0A5A-5F88-7F8F-EE973027226F}"/>
              </a:ext>
            </a:extLst>
          </p:cNvPr>
          <p:cNvSpPr txBox="1"/>
          <p:nvPr/>
        </p:nvSpPr>
        <p:spPr>
          <a:xfrm>
            <a:off x="4060401" y="5316081"/>
            <a:ext cx="4071197" cy="846386"/>
          </a:xfrm>
          <a:prstGeom prst="rect">
            <a:avLst/>
          </a:prstGeom>
          <a:solidFill>
            <a:schemeClr val="accent2">
              <a:lumMod val="20000"/>
              <a:lumOff val="80000"/>
            </a:schemeClr>
          </a:solidFill>
        </p:spPr>
        <p:txBody>
          <a:bodyPr wrap="square" lIns="91440" tIns="45720" rIns="91440" bIns="45720" numCol="1"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900" b="1" i="0" u="none" strike="noStrike" kern="1200" cap="none" spc="0" normalizeH="0" baseline="0" noProof="0">
                <a:ln>
                  <a:noFill/>
                </a:ln>
                <a:solidFill>
                  <a:srgbClr val="3C3F41"/>
                </a:solidFill>
                <a:effectLst/>
                <a:uLnTx/>
                <a:uFillTx/>
                <a:latin typeface="Calibri"/>
                <a:ea typeface="Calibri"/>
                <a:cs typeface="Calibri"/>
              </a:rPr>
              <a:t>Optimisation levers:</a:t>
            </a:r>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kumimoji="0" lang="en-IN" sz="800" b="0" i="0" u="none" strike="noStrike" kern="1200" cap="none" spc="0" normalizeH="0" baseline="0" noProof="0">
                <a:ln>
                  <a:noFill/>
                </a:ln>
                <a:solidFill>
                  <a:srgbClr val="3C3F41"/>
                </a:solidFill>
                <a:effectLst/>
                <a:uLnTx/>
                <a:uFillTx/>
                <a:latin typeface="Calibri"/>
                <a:ea typeface="Calibri"/>
                <a:cs typeface="Calibri"/>
              </a:rPr>
              <a:t>User story pushed to dev pipeline when ready</a:t>
            </a:r>
            <a:endParaRPr lang="en-IN" sz="800" b="0" i="0" u="none" strike="noStrike" kern="1200" cap="none" spc="0" normalizeH="0" baseline="0" noProof="0">
              <a:ln>
                <a:noFill/>
              </a:ln>
              <a:solidFill>
                <a:srgbClr val="3C3F41"/>
              </a:solidFill>
              <a:effectLst/>
              <a:uLnTx/>
              <a:uFillTx/>
              <a:latin typeface="Calibri"/>
              <a:ea typeface="Calibri"/>
              <a:cs typeface="Calibri"/>
            </a:endParaRPr>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kumimoji="0" lang="en-IN" sz="800" b="0" i="0" u="none" strike="noStrike" kern="1200" cap="none" spc="0" normalizeH="0" baseline="0" noProof="0">
                <a:ln>
                  <a:noFill/>
                </a:ln>
                <a:solidFill>
                  <a:srgbClr val="3C3F41"/>
                </a:solidFill>
                <a:effectLst/>
                <a:uLnTx/>
                <a:uFillTx/>
                <a:latin typeface="Calibri"/>
                <a:ea typeface="Calibri"/>
                <a:cs typeface="Calibri"/>
              </a:rPr>
              <a:t>Show and tell as soon as the user story is ready</a:t>
            </a:r>
            <a:endParaRPr lang="en-IN" sz="800" b="0" i="0" u="none" strike="noStrike" kern="1200" cap="none" spc="0" normalizeH="0" baseline="0" noProof="0">
              <a:ln>
                <a:noFill/>
              </a:ln>
              <a:solidFill>
                <a:srgbClr val="3C3F41"/>
              </a:solidFill>
              <a:effectLst/>
              <a:uLnTx/>
              <a:uFillTx/>
              <a:latin typeface="Calibri"/>
              <a:ea typeface="Calibri"/>
              <a:cs typeface="Calibri"/>
            </a:endParaRPr>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kumimoji="0" lang="en-IN" sz="800" b="0" i="0" u="none" strike="noStrike" kern="1200" cap="none" spc="0" normalizeH="0" baseline="0" noProof="0">
                <a:ln>
                  <a:noFill/>
                </a:ln>
                <a:solidFill>
                  <a:srgbClr val="3C3F41"/>
                </a:solidFill>
                <a:effectLst/>
                <a:uLnTx/>
                <a:uFillTx/>
                <a:latin typeface="Calibri"/>
                <a:ea typeface="Calibri"/>
                <a:cs typeface="Calibri"/>
              </a:rPr>
              <a:t>Early visibility into sprint closure through Jira dashboards</a:t>
            </a:r>
            <a:endParaRPr lang="en-IN" sz="800" b="0" i="0" u="none" strike="noStrike" kern="1200" cap="none" spc="0" normalizeH="0" baseline="0" noProof="0">
              <a:ln>
                <a:noFill/>
              </a:ln>
              <a:solidFill>
                <a:srgbClr val="3C3F41"/>
              </a:solidFill>
              <a:effectLst/>
              <a:uLnTx/>
              <a:uFillTx/>
              <a:latin typeface="Calibri"/>
              <a:ea typeface="Calibri"/>
              <a:cs typeface="Calibri"/>
            </a:endParaRPr>
          </a:p>
          <a:p>
            <a:pPr marL="228600" indent="-228600">
              <a:buFontTx/>
              <a:buAutoNum type="arabicPeriod"/>
              <a:defRPr/>
            </a:pPr>
            <a:r>
              <a:rPr kumimoji="0" lang="en-IN" sz="800" b="0" i="0" u="none" strike="noStrike" kern="1200" cap="none" spc="0" normalizeH="0" baseline="0" noProof="0">
                <a:ln>
                  <a:noFill/>
                </a:ln>
                <a:solidFill>
                  <a:srgbClr val="3C3F41"/>
                </a:solidFill>
                <a:effectLst/>
                <a:uLnTx/>
                <a:uFillTx/>
                <a:latin typeface="Calibri"/>
                <a:ea typeface="Calibri"/>
                <a:cs typeface="Calibri"/>
              </a:rPr>
              <a:t>Jira to be used as the Single source of Truth on story development progress</a:t>
            </a:r>
            <a:r>
              <a:rPr lang="en-IN" sz="800">
                <a:solidFill>
                  <a:srgbClr val="3C3F41"/>
                </a:solidFill>
                <a:latin typeface="Calibri"/>
                <a:ea typeface="Calibri"/>
                <a:cs typeface="Calibri"/>
              </a:rPr>
              <a:t> </a:t>
            </a:r>
          </a:p>
          <a:p>
            <a:pPr marL="228600" indent="-228600">
              <a:buFontTx/>
              <a:buAutoNum type="arabicPeriod"/>
              <a:defRPr/>
            </a:pPr>
            <a:r>
              <a:rPr lang="en-IN" sz="800">
                <a:solidFill>
                  <a:srgbClr val="3C3F41"/>
                </a:solidFill>
                <a:latin typeface="Calibri"/>
                <a:ea typeface="Calibri"/>
                <a:cs typeface="Calibri"/>
              </a:rPr>
              <a:t>Testing dashboards for real time progress on test- execution and defect trends</a:t>
            </a:r>
            <a:endParaRPr lang="en-IN" sz="800" b="0" i="0" u="none" strike="noStrike" kern="1200" cap="none" spc="0" normalizeH="0" baseline="0" noProof="0">
              <a:ln>
                <a:noFill/>
              </a:ln>
              <a:solidFill>
                <a:srgbClr val="3C3F41"/>
              </a:solidFill>
              <a:effectLst/>
              <a:uLnTx/>
              <a:uFillTx/>
              <a:latin typeface="Calibri" panose="020F0502020204030204" pitchFamily="34" charset="0"/>
              <a:ea typeface="Calibri"/>
              <a:cs typeface="Calibri" panose="020F0502020204030204" pitchFamily="34" charset="0"/>
            </a:endParaRPr>
          </a:p>
        </p:txBody>
      </p:sp>
      <p:sp>
        <p:nvSpPr>
          <p:cNvPr id="3" name="TextBox 2">
            <a:extLst>
              <a:ext uri="{FF2B5EF4-FFF2-40B4-BE49-F238E27FC236}">
                <a16:creationId xmlns:a16="http://schemas.microsoft.com/office/drawing/2014/main" id="{23275E9A-CE8A-EC0B-90B5-37D7C194F9D2}"/>
              </a:ext>
            </a:extLst>
          </p:cNvPr>
          <p:cNvSpPr txBox="1"/>
          <p:nvPr/>
        </p:nvSpPr>
        <p:spPr>
          <a:xfrm>
            <a:off x="2863358" y="678192"/>
            <a:ext cx="2852923" cy="307777"/>
          </a:xfrm>
          <a:prstGeom prst="homePlate">
            <a:avLst/>
          </a:prstGeom>
          <a:solidFill>
            <a:schemeClr val="accent2">
              <a:lumMod val="20000"/>
              <a:lumOff val="80000"/>
            </a:schemeClr>
          </a:solidFill>
          <a:effectLst>
            <a:outerShdw blurRad="63500" sx="102000" sy="102000" algn="ctr" rotWithShape="0">
              <a:prstClr val="black">
                <a:alpha val="40000"/>
              </a:prstClr>
            </a:outerShdw>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1" i="0" u="none" strike="noStrike" kern="0" cap="none" spc="0" normalizeH="0" baseline="0" noProof="0">
                <a:ln>
                  <a:noFill/>
                </a:ln>
                <a:solidFill>
                  <a:srgbClr val="3C3F41"/>
                </a:solidFill>
                <a:effectLst/>
                <a:uLnTx/>
                <a:uFillTx/>
                <a:latin typeface="Calibri" panose="020F0502020204030204" pitchFamily="34" charset="0"/>
                <a:ea typeface="+mn-ea"/>
                <a:cs typeface="Calibri" panose="020F0502020204030204" pitchFamily="34" charset="0"/>
              </a:rPr>
              <a:t>Sp2 - 4 weeks Elaboration begins</a:t>
            </a:r>
          </a:p>
        </p:txBody>
      </p:sp>
      <p:sp>
        <p:nvSpPr>
          <p:cNvPr id="4" name="TextBox 3">
            <a:extLst>
              <a:ext uri="{FF2B5EF4-FFF2-40B4-BE49-F238E27FC236}">
                <a16:creationId xmlns:a16="http://schemas.microsoft.com/office/drawing/2014/main" id="{C3209A12-BCEA-ABD4-70A4-F8319A709275}"/>
              </a:ext>
            </a:extLst>
          </p:cNvPr>
          <p:cNvSpPr txBox="1"/>
          <p:nvPr/>
        </p:nvSpPr>
        <p:spPr>
          <a:xfrm flipH="1">
            <a:off x="640696" y="678192"/>
            <a:ext cx="2158655" cy="307777"/>
          </a:xfrm>
          <a:prstGeom prst="homePlate">
            <a:avLst/>
          </a:prstGeom>
          <a:solidFill>
            <a:schemeClr val="accent2">
              <a:lumMod val="20000"/>
              <a:lumOff val="80000"/>
            </a:schemeClr>
          </a:solidFill>
          <a:effectLst>
            <a:outerShdw blurRad="63500" sx="102000" sy="102000" algn="ctr" rotWithShape="0">
              <a:prstClr val="black">
                <a:alpha val="40000"/>
              </a:prstClr>
            </a:outerShdw>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1" i="0" u="none" strike="noStrike" kern="0" cap="none" spc="0" normalizeH="0" baseline="0" noProof="0">
                <a:ln>
                  <a:noFill/>
                </a:ln>
                <a:solidFill>
                  <a:srgbClr val="3C3F41"/>
                </a:solidFill>
                <a:effectLst/>
                <a:uLnTx/>
                <a:uFillTx/>
                <a:latin typeface="Calibri" panose="020F0502020204030204" pitchFamily="34" charset="0"/>
                <a:ea typeface="+mn-ea"/>
                <a:cs typeface="Calibri" panose="020F0502020204030204" pitchFamily="34" charset="0"/>
              </a:rPr>
              <a:t>Sp1 </a:t>
            </a:r>
            <a:r>
              <a:rPr kumimoji="0" lang="en-IN" sz="1400" b="1" i="0" u="none" strike="noStrike" kern="0" cap="none" spc="0" normalizeH="0" baseline="0" noProof="0" err="1">
                <a:ln>
                  <a:noFill/>
                </a:ln>
                <a:solidFill>
                  <a:srgbClr val="3C3F41"/>
                </a:solidFill>
                <a:effectLst/>
                <a:uLnTx/>
                <a:uFillTx/>
                <a:latin typeface="Calibri" panose="020F0502020204030204" pitchFamily="34" charset="0"/>
                <a:ea typeface="+mn-ea"/>
                <a:cs typeface="Calibri" panose="020F0502020204030204" pitchFamily="34" charset="0"/>
              </a:rPr>
              <a:t>Elab</a:t>
            </a:r>
            <a:r>
              <a:rPr kumimoji="0" lang="en-IN" sz="1400" b="1" i="0" u="none" strike="noStrike" kern="0" cap="none" spc="0" normalizeH="0" baseline="0" noProof="0">
                <a:ln>
                  <a:noFill/>
                </a:ln>
                <a:solidFill>
                  <a:srgbClr val="3C3F41"/>
                </a:solidFill>
                <a:effectLst/>
                <a:uLnTx/>
                <a:uFillTx/>
                <a:latin typeface="Calibri" panose="020F0502020204030204" pitchFamily="34" charset="0"/>
                <a:ea typeface="+mn-ea"/>
                <a:cs typeface="Calibri" panose="020F0502020204030204" pitchFamily="34" charset="0"/>
              </a:rPr>
              <a:t> completes</a:t>
            </a:r>
          </a:p>
        </p:txBody>
      </p:sp>
      <p:sp>
        <p:nvSpPr>
          <p:cNvPr id="5" name="TextBox 4">
            <a:extLst>
              <a:ext uri="{FF2B5EF4-FFF2-40B4-BE49-F238E27FC236}">
                <a16:creationId xmlns:a16="http://schemas.microsoft.com/office/drawing/2014/main" id="{8F9A22B1-C737-C109-A7DB-059FA7F8F738}"/>
              </a:ext>
            </a:extLst>
          </p:cNvPr>
          <p:cNvSpPr txBox="1"/>
          <p:nvPr/>
        </p:nvSpPr>
        <p:spPr>
          <a:xfrm>
            <a:off x="640987" y="3564141"/>
            <a:ext cx="2852923" cy="307777"/>
          </a:xfrm>
          <a:prstGeom prst="homePlate">
            <a:avLst/>
          </a:prstGeom>
          <a:solidFill>
            <a:schemeClr val="accent3">
              <a:lumMod val="20000"/>
              <a:lumOff val="80000"/>
            </a:schemeClr>
          </a:solidFill>
          <a:effectLst>
            <a:outerShdw blurRad="63500" sx="102000" sy="102000" algn="ctr" rotWithShape="0">
              <a:prstClr val="black">
                <a:alpha val="40000"/>
              </a:prstClr>
            </a:outerShdw>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1" i="0" u="none" strike="noStrike" kern="0" cap="none" spc="0" normalizeH="0" baseline="0" noProof="0">
                <a:ln>
                  <a:noFill/>
                </a:ln>
                <a:solidFill>
                  <a:srgbClr val="3C3F41"/>
                </a:solidFill>
                <a:effectLst/>
                <a:uLnTx/>
                <a:uFillTx/>
                <a:latin typeface="Calibri" panose="020F0502020204030204" pitchFamily="34" charset="0"/>
                <a:ea typeface="+mn-ea"/>
                <a:cs typeface="Calibri" panose="020F0502020204030204" pitchFamily="34" charset="0"/>
              </a:rPr>
              <a:t>Sp3 - 4 weeks Elaboration begins</a:t>
            </a:r>
          </a:p>
        </p:txBody>
      </p:sp>
      <p:sp>
        <p:nvSpPr>
          <p:cNvPr id="6" name="TextBox 5">
            <a:extLst>
              <a:ext uri="{FF2B5EF4-FFF2-40B4-BE49-F238E27FC236}">
                <a16:creationId xmlns:a16="http://schemas.microsoft.com/office/drawing/2014/main" id="{56B9CC8E-A752-B9C9-062E-A1E912A1D60D}"/>
              </a:ext>
            </a:extLst>
          </p:cNvPr>
          <p:cNvSpPr txBox="1"/>
          <p:nvPr/>
        </p:nvSpPr>
        <p:spPr>
          <a:xfrm>
            <a:off x="9570893" y="3924592"/>
            <a:ext cx="2143443" cy="307777"/>
          </a:xfrm>
          <a:prstGeom prst="homePlate">
            <a:avLst/>
          </a:prstGeom>
          <a:solidFill>
            <a:srgbClr val="FBEBD1"/>
          </a:solidFill>
          <a:effectLst>
            <a:outerShdw blurRad="63500" sx="102000" sy="102000" algn="ctr" rotWithShape="0">
              <a:prstClr val="black">
                <a:alpha val="40000"/>
              </a:prstClr>
            </a:outerShdw>
          </a:effectLst>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400" b="1" i="0" u="none" strike="noStrike" kern="0" cap="none" spc="0" normalizeH="0" baseline="0" noProof="0">
                <a:ln>
                  <a:noFill/>
                </a:ln>
                <a:solidFill>
                  <a:srgbClr val="3C3F41"/>
                </a:solidFill>
                <a:effectLst/>
                <a:uLnTx/>
                <a:uFillTx/>
                <a:latin typeface="Calibri" panose="020F0502020204030204" pitchFamily="34" charset="0"/>
                <a:ea typeface="+mn-ea"/>
                <a:cs typeface="Calibri" panose="020F0502020204030204" pitchFamily="34" charset="0"/>
              </a:rPr>
              <a:t>Sp3 - Build starts</a:t>
            </a:r>
          </a:p>
        </p:txBody>
      </p:sp>
      <p:cxnSp>
        <p:nvCxnSpPr>
          <p:cNvPr id="7" name="Connector: Elbow 6">
            <a:extLst>
              <a:ext uri="{FF2B5EF4-FFF2-40B4-BE49-F238E27FC236}">
                <a16:creationId xmlns:a16="http://schemas.microsoft.com/office/drawing/2014/main" id="{46C58010-6DC2-8642-BFA0-BCB23F326B00}"/>
              </a:ext>
            </a:extLst>
          </p:cNvPr>
          <p:cNvCxnSpPr>
            <a:cxnSpLocks/>
          </p:cNvCxnSpPr>
          <p:nvPr/>
        </p:nvCxnSpPr>
        <p:spPr>
          <a:xfrm rot="16200000" flipH="1">
            <a:off x="10593087" y="5151676"/>
            <a:ext cx="273101" cy="1"/>
          </a:xfrm>
          <a:prstGeom prst="bentConnector3">
            <a:avLst>
              <a:gd name="adj1" fmla="val 50000"/>
            </a:avLst>
          </a:prstGeom>
          <a:noFill/>
          <a:ln w="19050" cap="sq" cmpd="sng" algn="ctr">
            <a:solidFill>
              <a:srgbClr val="F50002"/>
            </a:solidFill>
            <a:prstDash val="solid"/>
            <a:tailEnd type="triangle"/>
          </a:ln>
          <a:effectLst/>
        </p:spPr>
      </p:cxnSp>
      <p:sp>
        <p:nvSpPr>
          <p:cNvPr id="8" name="Title 3">
            <a:extLst>
              <a:ext uri="{FF2B5EF4-FFF2-40B4-BE49-F238E27FC236}">
                <a16:creationId xmlns:a16="http://schemas.microsoft.com/office/drawing/2014/main" id="{CC400892-942D-10BD-42F8-D43114A7A136}"/>
              </a:ext>
            </a:extLst>
          </p:cNvPr>
          <p:cNvSpPr txBox="1">
            <a:spLocks/>
          </p:cNvSpPr>
          <p:nvPr/>
        </p:nvSpPr>
        <p:spPr>
          <a:xfrm>
            <a:off x="94698" y="115196"/>
            <a:ext cx="10000374" cy="483093"/>
          </a:xfrm>
          <a:prstGeom prst="rect">
            <a:avLst/>
          </a:prstGeom>
          <a:noFill/>
          <a:ln>
            <a:noFill/>
          </a:ln>
          <a:extLst>
            <a:ext uri="{909E8E84-426E-40DD-AFC4-6F175D3DCCD1}">
              <a14:hiddenFill xmlns:a14="http://schemas.microsoft.com/office/drawing/2010/main">
                <a:solidFill>
                  <a:srgbClr val="BBE0E3"/>
                </a:solidFill>
              </a14:hiddenFill>
            </a:ext>
            <a:ext uri="{91240B29-F687-4F45-9708-019B960494DF}">
              <a14:hiddenLine xmlns:a14="http://schemas.microsoft.com/office/drawing/2010/main">
                <a:solidFill>
                  <a:prstClr val="black"/>
                </a:solidFill>
              </a14:hiddenLine>
            </a:ext>
          </a:extLst>
        </p:spPr>
        <p:txBody>
          <a:bodyPr vert="horz" lIns="0" tIns="0" rIns="0" bIns="0" rtlCol="0" anchor="t">
            <a:normAutofit/>
          </a:bodyPr>
          <a:lstStyle>
            <a:lvl1pPr marL="0" marR="0" indent="0" algn="l" defTabSz="914400" rtl="0" eaLnBrk="1" fontAlgn="auto" latinLnBrk="0" hangingPunct="1">
              <a:lnSpc>
                <a:spcPct val="90000"/>
              </a:lnSpc>
              <a:spcBef>
                <a:spcPct val="0"/>
              </a:spcBef>
              <a:spcAft>
                <a:spcPts val="0"/>
              </a:spcAft>
              <a:buClrTx/>
              <a:buSzTx/>
              <a:buFontTx/>
              <a:buNone/>
              <a:tabLst/>
              <a:defRPr kumimoji="0" lang="en-US" sz="2600" b="0" i="0" u="none" strike="noStrike" kern="1200" cap="all" spc="0" normalizeH="0" baseline="0" noProof="0">
                <a:ln>
                  <a:noFill/>
                </a:ln>
                <a:solidFill>
                  <a:schemeClr val="accent4"/>
                </a:solidFill>
                <a:effectLst/>
                <a:uLnTx/>
                <a:uFillTx/>
                <a:latin typeface="+mj-lt"/>
                <a:ea typeface="+mj-ea"/>
                <a:cs typeface="+mj-cs"/>
                <a:sym typeface="Trebuchet MS" panose="020B0603020202020204" pitchFamily="34" charset="0"/>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400" b="0" i="0" u="none" strike="noStrike" kern="1200" cap="none" spc="0" normalizeH="0" baseline="0" noProof="0">
                <a:ln>
                  <a:noFill/>
                </a:ln>
                <a:solidFill>
                  <a:prstClr val="black"/>
                </a:solidFill>
                <a:effectLst/>
                <a:uLnTx/>
                <a:uFillTx/>
                <a:latin typeface="Ubuntu Medium"/>
                <a:ea typeface="+mj-ea"/>
                <a:cs typeface="+mj-cs"/>
                <a:sym typeface="Trebuchet MS" panose="020B0603020202020204" pitchFamily="34" charset="0"/>
              </a:rPr>
              <a:t>Sprint in action on a Timeline</a:t>
            </a:r>
          </a:p>
        </p:txBody>
      </p:sp>
      <p:sp>
        <p:nvSpPr>
          <p:cNvPr id="2" name="TextBox 1">
            <a:extLst>
              <a:ext uri="{FF2B5EF4-FFF2-40B4-BE49-F238E27FC236}">
                <a16:creationId xmlns:a16="http://schemas.microsoft.com/office/drawing/2014/main" id="{6C30B6E6-93EE-EB5F-0B40-029B34AF39DA}"/>
              </a:ext>
            </a:extLst>
          </p:cNvPr>
          <p:cNvSpPr txBox="1"/>
          <p:nvPr/>
        </p:nvSpPr>
        <p:spPr>
          <a:xfrm>
            <a:off x="746688" y="965779"/>
            <a:ext cx="2148108" cy="200055"/>
          </a:xfrm>
          <a:prstGeom prst="rect">
            <a:avLst/>
          </a:prstGeom>
          <a:noFill/>
        </p:spPr>
        <p:txBody>
          <a:bodyPr wrap="square" rtlCol="0">
            <a:spAutoFit/>
          </a:bodyPr>
          <a:lstStyle/>
          <a:p>
            <a:r>
              <a:rPr lang="en-IN" sz="700"/>
              <a:t>*Only Sp1 Elaboration is 3 weeks</a:t>
            </a:r>
            <a:endParaRPr lang="en-US" sz="700"/>
          </a:p>
        </p:txBody>
      </p:sp>
      <p:sp>
        <p:nvSpPr>
          <p:cNvPr id="9" name="TextBox 8">
            <a:extLst>
              <a:ext uri="{FF2B5EF4-FFF2-40B4-BE49-F238E27FC236}">
                <a16:creationId xmlns:a16="http://schemas.microsoft.com/office/drawing/2014/main" id="{A61E9CF9-9DDF-CA82-3839-0B4D11E0F89A}"/>
              </a:ext>
            </a:extLst>
          </p:cNvPr>
          <p:cNvSpPr txBox="1"/>
          <p:nvPr/>
        </p:nvSpPr>
        <p:spPr>
          <a:xfrm>
            <a:off x="1927756" y="5499989"/>
            <a:ext cx="946166" cy="400110"/>
          </a:xfrm>
          <a:prstGeom prst="rect">
            <a:avLst/>
          </a:prstGeom>
          <a:solidFill>
            <a:schemeClr val="accent6">
              <a:lumMod val="40000"/>
              <a:lumOff val="60000"/>
            </a:schemeClr>
          </a:solidFill>
          <a:ln>
            <a:noFill/>
          </a:ln>
          <a:effectLst>
            <a:outerShdw blurRad="63500" sx="102000" sy="102000" algn="ctr" rotWithShape="0">
              <a:prstClr val="black">
                <a:alpha val="40000"/>
              </a:prstClr>
            </a:outerShdw>
          </a:effectLst>
        </p:spPr>
        <p:txBody>
          <a:bodyPr wrap="square" rtlCol="0">
            <a:spAutoFit/>
          </a:bodyPr>
          <a:lstStyle>
            <a:defPPr>
              <a:defRPr lang="en-US"/>
            </a:defPPr>
            <a:lvl1pPr algn="ctr">
              <a:defRPr sz="900">
                <a:latin typeface="Ubuntu" panose="020B0504030602030204" pitchFamily="34" charset="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000" b="1" i="0" u="none" strike="noStrike" kern="0" cap="none" spc="0" normalizeH="0" baseline="0" noProof="0">
                <a:ln>
                  <a:noFill/>
                </a:ln>
                <a:solidFill>
                  <a:srgbClr val="3C3F41"/>
                </a:solidFill>
                <a:effectLst/>
                <a:uLnTx/>
                <a:uFillTx/>
                <a:latin typeface="Calibri" panose="020F0502020204030204" pitchFamily="34" charset="0"/>
                <a:ea typeface="+mn-ea"/>
                <a:cs typeface="Calibri" panose="020F0502020204030204" pitchFamily="34" charset="0"/>
              </a:rPr>
              <a:t>Sprint1 </a:t>
            </a:r>
            <a:r>
              <a:rPr kumimoji="0" lang="en-IN" sz="1000" b="0" i="0" u="none" strike="noStrike" kern="0" cap="none" spc="0" normalizeH="0" baseline="0" noProof="0">
                <a:ln>
                  <a:noFill/>
                </a:ln>
                <a:solidFill>
                  <a:srgbClr val="3C3F41"/>
                </a:solidFill>
                <a:effectLst/>
                <a:uLnTx/>
                <a:uFillTx/>
                <a:latin typeface="Calibri" panose="020F0502020204030204" pitchFamily="34" charset="0"/>
                <a:ea typeface="+mn-ea"/>
                <a:cs typeface="Calibri" panose="020F0502020204030204" pitchFamily="34" charset="0"/>
              </a:rPr>
              <a:t>Closure report</a:t>
            </a:r>
          </a:p>
        </p:txBody>
      </p:sp>
      <p:cxnSp>
        <p:nvCxnSpPr>
          <p:cNvPr id="10" name="Straight Arrow Connector 9">
            <a:extLst>
              <a:ext uri="{FF2B5EF4-FFF2-40B4-BE49-F238E27FC236}">
                <a16:creationId xmlns:a16="http://schemas.microsoft.com/office/drawing/2014/main" id="{8C9CAFAA-9D52-B8D9-447F-A5B6AF633FB5}"/>
              </a:ext>
            </a:extLst>
          </p:cNvPr>
          <p:cNvCxnSpPr>
            <a:cxnSpLocks/>
            <a:endCxn id="23" idx="0"/>
          </p:cNvCxnSpPr>
          <p:nvPr/>
        </p:nvCxnSpPr>
        <p:spPr>
          <a:xfrm>
            <a:off x="1890012" y="5038956"/>
            <a:ext cx="1546" cy="991549"/>
          </a:xfrm>
          <a:prstGeom prst="straightConnector1">
            <a:avLst/>
          </a:prstGeom>
          <a:noFill/>
          <a:ln w="19050" cap="sq" cmpd="sng" algn="ctr">
            <a:solidFill>
              <a:srgbClr val="F50002"/>
            </a:solidFill>
            <a:prstDash val="solid"/>
            <a:tailEnd type="triangle"/>
          </a:ln>
          <a:effectLst/>
        </p:spPr>
      </p:cxnSp>
      <p:sp>
        <p:nvSpPr>
          <p:cNvPr id="15" name="Right Brace 14">
            <a:extLst>
              <a:ext uri="{FF2B5EF4-FFF2-40B4-BE49-F238E27FC236}">
                <a16:creationId xmlns:a16="http://schemas.microsoft.com/office/drawing/2014/main" id="{3B7C47F1-1B28-FED1-3A8C-98FA44AE764B}"/>
              </a:ext>
            </a:extLst>
          </p:cNvPr>
          <p:cNvSpPr/>
          <p:nvPr/>
        </p:nvSpPr>
        <p:spPr>
          <a:xfrm rot="5400000">
            <a:off x="3167020" y="2150926"/>
            <a:ext cx="238539" cy="435752"/>
          </a:xfrm>
          <a:prstGeom prst="rightBrace">
            <a:avLst/>
          </a:prstGeom>
          <a:ln>
            <a:solidFill>
              <a:srgbClr val="FF000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solidFill>
                <a:srgbClr val="FF0000"/>
              </a:solidFill>
            </a:endParaRPr>
          </a:p>
        </p:txBody>
      </p:sp>
      <p:sp>
        <p:nvSpPr>
          <p:cNvPr id="16" name="Right Brace 15">
            <a:extLst>
              <a:ext uri="{FF2B5EF4-FFF2-40B4-BE49-F238E27FC236}">
                <a16:creationId xmlns:a16="http://schemas.microsoft.com/office/drawing/2014/main" id="{1A35FC99-8068-6127-7397-1FE13CD4FA60}"/>
              </a:ext>
            </a:extLst>
          </p:cNvPr>
          <p:cNvSpPr/>
          <p:nvPr/>
        </p:nvSpPr>
        <p:spPr>
          <a:xfrm rot="5400000">
            <a:off x="945998" y="5012619"/>
            <a:ext cx="238539" cy="435752"/>
          </a:xfrm>
          <a:prstGeom prst="rightBrace">
            <a:avLst/>
          </a:prstGeom>
          <a:ln>
            <a:solidFill>
              <a:srgbClr val="FF000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solidFill>
                <a:srgbClr val="FF0000"/>
              </a:solidFill>
            </a:endParaRPr>
          </a:p>
        </p:txBody>
      </p:sp>
      <p:sp>
        <p:nvSpPr>
          <p:cNvPr id="17" name="TextBox 16">
            <a:extLst>
              <a:ext uri="{FF2B5EF4-FFF2-40B4-BE49-F238E27FC236}">
                <a16:creationId xmlns:a16="http://schemas.microsoft.com/office/drawing/2014/main" id="{AB7DB907-4491-6EDD-F3C6-2AE1B58287A1}"/>
              </a:ext>
            </a:extLst>
          </p:cNvPr>
          <p:cNvSpPr txBox="1"/>
          <p:nvPr/>
        </p:nvSpPr>
        <p:spPr>
          <a:xfrm>
            <a:off x="8924999" y="5347045"/>
            <a:ext cx="1495145" cy="507831"/>
          </a:xfrm>
          <a:prstGeom prst="rect">
            <a:avLst/>
          </a:prstGeom>
          <a:solidFill>
            <a:schemeClr val="accent6">
              <a:lumMod val="40000"/>
              <a:lumOff val="60000"/>
            </a:schemeClr>
          </a:solidFill>
          <a:ln>
            <a:noFill/>
          </a:ln>
          <a:effectLst>
            <a:outerShdw blurRad="63500" sx="102000" sy="102000" algn="ctr" rotWithShape="0">
              <a:prstClr val="black">
                <a:alpha val="40000"/>
              </a:prstClr>
            </a:outerShdw>
          </a:effectLst>
        </p:spPr>
        <p:txBody>
          <a:bodyPr wrap="square" rtlCol="0">
            <a:spAutoFit/>
          </a:bodyPr>
          <a:lstStyle>
            <a:defPPr>
              <a:defRPr lang="en-US"/>
            </a:defPPr>
            <a:lvl1pPr algn="ctr">
              <a:defRPr sz="900">
                <a:latin typeface="Ubuntu" panose="020B0504030602030204" pitchFamily="34" charset="0"/>
              </a:defRPr>
            </a:lvl1pPr>
          </a:lstStyle>
          <a:p>
            <a:pPr>
              <a:defRPr/>
            </a:pPr>
            <a:r>
              <a:rPr kumimoji="0" lang="en-IN" b="0" i="0" u="none" strike="noStrike" kern="0" cap="none" spc="0" normalizeH="0" baseline="0" noProof="0">
                <a:ln>
                  <a:noFill/>
                </a:ln>
                <a:solidFill>
                  <a:srgbClr val="3C3F41"/>
                </a:solidFill>
                <a:effectLst/>
                <a:uLnTx/>
                <a:uFillTx/>
                <a:latin typeface="Calibri" panose="020F0502020204030204" pitchFamily="34" charset="0"/>
                <a:ea typeface="+mn-ea"/>
                <a:cs typeface="Calibri" panose="020F0502020204030204" pitchFamily="34" charset="0"/>
              </a:rPr>
              <a:t>Validate </a:t>
            </a:r>
            <a:r>
              <a:rPr kumimoji="0" lang="en-IN" b="1" i="0" u="none" strike="noStrike" kern="0" cap="none" spc="0" normalizeH="0" baseline="0" noProof="0">
                <a:ln>
                  <a:noFill/>
                </a:ln>
                <a:solidFill>
                  <a:srgbClr val="3C3F41"/>
                </a:solidFill>
                <a:effectLst/>
                <a:uLnTx/>
                <a:uFillTx/>
                <a:latin typeface="Calibri" panose="020F0502020204030204" pitchFamily="34" charset="0"/>
                <a:ea typeface="+mn-ea"/>
                <a:cs typeface="Calibri" panose="020F0502020204030204" pitchFamily="34" charset="0"/>
              </a:rPr>
              <a:t>Sprint2 </a:t>
            </a:r>
            <a:r>
              <a:rPr kumimoji="0" lang="en-IN" b="0" i="0" u="none" strike="noStrike" kern="0" cap="none" spc="0" normalizeH="0" baseline="0" noProof="0">
                <a:ln>
                  <a:noFill/>
                </a:ln>
                <a:solidFill>
                  <a:srgbClr val="3C3F41"/>
                </a:solidFill>
                <a:effectLst/>
                <a:uLnTx/>
                <a:uFillTx/>
                <a:latin typeface="Calibri" panose="020F0502020204030204" pitchFamily="34" charset="0"/>
                <a:ea typeface="+mn-ea"/>
                <a:cs typeface="Calibri" panose="020F0502020204030204" pitchFamily="34" charset="0"/>
              </a:rPr>
              <a:t>DoD</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b="1" i="0" u="none" strike="noStrike" kern="0" cap="none" spc="0" normalizeH="0" baseline="0" noProof="0">
                <a:ln>
                  <a:noFill/>
                </a:ln>
                <a:solidFill>
                  <a:srgbClr val="3C3F41"/>
                </a:solidFill>
                <a:effectLst/>
                <a:uLnTx/>
                <a:uFillTx/>
                <a:latin typeface="Calibri" panose="020F0502020204030204" pitchFamily="34" charset="0"/>
                <a:ea typeface="+mn-ea"/>
                <a:cs typeface="Calibri" panose="020F0502020204030204" pitchFamily="34" charset="0"/>
              </a:rPr>
              <a:t>Sprint3</a:t>
            </a:r>
            <a:r>
              <a:rPr kumimoji="0" lang="en-IN" b="0" i="0" u="none" strike="noStrike" kern="0" cap="none" spc="0" normalizeH="0" baseline="0" noProof="0">
                <a:ln>
                  <a:noFill/>
                </a:ln>
                <a:solidFill>
                  <a:srgbClr val="3C3F41"/>
                </a:solidFill>
                <a:effectLst/>
                <a:uLnTx/>
                <a:uFillTx/>
                <a:latin typeface="Calibri" panose="020F0502020204030204" pitchFamily="34" charset="0"/>
                <a:ea typeface="+mn-ea"/>
                <a:cs typeface="Calibri" panose="020F0502020204030204" pitchFamily="34" charset="0"/>
              </a:rPr>
              <a:t> Sprint </a:t>
            </a:r>
            <a:r>
              <a:rPr lang="en-IN" kern="0">
                <a:solidFill>
                  <a:srgbClr val="3C3F41"/>
                </a:solidFill>
                <a:latin typeface="Calibri" panose="020F0502020204030204" pitchFamily="34" charset="0"/>
                <a:cs typeface="Calibri" panose="020F0502020204030204" pitchFamily="34" charset="0"/>
              </a:rPr>
              <a:t>planning</a:t>
            </a:r>
            <a:endParaRPr kumimoji="0" lang="en-IN" b="0" i="0" u="none" strike="noStrike" kern="0" cap="none" spc="0" normalizeH="0" baseline="0" noProof="0">
              <a:ln>
                <a:noFill/>
              </a:ln>
              <a:solidFill>
                <a:srgbClr val="3C3F41"/>
              </a:solidFill>
              <a:effectLst/>
              <a:uLnTx/>
              <a:uFillTx/>
              <a:latin typeface="Calibri" panose="020F0502020204030204" pitchFamily="34" charset="0"/>
              <a:ea typeface="+mn-ea"/>
              <a:cs typeface="Calibri" panose="020F0502020204030204" pitchFamily="34"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b="0" i="0" u="none" strike="noStrike" kern="0" cap="none" spc="0" normalizeH="0" baseline="0" noProof="0">
                <a:ln>
                  <a:noFill/>
                </a:ln>
                <a:solidFill>
                  <a:srgbClr val="3C3F41"/>
                </a:solidFill>
                <a:effectLst/>
                <a:uLnTx/>
                <a:uFillTx/>
                <a:latin typeface="Calibri" panose="020F0502020204030204" pitchFamily="34" charset="0"/>
                <a:ea typeface="+mn-ea"/>
                <a:cs typeface="Calibri" panose="020F0502020204030204" pitchFamily="34" charset="0"/>
              </a:rPr>
              <a:t>Start </a:t>
            </a:r>
            <a:r>
              <a:rPr kumimoji="0" lang="en-IN" b="1" i="0" u="none" strike="noStrike" kern="0" cap="none" spc="0" normalizeH="0" baseline="0" noProof="0">
                <a:ln>
                  <a:noFill/>
                </a:ln>
                <a:solidFill>
                  <a:srgbClr val="3C3F41"/>
                </a:solidFill>
                <a:effectLst/>
                <a:uLnTx/>
                <a:uFillTx/>
                <a:latin typeface="Calibri" panose="020F0502020204030204" pitchFamily="34" charset="0"/>
                <a:ea typeface="+mn-ea"/>
                <a:cs typeface="Calibri" panose="020F0502020204030204" pitchFamily="34" charset="0"/>
              </a:rPr>
              <a:t>Sprint3</a:t>
            </a:r>
            <a:r>
              <a:rPr kumimoji="0" lang="en-IN" b="0" i="0" u="none" strike="noStrike" kern="0" cap="none" spc="0" normalizeH="0" baseline="0" noProof="0">
                <a:ln>
                  <a:noFill/>
                </a:ln>
                <a:solidFill>
                  <a:srgbClr val="3C3F41"/>
                </a:solidFill>
                <a:effectLst/>
                <a:uLnTx/>
                <a:uFillTx/>
                <a:latin typeface="Calibri" panose="020F0502020204030204" pitchFamily="34" charset="0"/>
                <a:ea typeface="+mn-ea"/>
                <a:cs typeface="Calibri" panose="020F0502020204030204" pitchFamily="34" charset="0"/>
              </a:rPr>
              <a:t> in Jira </a:t>
            </a:r>
          </a:p>
        </p:txBody>
      </p:sp>
      <p:sp>
        <p:nvSpPr>
          <p:cNvPr id="18" name="Right Brace 17">
            <a:extLst>
              <a:ext uri="{FF2B5EF4-FFF2-40B4-BE49-F238E27FC236}">
                <a16:creationId xmlns:a16="http://schemas.microsoft.com/office/drawing/2014/main" id="{E375041D-AA24-540E-1B25-F44B6FD92976}"/>
              </a:ext>
            </a:extLst>
          </p:cNvPr>
          <p:cNvSpPr/>
          <p:nvPr/>
        </p:nvSpPr>
        <p:spPr>
          <a:xfrm rot="5400000">
            <a:off x="9876729" y="4990835"/>
            <a:ext cx="238539" cy="435752"/>
          </a:xfrm>
          <a:prstGeom prst="rightBrace">
            <a:avLst/>
          </a:prstGeom>
          <a:ln>
            <a:solidFill>
              <a:srgbClr val="FF000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solidFill>
                <a:srgbClr val="FF0000"/>
              </a:solidFill>
            </a:endParaRPr>
          </a:p>
        </p:txBody>
      </p:sp>
      <p:sp>
        <p:nvSpPr>
          <p:cNvPr id="19" name="TextBox 18">
            <a:extLst>
              <a:ext uri="{FF2B5EF4-FFF2-40B4-BE49-F238E27FC236}">
                <a16:creationId xmlns:a16="http://schemas.microsoft.com/office/drawing/2014/main" id="{A8A91105-6C94-836D-0B36-68536C1E7E29}"/>
              </a:ext>
            </a:extLst>
          </p:cNvPr>
          <p:cNvSpPr txBox="1"/>
          <p:nvPr/>
        </p:nvSpPr>
        <p:spPr>
          <a:xfrm>
            <a:off x="10838006" y="5900856"/>
            <a:ext cx="1024499" cy="400110"/>
          </a:xfrm>
          <a:prstGeom prst="rect">
            <a:avLst/>
          </a:prstGeom>
          <a:solidFill>
            <a:schemeClr val="accent6">
              <a:lumMod val="40000"/>
              <a:lumOff val="60000"/>
            </a:schemeClr>
          </a:solidFill>
          <a:ln>
            <a:noFill/>
          </a:ln>
          <a:effectLst>
            <a:outerShdw blurRad="63500" sx="102000" sy="102000" algn="ctr" rotWithShape="0">
              <a:prstClr val="black">
                <a:alpha val="40000"/>
              </a:prstClr>
            </a:outerShdw>
          </a:effectLst>
        </p:spPr>
        <p:txBody>
          <a:bodyPr wrap="square" rtlCol="0">
            <a:spAutoFit/>
          </a:bodyPr>
          <a:lstStyle>
            <a:defPPr>
              <a:defRPr lang="en-US"/>
            </a:defPPr>
            <a:lvl1pPr algn="ctr">
              <a:defRPr sz="900">
                <a:latin typeface="Ubuntu" panose="020B0504030602030204" pitchFamily="34" charset="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000" b="1" i="0" u="none" strike="noStrike" kern="0" cap="none" spc="0" normalizeH="0" baseline="0" noProof="0">
                <a:ln>
                  <a:noFill/>
                </a:ln>
                <a:solidFill>
                  <a:srgbClr val="3C3F41"/>
                </a:solidFill>
                <a:effectLst/>
                <a:uLnTx/>
                <a:uFillTx/>
                <a:latin typeface="Calibri" panose="020F0502020204030204" pitchFamily="34" charset="0"/>
                <a:ea typeface="+mn-ea"/>
                <a:cs typeface="Calibri" panose="020F0502020204030204" pitchFamily="34" charset="0"/>
              </a:rPr>
              <a:t>Sprint2</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000" b="0" i="0" u="none" strike="noStrike" kern="0" cap="none" spc="0" normalizeH="0" baseline="0" noProof="0">
                <a:ln>
                  <a:noFill/>
                </a:ln>
                <a:solidFill>
                  <a:srgbClr val="3C3F41"/>
                </a:solidFill>
                <a:effectLst/>
                <a:uLnTx/>
                <a:uFillTx/>
                <a:latin typeface="Calibri" panose="020F0502020204030204" pitchFamily="34" charset="0"/>
                <a:ea typeface="+mn-ea"/>
                <a:cs typeface="Calibri" panose="020F0502020204030204" pitchFamily="34" charset="0"/>
              </a:rPr>
              <a:t>Closure report</a:t>
            </a:r>
          </a:p>
        </p:txBody>
      </p:sp>
      <p:cxnSp>
        <p:nvCxnSpPr>
          <p:cNvPr id="20" name="Straight Arrow Connector 19">
            <a:extLst>
              <a:ext uri="{FF2B5EF4-FFF2-40B4-BE49-F238E27FC236}">
                <a16:creationId xmlns:a16="http://schemas.microsoft.com/office/drawing/2014/main" id="{316408E9-DAD3-AD5B-29BA-4EDE1BD5E7D0}"/>
              </a:ext>
            </a:extLst>
          </p:cNvPr>
          <p:cNvCxnSpPr>
            <a:cxnSpLocks/>
          </p:cNvCxnSpPr>
          <p:nvPr/>
        </p:nvCxnSpPr>
        <p:spPr>
          <a:xfrm>
            <a:off x="11714336" y="5081408"/>
            <a:ext cx="13341" cy="743651"/>
          </a:xfrm>
          <a:prstGeom prst="straightConnector1">
            <a:avLst/>
          </a:prstGeom>
          <a:noFill/>
          <a:ln w="19050" cap="sq" cmpd="sng" algn="ctr">
            <a:solidFill>
              <a:srgbClr val="F50002"/>
            </a:solidFill>
            <a:prstDash val="solid"/>
            <a:tailEnd type="triangle"/>
          </a:ln>
          <a:effectLst/>
        </p:spPr>
      </p:cxnSp>
      <p:sp>
        <p:nvSpPr>
          <p:cNvPr id="23" name="TextBox 22">
            <a:extLst>
              <a:ext uri="{FF2B5EF4-FFF2-40B4-BE49-F238E27FC236}">
                <a16:creationId xmlns:a16="http://schemas.microsoft.com/office/drawing/2014/main" id="{A6033D66-9CF6-4B90-5F34-21E2EFCDCA40}"/>
              </a:ext>
            </a:extLst>
          </p:cNvPr>
          <p:cNvSpPr txBox="1"/>
          <p:nvPr/>
        </p:nvSpPr>
        <p:spPr>
          <a:xfrm>
            <a:off x="1359298" y="6030505"/>
            <a:ext cx="1064519" cy="400110"/>
          </a:xfrm>
          <a:prstGeom prst="rect">
            <a:avLst/>
          </a:prstGeom>
          <a:solidFill>
            <a:schemeClr val="accent6">
              <a:lumMod val="40000"/>
              <a:lumOff val="60000"/>
            </a:schemeClr>
          </a:solidFill>
          <a:ln>
            <a:noFill/>
          </a:ln>
          <a:effectLst>
            <a:outerShdw blurRad="63500" sx="102000" sy="102000" algn="ctr" rotWithShape="0">
              <a:prstClr val="black">
                <a:alpha val="40000"/>
              </a:prstClr>
            </a:outerShdw>
          </a:effectLst>
        </p:spPr>
        <p:txBody>
          <a:bodyPr wrap="square" rtlCol="0">
            <a:spAutoFit/>
          </a:bodyPr>
          <a:lstStyle>
            <a:defPPr>
              <a:defRPr lang="en-US"/>
            </a:defPPr>
            <a:lvl1pPr algn="ctr">
              <a:defRPr sz="900">
                <a:latin typeface="Ubuntu" panose="020B0504030602030204" pitchFamily="34" charset="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000" b="1" i="0" u="none" strike="noStrike" kern="0" cap="none" spc="0" normalizeH="0" baseline="0" noProof="0">
                <a:ln>
                  <a:noFill/>
                </a:ln>
                <a:solidFill>
                  <a:srgbClr val="3C3F41"/>
                </a:solidFill>
                <a:effectLst/>
                <a:uLnTx/>
                <a:uFillTx/>
                <a:latin typeface="Calibri" panose="020F0502020204030204" pitchFamily="34" charset="0"/>
                <a:ea typeface="+mn-ea"/>
                <a:cs typeface="Calibri" panose="020F0502020204030204" pitchFamily="34" charset="0"/>
              </a:rPr>
              <a:t>Sprint1 </a:t>
            </a:r>
            <a:r>
              <a:rPr kumimoji="0" lang="en-IN" sz="1000" b="0" i="0" u="none" strike="noStrike" kern="0" cap="none" spc="0" normalizeH="0" baseline="0" noProof="0">
                <a:ln>
                  <a:noFill/>
                </a:ln>
                <a:solidFill>
                  <a:srgbClr val="3C3F41"/>
                </a:solidFill>
                <a:effectLst/>
                <a:uLnTx/>
                <a:uFillTx/>
                <a:latin typeface="Calibri" panose="020F0502020204030204" pitchFamily="34" charset="0"/>
                <a:ea typeface="+mn-ea"/>
                <a:cs typeface="Calibri" panose="020F0502020204030204" pitchFamily="34" charset="0"/>
              </a:rPr>
              <a:t>Retrospective </a:t>
            </a:r>
          </a:p>
        </p:txBody>
      </p:sp>
      <p:cxnSp>
        <p:nvCxnSpPr>
          <p:cNvPr id="39" name="Straight Arrow Connector 38">
            <a:extLst>
              <a:ext uri="{FF2B5EF4-FFF2-40B4-BE49-F238E27FC236}">
                <a16:creationId xmlns:a16="http://schemas.microsoft.com/office/drawing/2014/main" id="{96664FB1-E25A-DF4C-FF8D-751FE4C7C639}"/>
              </a:ext>
            </a:extLst>
          </p:cNvPr>
          <p:cNvCxnSpPr>
            <a:cxnSpLocks/>
          </p:cNvCxnSpPr>
          <p:nvPr/>
        </p:nvCxnSpPr>
        <p:spPr>
          <a:xfrm>
            <a:off x="2799351" y="5103105"/>
            <a:ext cx="0" cy="370243"/>
          </a:xfrm>
          <a:prstGeom prst="straightConnector1">
            <a:avLst/>
          </a:prstGeom>
          <a:noFill/>
          <a:ln w="19050" cap="sq" cmpd="sng" algn="ctr">
            <a:solidFill>
              <a:srgbClr val="F50002"/>
            </a:solidFill>
            <a:prstDash val="solid"/>
            <a:tailEnd type="triangle"/>
          </a:ln>
          <a:effectLst/>
        </p:spPr>
      </p:cxnSp>
      <p:sp>
        <p:nvSpPr>
          <p:cNvPr id="11" name="TextBox 10">
            <a:extLst>
              <a:ext uri="{FF2B5EF4-FFF2-40B4-BE49-F238E27FC236}">
                <a16:creationId xmlns:a16="http://schemas.microsoft.com/office/drawing/2014/main" id="{7C260DFB-FD1B-645B-F0DB-6AC19B7D88C4}"/>
              </a:ext>
            </a:extLst>
          </p:cNvPr>
          <p:cNvSpPr txBox="1"/>
          <p:nvPr/>
        </p:nvSpPr>
        <p:spPr>
          <a:xfrm>
            <a:off x="4287615" y="2427420"/>
            <a:ext cx="1821632" cy="400110"/>
          </a:xfrm>
          <a:prstGeom prst="rect">
            <a:avLst/>
          </a:prstGeom>
          <a:solidFill>
            <a:schemeClr val="accent6">
              <a:lumMod val="40000"/>
              <a:lumOff val="60000"/>
            </a:schemeClr>
          </a:solidFill>
          <a:ln>
            <a:noFill/>
          </a:ln>
          <a:effectLst>
            <a:outerShdw blurRad="63500" sx="102000" sy="102000" algn="ctr" rotWithShape="0">
              <a:prstClr val="black">
                <a:alpha val="40000"/>
              </a:prstClr>
            </a:outerShdw>
          </a:effectLst>
        </p:spPr>
        <p:txBody>
          <a:bodyPr wrap="square" lIns="91440" tIns="45720" rIns="91440" bIns="45720" rtlCol="0" anchor="t">
            <a:spAutoFit/>
          </a:bodyPr>
          <a:lstStyle>
            <a:defPPr>
              <a:defRPr lang="en-US"/>
            </a:defPPr>
            <a:lvl1pPr algn="ctr">
              <a:defRPr sz="900">
                <a:latin typeface="Ubuntu" panose="020B0504030602030204" pitchFamily="34" charset="0"/>
              </a:defRPr>
            </a:lvl1pPr>
          </a:lstStyle>
          <a:p>
            <a:pPr>
              <a:defRPr/>
            </a:pPr>
            <a:r>
              <a:rPr lang="en-IN" sz="1000" b="1" kern="0">
                <a:solidFill>
                  <a:srgbClr val="3C3F41"/>
                </a:solidFill>
                <a:latin typeface="Calibri"/>
                <a:ea typeface="Calibri"/>
                <a:cs typeface="Calibri"/>
              </a:rPr>
              <a:t>Test planning, review and signoff</a:t>
            </a:r>
            <a:endParaRPr lang="en-US">
              <a:ea typeface="+mn-ea"/>
            </a:endParaRPr>
          </a:p>
        </p:txBody>
      </p:sp>
      <p:sp>
        <p:nvSpPr>
          <p:cNvPr id="12" name="Right Brace 11">
            <a:extLst>
              <a:ext uri="{FF2B5EF4-FFF2-40B4-BE49-F238E27FC236}">
                <a16:creationId xmlns:a16="http://schemas.microsoft.com/office/drawing/2014/main" id="{5B724A04-733C-5314-DFBE-143783341498}"/>
              </a:ext>
            </a:extLst>
          </p:cNvPr>
          <p:cNvSpPr/>
          <p:nvPr/>
        </p:nvSpPr>
        <p:spPr>
          <a:xfrm rot="5400000">
            <a:off x="4263682" y="1805968"/>
            <a:ext cx="197350" cy="1105075"/>
          </a:xfrm>
          <a:prstGeom prst="rightBrace">
            <a:avLst/>
          </a:prstGeom>
          <a:ln>
            <a:solidFill>
              <a:srgbClr val="FF000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solidFill>
                <a:srgbClr val="FF0000"/>
              </a:solidFill>
            </a:endParaRPr>
          </a:p>
        </p:txBody>
      </p:sp>
      <p:sp>
        <p:nvSpPr>
          <p:cNvPr id="13" name="TextBox 12">
            <a:extLst>
              <a:ext uri="{FF2B5EF4-FFF2-40B4-BE49-F238E27FC236}">
                <a16:creationId xmlns:a16="http://schemas.microsoft.com/office/drawing/2014/main" id="{46178112-2AF7-66AC-08D9-7B989FE13AC0}"/>
              </a:ext>
            </a:extLst>
          </p:cNvPr>
          <p:cNvSpPr txBox="1"/>
          <p:nvPr/>
        </p:nvSpPr>
        <p:spPr>
          <a:xfrm>
            <a:off x="6182318" y="2427420"/>
            <a:ext cx="1821632" cy="400110"/>
          </a:xfrm>
          <a:prstGeom prst="rect">
            <a:avLst/>
          </a:prstGeom>
          <a:solidFill>
            <a:schemeClr val="accent6">
              <a:lumMod val="40000"/>
              <a:lumOff val="60000"/>
            </a:schemeClr>
          </a:solidFill>
          <a:ln>
            <a:noFill/>
          </a:ln>
          <a:effectLst>
            <a:outerShdw blurRad="63500" sx="102000" sy="102000" algn="ctr" rotWithShape="0">
              <a:prstClr val="black">
                <a:alpha val="40000"/>
              </a:prstClr>
            </a:outerShdw>
          </a:effectLst>
        </p:spPr>
        <p:txBody>
          <a:bodyPr wrap="square" lIns="91440" tIns="45720" rIns="91440" bIns="45720" rtlCol="0" anchor="t">
            <a:spAutoFit/>
          </a:bodyPr>
          <a:lstStyle>
            <a:defPPr>
              <a:defRPr lang="en-US"/>
            </a:defPPr>
            <a:lvl1pPr algn="ctr">
              <a:defRPr sz="900">
                <a:latin typeface="Ubuntu" panose="020B0504030602030204" pitchFamily="34" charset="0"/>
              </a:defRPr>
            </a:lvl1pPr>
          </a:lstStyle>
          <a:p>
            <a:pPr>
              <a:defRPr/>
            </a:pPr>
            <a:r>
              <a:rPr lang="en-IN" sz="1000" b="1" kern="0">
                <a:solidFill>
                  <a:srgbClr val="3C3F41"/>
                </a:solidFill>
                <a:latin typeface="Calibri"/>
                <a:ea typeface="Calibri"/>
                <a:cs typeface="Calibri"/>
              </a:rPr>
              <a:t>Test design, execution and automation</a:t>
            </a:r>
          </a:p>
        </p:txBody>
      </p:sp>
      <p:sp>
        <p:nvSpPr>
          <p:cNvPr id="14" name="Right Brace 13">
            <a:extLst>
              <a:ext uri="{FF2B5EF4-FFF2-40B4-BE49-F238E27FC236}">
                <a16:creationId xmlns:a16="http://schemas.microsoft.com/office/drawing/2014/main" id="{981CFB56-21F8-B7E4-0135-7F07079E9D11}"/>
              </a:ext>
            </a:extLst>
          </p:cNvPr>
          <p:cNvSpPr/>
          <p:nvPr/>
        </p:nvSpPr>
        <p:spPr>
          <a:xfrm rot="5400000">
            <a:off x="6178979" y="1507346"/>
            <a:ext cx="197350" cy="1640534"/>
          </a:xfrm>
          <a:prstGeom prst="rightBrace">
            <a:avLst/>
          </a:prstGeom>
          <a:ln>
            <a:solidFill>
              <a:srgbClr val="FF000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solidFill>
                <a:srgbClr val="FF0000"/>
              </a:solidFill>
            </a:endParaRPr>
          </a:p>
        </p:txBody>
      </p:sp>
      <p:sp>
        <p:nvSpPr>
          <p:cNvPr id="21" name="TextBox 20">
            <a:extLst>
              <a:ext uri="{FF2B5EF4-FFF2-40B4-BE49-F238E27FC236}">
                <a16:creationId xmlns:a16="http://schemas.microsoft.com/office/drawing/2014/main" id="{5942E402-2D0F-D308-8A68-161B1D940ED7}"/>
              </a:ext>
            </a:extLst>
          </p:cNvPr>
          <p:cNvSpPr txBox="1"/>
          <p:nvPr/>
        </p:nvSpPr>
        <p:spPr>
          <a:xfrm>
            <a:off x="8056426" y="2406825"/>
            <a:ext cx="1646577" cy="400110"/>
          </a:xfrm>
          <a:prstGeom prst="rect">
            <a:avLst/>
          </a:prstGeom>
          <a:solidFill>
            <a:schemeClr val="accent6">
              <a:lumMod val="40000"/>
              <a:lumOff val="60000"/>
            </a:schemeClr>
          </a:solidFill>
          <a:ln>
            <a:noFill/>
          </a:ln>
          <a:effectLst>
            <a:outerShdw blurRad="63500" sx="102000" sy="102000" algn="ctr" rotWithShape="0">
              <a:prstClr val="black">
                <a:alpha val="40000"/>
              </a:prstClr>
            </a:outerShdw>
          </a:effectLst>
        </p:spPr>
        <p:txBody>
          <a:bodyPr wrap="square" lIns="91440" tIns="45720" rIns="91440" bIns="45720" rtlCol="0" anchor="t">
            <a:spAutoFit/>
          </a:bodyPr>
          <a:lstStyle>
            <a:defPPr>
              <a:defRPr lang="en-US"/>
            </a:defPPr>
            <a:lvl1pPr algn="ctr">
              <a:defRPr sz="900">
                <a:latin typeface="Ubuntu" panose="020B0504030602030204" pitchFamily="34" charset="0"/>
              </a:defRPr>
            </a:lvl1pPr>
          </a:lstStyle>
          <a:p>
            <a:pPr>
              <a:defRPr/>
            </a:pPr>
            <a:r>
              <a:rPr lang="en-IN" sz="1000" b="1" kern="0">
                <a:solidFill>
                  <a:srgbClr val="3C3F41"/>
                </a:solidFill>
                <a:latin typeface="Calibri"/>
                <a:ea typeface="Calibri"/>
                <a:cs typeface="Calibri"/>
              </a:rPr>
              <a:t>Defect triaging and retesting</a:t>
            </a:r>
          </a:p>
        </p:txBody>
      </p:sp>
      <p:sp>
        <p:nvSpPr>
          <p:cNvPr id="22" name="Right Brace 21">
            <a:extLst>
              <a:ext uri="{FF2B5EF4-FFF2-40B4-BE49-F238E27FC236}">
                <a16:creationId xmlns:a16="http://schemas.microsoft.com/office/drawing/2014/main" id="{0F528021-9B47-CB73-5532-70F3F7FC1445}"/>
              </a:ext>
            </a:extLst>
          </p:cNvPr>
          <p:cNvSpPr/>
          <p:nvPr/>
        </p:nvSpPr>
        <p:spPr>
          <a:xfrm rot="5400000">
            <a:off x="8300222" y="1497049"/>
            <a:ext cx="197350" cy="1640534"/>
          </a:xfrm>
          <a:prstGeom prst="rightBrace">
            <a:avLst/>
          </a:prstGeom>
          <a:ln>
            <a:solidFill>
              <a:srgbClr val="FF000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solidFill>
                <a:srgbClr val="FF0000"/>
              </a:solidFill>
            </a:endParaRPr>
          </a:p>
        </p:txBody>
      </p:sp>
      <p:sp>
        <p:nvSpPr>
          <p:cNvPr id="28" name="TextBox 27">
            <a:extLst>
              <a:ext uri="{FF2B5EF4-FFF2-40B4-BE49-F238E27FC236}">
                <a16:creationId xmlns:a16="http://schemas.microsoft.com/office/drawing/2014/main" id="{FA0C9BBA-759F-42DE-CA13-1E12AD1789E9}"/>
              </a:ext>
            </a:extLst>
          </p:cNvPr>
          <p:cNvSpPr txBox="1"/>
          <p:nvPr/>
        </p:nvSpPr>
        <p:spPr>
          <a:xfrm>
            <a:off x="9776075" y="2417122"/>
            <a:ext cx="1780443" cy="400110"/>
          </a:xfrm>
          <a:prstGeom prst="rect">
            <a:avLst/>
          </a:prstGeom>
          <a:solidFill>
            <a:schemeClr val="accent6">
              <a:lumMod val="40000"/>
              <a:lumOff val="60000"/>
            </a:schemeClr>
          </a:solidFill>
          <a:ln>
            <a:noFill/>
          </a:ln>
          <a:effectLst>
            <a:outerShdw blurRad="63500" sx="102000" sy="102000" algn="ctr" rotWithShape="0">
              <a:prstClr val="black">
                <a:alpha val="40000"/>
              </a:prstClr>
            </a:outerShdw>
          </a:effectLst>
        </p:spPr>
        <p:txBody>
          <a:bodyPr wrap="square" lIns="91440" tIns="45720" rIns="91440" bIns="45720" rtlCol="0" anchor="t">
            <a:spAutoFit/>
          </a:bodyPr>
          <a:lstStyle>
            <a:defPPr>
              <a:defRPr lang="en-US"/>
            </a:defPPr>
            <a:lvl1pPr algn="ctr">
              <a:defRPr sz="900">
                <a:latin typeface="Ubuntu" panose="020B0504030602030204" pitchFamily="34" charset="0"/>
              </a:defRPr>
            </a:lvl1pPr>
          </a:lstStyle>
          <a:p>
            <a:pPr>
              <a:defRPr/>
            </a:pPr>
            <a:r>
              <a:rPr lang="en-IN" sz="1000" b="1" kern="0">
                <a:solidFill>
                  <a:srgbClr val="3C3F41"/>
                </a:solidFill>
                <a:latin typeface="Calibri"/>
                <a:ea typeface="Calibri"/>
                <a:cs typeface="Calibri"/>
              </a:rPr>
              <a:t>Regression, demo &amp; Reporting</a:t>
            </a:r>
            <a:endParaRPr lang="en-US"/>
          </a:p>
        </p:txBody>
      </p:sp>
      <p:sp>
        <p:nvSpPr>
          <p:cNvPr id="29" name="Right Brace 28">
            <a:extLst>
              <a:ext uri="{FF2B5EF4-FFF2-40B4-BE49-F238E27FC236}">
                <a16:creationId xmlns:a16="http://schemas.microsoft.com/office/drawing/2014/main" id="{A62F9747-5B0B-2B6A-062F-4EFAC990AA10}"/>
              </a:ext>
            </a:extLst>
          </p:cNvPr>
          <p:cNvSpPr/>
          <p:nvPr/>
        </p:nvSpPr>
        <p:spPr>
          <a:xfrm rot="5400000">
            <a:off x="10462655" y="1527941"/>
            <a:ext cx="197350" cy="1640534"/>
          </a:xfrm>
          <a:prstGeom prst="rightBrace">
            <a:avLst/>
          </a:prstGeom>
          <a:ln>
            <a:solidFill>
              <a:srgbClr val="FF0000"/>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solidFill>
                <a:srgbClr val="FF0000"/>
              </a:solidFill>
            </a:endParaRPr>
          </a:p>
        </p:txBody>
      </p:sp>
      <p:cxnSp>
        <p:nvCxnSpPr>
          <p:cNvPr id="50" name="Straight Connector 49">
            <a:extLst>
              <a:ext uri="{FF2B5EF4-FFF2-40B4-BE49-F238E27FC236}">
                <a16:creationId xmlns:a16="http://schemas.microsoft.com/office/drawing/2014/main" id="{5D492A4A-6FA5-D9EE-6EA8-E39BE9FCF2C9}"/>
              </a:ext>
            </a:extLst>
          </p:cNvPr>
          <p:cNvCxnSpPr>
            <a:cxnSpLocks/>
          </p:cNvCxnSpPr>
          <p:nvPr/>
        </p:nvCxnSpPr>
        <p:spPr>
          <a:xfrm flipV="1">
            <a:off x="0" y="3437161"/>
            <a:ext cx="12192000" cy="33374"/>
          </a:xfrm>
          <a:prstGeom prst="line">
            <a:avLst/>
          </a:prstGeom>
          <a:ln w="12700">
            <a:solidFill>
              <a:srgbClr val="C00000"/>
            </a:solidFill>
            <a:prstDash val="sysDash"/>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4B4570A2-A2B1-3421-916D-B30BBC8554C3}"/>
              </a:ext>
            </a:extLst>
          </p:cNvPr>
          <p:cNvCxnSpPr>
            <a:cxnSpLocks/>
          </p:cNvCxnSpPr>
          <p:nvPr/>
        </p:nvCxnSpPr>
        <p:spPr>
          <a:xfrm flipV="1">
            <a:off x="-1" y="502434"/>
            <a:ext cx="12192000" cy="33374"/>
          </a:xfrm>
          <a:prstGeom prst="line">
            <a:avLst/>
          </a:prstGeom>
          <a:ln w="12700">
            <a:solidFill>
              <a:srgbClr val="C00000"/>
            </a:solidFill>
            <a:prstDash val="sysDash"/>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DEA6A2F2-8F27-35AA-79D9-D763C35100BD}"/>
              </a:ext>
            </a:extLst>
          </p:cNvPr>
          <p:cNvCxnSpPr>
            <a:cxnSpLocks/>
          </p:cNvCxnSpPr>
          <p:nvPr/>
        </p:nvCxnSpPr>
        <p:spPr>
          <a:xfrm flipV="1">
            <a:off x="-1" y="6489718"/>
            <a:ext cx="12192000" cy="33374"/>
          </a:xfrm>
          <a:prstGeom prst="line">
            <a:avLst/>
          </a:prstGeom>
          <a:ln w="12700">
            <a:solidFill>
              <a:srgbClr val="C00000"/>
            </a:solidFill>
            <a:prstDash val="sys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523739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55919F0-CF74-0672-208A-AF105C584388}"/>
              </a:ext>
            </a:extLst>
          </p:cNvPr>
          <p:cNvSpPr>
            <a:spLocks noGrp="1"/>
          </p:cNvSpPr>
          <p:nvPr>
            <p:ph type="title"/>
          </p:nvPr>
        </p:nvSpPr>
        <p:spPr>
          <a:xfrm>
            <a:off x="244279" y="34641"/>
            <a:ext cx="9776592" cy="716711"/>
          </a:xfrm>
        </p:spPr>
        <p:txBody>
          <a:bodyPr/>
          <a:lstStyle/>
          <a:p>
            <a:r>
              <a:rPr lang="en-GB"/>
              <a:t>governance</a:t>
            </a:r>
          </a:p>
        </p:txBody>
      </p:sp>
      <p:sp>
        <p:nvSpPr>
          <p:cNvPr id="4" name="Subtitle 2">
            <a:extLst>
              <a:ext uri="{FF2B5EF4-FFF2-40B4-BE49-F238E27FC236}">
                <a16:creationId xmlns:a16="http://schemas.microsoft.com/office/drawing/2014/main" id="{3DCDFED0-9748-9D61-3749-8591A927E6B8}"/>
              </a:ext>
            </a:extLst>
          </p:cNvPr>
          <p:cNvSpPr txBox="1">
            <a:spLocks/>
          </p:cNvSpPr>
          <p:nvPr/>
        </p:nvSpPr>
        <p:spPr>
          <a:xfrm>
            <a:off x="184150" y="606675"/>
            <a:ext cx="10701564" cy="797582"/>
          </a:xfrm>
          <a:prstGeom prst="rect">
            <a:avLst/>
          </a:prstGeom>
        </p:spPr>
        <p:txBody>
          <a:bodyPr>
            <a:normAutofit lnSpcReduction="10000"/>
          </a:bodyPr>
          <a:lstStyle>
            <a:lvl1pPr marL="0" indent="0" algn="l" defTabSz="914400" rtl="0" eaLnBrk="1" latinLnBrk="0" hangingPunct="1">
              <a:lnSpc>
                <a:spcPct val="100000"/>
              </a:lnSpc>
              <a:spcBef>
                <a:spcPts val="0"/>
              </a:spcBef>
              <a:spcAft>
                <a:spcPts val="600"/>
              </a:spcAft>
              <a:buFont typeface="Arial" panose="020B0604020202020204" pitchFamily="34" charset="0"/>
              <a:buNone/>
              <a:defRPr sz="2000" kern="1200" baseline="0">
                <a:solidFill>
                  <a:schemeClr val="tx1"/>
                </a:solidFill>
                <a:latin typeface="Ubuntu" panose="020B0504030602030204" pitchFamily="34" charset="0"/>
                <a:ea typeface="+mn-ea"/>
                <a:cs typeface="+mn-cs"/>
              </a:defRPr>
            </a:lvl1pPr>
            <a:lvl2pPr marL="177800" indent="-177800" algn="l" defTabSz="914400" rtl="0" eaLnBrk="1" latinLnBrk="0" hangingPunct="1">
              <a:lnSpc>
                <a:spcPct val="100000"/>
              </a:lnSpc>
              <a:spcBef>
                <a:spcPts val="0"/>
              </a:spcBef>
              <a:spcAft>
                <a:spcPts val="600"/>
              </a:spcAft>
              <a:buClr>
                <a:schemeClr val="accent1"/>
              </a:buClr>
              <a:buFont typeface="Wingdings" panose="05000000000000000000" pitchFamily="2" charset="2"/>
              <a:buChar char="§"/>
              <a:defRPr sz="1800" kern="1200" baseline="0">
                <a:solidFill>
                  <a:schemeClr val="tx1"/>
                </a:solidFill>
                <a:latin typeface="Ubuntu" panose="020B0504030602030204" pitchFamily="34" charset="0"/>
                <a:ea typeface="+mn-ea"/>
                <a:cs typeface="+mn-cs"/>
              </a:defRPr>
            </a:lvl2pPr>
            <a:lvl3pPr marL="361950" indent="-184150" algn="l" defTabSz="914400" rtl="0" eaLnBrk="1" latinLnBrk="0" hangingPunct="1">
              <a:lnSpc>
                <a:spcPct val="100000"/>
              </a:lnSpc>
              <a:spcBef>
                <a:spcPts val="0"/>
              </a:spcBef>
              <a:spcAft>
                <a:spcPts val="600"/>
              </a:spcAft>
              <a:buClr>
                <a:schemeClr val="accent2"/>
              </a:buClr>
              <a:buFont typeface="Arial" panose="020B0604020202020204" pitchFamily="34" charset="0"/>
              <a:buChar char="•"/>
              <a:defRPr sz="1600" kern="1200" baseline="0">
                <a:solidFill>
                  <a:schemeClr val="tx1"/>
                </a:solidFill>
                <a:latin typeface="Ubuntu" panose="020B0504030602030204" pitchFamily="34" charset="0"/>
                <a:ea typeface="+mn-ea"/>
                <a:cs typeface="+mn-cs"/>
              </a:defRPr>
            </a:lvl3pPr>
            <a:lvl4pPr marL="539750" indent="-177800" algn="l" defTabSz="914400" rtl="0" eaLnBrk="1" latinLnBrk="0" hangingPunct="1">
              <a:lnSpc>
                <a:spcPct val="100000"/>
              </a:lnSpc>
              <a:spcBef>
                <a:spcPts val="0"/>
              </a:spcBef>
              <a:spcAft>
                <a:spcPts val="600"/>
              </a:spcAft>
              <a:buClr>
                <a:schemeClr val="tx1"/>
              </a:buClr>
              <a:buFont typeface="Ubuntu" panose="020B0504030602030204" pitchFamily="34" charset="0"/>
              <a:buChar char="–"/>
              <a:defRPr sz="1400" kern="1200" baseline="0">
                <a:solidFill>
                  <a:schemeClr val="tx1"/>
                </a:solidFill>
                <a:latin typeface="Ubuntu" panose="020B0504030602030204" pitchFamily="34" charset="0"/>
                <a:ea typeface="+mn-ea"/>
                <a:cs typeface="+mn-cs"/>
              </a:defRPr>
            </a:lvl4pPr>
            <a:lvl5pPr marL="717550" indent="-177800" algn="l" defTabSz="914400" rtl="0" eaLnBrk="1" latinLnBrk="0" hangingPunct="1">
              <a:lnSpc>
                <a:spcPct val="100000"/>
              </a:lnSpc>
              <a:spcBef>
                <a:spcPts val="0"/>
              </a:spcBef>
              <a:spcAft>
                <a:spcPts val="600"/>
              </a:spcAft>
              <a:buClr>
                <a:schemeClr val="accent3"/>
              </a:buClr>
              <a:buFont typeface="Arial" panose="020B0604020202020204" pitchFamily="34" charset="0"/>
              <a:buChar char="•"/>
              <a:defRPr sz="1400" kern="1200" baseline="0">
                <a:solidFill>
                  <a:schemeClr val="tx1"/>
                </a:solidFill>
                <a:latin typeface="Ubuntu" panose="020B050403060203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sz="1600"/>
              <a:t>The overall success of this engagement will be based on close collaboration between all parties, transparency and fact-based decision making. We will also use this Governance process to keep us all collectively honest and true to the Programme objectives.</a:t>
            </a:r>
          </a:p>
        </p:txBody>
      </p:sp>
      <p:grpSp>
        <p:nvGrpSpPr>
          <p:cNvPr id="31" name="Group 30">
            <a:extLst>
              <a:ext uri="{FF2B5EF4-FFF2-40B4-BE49-F238E27FC236}">
                <a16:creationId xmlns:a16="http://schemas.microsoft.com/office/drawing/2014/main" id="{9BF4C074-83A0-097F-B8EF-D5A120C83C0D}"/>
              </a:ext>
            </a:extLst>
          </p:cNvPr>
          <p:cNvGrpSpPr/>
          <p:nvPr/>
        </p:nvGrpSpPr>
        <p:grpSpPr>
          <a:xfrm>
            <a:off x="2226353" y="1904744"/>
            <a:ext cx="1129324" cy="4267200"/>
            <a:chOff x="981546" y="1208506"/>
            <a:chExt cx="1506503" cy="4267200"/>
          </a:xfrm>
        </p:grpSpPr>
        <p:cxnSp>
          <p:nvCxnSpPr>
            <p:cNvPr id="64" name="Straight Connector 63">
              <a:extLst>
                <a:ext uri="{FF2B5EF4-FFF2-40B4-BE49-F238E27FC236}">
                  <a16:creationId xmlns:a16="http://schemas.microsoft.com/office/drawing/2014/main" id="{5CBE8865-9867-CD62-F954-F2A7ABDEC5F8}"/>
                </a:ext>
              </a:extLst>
            </p:cNvPr>
            <p:cNvCxnSpPr>
              <a:cxnSpLocks/>
            </p:cNvCxnSpPr>
            <p:nvPr/>
          </p:nvCxnSpPr>
          <p:spPr>
            <a:xfrm>
              <a:off x="1706679" y="1208506"/>
              <a:ext cx="0" cy="4267200"/>
            </a:xfrm>
            <a:prstGeom prst="line">
              <a:avLst/>
            </a:prstGeom>
            <a:ln>
              <a:solidFill>
                <a:schemeClr val="accent1"/>
              </a:solidFill>
              <a:prstDash val="sysDot"/>
              <a:headEnd type="diamond" w="med" len="med"/>
              <a:tailEnd type="diamond" w="med" len="med"/>
            </a:ln>
          </p:spPr>
          <p:style>
            <a:lnRef idx="1">
              <a:schemeClr val="accent1"/>
            </a:lnRef>
            <a:fillRef idx="0">
              <a:schemeClr val="accent1"/>
            </a:fillRef>
            <a:effectRef idx="0">
              <a:schemeClr val="accent1"/>
            </a:effectRef>
            <a:fontRef idx="minor">
              <a:schemeClr val="tx1"/>
            </a:fontRef>
          </p:style>
        </p:cxnSp>
        <p:sp>
          <p:nvSpPr>
            <p:cNvPr id="65" name="Rectangle à coins arrondis 147">
              <a:extLst>
                <a:ext uri="{FF2B5EF4-FFF2-40B4-BE49-F238E27FC236}">
                  <a16:creationId xmlns:a16="http://schemas.microsoft.com/office/drawing/2014/main" id="{489EA980-524E-04BD-60C5-F2ECDCB77B22}"/>
                </a:ext>
              </a:extLst>
            </p:cNvPr>
            <p:cNvSpPr/>
            <p:nvPr/>
          </p:nvSpPr>
          <p:spPr>
            <a:xfrm>
              <a:off x="1136711" y="4924148"/>
              <a:ext cx="1014649" cy="457472"/>
            </a:xfrm>
            <a:prstGeom prst="rect">
              <a:avLst/>
            </a:prstGeom>
            <a:solidFill>
              <a:schemeClr val="bg1"/>
            </a:solidFill>
            <a:ln w="9525" cap="flat" cmpd="sng" algn="ctr">
              <a:noFill/>
              <a:prstDash val="solid"/>
            </a:ln>
            <a:effectLst/>
          </p:spPr>
          <p:txBody>
            <a:bodyPr lIns="21938" tIns="21938" rIns="21938" bIns="21938" anchor="ctr"/>
            <a:lstStyle/>
            <a:p>
              <a:pPr algn="ctr" defTabSz="718209">
                <a:buClr>
                  <a:srgbClr val="ED771A"/>
                </a:buClr>
                <a:defRPr/>
              </a:pPr>
              <a:r>
                <a:rPr lang="fr-FR" sz="1200" b="1" kern="0">
                  <a:solidFill>
                    <a:srgbClr val="00264A"/>
                  </a:solidFill>
                  <a:latin typeface="Calibri" panose="020F0502020204030204" pitchFamily="34" charset="0"/>
                  <a:cs typeface="Calibri" panose="020F0502020204030204" pitchFamily="34" charset="0"/>
                </a:rPr>
                <a:t>Daily</a:t>
              </a:r>
            </a:p>
          </p:txBody>
        </p:sp>
        <p:sp>
          <p:nvSpPr>
            <p:cNvPr id="66" name="Rectangle à coins arrondis 147">
              <a:extLst>
                <a:ext uri="{FF2B5EF4-FFF2-40B4-BE49-F238E27FC236}">
                  <a16:creationId xmlns:a16="http://schemas.microsoft.com/office/drawing/2014/main" id="{C51E25C6-5C5A-B185-4A54-21394942F53F}"/>
                </a:ext>
              </a:extLst>
            </p:cNvPr>
            <p:cNvSpPr/>
            <p:nvPr/>
          </p:nvSpPr>
          <p:spPr>
            <a:xfrm>
              <a:off x="981546" y="3456625"/>
              <a:ext cx="1353866" cy="457472"/>
            </a:xfrm>
            <a:prstGeom prst="rect">
              <a:avLst/>
            </a:prstGeom>
            <a:solidFill>
              <a:schemeClr val="bg1"/>
            </a:solidFill>
            <a:ln w="9525" cap="flat" cmpd="sng" algn="ctr">
              <a:noFill/>
              <a:prstDash val="solid"/>
            </a:ln>
            <a:effectLst/>
          </p:spPr>
          <p:txBody>
            <a:bodyPr lIns="21938" tIns="21938" rIns="21938" bIns="21938" anchor="ctr"/>
            <a:lstStyle/>
            <a:p>
              <a:pPr algn="ctr" defTabSz="718209">
                <a:buClr>
                  <a:srgbClr val="ED771A"/>
                </a:buClr>
                <a:defRPr/>
              </a:pPr>
              <a:r>
                <a:rPr lang="fr-FR" sz="1200" b="1" kern="0">
                  <a:solidFill>
                    <a:srgbClr val="00264A"/>
                  </a:solidFill>
                  <a:latin typeface="Calibri" panose="020F0502020204030204" pitchFamily="34" charset="0"/>
                  <a:cs typeface="Calibri" panose="020F0502020204030204" pitchFamily="34" charset="0"/>
                </a:rPr>
                <a:t>Weekly</a:t>
              </a:r>
            </a:p>
          </p:txBody>
        </p:sp>
        <p:sp>
          <p:nvSpPr>
            <p:cNvPr id="67" name="Rectangle à coins arrondis 147">
              <a:extLst>
                <a:ext uri="{FF2B5EF4-FFF2-40B4-BE49-F238E27FC236}">
                  <a16:creationId xmlns:a16="http://schemas.microsoft.com/office/drawing/2014/main" id="{5141090A-F480-EF7C-AB71-F388F98EA23E}"/>
                </a:ext>
              </a:extLst>
            </p:cNvPr>
            <p:cNvSpPr/>
            <p:nvPr/>
          </p:nvSpPr>
          <p:spPr>
            <a:xfrm>
              <a:off x="1136711" y="1664525"/>
              <a:ext cx="1351338" cy="457472"/>
            </a:xfrm>
            <a:prstGeom prst="rect">
              <a:avLst/>
            </a:prstGeom>
            <a:solidFill>
              <a:schemeClr val="bg1"/>
            </a:solidFill>
            <a:ln w="9525" cap="flat" cmpd="sng" algn="ctr">
              <a:noFill/>
              <a:prstDash val="solid"/>
            </a:ln>
            <a:effectLst/>
          </p:spPr>
          <p:txBody>
            <a:bodyPr lIns="21938" tIns="21938" rIns="21938" bIns="21938" anchor="ctr"/>
            <a:lstStyle/>
            <a:p>
              <a:pPr algn="ctr" defTabSz="718209">
                <a:buClr>
                  <a:srgbClr val="ED771A"/>
                </a:buClr>
                <a:defRPr/>
              </a:pPr>
              <a:r>
                <a:rPr lang="fr-FR" sz="1200" b="1" kern="0" err="1">
                  <a:solidFill>
                    <a:srgbClr val="00264A"/>
                  </a:solidFill>
                  <a:latin typeface="Calibri" panose="020F0502020204030204" pitchFamily="34" charset="0"/>
                  <a:cs typeface="Calibri" panose="020F0502020204030204" pitchFamily="34" charset="0"/>
                </a:rPr>
                <a:t>Monthly</a:t>
              </a:r>
              <a:endParaRPr lang="fr-FR" sz="1200" b="1" kern="0">
                <a:solidFill>
                  <a:srgbClr val="00264A"/>
                </a:solidFill>
                <a:latin typeface="Calibri" panose="020F0502020204030204" pitchFamily="34" charset="0"/>
                <a:cs typeface="Calibri" panose="020F0502020204030204" pitchFamily="34" charset="0"/>
              </a:endParaRPr>
            </a:p>
          </p:txBody>
        </p:sp>
      </p:grpSp>
      <p:sp>
        <p:nvSpPr>
          <p:cNvPr id="5" name="Trapèze 42">
            <a:extLst>
              <a:ext uri="{FF2B5EF4-FFF2-40B4-BE49-F238E27FC236}">
                <a16:creationId xmlns:a16="http://schemas.microsoft.com/office/drawing/2014/main" id="{AC7B2EB2-2211-2FD0-16CC-072B7D154625}"/>
              </a:ext>
            </a:extLst>
          </p:cNvPr>
          <p:cNvSpPr/>
          <p:nvPr/>
        </p:nvSpPr>
        <p:spPr>
          <a:xfrm>
            <a:off x="3033400" y="1821843"/>
            <a:ext cx="5785073" cy="3755528"/>
          </a:xfrm>
          <a:prstGeom prst="trapezoid">
            <a:avLst>
              <a:gd name="adj" fmla="val 80296"/>
            </a:avLst>
          </a:prstGeom>
          <a:solidFill>
            <a:srgbClr val="FF33CC"/>
          </a:solidFill>
          <a:ln w="25400" cap="flat" cmpd="sng" algn="ctr">
            <a:solidFill>
              <a:sysClr val="window" lastClr="FFFFFF"/>
            </a:solidFill>
            <a:prstDash val="solid"/>
          </a:ln>
          <a:effectLst>
            <a:outerShdw blurRad="40000" dist="20000" dir="5400000" rotWithShape="0">
              <a:srgbClr val="000000">
                <a:alpha val="38000"/>
              </a:srgbClr>
            </a:outerShdw>
          </a:effectLst>
        </p:spPr>
        <p:txBody>
          <a:bodyPr/>
          <a:lstStyle/>
          <a:p>
            <a:endParaRPr lang="en-US"/>
          </a:p>
        </p:txBody>
      </p:sp>
      <p:sp>
        <p:nvSpPr>
          <p:cNvPr id="6" name="Rectangle à coins arrondis 44">
            <a:extLst>
              <a:ext uri="{FF2B5EF4-FFF2-40B4-BE49-F238E27FC236}">
                <a16:creationId xmlns:a16="http://schemas.microsoft.com/office/drawing/2014/main" id="{BCD3ECD2-8C2E-B16C-F5FD-2CCB12EAA2D1}"/>
              </a:ext>
            </a:extLst>
          </p:cNvPr>
          <p:cNvSpPr/>
          <p:nvPr/>
        </p:nvSpPr>
        <p:spPr>
          <a:xfrm>
            <a:off x="5386519" y="2854170"/>
            <a:ext cx="995333" cy="279052"/>
          </a:xfrm>
          <a:prstGeom prst="roundRect">
            <a:avLst>
              <a:gd name="adj" fmla="val 16667"/>
            </a:avLst>
          </a:prstGeom>
          <a:solidFill>
            <a:srgbClr val="0098C7"/>
          </a:solidFill>
          <a:ln w="9525" cap="flat" cmpd="sng" algn="ctr">
            <a:noFill/>
            <a:prstDash val="solid"/>
          </a:ln>
          <a:effectLst>
            <a:outerShdw blurRad="40000" dist="20000" dir="5400000" rotWithShape="0">
              <a:srgbClr val="000000">
                <a:alpha val="31000"/>
              </a:srgbClr>
            </a:outerShdw>
          </a:effectLst>
        </p:spPr>
        <p:txBody>
          <a:bodyPr lIns="68573" tIns="34289" rIns="68573" bIns="34289" anchor="ctr"/>
          <a:lstStyle/>
          <a:p>
            <a:pPr algn="ctr" defTabSz="718209">
              <a:defRPr/>
            </a:pPr>
            <a:r>
              <a:rPr lang="fr-FR" sz="800" kern="0">
                <a:solidFill>
                  <a:prstClr val="white"/>
                </a:solidFill>
                <a:latin typeface="Calibri"/>
                <a:cs typeface="Calibri"/>
              </a:rPr>
              <a:t>Supplier  </a:t>
            </a:r>
            <a:r>
              <a:rPr lang="fr-FR" sz="800" kern="0" err="1">
                <a:solidFill>
                  <a:prstClr val="white"/>
                </a:solidFill>
                <a:latin typeface="Calibri"/>
                <a:cs typeface="Calibri"/>
              </a:rPr>
              <a:t>Review</a:t>
            </a:r>
          </a:p>
        </p:txBody>
      </p:sp>
      <p:cxnSp>
        <p:nvCxnSpPr>
          <p:cNvPr id="7" name="Connecteur droit 46">
            <a:extLst>
              <a:ext uri="{FF2B5EF4-FFF2-40B4-BE49-F238E27FC236}">
                <a16:creationId xmlns:a16="http://schemas.microsoft.com/office/drawing/2014/main" id="{F54A4E13-17C9-6659-9FA7-9105C57A35F1}"/>
              </a:ext>
            </a:extLst>
          </p:cNvPr>
          <p:cNvCxnSpPr>
            <a:cxnSpLocks/>
          </p:cNvCxnSpPr>
          <p:nvPr/>
        </p:nvCxnSpPr>
        <p:spPr>
          <a:xfrm>
            <a:off x="3772583" y="3773184"/>
            <a:ext cx="4278324" cy="0"/>
          </a:xfrm>
          <a:prstGeom prst="line">
            <a:avLst/>
          </a:prstGeom>
          <a:noFill/>
          <a:ln w="25400" cap="flat" cmpd="sng" algn="ctr">
            <a:solidFill>
              <a:sysClr val="window" lastClr="FFFFFF"/>
            </a:solidFill>
            <a:prstDash val="solid"/>
          </a:ln>
          <a:effectLst/>
        </p:spPr>
      </p:cxnSp>
      <p:sp>
        <p:nvSpPr>
          <p:cNvPr id="8" name="Rectangle à coins arrondis 136">
            <a:extLst>
              <a:ext uri="{FF2B5EF4-FFF2-40B4-BE49-F238E27FC236}">
                <a16:creationId xmlns:a16="http://schemas.microsoft.com/office/drawing/2014/main" id="{40588A26-1292-75E2-932D-729CAD6A6B77}"/>
              </a:ext>
            </a:extLst>
          </p:cNvPr>
          <p:cNvSpPr/>
          <p:nvPr/>
        </p:nvSpPr>
        <p:spPr>
          <a:xfrm>
            <a:off x="3670570" y="4961514"/>
            <a:ext cx="1184969" cy="339031"/>
          </a:xfrm>
          <a:prstGeom prst="roundRect">
            <a:avLst/>
          </a:prstGeom>
          <a:solidFill>
            <a:srgbClr val="0098C7"/>
          </a:solidFill>
          <a:ln w="9525" cap="flat" cmpd="sng" algn="ctr">
            <a:noFill/>
            <a:prstDash val="solid"/>
          </a:ln>
          <a:effectLst>
            <a:outerShdw blurRad="40000" dist="20000" dir="5400000" rotWithShape="0">
              <a:srgbClr val="000000">
                <a:alpha val="31000"/>
              </a:srgbClr>
            </a:outerShdw>
          </a:effectLst>
        </p:spPr>
        <p:txBody>
          <a:bodyPr lIns="68573" tIns="34289" rIns="68573" bIns="34289" anchor="ctr"/>
          <a:lstStyle/>
          <a:p>
            <a:pPr algn="ctr" defTabSz="718209"/>
            <a:r>
              <a:rPr lang="fr-FR" sz="800" kern="0">
                <a:solidFill>
                  <a:prstClr val="white"/>
                </a:solidFill>
                <a:latin typeface="Calibri" panose="020F0502020204030204" pitchFamily="34" charset="0"/>
                <a:cs typeface="Calibri" panose="020F0502020204030204" pitchFamily="34" charset="0"/>
              </a:rPr>
              <a:t>Change Control </a:t>
            </a:r>
            <a:r>
              <a:rPr lang="fr-FR" sz="800" kern="0" err="1">
                <a:solidFill>
                  <a:prstClr val="white"/>
                </a:solidFill>
                <a:latin typeface="Calibri" panose="020F0502020204030204" pitchFamily="34" charset="0"/>
                <a:cs typeface="Calibri" panose="020F0502020204030204" pitchFamily="34" charset="0"/>
              </a:rPr>
              <a:t>Board</a:t>
            </a:r>
            <a:endParaRPr lang="fr-FR" sz="800" kern="0">
              <a:solidFill>
                <a:prstClr val="white"/>
              </a:solidFill>
              <a:latin typeface="Calibri" panose="020F0502020204030204" pitchFamily="34" charset="0"/>
              <a:cs typeface="Calibri" panose="020F0502020204030204" pitchFamily="34" charset="0"/>
            </a:endParaRPr>
          </a:p>
        </p:txBody>
      </p:sp>
      <p:sp>
        <p:nvSpPr>
          <p:cNvPr id="9" name="Rectangle à coins arrondis 93">
            <a:extLst>
              <a:ext uri="{FF2B5EF4-FFF2-40B4-BE49-F238E27FC236}">
                <a16:creationId xmlns:a16="http://schemas.microsoft.com/office/drawing/2014/main" id="{09891D90-93D5-D31D-AED6-36E11D9E9FA9}"/>
              </a:ext>
            </a:extLst>
          </p:cNvPr>
          <p:cNvSpPr/>
          <p:nvPr/>
        </p:nvSpPr>
        <p:spPr>
          <a:xfrm>
            <a:off x="5144852" y="4961515"/>
            <a:ext cx="1470366" cy="346882"/>
          </a:xfrm>
          <a:prstGeom prst="roundRect">
            <a:avLst/>
          </a:prstGeom>
          <a:solidFill>
            <a:srgbClr val="0098C7"/>
          </a:solidFill>
          <a:ln w="9525" cap="flat" cmpd="sng" algn="ctr">
            <a:noFill/>
            <a:prstDash val="solid"/>
          </a:ln>
          <a:effectLst>
            <a:outerShdw blurRad="40000" dist="20000" dir="5400000" rotWithShape="0">
              <a:srgbClr val="000000">
                <a:alpha val="38000"/>
              </a:srgbClr>
            </a:outerShdw>
          </a:effectLst>
        </p:spPr>
        <p:txBody>
          <a:bodyPr lIns="68573" tIns="34289" rIns="68573" bIns="34289" anchor="ctr"/>
          <a:lstStyle/>
          <a:p>
            <a:pPr algn="ctr" defTabSz="718209">
              <a:defRPr/>
            </a:pPr>
            <a:r>
              <a:rPr lang="fr-FR" sz="800" kern="0" err="1">
                <a:solidFill>
                  <a:prstClr val="white"/>
                </a:solidFill>
                <a:latin typeface="Calibri" panose="020F0502020204030204" pitchFamily="34" charset="0"/>
                <a:cs typeface="Calibri" panose="020F0502020204030204" pitchFamily="34" charset="0"/>
              </a:rPr>
              <a:t>Dependency</a:t>
            </a:r>
            <a:r>
              <a:rPr lang="fr-FR" sz="800" kern="0">
                <a:solidFill>
                  <a:prstClr val="white"/>
                </a:solidFill>
                <a:latin typeface="Calibri" panose="020F0502020204030204" pitchFamily="34" charset="0"/>
                <a:cs typeface="Calibri" panose="020F0502020204030204" pitchFamily="34" charset="0"/>
              </a:rPr>
              <a:t> </a:t>
            </a:r>
            <a:r>
              <a:rPr lang="fr-FR" sz="800" kern="0" err="1">
                <a:solidFill>
                  <a:prstClr val="white"/>
                </a:solidFill>
                <a:latin typeface="Calibri" panose="020F0502020204030204" pitchFamily="34" charset="0"/>
                <a:cs typeface="Calibri" panose="020F0502020204030204" pitchFamily="34" charset="0"/>
              </a:rPr>
              <a:t>Review</a:t>
            </a:r>
            <a:r>
              <a:rPr lang="fr-FR" sz="800" kern="0">
                <a:solidFill>
                  <a:prstClr val="white"/>
                </a:solidFill>
                <a:latin typeface="Calibri" panose="020F0502020204030204" pitchFamily="34" charset="0"/>
                <a:cs typeface="Calibri" panose="020F0502020204030204" pitchFamily="34" charset="0"/>
              </a:rPr>
              <a:t> Forum</a:t>
            </a:r>
          </a:p>
        </p:txBody>
      </p:sp>
      <p:cxnSp>
        <p:nvCxnSpPr>
          <p:cNvPr id="13" name="Connecteur droit 46">
            <a:extLst>
              <a:ext uri="{FF2B5EF4-FFF2-40B4-BE49-F238E27FC236}">
                <a16:creationId xmlns:a16="http://schemas.microsoft.com/office/drawing/2014/main" id="{55585004-C969-B46F-5274-12CF6020F2B2}"/>
              </a:ext>
            </a:extLst>
          </p:cNvPr>
          <p:cNvCxnSpPr>
            <a:cxnSpLocks/>
          </p:cNvCxnSpPr>
          <p:nvPr/>
        </p:nvCxnSpPr>
        <p:spPr>
          <a:xfrm>
            <a:off x="7513035" y="3751371"/>
            <a:ext cx="1022306" cy="0"/>
          </a:xfrm>
          <a:prstGeom prst="line">
            <a:avLst/>
          </a:prstGeom>
          <a:noFill/>
          <a:ln w="9525" cap="flat" cmpd="sng" algn="ctr">
            <a:solidFill>
              <a:srgbClr val="9F958F">
                <a:lumMod val="75000"/>
              </a:srgbClr>
            </a:solidFill>
            <a:prstDash val="sysDash"/>
          </a:ln>
          <a:effectLst/>
        </p:spPr>
      </p:cxnSp>
      <p:sp>
        <p:nvSpPr>
          <p:cNvPr id="14" name="Rectangle à coins arrondis 136">
            <a:extLst>
              <a:ext uri="{FF2B5EF4-FFF2-40B4-BE49-F238E27FC236}">
                <a16:creationId xmlns:a16="http://schemas.microsoft.com/office/drawing/2014/main" id="{2D098589-0D81-6D04-CCCD-01CEC592A327}"/>
              </a:ext>
            </a:extLst>
          </p:cNvPr>
          <p:cNvSpPr/>
          <p:nvPr/>
        </p:nvSpPr>
        <p:spPr>
          <a:xfrm>
            <a:off x="4205997" y="4403570"/>
            <a:ext cx="1565531" cy="332520"/>
          </a:xfrm>
          <a:prstGeom prst="roundRect">
            <a:avLst/>
          </a:prstGeom>
          <a:solidFill>
            <a:srgbClr val="0098C7"/>
          </a:solidFill>
          <a:ln w="9525" cap="flat" cmpd="sng" algn="ctr">
            <a:noFill/>
            <a:prstDash val="solid"/>
          </a:ln>
          <a:effectLst>
            <a:outerShdw blurRad="40000" dist="20000" dir="5400000" rotWithShape="0">
              <a:srgbClr val="000000">
                <a:alpha val="31000"/>
              </a:srgbClr>
            </a:outerShdw>
          </a:effectLst>
        </p:spPr>
        <p:txBody>
          <a:bodyPr lIns="68573" tIns="34289" rIns="68573" bIns="34289" anchor="ctr"/>
          <a:lstStyle/>
          <a:p>
            <a:pPr algn="ctr" defTabSz="718209"/>
            <a:r>
              <a:rPr lang="fr-FR" sz="800" kern="0" err="1">
                <a:solidFill>
                  <a:prstClr val="white"/>
                </a:solidFill>
                <a:latin typeface="Calibri" panose="020F0502020204030204" pitchFamily="34" charset="0"/>
                <a:cs typeface="Calibri" panose="020F0502020204030204" pitchFamily="34" charset="0"/>
              </a:rPr>
              <a:t>Technical</a:t>
            </a:r>
            <a:r>
              <a:rPr lang="fr-FR" sz="800" kern="0">
                <a:solidFill>
                  <a:prstClr val="white"/>
                </a:solidFill>
                <a:latin typeface="Calibri" panose="020F0502020204030204" pitchFamily="34" charset="0"/>
                <a:cs typeface="Calibri" panose="020F0502020204030204" pitchFamily="34" charset="0"/>
              </a:rPr>
              <a:t> Design </a:t>
            </a:r>
            <a:r>
              <a:rPr lang="fr-FR" sz="800" kern="0" err="1">
                <a:solidFill>
                  <a:prstClr val="white"/>
                </a:solidFill>
                <a:latin typeface="Calibri" panose="020F0502020204030204" pitchFamily="34" charset="0"/>
                <a:cs typeface="Calibri" panose="020F0502020204030204" pitchFamily="34" charset="0"/>
              </a:rPr>
              <a:t>Authority</a:t>
            </a:r>
            <a:endParaRPr lang="fr-FR" sz="800" kern="0">
              <a:solidFill>
                <a:prstClr val="white"/>
              </a:solidFill>
              <a:latin typeface="Calibri" panose="020F0502020204030204" pitchFamily="34" charset="0"/>
              <a:cs typeface="Calibri" panose="020F0502020204030204" pitchFamily="34" charset="0"/>
            </a:endParaRPr>
          </a:p>
        </p:txBody>
      </p:sp>
      <p:sp>
        <p:nvSpPr>
          <p:cNvPr id="15" name="Rectangle à coins arrondis 136">
            <a:extLst>
              <a:ext uri="{FF2B5EF4-FFF2-40B4-BE49-F238E27FC236}">
                <a16:creationId xmlns:a16="http://schemas.microsoft.com/office/drawing/2014/main" id="{63CAC485-2128-A839-BB8D-A694C5A783E1}"/>
              </a:ext>
            </a:extLst>
          </p:cNvPr>
          <p:cNvSpPr/>
          <p:nvPr/>
        </p:nvSpPr>
        <p:spPr>
          <a:xfrm>
            <a:off x="6104723" y="4381599"/>
            <a:ext cx="1408312" cy="330962"/>
          </a:xfrm>
          <a:prstGeom prst="roundRect">
            <a:avLst/>
          </a:prstGeom>
          <a:solidFill>
            <a:srgbClr val="0098C7"/>
          </a:solidFill>
          <a:ln w="9525" cap="flat" cmpd="sng" algn="ctr">
            <a:noFill/>
            <a:prstDash val="solid"/>
          </a:ln>
          <a:effectLst>
            <a:outerShdw blurRad="40000" dist="20000" dir="5400000" rotWithShape="0">
              <a:srgbClr val="000000">
                <a:alpha val="31000"/>
              </a:srgbClr>
            </a:outerShdw>
          </a:effectLst>
        </p:spPr>
        <p:txBody>
          <a:bodyPr lIns="68573" tIns="34289" rIns="68573" bIns="34289" anchor="ctr"/>
          <a:lstStyle/>
          <a:p>
            <a:pPr algn="ctr" defTabSz="717975"/>
            <a:r>
              <a:rPr lang="en-US" sz="800" kern="0">
                <a:solidFill>
                  <a:prstClr val="white"/>
                </a:solidFill>
                <a:latin typeface="Calibri" panose="020F0502020204030204" pitchFamily="34" charset="0"/>
                <a:cs typeface="Calibri" panose="020F0502020204030204" pitchFamily="34" charset="0"/>
              </a:rPr>
              <a:t>Business Design Authority</a:t>
            </a:r>
          </a:p>
        </p:txBody>
      </p:sp>
      <p:sp>
        <p:nvSpPr>
          <p:cNvPr id="16" name="Rectangle à coins arrondis 93">
            <a:extLst>
              <a:ext uri="{FF2B5EF4-FFF2-40B4-BE49-F238E27FC236}">
                <a16:creationId xmlns:a16="http://schemas.microsoft.com/office/drawing/2014/main" id="{C4A40917-4AAB-1E46-69C0-002C65571A8D}"/>
              </a:ext>
            </a:extLst>
          </p:cNvPr>
          <p:cNvSpPr/>
          <p:nvPr/>
        </p:nvSpPr>
        <p:spPr>
          <a:xfrm>
            <a:off x="6845278" y="4965835"/>
            <a:ext cx="1325839" cy="334710"/>
          </a:xfrm>
          <a:prstGeom prst="roundRect">
            <a:avLst/>
          </a:prstGeom>
          <a:solidFill>
            <a:srgbClr val="0098C7"/>
          </a:solidFill>
          <a:ln w="9525" cap="flat" cmpd="sng" algn="ctr">
            <a:noFill/>
            <a:prstDash val="solid"/>
          </a:ln>
          <a:effectLst>
            <a:outerShdw blurRad="40000" dist="20000" dir="5400000" rotWithShape="0">
              <a:srgbClr val="000000">
                <a:alpha val="38000"/>
              </a:srgbClr>
            </a:outerShdw>
          </a:effectLst>
        </p:spPr>
        <p:txBody>
          <a:bodyPr lIns="68573" tIns="34289" rIns="68573" bIns="34289" anchor="ctr"/>
          <a:lstStyle/>
          <a:p>
            <a:pPr algn="ctr" defTabSz="718209">
              <a:defRPr/>
            </a:pPr>
            <a:r>
              <a:rPr lang="fr-FR" sz="800" kern="0">
                <a:solidFill>
                  <a:prstClr val="white"/>
                </a:solidFill>
                <a:latin typeface="Calibri" panose="020F0502020204030204" pitchFamily="34" charset="0"/>
                <a:cs typeface="Calibri" panose="020F0502020204030204" pitchFamily="34" charset="0"/>
              </a:rPr>
              <a:t>RAID </a:t>
            </a:r>
            <a:r>
              <a:rPr lang="fr-FR" sz="800" kern="0" err="1">
                <a:solidFill>
                  <a:prstClr val="white"/>
                </a:solidFill>
                <a:latin typeface="Calibri" panose="020F0502020204030204" pitchFamily="34" charset="0"/>
                <a:cs typeface="Calibri" panose="020F0502020204030204" pitchFamily="34" charset="0"/>
              </a:rPr>
              <a:t>Review</a:t>
            </a:r>
            <a:endParaRPr lang="fr-FR" sz="800" kern="0">
              <a:solidFill>
                <a:prstClr val="white"/>
              </a:solidFill>
              <a:latin typeface="Calibri" panose="020F0502020204030204" pitchFamily="34" charset="0"/>
              <a:cs typeface="Calibri" panose="020F0502020204030204" pitchFamily="34" charset="0"/>
            </a:endParaRPr>
          </a:p>
        </p:txBody>
      </p:sp>
      <p:sp>
        <p:nvSpPr>
          <p:cNvPr id="17" name="Rectangle 16">
            <a:extLst>
              <a:ext uri="{FF2B5EF4-FFF2-40B4-BE49-F238E27FC236}">
                <a16:creationId xmlns:a16="http://schemas.microsoft.com/office/drawing/2014/main" id="{E0208C0B-F5AE-BCB8-9564-94CF909EED8E}"/>
              </a:ext>
            </a:extLst>
          </p:cNvPr>
          <p:cNvSpPr/>
          <p:nvPr/>
        </p:nvSpPr>
        <p:spPr>
          <a:xfrm>
            <a:off x="3033400" y="5629404"/>
            <a:ext cx="5763471" cy="621921"/>
          </a:xfrm>
          <a:prstGeom prst="rect">
            <a:avLst/>
          </a:prstGeom>
          <a:solidFill>
            <a:srgbClr val="0098C7"/>
          </a:solidFill>
          <a:ln w="9525" cap="flat" cmpd="sng" algn="ctr">
            <a:noFill/>
            <a:prstDash val="solid"/>
          </a:ln>
          <a:effectLst>
            <a:outerShdw blurRad="40000" dist="20000" dir="5400000" rotWithShape="0">
              <a:srgbClr val="000000">
                <a:alpha val="38000"/>
              </a:srgbClr>
            </a:outerShdw>
          </a:effectLst>
        </p:spPr>
        <p:txBody>
          <a:bodyPr lIns="68573" tIns="34289" rIns="68573" bIns="34289" anchor="ctr"/>
          <a:lstStyle/>
          <a:p>
            <a:pPr algn="ctr" defTabSz="718209"/>
            <a:endParaRPr lang="en-US" sz="900" kern="0">
              <a:solidFill>
                <a:prstClr val="white"/>
              </a:solidFill>
              <a:latin typeface="Calibri" panose="020F0502020204030204" pitchFamily="34" charset="0"/>
              <a:cs typeface="Calibri" panose="020F0502020204030204" pitchFamily="34" charset="0"/>
            </a:endParaRPr>
          </a:p>
        </p:txBody>
      </p:sp>
      <p:sp>
        <p:nvSpPr>
          <p:cNvPr id="18" name="Rectangle: Rounded Corners 17">
            <a:extLst>
              <a:ext uri="{FF2B5EF4-FFF2-40B4-BE49-F238E27FC236}">
                <a16:creationId xmlns:a16="http://schemas.microsoft.com/office/drawing/2014/main" id="{6D01198E-B478-05A3-EF58-AD2CF3A0DEEB}"/>
              </a:ext>
            </a:extLst>
          </p:cNvPr>
          <p:cNvSpPr/>
          <p:nvPr/>
        </p:nvSpPr>
        <p:spPr>
          <a:xfrm>
            <a:off x="3720795" y="5708089"/>
            <a:ext cx="4613322" cy="453566"/>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100" b="1">
                <a:solidFill>
                  <a:srgbClr val="002060"/>
                </a:solidFill>
                <a:latin typeface="Calibri"/>
                <a:ea typeface="Calibri"/>
                <a:cs typeface="Calibri"/>
              </a:rPr>
              <a:t>Agile – Daily Stand-up / Scrum of Scrums</a:t>
            </a:r>
            <a:endParaRPr lang="en-US" sz="1100" b="1">
              <a:solidFill>
                <a:srgbClr val="002060"/>
              </a:solidFill>
              <a:latin typeface="Calibri" panose="020F0502020204030204" pitchFamily="34" charset="0"/>
              <a:ea typeface="Calibri"/>
              <a:cs typeface="Calibri" panose="020F0502020204030204" pitchFamily="34" charset="0"/>
            </a:endParaRPr>
          </a:p>
        </p:txBody>
      </p:sp>
      <p:sp>
        <p:nvSpPr>
          <p:cNvPr id="19" name="Rectangle à coins arrondis 93">
            <a:extLst>
              <a:ext uri="{FF2B5EF4-FFF2-40B4-BE49-F238E27FC236}">
                <a16:creationId xmlns:a16="http://schemas.microsoft.com/office/drawing/2014/main" id="{74BF8699-E291-2FF4-1A6D-81713EB8426F}"/>
              </a:ext>
            </a:extLst>
          </p:cNvPr>
          <p:cNvSpPr/>
          <p:nvPr/>
        </p:nvSpPr>
        <p:spPr>
          <a:xfrm>
            <a:off x="5217252" y="3914561"/>
            <a:ext cx="1470366" cy="341910"/>
          </a:xfrm>
          <a:prstGeom prst="roundRect">
            <a:avLst/>
          </a:prstGeom>
          <a:solidFill>
            <a:srgbClr val="0098C7"/>
          </a:solidFill>
          <a:ln w="9525" cap="flat" cmpd="sng" algn="ctr">
            <a:noFill/>
            <a:prstDash val="solid"/>
          </a:ln>
          <a:effectLst>
            <a:outerShdw blurRad="40000" dist="20000" dir="5400000" rotWithShape="0">
              <a:srgbClr val="000000">
                <a:alpha val="38000"/>
              </a:srgbClr>
            </a:outerShdw>
          </a:effectLst>
        </p:spPr>
        <p:txBody>
          <a:bodyPr lIns="68573" tIns="34289" rIns="68573" bIns="34289" anchor="ctr"/>
          <a:lstStyle/>
          <a:p>
            <a:pPr algn="ctr" defTabSz="718209">
              <a:defRPr/>
            </a:pPr>
            <a:r>
              <a:rPr lang="fr-FR" sz="800" kern="0">
                <a:solidFill>
                  <a:prstClr val="white"/>
                </a:solidFill>
                <a:latin typeface="Calibri" panose="020F0502020204030204" pitchFamily="34" charset="0"/>
                <a:cs typeface="Calibri" panose="020F0502020204030204" pitchFamily="34" charset="0"/>
              </a:rPr>
              <a:t>GPAS Programme Management Update</a:t>
            </a:r>
          </a:p>
        </p:txBody>
      </p:sp>
      <p:sp>
        <p:nvSpPr>
          <p:cNvPr id="23" name="Circular Arrow 53">
            <a:extLst>
              <a:ext uri="{FF2B5EF4-FFF2-40B4-BE49-F238E27FC236}">
                <a16:creationId xmlns:a16="http://schemas.microsoft.com/office/drawing/2014/main" id="{2F9ECD8C-EBC2-82B4-F88C-27771F3B4E39}"/>
              </a:ext>
            </a:extLst>
          </p:cNvPr>
          <p:cNvSpPr/>
          <p:nvPr/>
        </p:nvSpPr>
        <p:spPr>
          <a:xfrm rot="1646350">
            <a:off x="6456226" y="3299583"/>
            <a:ext cx="1529638" cy="1212098"/>
          </a:xfrm>
          <a:prstGeom prst="circularArrow">
            <a:avLst>
              <a:gd name="adj1" fmla="val 6067"/>
              <a:gd name="adj2" fmla="val 1142319"/>
              <a:gd name="adj3" fmla="val 20383354"/>
              <a:gd name="adj4" fmla="val 15734477"/>
              <a:gd name="adj5" fmla="val 12500"/>
            </a:avLst>
          </a:prstGeom>
          <a:solidFill>
            <a:srgbClr val="9F958F"/>
          </a:solidFill>
          <a:ln w="25400" cap="flat" cmpd="sng" algn="ctr">
            <a:noFill/>
            <a:prstDash val="solid"/>
          </a:ln>
          <a:effectLst/>
        </p:spPr>
        <p:txBody>
          <a:bodyPr lIns="68573" tIns="34289" rIns="68573" bIns="34289" rtlCol="0" anchor="ctr"/>
          <a:lstStyle/>
          <a:p>
            <a:pPr algn="ctr" defTabSz="718209">
              <a:defRPr/>
            </a:pPr>
            <a:endParaRPr lang="en-US" sz="700" kern="0">
              <a:solidFill>
                <a:srgbClr val="998C85">
                  <a:lumMod val="50000"/>
                </a:srgbClr>
              </a:solidFill>
              <a:latin typeface="Calibri" panose="020F0502020204030204" pitchFamily="34" charset="0"/>
              <a:cs typeface="Calibri" panose="020F0502020204030204" pitchFamily="34" charset="0"/>
            </a:endParaRPr>
          </a:p>
        </p:txBody>
      </p:sp>
      <p:sp>
        <p:nvSpPr>
          <p:cNvPr id="24" name="TextBox 54">
            <a:extLst>
              <a:ext uri="{FF2B5EF4-FFF2-40B4-BE49-F238E27FC236}">
                <a16:creationId xmlns:a16="http://schemas.microsoft.com/office/drawing/2014/main" id="{E6751B55-0BCE-41F2-0052-4EA9918D9EF0}"/>
              </a:ext>
            </a:extLst>
          </p:cNvPr>
          <p:cNvSpPr txBox="1"/>
          <p:nvPr/>
        </p:nvSpPr>
        <p:spPr>
          <a:xfrm rot="2781594">
            <a:off x="7411933" y="3436244"/>
            <a:ext cx="702011" cy="223136"/>
          </a:xfrm>
          <a:prstGeom prst="rect">
            <a:avLst/>
          </a:prstGeom>
          <a:noFill/>
        </p:spPr>
        <p:txBody>
          <a:bodyPr wrap="square" lIns="68573" tIns="34289" rIns="68573" bIns="34289" rtlCol="0">
            <a:spAutoFit/>
          </a:bodyPr>
          <a:lstStyle/>
          <a:p>
            <a:pPr defTabSz="718209">
              <a:defRPr/>
            </a:pPr>
            <a:r>
              <a:rPr lang="en-US" sz="1000" kern="0">
                <a:solidFill>
                  <a:srgbClr val="9F958F"/>
                </a:solidFill>
                <a:latin typeface="Calibri" panose="020F0502020204030204" pitchFamily="34" charset="0"/>
                <a:cs typeface="Calibri" panose="020F0502020204030204" pitchFamily="34" charset="0"/>
              </a:rPr>
              <a:t>Decisions</a:t>
            </a:r>
          </a:p>
        </p:txBody>
      </p:sp>
      <p:sp>
        <p:nvSpPr>
          <p:cNvPr id="26" name="TextBox 2">
            <a:extLst>
              <a:ext uri="{FF2B5EF4-FFF2-40B4-BE49-F238E27FC236}">
                <a16:creationId xmlns:a16="http://schemas.microsoft.com/office/drawing/2014/main" id="{303C2924-2252-5A40-E2D8-C4C3EA903FD1}"/>
              </a:ext>
            </a:extLst>
          </p:cNvPr>
          <p:cNvSpPr txBox="1"/>
          <p:nvPr/>
        </p:nvSpPr>
        <p:spPr>
          <a:xfrm rot="18276178">
            <a:off x="3686258" y="3123656"/>
            <a:ext cx="1236943" cy="212155"/>
          </a:xfrm>
          <a:prstGeom prst="rect">
            <a:avLst/>
          </a:prstGeom>
          <a:noFill/>
        </p:spPr>
        <p:txBody>
          <a:bodyPr wrap="square" lIns="68573" tIns="34289" rIns="68573" bIns="34289" rtlCol="0">
            <a:spAutoFit/>
          </a:bodyPr>
          <a:lstStyle/>
          <a:p>
            <a:pPr defTabSz="718209">
              <a:defRPr/>
            </a:pPr>
            <a:r>
              <a:rPr lang="en-US" sz="1000" kern="0">
                <a:solidFill>
                  <a:srgbClr val="9F958F"/>
                </a:solidFill>
                <a:latin typeface="Calibri" panose="020F0502020204030204" pitchFamily="34" charset="0"/>
                <a:cs typeface="Calibri" panose="020F0502020204030204" pitchFamily="34" charset="0"/>
              </a:rPr>
              <a:t>Reporting</a:t>
            </a:r>
          </a:p>
        </p:txBody>
      </p:sp>
      <p:sp>
        <p:nvSpPr>
          <p:cNvPr id="28" name="Circular Arrow 1">
            <a:extLst>
              <a:ext uri="{FF2B5EF4-FFF2-40B4-BE49-F238E27FC236}">
                <a16:creationId xmlns:a16="http://schemas.microsoft.com/office/drawing/2014/main" id="{22FBD93E-C8E0-C047-0679-C585C5540EEB}"/>
              </a:ext>
            </a:extLst>
          </p:cNvPr>
          <p:cNvSpPr/>
          <p:nvPr/>
        </p:nvSpPr>
        <p:spPr>
          <a:xfrm rot="15955984">
            <a:off x="3941381" y="3301417"/>
            <a:ext cx="1370753" cy="1352602"/>
          </a:xfrm>
          <a:prstGeom prst="circularArrow">
            <a:avLst>
              <a:gd name="adj1" fmla="val 6067"/>
              <a:gd name="adj2" fmla="val 1142319"/>
              <a:gd name="adj3" fmla="val 20383354"/>
              <a:gd name="adj4" fmla="val 15734477"/>
              <a:gd name="adj5" fmla="val 12500"/>
            </a:avLst>
          </a:prstGeom>
          <a:solidFill>
            <a:srgbClr val="9F958F"/>
          </a:solidFill>
          <a:ln w="25400" cap="flat" cmpd="sng" algn="ctr">
            <a:noFill/>
            <a:prstDash val="solid"/>
          </a:ln>
          <a:effectLst/>
        </p:spPr>
        <p:txBody>
          <a:bodyPr lIns="68573" tIns="34289" rIns="68573" bIns="34289" rtlCol="0" anchor="ctr"/>
          <a:lstStyle/>
          <a:p>
            <a:pPr algn="ctr" defTabSz="718209">
              <a:defRPr/>
            </a:pPr>
            <a:endParaRPr lang="en-US" sz="700" kern="0">
              <a:solidFill>
                <a:srgbClr val="998C85">
                  <a:lumMod val="50000"/>
                </a:srgbClr>
              </a:solidFill>
              <a:latin typeface="Calibri" panose="020F0502020204030204" pitchFamily="34" charset="0"/>
              <a:cs typeface="Calibri" panose="020F0502020204030204" pitchFamily="34" charset="0"/>
            </a:endParaRPr>
          </a:p>
        </p:txBody>
      </p:sp>
      <p:cxnSp>
        <p:nvCxnSpPr>
          <p:cNvPr id="29" name="Connecteur droit 46">
            <a:extLst>
              <a:ext uri="{FF2B5EF4-FFF2-40B4-BE49-F238E27FC236}">
                <a16:creationId xmlns:a16="http://schemas.microsoft.com/office/drawing/2014/main" id="{8031BBEF-384F-8CB5-3B64-2E75D20F8CFC}"/>
              </a:ext>
            </a:extLst>
          </p:cNvPr>
          <p:cNvCxnSpPr>
            <a:cxnSpLocks/>
          </p:cNvCxnSpPr>
          <p:nvPr/>
        </p:nvCxnSpPr>
        <p:spPr>
          <a:xfrm flipV="1">
            <a:off x="2451862" y="5577371"/>
            <a:ext cx="6622844" cy="29421"/>
          </a:xfrm>
          <a:prstGeom prst="line">
            <a:avLst/>
          </a:prstGeom>
          <a:noFill/>
          <a:ln w="9525" cap="flat" cmpd="sng" algn="ctr">
            <a:solidFill>
              <a:srgbClr val="9F958F">
                <a:lumMod val="75000"/>
              </a:srgbClr>
            </a:solidFill>
            <a:prstDash val="sysDash"/>
          </a:ln>
          <a:effectLst/>
        </p:spPr>
      </p:cxnSp>
      <p:cxnSp>
        <p:nvCxnSpPr>
          <p:cNvPr id="30" name="Connecteur droit 46">
            <a:extLst>
              <a:ext uri="{FF2B5EF4-FFF2-40B4-BE49-F238E27FC236}">
                <a16:creationId xmlns:a16="http://schemas.microsoft.com/office/drawing/2014/main" id="{95FDF548-067A-B9C0-8861-1DD7822842C9}"/>
              </a:ext>
            </a:extLst>
          </p:cNvPr>
          <p:cNvCxnSpPr>
            <a:cxnSpLocks/>
          </p:cNvCxnSpPr>
          <p:nvPr/>
        </p:nvCxnSpPr>
        <p:spPr>
          <a:xfrm flipV="1">
            <a:off x="2564758" y="3760657"/>
            <a:ext cx="1752061" cy="19380"/>
          </a:xfrm>
          <a:prstGeom prst="line">
            <a:avLst/>
          </a:prstGeom>
          <a:noFill/>
          <a:ln w="9525" cap="flat" cmpd="sng" algn="ctr">
            <a:solidFill>
              <a:srgbClr val="9F958F">
                <a:lumMod val="75000"/>
              </a:srgbClr>
            </a:solidFill>
            <a:prstDash val="sysDash"/>
          </a:ln>
          <a:effectLst/>
        </p:spPr>
      </p:cxnSp>
      <p:sp>
        <p:nvSpPr>
          <p:cNvPr id="70" name="Rectangle à coins arrondis 44">
            <a:extLst>
              <a:ext uri="{FF2B5EF4-FFF2-40B4-BE49-F238E27FC236}">
                <a16:creationId xmlns:a16="http://schemas.microsoft.com/office/drawing/2014/main" id="{113E0F0A-DCED-DF3E-661E-5DE5AE0D8980}"/>
              </a:ext>
            </a:extLst>
          </p:cNvPr>
          <p:cNvSpPr/>
          <p:nvPr/>
        </p:nvSpPr>
        <p:spPr>
          <a:xfrm>
            <a:off x="5576059" y="2417774"/>
            <a:ext cx="664661" cy="281910"/>
          </a:xfrm>
          <a:prstGeom prst="roundRect">
            <a:avLst/>
          </a:prstGeom>
          <a:solidFill>
            <a:srgbClr val="0098C7"/>
          </a:solidFill>
          <a:ln w="9525" cap="flat" cmpd="sng" algn="ctr">
            <a:noFill/>
            <a:prstDash val="solid"/>
          </a:ln>
          <a:effectLst>
            <a:outerShdw blurRad="40000" dist="20000" dir="5400000" rotWithShape="0">
              <a:srgbClr val="000000">
                <a:alpha val="31000"/>
              </a:srgbClr>
            </a:outerShdw>
          </a:effectLst>
        </p:spPr>
        <p:txBody>
          <a:bodyPr lIns="68573" tIns="34289" rIns="68573" bIns="34289" anchor="ctr"/>
          <a:lstStyle/>
          <a:p>
            <a:pPr algn="ctr" defTabSz="718209">
              <a:defRPr/>
            </a:pPr>
            <a:r>
              <a:rPr lang="fr-FR" sz="800" kern="0" err="1">
                <a:solidFill>
                  <a:prstClr val="white"/>
                </a:solidFill>
                <a:latin typeface="Calibri" panose="020F0502020204030204" pitchFamily="34" charset="0"/>
                <a:cs typeface="Calibri" panose="020F0502020204030204" pitchFamily="34" charset="0"/>
              </a:rPr>
              <a:t>SteerCo</a:t>
            </a:r>
            <a:endParaRPr lang="fr-FR" sz="800" kern="0">
              <a:solidFill>
                <a:prstClr val="white"/>
              </a:solidFill>
              <a:latin typeface="Calibri" panose="020F0502020204030204" pitchFamily="34" charset="0"/>
              <a:cs typeface="Calibri" panose="020F0502020204030204" pitchFamily="34" charset="0"/>
            </a:endParaRPr>
          </a:p>
        </p:txBody>
      </p:sp>
      <p:sp>
        <p:nvSpPr>
          <p:cNvPr id="2" name="Rectangle 1">
            <a:extLst>
              <a:ext uri="{FF2B5EF4-FFF2-40B4-BE49-F238E27FC236}">
                <a16:creationId xmlns:a16="http://schemas.microsoft.com/office/drawing/2014/main" id="{C6D17B8D-D62C-FBB9-69B3-C410F28F5683}"/>
              </a:ext>
            </a:extLst>
          </p:cNvPr>
          <p:cNvSpPr/>
          <p:nvPr/>
        </p:nvSpPr>
        <p:spPr>
          <a:xfrm>
            <a:off x="9250870" y="1188154"/>
            <a:ext cx="2730971" cy="66502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kern="0">
                <a:ea typeface="Verdana" panose="020B0604030504040204" pitchFamily="34" charset="0"/>
                <a:cs typeface="Calibri" panose="020F0502020204030204" pitchFamily="34" charset="0"/>
              </a:rPr>
              <a:t> Note:  </a:t>
            </a:r>
            <a:r>
              <a:rPr lang="en-US" sz="1200" kern="0">
                <a:ea typeface="Verdana" panose="020B0604030504040204" pitchFamily="34" charset="0"/>
                <a:cs typeface="Calibri" panose="020F0502020204030204" pitchFamily="34" charset="0"/>
              </a:rPr>
              <a:t>Under Review</a:t>
            </a:r>
            <a:endParaRPr lang="en-GB" sz="1200" err="1"/>
          </a:p>
        </p:txBody>
      </p:sp>
      <p:sp>
        <p:nvSpPr>
          <p:cNvPr id="71" name="Rectangle à coins arrondis 93">
            <a:extLst>
              <a:ext uri="{FF2B5EF4-FFF2-40B4-BE49-F238E27FC236}">
                <a16:creationId xmlns:a16="http://schemas.microsoft.com/office/drawing/2014/main" id="{B5ACEF82-EE39-E5A0-1D6C-97A8C0DE3BEB}"/>
              </a:ext>
            </a:extLst>
          </p:cNvPr>
          <p:cNvSpPr/>
          <p:nvPr/>
        </p:nvSpPr>
        <p:spPr>
          <a:xfrm>
            <a:off x="5220796" y="3307155"/>
            <a:ext cx="1470366" cy="304664"/>
          </a:xfrm>
          <a:prstGeom prst="roundRect">
            <a:avLst/>
          </a:prstGeom>
          <a:solidFill>
            <a:srgbClr val="0098C7"/>
          </a:solidFill>
          <a:ln w="9525" cap="flat" cmpd="sng" algn="ctr">
            <a:noFill/>
            <a:prstDash val="solid"/>
          </a:ln>
          <a:effectLst>
            <a:outerShdw blurRad="40000" dist="20000" dir="5400000" rotWithShape="0">
              <a:srgbClr val="000000">
                <a:alpha val="38000"/>
              </a:srgbClr>
            </a:outerShdw>
          </a:effectLst>
        </p:spPr>
        <p:txBody>
          <a:bodyPr lIns="68573" tIns="34289" rIns="68573" bIns="34289" anchor="ctr"/>
          <a:lstStyle/>
          <a:p>
            <a:pPr algn="ctr" defTabSz="718209">
              <a:defRPr/>
            </a:pPr>
            <a:r>
              <a:rPr lang="fr-FR" sz="800" kern="0">
                <a:solidFill>
                  <a:prstClr val="white"/>
                </a:solidFill>
                <a:latin typeface="Calibri" panose="020F0502020204030204" pitchFamily="34" charset="0"/>
                <a:cs typeface="Calibri" panose="020F0502020204030204" pitchFamily="34" charset="0"/>
              </a:rPr>
              <a:t>Programme </a:t>
            </a:r>
            <a:r>
              <a:rPr lang="fr-FR" sz="800" kern="0" err="1">
                <a:solidFill>
                  <a:prstClr val="white"/>
                </a:solidFill>
                <a:latin typeface="Calibri" panose="020F0502020204030204" pitchFamily="34" charset="0"/>
                <a:cs typeface="Calibri" panose="020F0502020204030204" pitchFamily="34" charset="0"/>
              </a:rPr>
              <a:t>Working</a:t>
            </a:r>
            <a:r>
              <a:rPr lang="fr-FR" sz="800" kern="0">
                <a:solidFill>
                  <a:prstClr val="white"/>
                </a:solidFill>
                <a:latin typeface="Calibri" panose="020F0502020204030204" pitchFamily="34" charset="0"/>
                <a:cs typeface="Calibri" panose="020F0502020204030204" pitchFamily="34" charset="0"/>
              </a:rPr>
              <a:t> Group</a:t>
            </a:r>
          </a:p>
        </p:txBody>
      </p:sp>
      <p:cxnSp>
        <p:nvCxnSpPr>
          <p:cNvPr id="10" name="Straight Connector 9">
            <a:extLst>
              <a:ext uri="{FF2B5EF4-FFF2-40B4-BE49-F238E27FC236}">
                <a16:creationId xmlns:a16="http://schemas.microsoft.com/office/drawing/2014/main" id="{409FCA36-3A92-1893-0861-ED02FF12E581}"/>
              </a:ext>
            </a:extLst>
          </p:cNvPr>
          <p:cNvCxnSpPr/>
          <p:nvPr/>
        </p:nvCxnSpPr>
        <p:spPr>
          <a:xfrm>
            <a:off x="81524" y="606675"/>
            <a:ext cx="10769600" cy="0"/>
          </a:xfrm>
          <a:prstGeom prst="line">
            <a:avLst/>
          </a:prstGeom>
          <a:ln w="22225"/>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0810549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2" name="Title 1">
            <a:extLst>
              <a:ext uri="{FF2B5EF4-FFF2-40B4-BE49-F238E27FC236}">
                <a16:creationId xmlns:a16="http://schemas.microsoft.com/office/drawing/2014/main" id="{E082F226-BE4B-49A7-824C-EF45555571B9}"/>
              </a:ext>
            </a:extLst>
          </p:cNvPr>
          <p:cNvSpPr txBox="1">
            <a:spLocks/>
          </p:cNvSpPr>
          <p:nvPr/>
        </p:nvSpPr>
        <p:spPr>
          <a:xfrm>
            <a:off x="0" y="98973"/>
            <a:ext cx="12202633" cy="455183"/>
          </a:xfrm>
          <a:prstGeom prst="rect">
            <a:avLst/>
          </a:prstGeom>
          <a:noFill/>
        </p:spPr>
        <p:txBody>
          <a:bodyPr vert="horz" lIns="0" tIns="0" rIns="0" bIns="0" rtlCol="0" anchor="ctr">
            <a:noAutofit/>
          </a:bodyPr>
          <a:lstStyle>
            <a:lvl1pPr marL="0" marR="0" indent="0" algn="l" defTabSz="914400" rtl="0" eaLnBrk="1" fontAlgn="auto" latinLnBrk="0" hangingPunct="1">
              <a:lnSpc>
                <a:spcPct val="90000"/>
              </a:lnSpc>
              <a:spcBef>
                <a:spcPct val="0"/>
              </a:spcBef>
              <a:spcAft>
                <a:spcPts val="0"/>
              </a:spcAft>
              <a:buClrTx/>
              <a:buSzTx/>
              <a:buFontTx/>
              <a:buNone/>
              <a:tabLst/>
              <a:defRPr kumimoji="0" lang="en-US" sz="3000" b="0" i="0" u="none" strike="noStrike" kern="1200" cap="none" spc="0" normalizeH="0" baseline="0" noProof="0" dirty="0">
                <a:ln>
                  <a:noFill/>
                </a:ln>
                <a:solidFill>
                  <a:schemeClr val="accent1"/>
                </a:solidFill>
                <a:effectLst/>
                <a:uLnTx/>
                <a:uFillTx/>
                <a:latin typeface="+mj-lt"/>
                <a:ea typeface="+mj-ea"/>
                <a:cs typeface="+mj-cs"/>
              </a:defRPr>
            </a:lvl1pPr>
          </a:lstStyle>
          <a:p>
            <a:pPr indent="174625">
              <a:defRPr/>
            </a:pPr>
            <a:r>
              <a:rPr lang="en-GB" sz="2500" cap="all">
                <a:solidFill>
                  <a:schemeClr val="accent4"/>
                </a:solidFill>
              </a:rPr>
              <a:t>PROPOSED Roles &amp; Ceremonies </a:t>
            </a:r>
            <a:r>
              <a:rPr lang="en-GB" sz="2500" cap="all" err="1">
                <a:solidFill>
                  <a:schemeClr val="accent4"/>
                </a:solidFill>
              </a:rPr>
              <a:t>MatriX</a:t>
            </a:r>
            <a:endParaRPr lang="en-GB" sz="2500" cap="all">
              <a:solidFill>
                <a:schemeClr val="accent4"/>
              </a:solidFill>
            </a:endParaRPr>
          </a:p>
        </p:txBody>
      </p:sp>
      <p:graphicFrame>
        <p:nvGraphicFramePr>
          <p:cNvPr id="4" name="Table 5">
            <a:extLst>
              <a:ext uri="{FF2B5EF4-FFF2-40B4-BE49-F238E27FC236}">
                <a16:creationId xmlns:a16="http://schemas.microsoft.com/office/drawing/2014/main" id="{F708C304-FE42-4ADD-AC50-77DE33B73378}"/>
              </a:ext>
            </a:extLst>
          </p:cNvPr>
          <p:cNvGraphicFramePr>
            <a:graphicFrameLocks noGrp="1"/>
          </p:cNvGraphicFramePr>
          <p:nvPr/>
        </p:nvGraphicFramePr>
        <p:xfrm>
          <a:off x="290215" y="707036"/>
          <a:ext cx="11483184" cy="5761221"/>
        </p:xfrm>
        <a:graphic>
          <a:graphicData uri="http://schemas.openxmlformats.org/drawingml/2006/table">
            <a:tbl>
              <a:tblPr firstRow="1" bandRow="1">
                <a:tableStyleId>{5C22544A-7EE6-4342-B048-85BDC9FD1C3A}</a:tableStyleId>
              </a:tblPr>
              <a:tblGrid>
                <a:gridCol w="995727">
                  <a:extLst>
                    <a:ext uri="{9D8B030D-6E8A-4147-A177-3AD203B41FA5}">
                      <a16:colId xmlns:a16="http://schemas.microsoft.com/office/drawing/2014/main" val="4042889639"/>
                    </a:ext>
                  </a:extLst>
                </a:gridCol>
                <a:gridCol w="829937">
                  <a:extLst>
                    <a:ext uri="{9D8B030D-6E8A-4147-A177-3AD203B41FA5}">
                      <a16:colId xmlns:a16="http://schemas.microsoft.com/office/drawing/2014/main" val="3845375360"/>
                    </a:ext>
                  </a:extLst>
                </a:gridCol>
                <a:gridCol w="903768">
                  <a:extLst>
                    <a:ext uri="{9D8B030D-6E8A-4147-A177-3AD203B41FA5}">
                      <a16:colId xmlns:a16="http://schemas.microsoft.com/office/drawing/2014/main" val="942552686"/>
                    </a:ext>
                  </a:extLst>
                </a:gridCol>
                <a:gridCol w="723013">
                  <a:extLst>
                    <a:ext uri="{9D8B030D-6E8A-4147-A177-3AD203B41FA5}">
                      <a16:colId xmlns:a16="http://schemas.microsoft.com/office/drawing/2014/main" val="3596436323"/>
                    </a:ext>
                  </a:extLst>
                </a:gridCol>
                <a:gridCol w="733647">
                  <a:extLst>
                    <a:ext uri="{9D8B030D-6E8A-4147-A177-3AD203B41FA5}">
                      <a16:colId xmlns:a16="http://schemas.microsoft.com/office/drawing/2014/main" val="2193829304"/>
                    </a:ext>
                  </a:extLst>
                </a:gridCol>
                <a:gridCol w="701749">
                  <a:extLst>
                    <a:ext uri="{9D8B030D-6E8A-4147-A177-3AD203B41FA5}">
                      <a16:colId xmlns:a16="http://schemas.microsoft.com/office/drawing/2014/main" val="1363775138"/>
                    </a:ext>
                  </a:extLst>
                </a:gridCol>
                <a:gridCol w="789966">
                  <a:extLst>
                    <a:ext uri="{9D8B030D-6E8A-4147-A177-3AD203B41FA5}">
                      <a16:colId xmlns:a16="http://schemas.microsoft.com/office/drawing/2014/main" val="3321857455"/>
                    </a:ext>
                  </a:extLst>
                </a:gridCol>
                <a:gridCol w="1073888">
                  <a:extLst>
                    <a:ext uri="{9D8B030D-6E8A-4147-A177-3AD203B41FA5}">
                      <a16:colId xmlns:a16="http://schemas.microsoft.com/office/drawing/2014/main" val="4234758429"/>
                    </a:ext>
                  </a:extLst>
                </a:gridCol>
                <a:gridCol w="754912">
                  <a:extLst>
                    <a:ext uri="{9D8B030D-6E8A-4147-A177-3AD203B41FA5}">
                      <a16:colId xmlns:a16="http://schemas.microsoft.com/office/drawing/2014/main" val="3549562564"/>
                    </a:ext>
                  </a:extLst>
                </a:gridCol>
                <a:gridCol w="988828">
                  <a:extLst>
                    <a:ext uri="{9D8B030D-6E8A-4147-A177-3AD203B41FA5}">
                      <a16:colId xmlns:a16="http://schemas.microsoft.com/office/drawing/2014/main" val="1464338966"/>
                    </a:ext>
                  </a:extLst>
                </a:gridCol>
                <a:gridCol w="1031358">
                  <a:extLst>
                    <a:ext uri="{9D8B030D-6E8A-4147-A177-3AD203B41FA5}">
                      <a16:colId xmlns:a16="http://schemas.microsoft.com/office/drawing/2014/main" val="3493248744"/>
                    </a:ext>
                  </a:extLst>
                </a:gridCol>
                <a:gridCol w="1031358">
                  <a:extLst>
                    <a:ext uri="{9D8B030D-6E8A-4147-A177-3AD203B41FA5}">
                      <a16:colId xmlns:a16="http://schemas.microsoft.com/office/drawing/2014/main" val="2823991686"/>
                    </a:ext>
                  </a:extLst>
                </a:gridCol>
                <a:gridCol w="925033">
                  <a:extLst>
                    <a:ext uri="{9D8B030D-6E8A-4147-A177-3AD203B41FA5}">
                      <a16:colId xmlns:a16="http://schemas.microsoft.com/office/drawing/2014/main" val="2980729386"/>
                    </a:ext>
                  </a:extLst>
                </a:gridCol>
              </a:tblGrid>
              <a:tr h="589146">
                <a:tc>
                  <a:txBody>
                    <a:bodyPr/>
                    <a:lstStyle/>
                    <a:p>
                      <a:pPr algn="ctr" fontAlgn="ctr"/>
                      <a:r>
                        <a:rPr lang="en-US" sz="1100" b="0" i="0" u="none" strike="noStrike">
                          <a:solidFill>
                            <a:srgbClr val="FFFFFF"/>
                          </a:solidFill>
                          <a:effectLst/>
                          <a:latin typeface="Ubuntu"/>
                        </a:rPr>
                        <a:t>Roles &amp; Ceremonies</a:t>
                      </a:r>
                    </a:p>
                  </a:txBody>
                  <a:tcPr marL="6350" marR="6350" marT="6350" marB="0" anchor="ctr">
                    <a:solidFill>
                      <a:schemeClr val="accent6">
                        <a:lumMod val="50000"/>
                      </a:schemeClr>
                    </a:solidFill>
                  </a:tcPr>
                </a:tc>
                <a:tc>
                  <a:txBody>
                    <a:bodyPr/>
                    <a:lstStyle/>
                    <a:p>
                      <a:pPr algn="ctr" rtl="0" fontAlgn="ctr"/>
                      <a:r>
                        <a:rPr lang="en-US" sz="800" b="0" i="0" u="none" strike="noStrike">
                          <a:solidFill>
                            <a:schemeClr val="bg1"/>
                          </a:solidFill>
                          <a:effectLst/>
                          <a:latin typeface="Ubuntu"/>
                        </a:rPr>
                        <a:t>Daily Standup</a:t>
                      </a:r>
                    </a:p>
                    <a:p>
                      <a:pPr algn="ctr" rtl="0" fontAlgn="ctr"/>
                      <a:r>
                        <a:rPr lang="en-US" sz="800" b="0" i="0" u="none" strike="noStrike">
                          <a:solidFill>
                            <a:schemeClr val="bg1"/>
                          </a:solidFill>
                          <a:effectLst/>
                          <a:latin typeface="Ubuntu"/>
                        </a:rPr>
                        <a:t>(Release train)</a:t>
                      </a:r>
                      <a:endParaRPr lang="en-US" sz="800" b="0" i="0" u="none" strike="noStrike">
                        <a:solidFill>
                          <a:schemeClr val="bg1"/>
                        </a:solidFill>
                        <a:effectLst/>
                        <a:latin typeface="Ubuntu" panose="020B0504030602030204" pitchFamily="34" charset="0"/>
                      </a:endParaRPr>
                    </a:p>
                    <a:p>
                      <a:pPr algn="ctr" rtl="0" fontAlgn="ctr"/>
                      <a:endParaRPr lang="en-US" sz="600" b="0" i="0" u="none" strike="noStrike">
                        <a:solidFill>
                          <a:schemeClr val="bg1"/>
                        </a:solidFill>
                        <a:effectLst/>
                        <a:latin typeface="Ubuntu"/>
                      </a:endParaRPr>
                    </a:p>
                  </a:txBody>
                  <a:tcPr marL="6350" marR="6350" marT="6350" marB="0" anchor="ctr">
                    <a:solidFill>
                      <a:schemeClr val="accent6">
                        <a:lumMod val="50000"/>
                      </a:schemeClr>
                    </a:solidFill>
                  </a:tcPr>
                </a:tc>
                <a:tc>
                  <a:txBody>
                    <a:bodyPr/>
                    <a:lstStyle/>
                    <a:p>
                      <a:pPr algn="ctr" rtl="0" fontAlgn="ctr"/>
                      <a:r>
                        <a:rPr lang="en-US" sz="800" b="0" i="0" u="none" strike="noStrike">
                          <a:solidFill>
                            <a:schemeClr val="bg1"/>
                          </a:solidFill>
                          <a:effectLst/>
                          <a:latin typeface="Ubuntu"/>
                        </a:rPr>
                        <a:t>Daily Scrum of Scrums (RT Leads)</a:t>
                      </a:r>
                    </a:p>
                    <a:p>
                      <a:pPr algn="ctr" rtl="0" fontAlgn="ctr"/>
                      <a:endParaRPr lang="en-US" sz="800" b="0" i="0" u="none" strike="noStrike">
                        <a:solidFill>
                          <a:schemeClr val="bg1"/>
                        </a:solidFill>
                        <a:effectLst/>
                        <a:latin typeface="Ubuntu"/>
                      </a:endParaRPr>
                    </a:p>
                  </a:txBody>
                  <a:tcPr marL="6350" marR="6350" marT="6350" marB="0" anchor="ctr">
                    <a:solidFill>
                      <a:schemeClr val="accent6">
                        <a:lumMod val="5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800" b="0" i="0" u="none" strike="noStrike" kern="1200">
                          <a:solidFill>
                            <a:schemeClr val="bg1"/>
                          </a:solidFill>
                          <a:effectLst/>
                          <a:latin typeface="Ubuntu"/>
                          <a:ea typeface="+mn-ea"/>
                          <a:cs typeface="+mn-cs"/>
                        </a:rPr>
                        <a:t>Cap/BZ Joint Stand-up</a:t>
                      </a:r>
                    </a:p>
                    <a:p>
                      <a:pPr marL="0" marR="0" lvl="0" indent="0" algn="ctr" defTabSz="914400" rtl="0" eaLnBrk="1" fontAlgn="ctr" latinLnBrk="0" hangingPunct="1">
                        <a:lnSpc>
                          <a:spcPct val="100000"/>
                        </a:lnSpc>
                        <a:spcBef>
                          <a:spcPts val="0"/>
                        </a:spcBef>
                        <a:spcAft>
                          <a:spcPts val="0"/>
                        </a:spcAft>
                        <a:buClrTx/>
                        <a:buSzTx/>
                        <a:buFontTx/>
                        <a:buNone/>
                        <a:tabLst/>
                        <a:defRPr/>
                      </a:pPr>
                      <a:r>
                        <a:rPr lang="en-US" sz="800" b="0" i="0" u="none" strike="noStrike" kern="1200">
                          <a:solidFill>
                            <a:schemeClr val="bg1"/>
                          </a:solidFill>
                          <a:effectLst/>
                          <a:latin typeface="Ubuntu"/>
                          <a:ea typeface="+mn-ea"/>
                          <a:cs typeface="+mn-cs"/>
                        </a:rPr>
                        <a:t> </a:t>
                      </a:r>
                    </a:p>
                  </a:txBody>
                  <a:tcPr marL="6350" marR="6350" marT="6350" marB="0" anchor="ctr">
                    <a:solidFill>
                      <a:schemeClr val="accent6">
                        <a:lumMod val="50000"/>
                      </a:schemeClr>
                    </a:solidFill>
                  </a:tcPr>
                </a:tc>
                <a:tc>
                  <a:txBody>
                    <a:bodyPr/>
                    <a:lstStyle/>
                    <a:p>
                      <a:pPr algn="ctr" rtl="0" fontAlgn="ctr"/>
                      <a:r>
                        <a:rPr lang="en-US" sz="800" b="0" i="0" u="none" strike="noStrike">
                          <a:solidFill>
                            <a:schemeClr val="bg1"/>
                          </a:solidFill>
                          <a:effectLst/>
                          <a:latin typeface="Ubuntu"/>
                        </a:rPr>
                        <a:t>Dependency Forum</a:t>
                      </a:r>
                    </a:p>
                    <a:p>
                      <a:pPr algn="ctr" rtl="0" fontAlgn="ctr"/>
                      <a:endParaRPr lang="en-US" sz="800" b="0" i="0" u="none" strike="noStrike">
                        <a:solidFill>
                          <a:schemeClr val="bg1"/>
                        </a:solidFill>
                        <a:effectLst/>
                        <a:latin typeface="Ubuntu"/>
                      </a:endParaRPr>
                    </a:p>
                  </a:txBody>
                  <a:tcPr marL="6350" marR="6350" marT="6350" marB="0" anchor="ctr">
                    <a:solidFill>
                      <a:schemeClr val="accent6">
                        <a:lumMod val="50000"/>
                      </a:schemeClr>
                    </a:solidFill>
                  </a:tcPr>
                </a:tc>
                <a:tc>
                  <a:txBody>
                    <a:bodyPr/>
                    <a:lstStyle/>
                    <a:p>
                      <a:pPr algn="ctr" rtl="0" fontAlgn="ctr"/>
                      <a:r>
                        <a:rPr lang="en-US" sz="800" b="0" i="0" u="none" strike="noStrike">
                          <a:solidFill>
                            <a:schemeClr val="bg1"/>
                          </a:solidFill>
                          <a:effectLst/>
                          <a:latin typeface="Ubuntu"/>
                        </a:rPr>
                        <a:t>PMO RAID Review</a:t>
                      </a:r>
                    </a:p>
                    <a:p>
                      <a:pPr algn="ctr" rtl="0" fontAlgn="ctr"/>
                      <a:endParaRPr lang="en-US" sz="800" b="0" i="0" u="none" strike="noStrike">
                        <a:solidFill>
                          <a:schemeClr val="bg1"/>
                        </a:solidFill>
                        <a:effectLst/>
                        <a:latin typeface="Ubuntu"/>
                      </a:endParaRPr>
                    </a:p>
                  </a:txBody>
                  <a:tcPr marL="6350" marR="6350" marT="6350" marB="0" anchor="ctr">
                    <a:solidFill>
                      <a:schemeClr val="accent6">
                        <a:lumMod val="50000"/>
                      </a:schemeClr>
                    </a:solidFill>
                  </a:tcPr>
                </a:tc>
                <a:tc>
                  <a:txBody>
                    <a:bodyPr/>
                    <a:lstStyle/>
                    <a:p>
                      <a:pPr algn="ctr" rtl="0" fontAlgn="ctr"/>
                      <a:r>
                        <a:rPr lang="en-US" sz="800" b="0" i="0" u="none" strike="noStrike">
                          <a:solidFill>
                            <a:schemeClr val="bg1"/>
                          </a:solidFill>
                          <a:effectLst/>
                          <a:latin typeface="Ubuntu"/>
                        </a:rPr>
                        <a:t>Supplier Review Meeting</a:t>
                      </a:r>
                    </a:p>
                    <a:p>
                      <a:pPr algn="ctr" rtl="0" fontAlgn="ctr"/>
                      <a:endParaRPr lang="en-US" sz="800" b="0" i="0" u="none" strike="noStrike">
                        <a:solidFill>
                          <a:schemeClr val="bg1"/>
                        </a:solidFill>
                        <a:effectLst/>
                        <a:latin typeface="Ubuntu"/>
                      </a:endParaRPr>
                    </a:p>
                  </a:txBody>
                  <a:tcPr marL="6350" marR="6350" marT="6350" marB="0" anchor="ctr">
                    <a:solidFill>
                      <a:schemeClr val="accent6">
                        <a:lumMod val="50000"/>
                      </a:schemeClr>
                    </a:solidFill>
                  </a:tcPr>
                </a:tc>
                <a:tc>
                  <a:txBody>
                    <a:bodyPr/>
                    <a:lstStyle/>
                    <a:p>
                      <a:pPr algn="ctr" rtl="0" fontAlgn="ctr"/>
                      <a:r>
                        <a:rPr lang="en-US" sz="800" b="0" i="0" u="none" strike="noStrike">
                          <a:solidFill>
                            <a:schemeClr val="bg1"/>
                          </a:solidFill>
                          <a:effectLst/>
                          <a:latin typeface="Ubuntu"/>
                        </a:rPr>
                        <a:t>Program Management update</a:t>
                      </a:r>
                    </a:p>
                    <a:p>
                      <a:pPr algn="ctr" rtl="0" fontAlgn="ctr"/>
                      <a:endParaRPr lang="en-US" sz="800" b="0" i="0" u="none" strike="noStrike">
                        <a:solidFill>
                          <a:schemeClr val="bg1"/>
                        </a:solidFill>
                        <a:effectLst/>
                        <a:latin typeface="Ubuntu"/>
                      </a:endParaRPr>
                    </a:p>
                  </a:txBody>
                  <a:tcPr marL="6350" marR="6350" marT="6350" marB="0" anchor="ctr">
                    <a:solidFill>
                      <a:schemeClr val="accent6">
                        <a:lumMod val="50000"/>
                      </a:schemeClr>
                    </a:solidFill>
                  </a:tcPr>
                </a:tc>
                <a:tc>
                  <a:txBody>
                    <a:bodyPr/>
                    <a:lstStyle/>
                    <a:p>
                      <a:pPr algn="ctr" rtl="0" fontAlgn="ctr"/>
                      <a:r>
                        <a:rPr lang="en-US" sz="800" b="0" i="0" u="none" strike="noStrike">
                          <a:solidFill>
                            <a:schemeClr val="bg1"/>
                          </a:solidFill>
                          <a:effectLst/>
                          <a:latin typeface="Ubuntu"/>
                        </a:rPr>
                        <a:t>Change Board</a:t>
                      </a:r>
                    </a:p>
                    <a:p>
                      <a:pPr algn="ctr" rtl="0" fontAlgn="ctr"/>
                      <a:endParaRPr lang="en-US" sz="800" b="0" i="0" u="none" strike="noStrike">
                        <a:solidFill>
                          <a:schemeClr val="bg1"/>
                        </a:solidFill>
                        <a:effectLst/>
                        <a:latin typeface="Ubuntu"/>
                      </a:endParaRPr>
                    </a:p>
                  </a:txBody>
                  <a:tcPr marL="6350" marR="6350" marT="6350" marB="0" anchor="ctr">
                    <a:solidFill>
                      <a:schemeClr val="accent6">
                        <a:lumMod val="50000"/>
                      </a:schemeClr>
                    </a:solidFill>
                  </a:tcPr>
                </a:tc>
                <a:tc>
                  <a:txBody>
                    <a:bodyPr/>
                    <a:lstStyle/>
                    <a:p>
                      <a:pPr algn="ctr" rtl="0" fontAlgn="ctr"/>
                      <a:r>
                        <a:rPr lang="en-US" sz="800" b="0" i="0" u="none" strike="noStrike">
                          <a:solidFill>
                            <a:schemeClr val="bg1"/>
                          </a:solidFill>
                          <a:effectLst/>
                          <a:latin typeface="Ubuntu"/>
                        </a:rPr>
                        <a:t>Business Design Authority</a:t>
                      </a:r>
                    </a:p>
                    <a:p>
                      <a:pPr algn="ctr" rtl="0" fontAlgn="ctr"/>
                      <a:endParaRPr lang="en-US" sz="800" b="0" i="0" u="none" strike="noStrike">
                        <a:solidFill>
                          <a:schemeClr val="bg1"/>
                        </a:solidFill>
                        <a:effectLst/>
                        <a:latin typeface="Ubuntu"/>
                      </a:endParaRPr>
                    </a:p>
                  </a:txBody>
                  <a:tcPr marL="6350" marR="6350" marT="6350" marB="0" anchor="ctr">
                    <a:solidFill>
                      <a:schemeClr val="accent6">
                        <a:lumMod val="50000"/>
                      </a:schemeClr>
                    </a:solidFill>
                  </a:tcPr>
                </a:tc>
                <a:tc>
                  <a:txBody>
                    <a:bodyPr/>
                    <a:lstStyle/>
                    <a:p>
                      <a:pPr marL="0" algn="ctr" defTabSz="914400" rtl="0" eaLnBrk="1" fontAlgn="ctr" latinLnBrk="0" hangingPunct="1"/>
                      <a:r>
                        <a:rPr lang="en-US" sz="800" b="0" i="0" u="none" strike="noStrike" kern="1200">
                          <a:solidFill>
                            <a:schemeClr val="bg1"/>
                          </a:solidFill>
                          <a:effectLst/>
                          <a:latin typeface="Ubuntu"/>
                          <a:ea typeface="+mn-ea"/>
                          <a:cs typeface="+mn-cs"/>
                        </a:rPr>
                        <a:t>Technical Design Authority</a:t>
                      </a:r>
                    </a:p>
                    <a:p>
                      <a:pPr algn="ctr" rtl="0" fontAlgn="ctr"/>
                      <a:endParaRPr lang="en-US" sz="800" b="0" i="0" u="none" strike="noStrike">
                        <a:solidFill>
                          <a:schemeClr val="bg1"/>
                        </a:solidFill>
                        <a:effectLst/>
                        <a:latin typeface="Ubuntu"/>
                      </a:endParaRPr>
                    </a:p>
                  </a:txBody>
                  <a:tcPr marL="6350" marR="6350" marT="6350" marB="0" anchor="ctr">
                    <a:solidFill>
                      <a:schemeClr val="accent6">
                        <a:lumMod val="50000"/>
                      </a:schemeClr>
                    </a:solidFill>
                  </a:tcPr>
                </a:tc>
                <a:tc>
                  <a:txBody>
                    <a:bodyPr/>
                    <a:lstStyle/>
                    <a:p>
                      <a:pPr algn="ctr" rtl="0" fontAlgn="ctr"/>
                      <a:r>
                        <a:rPr lang="en-US" sz="800" b="0" i="0" u="none" strike="noStrike">
                          <a:solidFill>
                            <a:schemeClr val="bg1"/>
                          </a:solidFill>
                          <a:effectLst/>
                          <a:latin typeface="Ubuntu"/>
                        </a:rPr>
                        <a:t>Program Working Group</a:t>
                      </a:r>
                    </a:p>
                    <a:p>
                      <a:pPr algn="ctr" rtl="0" fontAlgn="ctr"/>
                      <a:endParaRPr lang="en-US" sz="600" b="0" i="0" u="none" strike="noStrike">
                        <a:solidFill>
                          <a:schemeClr val="bg1"/>
                        </a:solidFill>
                        <a:effectLst/>
                        <a:latin typeface="Ubuntu"/>
                      </a:endParaRPr>
                    </a:p>
                  </a:txBody>
                  <a:tcPr marL="6350" marR="6350" marT="6350" marB="0" anchor="ctr">
                    <a:solidFill>
                      <a:schemeClr val="accent6">
                        <a:lumMod val="50000"/>
                      </a:schemeClr>
                    </a:solidFill>
                  </a:tcPr>
                </a:tc>
                <a:tc>
                  <a:txBody>
                    <a:bodyPr/>
                    <a:lstStyle/>
                    <a:p>
                      <a:pPr algn="ctr" rtl="0" fontAlgn="ctr"/>
                      <a:r>
                        <a:rPr lang="en-US" sz="800" b="0" i="0" u="none" strike="noStrike">
                          <a:solidFill>
                            <a:schemeClr val="bg1"/>
                          </a:solidFill>
                          <a:effectLst/>
                          <a:latin typeface="Ubuntu"/>
                        </a:rPr>
                        <a:t>Steer Co</a:t>
                      </a:r>
                    </a:p>
                    <a:p>
                      <a:pPr algn="ctr" rtl="0" fontAlgn="ctr"/>
                      <a:endParaRPr lang="en-US" sz="600" b="0" i="0" u="none" strike="noStrike">
                        <a:solidFill>
                          <a:schemeClr val="bg1"/>
                        </a:solidFill>
                        <a:effectLst/>
                        <a:latin typeface="Ubuntu"/>
                      </a:endParaRPr>
                    </a:p>
                  </a:txBody>
                  <a:tcPr marL="6350" marR="6350" marT="6350" marB="0" anchor="ctr">
                    <a:solidFill>
                      <a:schemeClr val="accent6">
                        <a:lumMod val="50000"/>
                      </a:schemeClr>
                    </a:solidFill>
                  </a:tcPr>
                </a:tc>
                <a:extLst>
                  <a:ext uri="{0D108BD9-81ED-4DB2-BD59-A6C34878D82A}">
                    <a16:rowId xmlns:a16="http://schemas.microsoft.com/office/drawing/2014/main" val="1230454649"/>
                  </a:ext>
                </a:extLst>
              </a:tr>
              <a:tr h="403328">
                <a:tc>
                  <a:txBody>
                    <a:bodyPr/>
                    <a:lstStyle/>
                    <a:p>
                      <a:pPr marL="0" algn="ctr" defTabSz="914400" rtl="0" eaLnBrk="1" fontAlgn="ctr" latinLnBrk="0" hangingPunct="1"/>
                      <a:r>
                        <a:rPr lang="en-US" sz="800" b="0" i="0" u="none" strike="noStrike" kern="1200">
                          <a:solidFill>
                            <a:schemeClr val="bg1"/>
                          </a:solidFill>
                          <a:effectLst/>
                          <a:latin typeface="Ubuntu"/>
                          <a:ea typeface="+mn-ea"/>
                          <a:cs typeface="+mn-cs"/>
                        </a:rPr>
                        <a:t>Business Sponsors /Delivery Exec</a:t>
                      </a:r>
                    </a:p>
                  </a:txBody>
                  <a:tcPr marL="6350" marR="6350" marT="6350" marB="0" anchor="ctr">
                    <a:gradFill flip="none" rotWithShape="1">
                      <a:gsLst>
                        <a:gs pos="52000">
                          <a:schemeClr val="accent6">
                            <a:lumMod val="75000"/>
                          </a:schemeClr>
                        </a:gs>
                        <a:gs pos="0">
                          <a:schemeClr val="accent6">
                            <a:lumMod val="75000"/>
                          </a:schemeClr>
                        </a:gs>
                        <a:gs pos="53000">
                          <a:srgbClr val="F214ED"/>
                        </a:gs>
                      </a:gsLst>
                      <a:lin ang="10800000" scaled="1"/>
                      <a:tileRect/>
                    </a:gradFill>
                  </a:tcPr>
                </a:tc>
                <a:tc>
                  <a:txBody>
                    <a:bodyPr/>
                    <a:lstStyle/>
                    <a:p>
                      <a:pPr marL="0" indent="0" algn="ctr">
                        <a:buClr>
                          <a:srgbClr val="C00000"/>
                        </a:buClr>
                        <a:buFont typeface="Wingdings" panose="05000000000000000000" pitchFamily="2" charset="2"/>
                        <a:buNone/>
                      </a:pPr>
                      <a:endParaRPr lang="en-IN" sz="900">
                        <a:solidFill>
                          <a:schemeClr val="tx1"/>
                        </a:solidFill>
                        <a:latin typeface="Ubuntu" panose="020B0504030602030204" pitchFamily="34" charset="0"/>
                      </a:endParaRPr>
                    </a:p>
                  </a:txBody>
                  <a:tcPr anchor="ctr">
                    <a:solidFill>
                      <a:schemeClr val="accent6">
                        <a:lumMod val="20000"/>
                        <a:lumOff val="80000"/>
                      </a:schemeClr>
                    </a:solidFill>
                  </a:tcPr>
                </a:tc>
                <a:tc>
                  <a:txBody>
                    <a:bodyPr/>
                    <a:lstStyle/>
                    <a:p>
                      <a:pPr marL="0" indent="0" algn="ctr">
                        <a:buClr>
                          <a:srgbClr val="C00000"/>
                        </a:buClr>
                        <a:buFont typeface="Wingdings" panose="05000000000000000000" pitchFamily="2" charset="2"/>
                        <a:buNone/>
                      </a:pPr>
                      <a:endParaRPr lang="en-IN" sz="900">
                        <a:solidFill>
                          <a:schemeClr val="tx1"/>
                        </a:solidFill>
                        <a:latin typeface="Ubuntu" panose="020B0504030602030204" pitchFamily="34" charset="0"/>
                      </a:endParaRPr>
                    </a:p>
                  </a:txBody>
                  <a:tcPr anchor="ctr">
                    <a:solidFill>
                      <a:schemeClr val="accent6">
                        <a:lumMod val="20000"/>
                        <a:lumOff val="80000"/>
                      </a:schemeClr>
                    </a:solidFill>
                  </a:tcPr>
                </a:tc>
                <a:tc>
                  <a:txBody>
                    <a:bodyPr/>
                    <a:lstStyle/>
                    <a:p>
                      <a:pPr marL="0" indent="0" algn="ctr">
                        <a:buClr>
                          <a:srgbClr val="C00000"/>
                        </a:buClr>
                        <a:buFont typeface="Wingdings" panose="05000000000000000000" pitchFamily="2" charset="2"/>
                        <a:buNone/>
                      </a:pPr>
                      <a:endParaRPr lang="en-IN" sz="900">
                        <a:solidFill>
                          <a:schemeClr val="tx1"/>
                        </a:solidFill>
                        <a:latin typeface="Ubuntu" panose="020B0504030602030204" pitchFamily="34" charset="0"/>
                      </a:endParaRPr>
                    </a:p>
                  </a:txBody>
                  <a:tcPr anchor="ctr">
                    <a:solidFill>
                      <a:schemeClr val="accent6">
                        <a:lumMod val="20000"/>
                        <a:lumOff val="80000"/>
                      </a:schemeClr>
                    </a:solidFill>
                  </a:tcPr>
                </a:tc>
                <a:tc>
                  <a:txBody>
                    <a:bodyPr/>
                    <a:lstStyle/>
                    <a:p>
                      <a:pPr marL="0" indent="0" algn="ctr">
                        <a:buClr>
                          <a:srgbClr val="C00000"/>
                        </a:buClr>
                        <a:buFont typeface="Wingdings" panose="05000000000000000000" pitchFamily="2" charset="2"/>
                        <a:buNone/>
                      </a:pPr>
                      <a:endParaRPr lang="en-IN" sz="900">
                        <a:solidFill>
                          <a:schemeClr val="tx1"/>
                        </a:solidFill>
                        <a:latin typeface="Ubuntu" panose="020B0504030602030204" pitchFamily="34" charset="0"/>
                      </a:endParaRPr>
                    </a:p>
                  </a:txBody>
                  <a:tcPr anchor="ctr">
                    <a:solidFill>
                      <a:schemeClr val="accent6">
                        <a:lumMod val="20000"/>
                        <a:lumOff val="80000"/>
                      </a:schemeClr>
                    </a:solidFill>
                  </a:tcPr>
                </a:tc>
                <a:tc>
                  <a:txBody>
                    <a:bodyPr/>
                    <a:lstStyle/>
                    <a:p>
                      <a:pPr marL="0" indent="0" algn="ctr">
                        <a:buClr>
                          <a:srgbClr val="C00000"/>
                        </a:buClr>
                        <a:buFont typeface="Wingdings" panose="05000000000000000000" pitchFamily="2" charset="2"/>
                        <a:buNone/>
                      </a:pPr>
                      <a:endParaRPr lang="en-IN" sz="900">
                        <a:solidFill>
                          <a:schemeClr val="tx1"/>
                        </a:solidFill>
                        <a:latin typeface="Ubuntu" panose="020B0504030602030204" pitchFamily="34" charset="0"/>
                      </a:endParaRPr>
                    </a:p>
                  </a:txBody>
                  <a:tcPr anchor="ctr">
                    <a:solidFill>
                      <a:schemeClr val="accent6">
                        <a:lumMod val="20000"/>
                        <a:lumOff val="80000"/>
                      </a:schemeClr>
                    </a:solidFill>
                  </a:tcPr>
                </a:tc>
                <a:tc>
                  <a:txBody>
                    <a:bodyPr/>
                    <a:lstStyle/>
                    <a:p>
                      <a:pPr marL="0" indent="0" algn="ctr">
                        <a:buClr>
                          <a:srgbClr val="C00000"/>
                        </a:buClr>
                        <a:buFont typeface="Wingdings" panose="05000000000000000000" pitchFamily="2" charset="2"/>
                        <a:buNone/>
                      </a:pPr>
                      <a:endParaRPr lang="en-IN" sz="900">
                        <a:solidFill>
                          <a:schemeClr val="tx1"/>
                        </a:solidFill>
                        <a:latin typeface="Ubuntu" panose="020B0504030602030204" pitchFamily="34" charset="0"/>
                      </a:endParaRPr>
                    </a:p>
                  </a:txBody>
                  <a:tcPr anchor="ctr">
                    <a:solidFill>
                      <a:schemeClr val="accent6">
                        <a:lumMod val="20000"/>
                        <a:lumOff val="80000"/>
                      </a:schemeClr>
                    </a:solidFill>
                  </a:tcPr>
                </a:tc>
                <a:tc>
                  <a:txBody>
                    <a:bodyPr/>
                    <a:lstStyle/>
                    <a:p>
                      <a:pPr marL="0" indent="0" algn="ctr">
                        <a:buClr>
                          <a:srgbClr val="C00000"/>
                        </a:buClr>
                        <a:buFont typeface="Wingdings" panose="05000000000000000000" pitchFamily="2" charset="2"/>
                        <a:buNone/>
                      </a:pPr>
                      <a:endParaRPr lang="en-IN" sz="900">
                        <a:solidFill>
                          <a:schemeClr val="tx1"/>
                        </a:solidFill>
                        <a:latin typeface="Ubuntu" panose="020B0504030602030204" pitchFamily="34" charset="0"/>
                      </a:endParaRPr>
                    </a:p>
                  </a:txBody>
                  <a:tcPr anchor="ctr">
                    <a:solidFill>
                      <a:schemeClr val="accent6">
                        <a:lumMod val="20000"/>
                        <a:lumOff val="80000"/>
                      </a:schemeClr>
                    </a:solidFill>
                  </a:tcPr>
                </a:tc>
                <a:tc>
                  <a:txBody>
                    <a:bodyPr/>
                    <a:lstStyle/>
                    <a:p>
                      <a:pPr marL="0" indent="0" algn="ctr">
                        <a:buClr>
                          <a:srgbClr val="C00000"/>
                        </a:buClr>
                        <a:buFont typeface="Wingdings" panose="05000000000000000000" pitchFamily="2" charset="2"/>
                        <a:buNone/>
                      </a:pPr>
                      <a:endParaRPr lang="en-IN" sz="900">
                        <a:solidFill>
                          <a:schemeClr val="tx1"/>
                        </a:solidFill>
                        <a:latin typeface="Ubuntu" panose="020B0504030602030204" pitchFamily="34" charset="0"/>
                      </a:endParaRPr>
                    </a:p>
                  </a:txBody>
                  <a:tcPr anchor="ctr">
                    <a:solidFill>
                      <a:schemeClr val="accent6">
                        <a:lumMod val="20000"/>
                        <a:lumOff val="80000"/>
                      </a:schemeClr>
                    </a:solidFill>
                  </a:tcPr>
                </a:tc>
                <a:tc>
                  <a:txBody>
                    <a:bodyPr/>
                    <a:lstStyle/>
                    <a:p>
                      <a:pPr marL="0" marR="0" lvl="0" indent="0" algn="ctr" rtl="0">
                        <a:lnSpc>
                          <a:spcPct val="100000"/>
                        </a:lnSpc>
                        <a:spcBef>
                          <a:spcPts val="0"/>
                        </a:spcBef>
                        <a:spcAft>
                          <a:spcPts val="0"/>
                        </a:spcAft>
                        <a:buSzTx/>
                        <a:buFont typeface="Wingdings" panose="05000000000000000000" pitchFamily="2" charset="2"/>
                        <a:buNone/>
                      </a:pPr>
                      <a:r>
                        <a:rPr lang="en-IN" sz="900" b="0" i="0" u="none" strike="noStrike" kern="1200" cap="none" spc="0" normalizeH="0" baseline="0" noProof="0">
                          <a:ln>
                            <a:noFill/>
                          </a:ln>
                          <a:solidFill>
                            <a:prstClr val="black"/>
                          </a:solidFill>
                          <a:effectLst/>
                          <a:uLnTx/>
                          <a:uFillTx/>
                          <a:latin typeface="Ubuntu"/>
                          <a:ea typeface="+mn-ea"/>
                          <a:cs typeface="+mn-cs"/>
                        </a:rPr>
                        <a:t>x </a:t>
                      </a:r>
                    </a:p>
                  </a:txBody>
                  <a:tcPr anchor="ctr">
                    <a:solidFill>
                      <a:schemeClr val="accent6">
                        <a:lumMod val="20000"/>
                        <a:lumOff val="80000"/>
                      </a:schemeClr>
                    </a:solidFill>
                  </a:tcPr>
                </a:tc>
                <a:tc>
                  <a:txBody>
                    <a:bodyPr/>
                    <a:lstStyle/>
                    <a:p>
                      <a:pPr marL="0" indent="0" algn="ctr">
                        <a:buClr>
                          <a:srgbClr val="C00000"/>
                        </a:buClr>
                        <a:buFont typeface="Wingdings" panose="05000000000000000000" pitchFamily="2" charset="2"/>
                        <a:buNone/>
                      </a:pPr>
                      <a:endParaRPr lang="en-IN" sz="900">
                        <a:solidFill>
                          <a:schemeClr val="tx1"/>
                        </a:solidFill>
                        <a:latin typeface="Ubuntu" panose="020B0504030602030204" pitchFamily="34" charset="0"/>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extLst>
                  <a:ext uri="{0D108BD9-81ED-4DB2-BD59-A6C34878D82A}">
                    <a16:rowId xmlns:a16="http://schemas.microsoft.com/office/drawing/2014/main" val="3957281518"/>
                  </a:ext>
                </a:extLst>
              </a:tr>
              <a:tr h="329764">
                <a:tc>
                  <a:txBody>
                    <a:bodyPr/>
                    <a:lstStyle/>
                    <a:p>
                      <a:pPr marL="0" algn="ctr" defTabSz="914400" rtl="0" eaLnBrk="1" fontAlgn="ctr" latinLnBrk="0" hangingPunct="1"/>
                      <a:r>
                        <a:rPr lang="en-US" sz="800" b="0" i="0" u="none" strike="noStrike" kern="1200" err="1">
                          <a:solidFill>
                            <a:schemeClr val="bg1"/>
                          </a:solidFill>
                          <a:effectLst/>
                          <a:latin typeface="Ubuntu"/>
                          <a:ea typeface="+mn-ea"/>
                          <a:cs typeface="+mn-cs"/>
                        </a:rPr>
                        <a:t>Programme</a:t>
                      </a:r>
                      <a:r>
                        <a:rPr lang="en-US" sz="800" b="0" i="0" u="none" strike="noStrike" kern="1200">
                          <a:solidFill>
                            <a:schemeClr val="bg1"/>
                          </a:solidFill>
                          <a:effectLst/>
                          <a:latin typeface="Ubuntu"/>
                          <a:ea typeface="+mn-ea"/>
                          <a:cs typeface="+mn-cs"/>
                        </a:rPr>
                        <a:t> Director</a:t>
                      </a:r>
                    </a:p>
                  </a:txBody>
                  <a:tcPr marL="6350" marR="6350" marT="6350" marB="0" anchor="ctr">
                    <a:gradFill flip="none" rotWithShape="1">
                      <a:gsLst>
                        <a:gs pos="52000">
                          <a:schemeClr val="accent6">
                            <a:lumMod val="75000"/>
                          </a:schemeClr>
                        </a:gs>
                        <a:gs pos="0">
                          <a:schemeClr val="accent6">
                            <a:lumMod val="75000"/>
                          </a:schemeClr>
                        </a:gs>
                        <a:gs pos="53000">
                          <a:srgbClr val="F214ED"/>
                        </a:gs>
                      </a:gsLst>
                      <a:lin ang="10800000" scaled="1"/>
                      <a:tileRect/>
                    </a:gradFill>
                  </a:tcPr>
                </a:tc>
                <a:tc>
                  <a:txBody>
                    <a:bodyPr/>
                    <a:lstStyle/>
                    <a:p>
                      <a:pPr marL="0" indent="0" algn="ctr">
                        <a:buClr>
                          <a:srgbClr val="C00000"/>
                        </a:buClr>
                        <a:buFont typeface="Wingdings" panose="05000000000000000000" pitchFamily="2" charset="2"/>
                        <a:buNone/>
                      </a:pPr>
                      <a:endParaRPr lang="en-IN" sz="900">
                        <a:solidFill>
                          <a:schemeClr val="tx1"/>
                        </a:solidFill>
                        <a:latin typeface="Ubuntu" panose="020B0504030602030204" pitchFamily="34" charset="0"/>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
                          <a:srgbClr val="C00000"/>
                        </a:buClr>
                        <a:buSzTx/>
                        <a:buFont typeface="Wingdings" panose="05000000000000000000" pitchFamily="2" charset="2"/>
                        <a:buNone/>
                        <a:tabLst/>
                        <a:defRPr/>
                      </a:pPr>
                      <a:r>
                        <a:rPr kumimoji="0" lang="en-IN" sz="900" b="0" i="0" u="none" strike="noStrike" kern="1200" cap="none" spc="0" normalizeH="0" baseline="0" noProof="0">
                          <a:ln>
                            <a:noFill/>
                          </a:ln>
                          <a:solidFill>
                            <a:prstClr val="black"/>
                          </a:solidFill>
                          <a:effectLst/>
                          <a:uLnTx/>
                          <a:uFillTx/>
                          <a:latin typeface="+mn-lt"/>
                          <a:ea typeface="+mn-ea"/>
                          <a:cs typeface="+mn-cs"/>
                        </a:rPr>
                        <a:t>x</a:t>
                      </a:r>
                      <a:r>
                        <a:rPr lang="en-IN" sz="900" b="0" i="0" u="none" strike="noStrike" kern="1200" cap="none" spc="0" normalizeH="0" baseline="0" noProof="0">
                          <a:ln>
                            <a:noFill/>
                          </a:ln>
                          <a:solidFill>
                            <a:prstClr val="black"/>
                          </a:solidFill>
                          <a:effectLst/>
                          <a:uLnTx/>
                          <a:uFillTx/>
                          <a:latin typeface="+mn-lt"/>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rtl="0">
                        <a:lnSpc>
                          <a:spcPct val="100000"/>
                        </a:lnSpc>
                        <a:spcBef>
                          <a:spcPts val="0"/>
                        </a:spcBef>
                        <a:spcAft>
                          <a:spcPts val="0"/>
                        </a:spcAft>
                        <a:buSzTx/>
                        <a:buFont typeface="Wingdings" panose="05000000000000000000" pitchFamily="2" charset="2"/>
                        <a:buNone/>
                      </a:pPr>
                      <a:r>
                        <a:rPr lang="en-IN" sz="900" b="0" i="0" u="none" strike="noStrike" kern="1200" cap="none" spc="0" normalizeH="0" baseline="0" noProof="0">
                          <a:ln>
                            <a:noFill/>
                          </a:ln>
                          <a:solidFill>
                            <a:prstClr val="black"/>
                          </a:solidFill>
                          <a:effectLst/>
                          <a:uLnTx/>
                          <a:uFillTx/>
                          <a:latin typeface="Ubuntu"/>
                          <a:ea typeface="+mn-ea"/>
                          <a:cs typeface="+mn-cs"/>
                        </a:rPr>
                        <a:t>x </a:t>
                      </a:r>
                    </a:p>
                  </a:txBody>
                  <a:tcPr anchor="ctr">
                    <a:solidFill>
                      <a:schemeClr val="accent6">
                        <a:lumMod val="20000"/>
                        <a:lumOff val="80000"/>
                      </a:schemeClr>
                    </a:solidFill>
                  </a:tcPr>
                </a:tc>
                <a:tc>
                  <a:txBody>
                    <a:bodyPr/>
                    <a:lstStyle/>
                    <a:p>
                      <a:pPr marL="0" indent="0" algn="ctr">
                        <a:buClr>
                          <a:srgbClr val="C00000"/>
                        </a:buClr>
                        <a:buFont typeface="Wingdings" panose="05000000000000000000" pitchFamily="2" charset="2"/>
                        <a:buNone/>
                      </a:pPr>
                      <a:endParaRPr lang="en-IN" sz="900">
                        <a:solidFill>
                          <a:schemeClr val="tx1"/>
                        </a:solidFill>
                        <a:latin typeface="Ubuntu" panose="020B0504030602030204" pitchFamily="34" charset="0"/>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mn-lt"/>
                          <a:ea typeface="+mn-ea"/>
                          <a:cs typeface="+mn-cs"/>
                        </a:rPr>
                        <a:t>x</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extLst>
                  <a:ext uri="{0D108BD9-81ED-4DB2-BD59-A6C34878D82A}">
                    <a16:rowId xmlns:a16="http://schemas.microsoft.com/office/drawing/2014/main" val="3087972006"/>
                  </a:ext>
                </a:extLst>
              </a:tr>
              <a:tr h="329303">
                <a:tc>
                  <a:txBody>
                    <a:bodyPr/>
                    <a:lstStyle/>
                    <a:p>
                      <a:pPr marL="0" algn="ctr" rtl="0" eaLnBrk="1" fontAlgn="ctr" latinLnBrk="0" hangingPunct="1"/>
                      <a:r>
                        <a:rPr lang="en-US" sz="800" b="0" i="0" u="none" strike="noStrike" kern="1200">
                          <a:solidFill>
                            <a:schemeClr val="bg1"/>
                          </a:solidFill>
                          <a:effectLst/>
                          <a:latin typeface="Ubuntu"/>
                          <a:ea typeface="+mn-ea"/>
                          <a:cs typeface="+mn-cs"/>
                        </a:rPr>
                        <a:t>Delivery  Leads</a:t>
                      </a:r>
                    </a:p>
                  </a:txBody>
                  <a:tcPr marL="6350" marR="6350" marT="6350" marB="0" anchor="ctr">
                    <a:gradFill flip="none" rotWithShape="1">
                      <a:gsLst>
                        <a:gs pos="52000">
                          <a:schemeClr val="accent6">
                            <a:lumMod val="75000"/>
                          </a:schemeClr>
                        </a:gs>
                        <a:gs pos="0">
                          <a:schemeClr val="accent6">
                            <a:lumMod val="75000"/>
                          </a:schemeClr>
                        </a:gs>
                        <a:gs pos="53000">
                          <a:srgbClr val="F214ED"/>
                        </a:gs>
                      </a:gsLst>
                      <a:lin ang="10800000" scaled="1"/>
                      <a:tileRect/>
                    </a:gradFill>
                  </a:tcPr>
                </a:tc>
                <a:tc>
                  <a:txBody>
                    <a:bodyPr/>
                    <a:lstStyle/>
                    <a:p>
                      <a:pPr marL="0" indent="0" algn="ctr">
                        <a:buClr>
                          <a:srgbClr val="C00000"/>
                        </a:buClr>
                        <a:buFont typeface="Wingdings" panose="05000000000000000000" pitchFamily="2" charset="2"/>
                        <a:buNone/>
                      </a:pPr>
                      <a:endParaRPr lang="en-IN" sz="900">
                        <a:solidFill>
                          <a:schemeClr val="tx1"/>
                        </a:solidFill>
                        <a:latin typeface="Ubuntu" panose="020B0504030602030204" pitchFamily="34" charset="0"/>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
                          <a:srgbClr val="C00000"/>
                        </a:buClr>
                        <a:buSzTx/>
                        <a:buFont typeface="Wingdings" panose="05000000000000000000" pitchFamily="2" charset="2"/>
                        <a:buNone/>
                        <a:tabLst/>
                        <a:defRPr/>
                      </a:pPr>
                      <a:r>
                        <a:rPr kumimoji="0" lang="en-IN" sz="900" b="0" i="0" u="none" strike="noStrike" kern="1200" cap="none" spc="0" normalizeH="0" baseline="0" noProof="0">
                          <a:ln>
                            <a:noFill/>
                          </a:ln>
                          <a:solidFill>
                            <a:prstClr val="black"/>
                          </a:solidFill>
                          <a:effectLst/>
                          <a:uLnTx/>
                          <a:uFillTx/>
                          <a:latin typeface="+mn-lt"/>
                          <a:ea typeface="+mn-ea"/>
                          <a:cs typeface="+mn-cs"/>
                        </a:rPr>
                        <a:t>x</a:t>
                      </a:r>
                      <a:r>
                        <a:rPr lang="en-IN" sz="900" b="0" i="0" u="none" strike="noStrike" kern="1200" cap="none" spc="0" normalizeH="0" baseline="0" noProof="0">
                          <a:ln>
                            <a:noFill/>
                          </a:ln>
                          <a:solidFill>
                            <a:prstClr val="black"/>
                          </a:solidFill>
                          <a:effectLst/>
                          <a:uLnTx/>
                          <a:uFillTx/>
                          <a:latin typeface="+mn-lt"/>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rtl="0">
                        <a:lnSpc>
                          <a:spcPct val="100000"/>
                        </a:lnSpc>
                        <a:spcBef>
                          <a:spcPts val="0"/>
                        </a:spcBef>
                        <a:spcAft>
                          <a:spcPts val="0"/>
                        </a:spcAft>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a:ea typeface="+mn-ea"/>
                        <a:cs typeface="+mn-cs"/>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rtl="0">
                        <a:lnSpc>
                          <a:spcPct val="100000"/>
                        </a:lnSpc>
                        <a:spcBef>
                          <a:spcPts val="0"/>
                        </a:spcBef>
                        <a:spcAft>
                          <a:spcPts val="0"/>
                        </a:spcAft>
                        <a:buSzTx/>
                        <a:buFont typeface="Wingdings" panose="05000000000000000000" pitchFamily="2" charset="2"/>
                        <a:buNone/>
                      </a:pPr>
                      <a:r>
                        <a:rPr lang="en-IN" sz="900" b="0" i="0" u="none" strike="noStrike" kern="1200" cap="none" spc="0" normalizeH="0" baseline="0" noProof="0">
                          <a:ln>
                            <a:noFill/>
                          </a:ln>
                          <a:solidFill>
                            <a:prstClr val="black"/>
                          </a:solidFill>
                          <a:effectLst/>
                          <a:uLnTx/>
                          <a:uFillTx/>
                          <a:latin typeface="Ubuntu"/>
                          <a:ea typeface="+mn-ea"/>
                          <a:cs typeface="+mn-cs"/>
                        </a:rPr>
                        <a:t>x </a:t>
                      </a:r>
                    </a:p>
                  </a:txBody>
                  <a:tcPr anchor="ctr">
                    <a:solidFill>
                      <a:schemeClr val="accent6">
                        <a:lumMod val="20000"/>
                        <a:lumOff val="80000"/>
                      </a:schemeClr>
                    </a:solidFill>
                  </a:tcPr>
                </a:tc>
                <a:tc>
                  <a:txBody>
                    <a:bodyPr/>
                    <a:lstStyle/>
                    <a:p>
                      <a:pPr marL="0" marR="0" lvl="0" indent="0" algn="ctr" rtl="0">
                        <a:lnSpc>
                          <a:spcPct val="100000"/>
                        </a:lnSpc>
                        <a:spcBef>
                          <a:spcPts val="0"/>
                        </a:spcBef>
                        <a:spcAft>
                          <a:spcPts val="0"/>
                        </a:spcAft>
                        <a:buSzTx/>
                        <a:buFont typeface="Wingdings" panose="05000000000000000000" pitchFamily="2" charset="2"/>
                        <a:buNone/>
                      </a:pPr>
                      <a:r>
                        <a:rPr lang="en-IN" sz="900" b="0" i="0" u="none" strike="noStrike" kern="1200" cap="none" spc="0" normalizeH="0" baseline="0" noProof="0">
                          <a:ln>
                            <a:noFill/>
                          </a:ln>
                          <a:solidFill>
                            <a:prstClr val="black"/>
                          </a:solidFill>
                          <a:effectLst/>
                          <a:uLnTx/>
                          <a:uFillTx/>
                          <a:latin typeface="Ubuntu"/>
                          <a:ea typeface="+mn-ea"/>
                          <a:cs typeface="+mn-cs"/>
                        </a:rPr>
                        <a:t>x </a:t>
                      </a:r>
                    </a:p>
                  </a:txBody>
                  <a:tcPr anchor="ctr">
                    <a:solidFill>
                      <a:schemeClr val="accent6">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
                          <a:srgbClr val="C00000"/>
                        </a:buClr>
                        <a:buSzTx/>
                        <a:buFont typeface="Wingdings" panose="05000000000000000000" pitchFamily="2" charset="2"/>
                        <a:buNone/>
                        <a:tabLst/>
                        <a:defRPr/>
                      </a:pPr>
                      <a:r>
                        <a:rPr kumimoji="0" lang="en-IN" sz="900" b="0" i="0" u="none" strike="noStrike" kern="1200" cap="none" spc="0" normalizeH="0" baseline="0" noProof="0">
                          <a:ln>
                            <a:noFill/>
                          </a:ln>
                          <a:solidFill>
                            <a:prstClr val="black"/>
                          </a:solidFill>
                          <a:effectLst/>
                          <a:uLnTx/>
                          <a:uFillTx/>
                          <a:latin typeface="+mn-lt"/>
                          <a:ea typeface="+mn-ea"/>
                          <a:cs typeface="+mn-cs"/>
                        </a:rPr>
                        <a:t>x</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extLst>
                  <a:ext uri="{0D108BD9-81ED-4DB2-BD59-A6C34878D82A}">
                    <a16:rowId xmlns:a16="http://schemas.microsoft.com/office/drawing/2014/main" val="874105909"/>
                  </a:ext>
                </a:extLst>
              </a:tr>
              <a:tr h="308473">
                <a:tc>
                  <a:txBody>
                    <a:bodyPr/>
                    <a:lstStyle/>
                    <a:p>
                      <a:pPr marL="0" algn="ctr" defTabSz="914400" rtl="0" eaLnBrk="1" fontAlgn="ctr" latinLnBrk="0" hangingPunct="1"/>
                      <a:r>
                        <a:rPr lang="en-US" sz="800" b="0" i="0" u="none" strike="noStrike" kern="1200">
                          <a:solidFill>
                            <a:schemeClr val="bg1"/>
                          </a:solidFill>
                          <a:effectLst/>
                          <a:latin typeface="Ubuntu"/>
                          <a:ea typeface="+mn-ea"/>
                          <a:cs typeface="+mn-cs"/>
                        </a:rPr>
                        <a:t>Product Owner</a:t>
                      </a:r>
                    </a:p>
                  </a:txBody>
                  <a:tcPr marL="6350" marR="6350" marT="6350" marB="0" anchor="ctr">
                    <a:solidFill>
                      <a:srgbClr val="F214ED"/>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rtl="0">
                        <a:lnSpc>
                          <a:spcPct val="100000"/>
                        </a:lnSpc>
                        <a:spcBef>
                          <a:spcPts val="0"/>
                        </a:spcBef>
                        <a:spcAft>
                          <a:spcPts val="0"/>
                        </a:spcAft>
                        <a:buSzTx/>
                        <a:buFont typeface="Wingdings" panose="05000000000000000000" pitchFamily="2" charset="2"/>
                        <a:buNone/>
                      </a:pPr>
                      <a:r>
                        <a:rPr lang="en-IN" sz="900" b="0" i="0" u="none" strike="noStrike" kern="1200" cap="none" spc="0" normalizeH="0" baseline="0" noProof="0">
                          <a:ln>
                            <a:noFill/>
                          </a:ln>
                          <a:solidFill>
                            <a:prstClr val="black"/>
                          </a:solidFill>
                          <a:effectLst/>
                          <a:uLnTx/>
                          <a:uFillTx/>
                          <a:latin typeface="Ubuntu"/>
                          <a:ea typeface="+mn-ea"/>
                          <a:cs typeface="+mn-cs"/>
                        </a:rPr>
                        <a:t>x </a:t>
                      </a: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rtl="0">
                        <a:lnSpc>
                          <a:spcPct val="100000"/>
                        </a:lnSpc>
                        <a:spcBef>
                          <a:spcPts val="0"/>
                        </a:spcBef>
                        <a:spcAft>
                          <a:spcPts val="0"/>
                        </a:spcAft>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a:ea typeface="+mn-ea"/>
                        <a:cs typeface="+mn-cs"/>
                      </a:endParaRPr>
                    </a:p>
                  </a:txBody>
                  <a:tcPr anchor="ctr">
                    <a:solidFill>
                      <a:schemeClr val="accent6">
                        <a:lumMod val="20000"/>
                        <a:lumOff val="80000"/>
                      </a:schemeClr>
                    </a:solidFill>
                  </a:tcPr>
                </a:tc>
                <a:tc>
                  <a:txBody>
                    <a:bodyPr/>
                    <a:lstStyle/>
                    <a:p>
                      <a:pPr marL="0" marR="0" lvl="0" indent="0" algn="ctr" rtl="0">
                        <a:lnSpc>
                          <a:spcPct val="100000"/>
                        </a:lnSpc>
                        <a:spcBef>
                          <a:spcPts val="0"/>
                        </a:spcBef>
                        <a:spcAft>
                          <a:spcPts val="0"/>
                        </a:spcAft>
                        <a:buSzTx/>
                        <a:buFont typeface="Arial" panose="020B0604020202020204" pitchFamily="34" charset="0"/>
                        <a:buNone/>
                      </a:pPr>
                      <a:endParaRPr lang="en-IN" sz="900" b="0" i="0" u="none" strike="noStrike" kern="1200" cap="none" spc="0" normalizeH="0" baseline="0" noProof="0">
                        <a:ln>
                          <a:noFill/>
                        </a:ln>
                        <a:solidFill>
                          <a:prstClr val="black"/>
                        </a:solidFill>
                        <a:effectLst/>
                        <a:uLnTx/>
                        <a:uFillTx/>
                        <a:latin typeface="Ubuntu"/>
                        <a:ea typeface="+mn-ea"/>
                        <a:cs typeface="+mn-cs"/>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extLst>
                  <a:ext uri="{0D108BD9-81ED-4DB2-BD59-A6C34878D82A}">
                    <a16:rowId xmlns:a16="http://schemas.microsoft.com/office/drawing/2014/main" val="75263871"/>
                  </a:ext>
                </a:extLst>
              </a:tr>
              <a:tr h="341522">
                <a:tc>
                  <a:txBody>
                    <a:bodyPr/>
                    <a:lstStyle/>
                    <a:p>
                      <a:pPr marL="0" algn="ctr" defTabSz="914400" rtl="0" eaLnBrk="1" fontAlgn="ctr" latinLnBrk="0" hangingPunct="1"/>
                      <a:r>
                        <a:rPr lang="en-US" sz="800" b="0" i="0" u="none" strike="noStrike" kern="1200">
                          <a:solidFill>
                            <a:schemeClr val="bg1"/>
                          </a:solidFill>
                          <a:effectLst/>
                          <a:latin typeface="Ubuntu"/>
                          <a:ea typeface="+mn-ea"/>
                          <a:cs typeface="+mn-cs"/>
                        </a:rPr>
                        <a:t>Functional Leads</a:t>
                      </a:r>
                    </a:p>
                  </a:txBody>
                  <a:tcPr marL="6350" marR="6350" marT="6350" marB="0" anchor="ctr">
                    <a:gradFill flip="none" rotWithShape="1">
                      <a:gsLst>
                        <a:gs pos="0">
                          <a:schemeClr val="accent6">
                            <a:lumMod val="75000"/>
                          </a:schemeClr>
                        </a:gs>
                        <a:gs pos="50000">
                          <a:schemeClr val="accent6">
                            <a:lumMod val="75000"/>
                          </a:schemeClr>
                        </a:gs>
                        <a:gs pos="51000">
                          <a:srgbClr val="F214ED"/>
                        </a:gs>
                      </a:gsLst>
                      <a:lin ang="10800000" scaled="1"/>
                      <a:tileRect/>
                    </a:gra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mn-lt"/>
                          <a:ea typeface="+mn-ea"/>
                          <a:cs typeface="+mn-cs"/>
                        </a:rPr>
                        <a:t>x</a:t>
                      </a:r>
                      <a:r>
                        <a:rPr lang="en-IN" sz="900" b="0" i="0" u="none" strike="noStrike" kern="1200" cap="none" spc="0" normalizeH="0" baseline="0" noProof="0">
                          <a:ln>
                            <a:noFill/>
                          </a:ln>
                          <a:solidFill>
                            <a:prstClr val="black"/>
                          </a:solidFill>
                          <a:effectLst/>
                          <a:uLnTx/>
                          <a:uFillTx/>
                          <a:latin typeface="+mn-lt"/>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indent="0" algn="ctr">
                        <a:buClr>
                          <a:srgbClr val="C00000"/>
                        </a:buClr>
                        <a:buFont typeface="Wingdings" panose="05000000000000000000" pitchFamily="2" charset="2"/>
                        <a:buNone/>
                      </a:pPr>
                      <a:endParaRPr lang="en-IN" sz="900">
                        <a:solidFill>
                          <a:schemeClr val="tx1"/>
                        </a:solidFill>
                        <a:latin typeface="Ubuntu" panose="020B0504030602030204" pitchFamily="34" charset="0"/>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indent="0" algn="ctr">
                        <a:buClr>
                          <a:srgbClr val="C00000"/>
                        </a:buClr>
                        <a:buFont typeface="Wingdings" panose="05000000000000000000" pitchFamily="2" charset="2"/>
                        <a:buNone/>
                      </a:pPr>
                      <a:endParaRPr lang="en-IN" sz="900">
                        <a:solidFill>
                          <a:schemeClr val="tx1"/>
                        </a:solidFill>
                        <a:latin typeface="Ubuntu" panose="020B0504030602030204" pitchFamily="34" charset="0"/>
                      </a:endParaRPr>
                    </a:p>
                  </a:txBody>
                  <a:tcPr anchor="ctr">
                    <a:solidFill>
                      <a:schemeClr val="accent6">
                        <a:lumMod val="20000"/>
                        <a:lumOff val="80000"/>
                      </a:schemeClr>
                    </a:solidFill>
                  </a:tcPr>
                </a:tc>
                <a:tc>
                  <a:txBody>
                    <a:bodyPr/>
                    <a:lstStyle/>
                    <a:p>
                      <a:pPr marL="0" indent="0" algn="ctr">
                        <a:buClr>
                          <a:srgbClr val="C00000"/>
                        </a:buClr>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mn-lt"/>
                          <a:ea typeface="+mn-ea"/>
                          <a:cs typeface="+mn-cs"/>
                        </a:rPr>
                        <a:t>X</a:t>
                      </a:r>
                      <a:endParaRPr lang="en-IN" sz="900">
                        <a:solidFill>
                          <a:schemeClr val="tx1"/>
                        </a:solidFill>
                        <a:latin typeface="Ubuntu" panose="020B0504030602030204" pitchFamily="34" charset="0"/>
                      </a:endParaRPr>
                    </a:p>
                  </a:txBody>
                  <a:tcPr anchor="ctr">
                    <a:solidFill>
                      <a:schemeClr val="accent6">
                        <a:lumMod val="20000"/>
                        <a:lumOff val="80000"/>
                      </a:schemeClr>
                    </a:solidFill>
                  </a:tcPr>
                </a:tc>
                <a:tc>
                  <a:txBody>
                    <a:bodyPr/>
                    <a:lstStyle/>
                    <a:p>
                      <a:pPr marL="0" indent="0" algn="ctr">
                        <a:buClr>
                          <a:srgbClr val="C00000"/>
                        </a:buClr>
                        <a:buFont typeface="Wingdings" panose="05000000000000000000" pitchFamily="2" charset="2"/>
                        <a:buNone/>
                      </a:pPr>
                      <a:endParaRPr lang="en-IN" sz="900">
                        <a:solidFill>
                          <a:schemeClr val="tx1"/>
                        </a:solidFill>
                        <a:latin typeface="Ubuntu" panose="020B0504030602030204" pitchFamily="34" charset="0"/>
                      </a:endParaRPr>
                    </a:p>
                  </a:txBody>
                  <a:tcPr anchor="ctr">
                    <a:solidFill>
                      <a:schemeClr val="accent6">
                        <a:lumMod val="20000"/>
                        <a:lumOff val="80000"/>
                      </a:schemeClr>
                    </a:solidFill>
                  </a:tcPr>
                </a:tc>
                <a:extLst>
                  <a:ext uri="{0D108BD9-81ED-4DB2-BD59-A6C34878D82A}">
                    <a16:rowId xmlns:a16="http://schemas.microsoft.com/office/drawing/2014/main" val="737817287"/>
                  </a:ext>
                </a:extLst>
              </a:tr>
              <a:tr h="341523">
                <a:tc>
                  <a:txBody>
                    <a:bodyPr/>
                    <a:lstStyle/>
                    <a:p>
                      <a:pPr marL="0" algn="ctr" defTabSz="914400" rtl="0" eaLnBrk="1" fontAlgn="ctr" latinLnBrk="0" hangingPunct="1"/>
                      <a:r>
                        <a:rPr lang="en-US" sz="800" b="0" i="0" u="none" strike="noStrike" kern="1200">
                          <a:solidFill>
                            <a:schemeClr val="bg1"/>
                          </a:solidFill>
                          <a:effectLst/>
                          <a:latin typeface="Ubuntu"/>
                          <a:ea typeface="+mn-ea"/>
                          <a:cs typeface="+mn-cs"/>
                        </a:rPr>
                        <a:t>Subject Matter Experts</a:t>
                      </a:r>
                    </a:p>
                  </a:txBody>
                  <a:tcPr marL="6350" marR="6350" marT="6350" marB="0" anchor="ctr">
                    <a:solidFill>
                      <a:srgbClr val="F214ED"/>
                    </a:solidFill>
                  </a:tcPr>
                </a:tc>
                <a:tc>
                  <a:txBody>
                    <a:bodyPr/>
                    <a:lstStyle/>
                    <a:p>
                      <a:pPr marL="0" lvl="0" indent="0" algn="ctr">
                        <a:buFont typeface="Wingdings" panose="05000000000000000000" pitchFamily="2" charset="2"/>
                        <a:buNone/>
                      </a:pPr>
                      <a:endParaRPr lang="en-US"/>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indent="0" algn="ctr">
                        <a:buClr>
                          <a:srgbClr val="C00000"/>
                        </a:buClr>
                        <a:buFont typeface="Wingdings" panose="05000000000000000000" pitchFamily="2" charset="2"/>
                        <a:buNone/>
                      </a:pPr>
                      <a:endParaRPr lang="en-IN" sz="900">
                        <a:solidFill>
                          <a:schemeClr val="tx1"/>
                        </a:solidFill>
                        <a:latin typeface="Ubuntu" panose="020B0504030602030204" pitchFamily="34" charset="0"/>
                      </a:endParaRPr>
                    </a:p>
                  </a:txBody>
                  <a:tcPr anchor="ctr">
                    <a:solidFill>
                      <a:schemeClr val="accent6">
                        <a:lumMod val="20000"/>
                        <a:lumOff val="80000"/>
                      </a:schemeClr>
                    </a:solidFill>
                  </a:tcPr>
                </a:tc>
                <a:tc>
                  <a:txBody>
                    <a:bodyPr/>
                    <a:lstStyle/>
                    <a:p>
                      <a:pPr marL="0" indent="0" algn="ctr">
                        <a:buClr>
                          <a:srgbClr val="C00000"/>
                        </a:buClr>
                        <a:buFont typeface="Wingdings" panose="05000000000000000000" pitchFamily="2" charset="2"/>
                        <a:buNone/>
                      </a:pPr>
                      <a:endParaRPr lang="en-IN" sz="900">
                        <a:solidFill>
                          <a:schemeClr val="tx1"/>
                        </a:solidFill>
                        <a:latin typeface="Ubuntu" panose="020B0504030602030204" pitchFamily="34" charset="0"/>
                      </a:endParaRPr>
                    </a:p>
                  </a:txBody>
                  <a:tcPr anchor="ctr">
                    <a:solidFill>
                      <a:schemeClr val="accent6">
                        <a:lumMod val="20000"/>
                        <a:lumOff val="80000"/>
                      </a:schemeClr>
                    </a:solidFill>
                  </a:tcPr>
                </a:tc>
                <a:tc>
                  <a:txBody>
                    <a:bodyPr/>
                    <a:lstStyle/>
                    <a:p>
                      <a:pPr marL="0" indent="0" algn="ctr">
                        <a:buClr>
                          <a:srgbClr val="C00000"/>
                        </a:buClr>
                        <a:buFont typeface="Wingdings" panose="05000000000000000000" pitchFamily="2" charset="2"/>
                        <a:buNone/>
                      </a:pPr>
                      <a:endParaRPr lang="en-IN" sz="900">
                        <a:solidFill>
                          <a:schemeClr val="tx1"/>
                        </a:solidFill>
                        <a:latin typeface="Ubuntu" panose="020B0504030602030204" pitchFamily="34" charset="0"/>
                      </a:endParaRPr>
                    </a:p>
                  </a:txBody>
                  <a:tcPr anchor="ctr">
                    <a:solidFill>
                      <a:schemeClr val="accent6">
                        <a:lumMod val="20000"/>
                        <a:lumOff val="80000"/>
                      </a:schemeClr>
                    </a:solidFill>
                  </a:tcPr>
                </a:tc>
                <a:tc>
                  <a:txBody>
                    <a:bodyPr/>
                    <a:lstStyle/>
                    <a:p>
                      <a:pPr marL="0" indent="0" algn="ctr">
                        <a:buClr>
                          <a:srgbClr val="C00000"/>
                        </a:buClr>
                        <a:buNone/>
                      </a:pPr>
                      <a:endParaRPr lang="en-IN" sz="900">
                        <a:solidFill>
                          <a:schemeClr val="tx1"/>
                        </a:solidFill>
                        <a:latin typeface="Ubuntu" panose="020B0504030602030204" pitchFamily="34" charset="0"/>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indent="0" algn="ctr">
                        <a:buClr>
                          <a:srgbClr val="C00000"/>
                        </a:buClr>
                        <a:buFont typeface="Wingdings" panose="05000000000000000000" pitchFamily="2" charset="2"/>
                        <a:buNone/>
                      </a:pPr>
                      <a:endParaRPr lang="en-IN" sz="900">
                        <a:solidFill>
                          <a:schemeClr val="tx1"/>
                        </a:solidFill>
                        <a:latin typeface="Ubuntu" panose="020B0504030602030204" pitchFamily="34" charset="0"/>
                      </a:endParaRPr>
                    </a:p>
                  </a:txBody>
                  <a:tcPr anchor="ctr">
                    <a:solidFill>
                      <a:schemeClr val="accent6">
                        <a:lumMod val="20000"/>
                        <a:lumOff val="80000"/>
                      </a:schemeClr>
                    </a:solidFill>
                  </a:tcPr>
                </a:tc>
                <a:tc>
                  <a:txBody>
                    <a:bodyPr/>
                    <a:lstStyle/>
                    <a:p>
                      <a:pPr marL="0" indent="0" algn="ctr">
                        <a:buClr>
                          <a:srgbClr val="C00000"/>
                        </a:buClr>
                        <a:buFont typeface="Wingdings" panose="05000000000000000000" pitchFamily="2" charset="2"/>
                        <a:buNone/>
                      </a:pPr>
                      <a:endParaRPr lang="en-IN" sz="900">
                        <a:solidFill>
                          <a:schemeClr val="tx1"/>
                        </a:solidFill>
                        <a:latin typeface="Ubuntu" panose="020B0504030602030204" pitchFamily="34" charset="0"/>
                      </a:endParaRPr>
                    </a:p>
                  </a:txBody>
                  <a:tcPr anchor="ctr">
                    <a:solidFill>
                      <a:schemeClr val="accent6">
                        <a:lumMod val="20000"/>
                        <a:lumOff val="80000"/>
                      </a:schemeClr>
                    </a:solidFill>
                  </a:tcPr>
                </a:tc>
                <a:extLst>
                  <a:ext uri="{0D108BD9-81ED-4DB2-BD59-A6C34878D82A}">
                    <a16:rowId xmlns:a16="http://schemas.microsoft.com/office/drawing/2014/main" val="956111565"/>
                  </a:ext>
                </a:extLst>
              </a:tr>
              <a:tr h="336331">
                <a:tc>
                  <a:txBody>
                    <a:bodyPr/>
                    <a:lstStyle/>
                    <a:p>
                      <a:pPr marL="0" algn="ctr" defTabSz="914400" rtl="0" eaLnBrk="1" fontAlgn="ctr" latinLnBrk="0" hangingPunct="1"/>
                      <a:r>
                        <a:rPr lang="en-US" sz="800" b="0" i="0" u="none" strike="noStrike" kern="1200">
                          <a:solidFill>
                            <a:schemeClr val="bg1"/>
                          </a:solidFill>
                          <a:effectLst/>
                          <a:latin typeface="Ubuntu"/>
                          <a:ea typeface="+mn-ea"/>
                          <a:cs typeface="+mn-cs"/>
                        </a:rPr>
                        <a:t>Architects</a:t>
                      </a:r>
                    </a:p>
                  </a:txBody>
                  <a:tcPr marL="6350" marR="6350" marT="6350" marB="0" anchor="ctr">
                    <a:gradFill flip="none" rotWithShape="1">
                      <a:gsLst>
                        <a:gs pos="0">
                          <a:schemeClr val="accent6">
                            <a:lumMod val="75000"/>
                          </a:schemeClr>
                        </a:gs>
                        <a:gs pos="50000">
                          <a:schemeClr val="accent6">
                            <a:lumMod val="75000"/>
                          </a:schemeClr>
                        </a:gs>
                        <a:gs pos="51000">
                          <a:srgbClr val="F214ED"/>
                        </a:gs>
                      </a:gsLst>
                      <a:lin ang="10800000" scaled="1"/>
                      <a:tileRect/>
                    </a:gradFill>
                  </a:tcPr>
                </a:tc>
                <a:tc>
                  <a:txBody>
                    <a:bodyPr/>
                    <a:lstStyle/>
                    <a:p>
                      <a:pPr marL="0" marR="0" lvl="0" indent="0" algn="ctr" rtl="0">
                        <a:lnSpc>
                          <a:spcPct val="100000"/>
                        </a:lnSpc>
                        <a:spcBef>
                          <a:spcPts val="0"/>
                        </a:spcBef>
                        <a:spcAft>
                          <a:spcPts val="0"/>
                        </a:spcAft>
                        <a:buSzTx/>
                        <a:buFont typeface="Wingdings" panose="05000000000000000000" pitchFamily="2" charset="2"/>
                        <a:buNone/>
                      </a:pPr>
                      <a:r>
                        <a:rPr lang="en-IN" sz="900">
                          <a:solidFill>
                            <a:schemeClr val="tx1"/>
                          </a:solidFill>
                          <a:latin typeface="Ubuntu"/>
                        </a:rPr>
                        <a:t>x </a:t>
                      </a: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rtl="0">
                        <a:lnSpc>
                          <a:spcPct val="100000"/>
                        </a:lnSpc>
                        <a:spcBef>
                          <a:spcPts val="0"/>
                        </a:spcBef>
                        <a:spcAft>
                          <a:spcPts val="0"/>
                        </a:spcAft>
                        <a:buSzTx/>
                        <a:buFont typeface="Wingdings" panose="05000000000000000000" pitchFamily="2" charset="2"/>
                        <a:buNone/>
                      </a:pPr>
                      <a:endParaRPr lang="en-IN" sz="900" b="0" i="0" u="none" strike="noStrike" kern="1200" cap="none" spc="0" normalizeH="0" baseline="0" noProof="0">
                        <a:ln>
                          <a:noFill/>
                        </a:ln>
                        <a:solidFill>
                          <a:prstClr val="black"/>
                        </a:solidFill>
                        <a:effectLst/>
                        <a:uLnTx/>
                        <a:uFillTx/>
                        <a:latin typeface="Ubuntu"/>
                        <a:ea typeface="+mn-ea"/>
                        <a:cs typeface="+mn-cs"/>
                      </a:endParaRPr>
                    </a:p>
                  </a:txBody>
                  <a:tcPr anchor="ctr">
                    <a:solidFill>
                      <a:schemeClr val="accent6">
                        <a:lumMod val="20000"/>
                        <a:lumOff val="80000"/>
                      </a:schemeClr>
                    </a:solidFill>
                  </a:tcPr>
                </a:tc>
                <a:tc>
                  <a:txBody>
                    <a:bodyPr/>
                    <a:lstStyle/>
                    <a:p>
                      <a:pPr marL="0" marR="0" lvl="0" indent="0" algn="ctr" rtl="0">
                        <a:lnSpc>
                          <a:spcPct val="100000"/>
                        </a:lnSpc>
                        <a:spcBef>
                          <a:spcPts val="0"/>
                        </a:spcBef>
                        <a:spcAft>
                          <a:spcPts val="0"/>
                        </a:spcAft>
                        <a:buSzTx/>
                        <a:buFont typeface="Wingdings" panose="05000000000000000000" pitchFamily="2" charset="2"/>
                        <a:buNone/>
                      </a:pPr>
                      <a:r>
                        <a:rPr lang="en-IN" sz="900" b="0" i="0" u="none" strike="noStrike" kern="1200" cap="none" spc="0" normalizeH="0" baseline="0" noProof="0">
                          <a:ln>
                            <a:noFill/>
                          </a:ln>
                          <a:solidFill>
                            <a:prstClr val="black"/>
                          </a:solidFill>
                          <a:effectLst/>
                          <a:uLnTx/>
                          <a:uFillTx/>
                          <a:latin typeface="Ubuntu"/>
                          <a:ea typeface="+mn-ea"/>
                          <a:cs typeface="+mn-cs"/>
                        </a:rPr>
                        <a:t>x </a:t>
                      </a:r>
                    </a:p>
                  </a:txBody>
                  <a:tcPr anchor="ctr">
                    <a:solidFill>
                      <a:schemeClr val="accent6">
                        <a:lumMod val="20000"/>
                        <a:lumOff val="80000"/>
                      </a:schemeClr>
                    </a:solidFill>
                  </a:tcPr>
                </a:tc>
                <a:tc>
                  <a:txBody>
                    <a:bodyPr/>
                    <a:lstStyle/>
                    <a:p>
                      <a:pPr marL="0" marR="0" lvl="0" indent="0" algn="ctr" rtl="0">
                        <a:lnSpc>
                          <a:spcPct val="100000"/>
                        </a:lnSpc>
                        <a:spcBef>
                          <a:spcPts val="0"/>
                        </a:spcBef>
                        <a:spcAft>
                          <a:spcPts val="0"/>
                        </a:spcAft>
                        <a:buSzTx/>
                        <a:buFont typeface="Wingdings" panose="05000000000000000000" pitchFamily="2" charset="2"/>
                        <a:buNone/>
                      </a:pPr>
                      <a:r>
                        <a:rPr lang="en-IN" sz="900" b="0" i="0" u="none" strike="noStrike" kern="1200" cap="none" spc="0" normalizeH="0" baseline="0" noProof="0">
                          <a:ln>
                            <a:noFill/>
                          </a:ln>
                          <a:solidFill>
                            <a:prstClr val="black"/>
                          </a:solidFill>
                          <a:effectLst/>
                          <a:uLnTx/>
                          <a:uFillTx/>
                          <a:latin typeface="Ubuntu"/>
                          <a:ea typeface="+mn-ea"/>
                          <a:cs typeface="+mn-cs"/>
                        </a:rPr>
                        <a:t>x </a:t>
                      </a:r>
                    </a:p>
                  </a:txBody>
                  <a:tcPr anchor="ctr">
                    <a:solidFill>
                      <a:schemeClr val="accent6">
                        <a:lumMod val="20000"/>
                        <a:lumOff val="80000"/>
                      </a:schemeClr>
                    </a:solidFill>
                  </a:tcPr>
                </a:tc>
                <a:tc>
                  <a:txBody>
                    <a:bodyPr/>
                    <a:lstStyle/>
                    <a:p>
                      <a:pPr marL="0" indent="0" algn="ctr">
                        <a:buClr>
                          <a:srgbClr val="C00000"/>
                        </a:buClr>
                        <a:buNone/>
                      </a:pPr>
                      <a:endParaRPr lang="en-IN" sz="900">
                        <a:solidFill>
                          <a:schemeClr val="tx1"/>
                        </a:solidFill>
                        <a:latin typeface="Ubuntu" panose="020B0504030602030204" pitchFamily="34" charset="0"/>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indent="0" algn="ctr">
                        <a:buClr>
                          <a:srgbClr val="C00000"/>
                        </a:buClr>
                        <a:buNone/>
                      </a:pPr>
                      <a:endParaRPr lang="en-IN" sz="900">
                        <a:solidFill>
                          <a:schemeClr val="tx1"/>
                        </a:solidFill>
                        <a:latin typeface="Ubuntu" panose="020B0504030602030204" pitchFamily="34" charset="0"/>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indent="0" algn="ctr">
                        <a:buClr>
                          <a:srgbClr val="C00000"/>
                        </a:buClr>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mn-lt"/>
                          <a:ea typeface="+mn-ea"/>
                          <a:cs typeface="+mn-cs"/>
                        </a:rPr>
                        <a:t>x</a:t>
                      </a:r>
                      <a:endParaRPr lang="en-IN" sz="900">
                        <a:solidFill>
                          <a:schemeClr val="tx1"/>
                        </a:solidFill>
                        <a:latin typeface="Ubuntu" panose="020B0504030602030204" pitchFamily="34" charset="0"/>
                      </a:endParaRPr>
                    </a:p>
                  </a:txBody>
                  <a:tcPr anchor="ctr">
                    <a:solidFill>
                      <a:schemeClr val="accent6">
                        <a:lumMod val="20000"/>
                        <a:lumOff val="80000"/>
                      </a:schemeClr>
                    </a:solidFill>
                  </a:tcPr>
                </a:tc>
                <a:tc>
                  <a:txBody>
                    <a:bodyPr/>
                    <a:lstStyle/>
                    <a:p>
                      <a:pPr marL="0" indent="0" algn="ctr">
                        <a:buClr>
                          <a:srgbClr val="C00000"/>
                        </a:buClr>
                        <a:buFont typeface="Wingdings" panose="05000000000000000000" pitchFamily="2" charset="2"/>
                        <a:buNone/>
                      </a:pPr>
                      <a:endParaRPr lang="en-IN" sz="900">
                        <a:solidFill>
                          <a:schemeClr val="tx1"/>
                        </a:solidFill>
                        <a:latin typeface="Ubuntu" panose="020B0504030602030204" pitchFamily="34" charset="0"/>
                      </a:endParaRPr>
                    </a:p>
                  </a:txBody>
                  <a:tcPr anchor="ctr">
                    <a:solidFill>
                      <a:schemeClr val="accent6">
                        <a:lumMod val="20000"/>
                        <a:lumOff val="80000"/>
                      </a:schemeClr>
                    </a:solidFill>
                  </a:tcPr>
                </a:tc>
                <a:extLst>
                  <a:ext uri="{0D108BD9-81ED-4DB2-BD59-A6C34878D82A}">
                    <a16:rowId xmlns:a16="http://schemas.microsoft.com/office/drawing/2014/main" val="57886445"/>
                  </a:ext>
                </a:extLst>
              </a:tr>
              <a:tr h="313664">
                <a:tc>
                  <a:txBody>
                    <a:bodyPr/>
                    <a:lstStyle/>
                    <a:p>
                      <a:pPr marL="0" algn="ctr" defTabSz="914400" rtl="0" eaLnBrk="1" fontAlgn="ctr" latinLnBrk="0" hangingPunct="1"/>
                      <a:r>
                        <a:rPr lang="en-US" sz="800" b="0" i="0" u="none" strike="noStrike" kern="1200">
                          <a:solidFill>
                            <a:schemeClr val="bg1"/>
                          </a:solidFill>
                          <a:effectLst/>
                          <a:latin typeface="Ubuntu"/>
                          <a:ea typeface="+mn-ea"/>
                          <a:cs typeface="+mn-cs"/>
                        </a:rPr>
                        <a:t>Platform Owners</a:t>
                      </a:r>
                    </a:p>
                  </a:txBody>
                  <a:tcPr marL="6350" marR="6350" marT="6350" marB="0" anchor="ctr">
                    <a:solidFill>
                      <a:srgbClr val="F214ED"/>
                    </a:solidFill>
                  </a:tcPr>
                </a:tc>
                <a:tc>
                  <a:txBody>
                    <a:bodyPr/>
                    <a:lstStyle/>
                    <a:p>
                      <a:pPr marL="0" lvl="0" indent="0" algn="ctr">
                        <a:buFont typeface="Wingdings" panose="05000000000000000000" pitchFamily="2" charset="2"/>
                        <a:buNone/>
                      </a:pPr>
                      <a:endParaRPr lang="en-IN" sz="900">
                        <a:solidFill>
                          <a:schemeClr val="tx1"/>
                        </a:solidFill>
                        <a:latin typeface="Ubuntu"/>
                      </a:endParaRPr>
                    </a:p>
                  </a:txBody>
                  <a:tcPr anchor="ctr">
                    <a:solidFill>
                      <a:schemeClr val="accent6">
                        <a:lumMod val="20000"/>
                        <a:lumOff val="80000"/>
                      </a:schemeClr>
                    </a:solidFill>
                  </a:tcPr>
                </a:tc>
                <a:tc>
                  <a:txBody>
                    <a:bodyPr/>
                    <a:lstStyle/>
                    <a:p>
                      <a:pPr marL="0" marR="0" lvl="0" indent="0" algn="ctr" rtl="0">
                        <a:lnSpc>
                          <a:spcPct val="100000"/>
                        </a:lnSpc>
                        <a:spcBef>
                          <a:spcPts val="0"/>
                        </a:spcBef>
                        <a:spcAft>
                          <a:spcPts val="0"/>
                        </a:spcAft>
                        <a:buSzTx/>
                        <a:buFont typeface="Wingdings" panose="05000000000000000000" pitchFamily="2" charset="2"/>
                        <a:buNone/>
                      </a:pPr>
                      <a:r>
                        <a:rPr lang="en-IN" sz="900" b="0" i="0" u="none" strike="noStrike" kern="1200" cap="none" spc="0" normalizeH="0" baseline="0" noProof="0">
                          <a:ln>
                            <a:noFill/>
                          </a:ln>
                          <a:solidFill>
                            <a:prstClr val="black"/>
                          </a:solidFill>
                          <a:effectLst/>
                          <a:uLnTx/>
                          <a:uFillTx/>
                          <a:latin typeface="Ubuntu"/>
                          <a:ea typeface="+mn-ea"/>
                          <a:cs typeface="+mn-cs"/>
                        </a:rPr>
                        <a:t>x </a:t>
                      </a:r>
                    </a:p>
                  </a:txBody>
                  <a:tcPr anchor="ctr">
                    <a:solidFill>
                      <a:schemeClr val="accent6">
                        <a:lumMod val="20000"/>
                        <a:lumOff val="80000"/>
                      </a:schemeClr>
                    </a:solidFill>
                  </a:tcPr>
                </a:tc>
                <a:tc>
                  <a:txBody>
                    <a:bodyPr/>
                    <a:lstStyle/>
                    <a:p>
                      <a:pPr marL="0" marR="0" lvl="0" indent="0" algn="ctr" rtl="0">
                        <a:lnSpc>
                          <a:spcPct val="100000"/>
                        </a:lnSpc>
                        <a:spcBef>
                          <a:spcPts val="0"/>
                        </a:spcBef>
                        <a:spcAft>
                          <a:spcPts val="0"/>
                        </a:spcAft>
                        <a:buSzTx/>
                        <a:buFont typeface="Wingdings" panose="05000000000000000000" pitchFamily="2" charset="2"/>
                        <a:buNone/>
                      </a:pPr>
                      <a:endParaRPr kumimoji="0" lang="en-IN" sz="900" b="0" i="0" u="none" strike="noStrike" kern="1200" cap="none" spc="0" normalizeH="0" baseline="0" noProof="0">
                        <a:ln>
                          <a:noFill/>
                        </a:ln>
                        <a:solidFill>
                          <a:prstClr val="black"/>
                        </a:solidFill>
                        <a:effectLst/>
                        <a:uLnTx/>
                        <a:uFillTx/>
                        <a:latin typeface="Ubuntu"/>
                        <a:ea typeface="+mn-ea"/>
                        <a:cs typeface="+mn-cs"/>
                      </a:endParaRPr>
                    </a:p>
                  </a:txBody>
                  <a:tcPr anchor="ctr">
                    <a:solidFill>
                      <a:schemeClr val="accent6">
                        <a:lumMod val="20000"/>
                        <a:lumOff val="80000"/>
                      </a:schemeClr>
                    </a:solidFill>
                  </a:tcPr>
                </a:tc>
                <a:tc>
                  <a:txBody>
                    <a:bodyPr/>
                    <a:lstStyle/>
                    <a:p>
                      <a:pPr marL="0" marR="0" lvl="0" indent="0" algn="ctr" rtl="0">
                        <a:lnSpc>
                          <a:spcPct val="100000"/>
                        </a:lnSpc>
                        <a:spcBef>
                          <a:spcPts val="0"/>
                        </a:spcBef>
                        <a:spcAft>
                          <a:spcPts val="0"/>
                        </a:spcAft>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a:ea typeface="+mn-ea"/>
                        <a:cs typeface="+mn-cs"/>
                      </a:endParaRPr>
                    </a:p>
                  </a:txBody>
                  <a:tcPr anchor="ctr">
                    <a:solidFill>
                      <a:schemeClr val="accent6">
                        <a:lumMod val="20000"/>
                        <a:lumOff val="80000"/>
                      </a:schemeClr>
                    </a:solidFill>
                  </a:tcPr>
                </a:tc>
                <a:tc>
                  <a:txBody>
                    <a:bodyPr/>
                    <a:lstStyle/>
                    <a:p>
                      <a:pPr marL="0" marR="0" lvl="0" indent="0" algn="ctr" rtl="0">
                        <a:lnSpc>
                          <a:spcPct val="100000"/>
                        </a:lnSpc>
                        <a:spcBef>
                          <a:spcPts val="0"/>
                        </a:spcBef>
                        <a:spcAft>
                          <a:spcPts val="0"/>
                        </a:spcAft>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a:ea typeface="+mn-ea"/>
                        <a:cs typeface="+mn-cs"/>
                      </a:endParaRPr>
                    </a:p>
                  </a:txBody>
                  <a:tcPr anchor="ctr">
                    <a:solidFill>
                      <a:schemeClr val="accent6">
                        <a:lumMod val="20000"/>
                        <a:lumOff val="80000"/>
                      </a:schemeClr>
                    </a:solidFill>
                  </a:tcPr>
                </a:tc>
                <a:tc>
                  <a:txBody>
                    <a:bodyPr/>
                    <a:lstStyle/>
                    <a:p>
                      <a:pPr marL="0" marR="0" lvl="0" indent="0" algn="ctr" rtl="0">
                        <a:lnSpc>
                          <a:spcPct val="100000"/>
                        </a:lnSpc>
                        <a:spcBef>
                          <a:spcPts val="0"/>
                        </a:spcBef>
                        <a:spcAft>
                          <a:spcPts val="0"/>
                        </a:spcAft>
                        <a:buSzTx/>
                        <a:buFont typeface="Wingdings" panose="05000000000000000000" pitchFamily="2" charset="2"/>
                        <a:buNone/>
                      </a:pPr>
                      <a:r>
                        <a:rPr lang="en-IN" sz="900" b="0" i="0" u="none" strike="noStrike" kern="1200" cap="none" spc="0" normalizeH="0" baseline="0" noProof="0">
                          <a:ln>
                            <a:noFill/>
                          </a:ln>
                          <a:solidFill>
                            <a:prstClr val="black"/>
                          </a:solidFill>
                          <a:effectLst/>
                          <a:uLnTx/>
                          <a:uFillTx/>
                          <a:latin typeface="Ubuntu"/>
                          <a:ea typeface="+mn-ea"/>
                          <a:cs typeface="+mn-cs"/>
                        </a:rPr>
                        <a:t>x </a:t>
                      </a: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extLst>
                  <a:ext uri="{0D108BD9-81ED-4DB2-BD59-A6C34878D82A}">
                    <a16:rowId xmlns:a16="http://schemas.microsoft.com/office/drawing/2014/main" val="3663056703"/>
                  </a:ext>
                </a:extLst>
              </a:tr>
              <a:tr h="348942">
                <a:tc>
                  <a:txBody>
                    <a:bodyPr/>
                    <a:lstStyle/>
                    <a:p>
                      <a:pPr marL="0" algn="ctr" defTabSz="914400" rtl="0" eaLnBrk="1" fontAlgn="ctr" latinLnBrk="0" hangingPunct="1"/>
                      <a:r>
                        <a:rPr lang="en-US" sz="800" b="0" i="0" u="none" strike="noStrike" kern="1200">
                          <a:solidFill>
                            <a:schemeClr val="bg1"/>
                          </a:solidFill>
                          <a:effectLst/>
                          <a:latin typeface="Ubuntu"/>
                          <a:ea typeface="+mn-ea"/>
                          <a:cs typeface="+mn-cs"/>
                        </a:rPr>
                        <a:t>Technical Leads</a:t>
                      </a:r>
                    </a:p>
                  </a:txBody>
                  <a:tcPr marL="6350" marR="6350" marT="6350" marB="0" anchor="ctr">
                    <a:solidFill>
                      <a:schemeClr val="accent6">
                        <a:lumMod val="75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lang="en-IN" sz="900">
                          <a:solidFill>
                            <a:schemeClr val="tx1"/>
                          </a:solidFill>
                          <a:latin typeface="Ubuntu"/>
                        </a:rPr>
                        <a:t>x </a:t>
                      </a:r>
                      <a:endParaRPr lang="en-IN" sz="900">
                        <a:solidFill>
                          <a:schemeClr val="tx1"/>
                        </a:solidFill>
                        <a:latin typeface="Ubuntu" panose="020B0504030602030204" pitchFamily="34" charset="0"/>
                      </a:endParaRPr>
                    </a:p>
                  </a:txBody>
                  <a:tcPr anchor="ctr">
                    <a:solidFill>
                      <a:schemeClr val="accent6">
                        <a:lumMod val="20000"/>
                        <a:lumOff val="80000"/>
                      </a:schemeClr>
                    </a:solidFill>
                  </a:tcPr>
                </a:tc>
                <a:tc>
                  <a:txBody>
                    <a:bodyPr/>
                    <a:lstStyle/>
                    <a:p>
                      <a:pPr marL="0" marR="0" lvl="0" indent="0" algn="ctr" rtl="0">
                        <a:lnSpc>
                          <a:spcPct val="100000"/>
                        </a:lnSpc>
                        <a:spcBef>
                          <a:spcPts val="0"/>
                        </a:spcBef>
                        <a:spcAft>
                          <a:spcPts val="0"/>
                        </a:spcAft>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a:ea typeface="+mn-ea"/>
                        <a:cs typeface="+mn-cs"/>
                      </a:endParaRPr>
                    </a:p>
                  </a:txBody>
                  <a:tcPr anchor="ctr">
                    <a:solidFill>
                      <a:schemeClr val="accent6">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
                          <a:srgbClr val="C00000"/>
                        </a:buClr>
                        <a:buSzTx/>
                        <a:buFont typeface="Wingdings" panose="05000000000000000000" pitchFamily="2" charset="2"/>
                        <a:buNone/>
                        <a:tabLst/>
                        <a:defRPr/>
                      </a:pPr>
                      <a:r>
                        <a:rPr kumimoji="0" lang="en-IN" sz="900" b="0" i="0" u="none" strike="noStrike" kern="1200" cap="none" spc="0" normalizeH="0" baseline="0" noProof="0">
                          <a:ln>
                            <a:noFill/>
                          </a:ln>
                          <a:solidFill>
                            <a:prstClr val="black"/>
                          </a:solidFill>
                          <a:effectLst/>
                          <a:uLnTx/>
                          <a:uFillTx/>
                          <a:latin typeface="+mn-lt"/>
                          <a:ea typeface="+mn-ea"/>
                          <a:cs typeface="+mn-cs"/>
                        </a:rPr>
                        <a:t>x</a:t>
                      </a:r>
                      <a:r>
                        <a:rPr lang="en-IN" sz="900" b="0" i="0" u="none" strike="noStrike" kern="1200" cap="none" spc="0" normalizeH="0" baseline="0" noProof="0">
                          <a:ln>
                            <a:noFill/>
                          </a:ln>
                          <a:solidFill>
                            <a:prstClr val="black"/>
                          </a:solidFill>
                          <a:effectLst/>
                          <a:uLnTx/>
                          <a:uFillTx/>
                          <a:latin typeface="+mn-lt"/>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rtl="0">
                        <a:lnSpc>
                          <a:spcPct val="100000"/>
                        </a:lnSpc>
                        <a:spcBef>
                          <a:spcPts val="0"/>
                        </a:spcBef>
                        <a:spcAft>
                          <a:spcPts val="0"/>
                        </a:spcAft>
                        <a:buSzTx/>
                        <a:buFont typeface="Arial" panose="020B0604020202020204" pitchFamily="34" charset="0"/>
                        <a:buNone/>
                      </a:pPr>
                      <a:endParaRPr lang="en-IN" sz="900" b="0" i="0" u="none" strike="noStrike" kern="1200" cap="none" spc="0" normalizeH="0" baseline="0" noProof="0">
                        <a:ln>
                          <a:noFill/>
                        </a:ln>
                        <a:solidFill>
                          <a:prstClr val="black"/>
                        </a:solidFill>
                        <a:effectLst/>
                        <a:uLnTx/>
                        <a:uFillTx/>
                        <a:latin typeface="Ubuntu"/>
                        <a:ea typeface="+mn-ea"/>
                        <a:cs typeface="+mn-cs"/>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indent="0" algn="ctr">
                        <a:buClr>
                          <a:srgbClr val="C00000"/>
                        </a:buClr>
                        <a:buNone/>
                      </a:pPr>
                      <a:endParaRPr lang="en-IN" sz="900">
                        <a:solidFill>
                          <a:schemeClr val="tx1"/>
                        </a:solidFill>
                        <a:latin typeface="Ubuntu" panose="020B0504030602030204" pitchFamily="34" charset="0"/>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
                          <a:srgbClr val="C00000"/>
                        </a:buClr>
                        <a:buSzTx/>
                        <a:buFont typeface="Wingdings" panose="05000000000000000000" pitchFamily="2" charset="2"/>
                        <a:buNone/>
                        <a:tabLst/>
                        <a:defRPr/>
                      </a:pP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
                          <a:srgbClr val="C00000"/>
                        </a:buClr>
                        <a:buSzTx/>
                        <a:buFont typeface="Wingdings" panose="05000000000000000000" pitchFamily="2" charset="2"/>
                        <a:buNone/>
                        <a:tabLst/>
                        <a:defRPr/>
                      </a:pP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extLst>
                  <a:ext uri="{0D108BD9-81ED-4DB2-BD59-A6C34878D82A}">
                    <a16:rowId xmlns:a16="http://schemas.microsoft.com/office/drawing/2014/main" val="3260282163"/>
                  </a:ext>
                </a:extLst>
              </a:tr>
              <a:tr h="367862">
                <a:tc>
                  <a:txBody>
                    <a:bodyPr/>
                    <a:lstStyle/>
                    <a:p>
                      <a:pPr marL="0" algn="ctr" defTabSz="914400" rtl="0" eaLnBrk="1" fontAlgn="ctr" latinLnBrk="0" hangingPunct="1"/>
                      <a:r>
                        <a:rPr lang="en-US" sz="800" b="0" i="0" u="none" strike="noStrike" kern="1200">
                          <a:solidFill>
                            <a:schemeClr val="bg1"/>
                          </a:solidFill>
                          <a:effectLst/>
                          <a:latin typeface="Ubuntu"/>
                          <a:ea typeface="+mn-ea"/>
                          <a:cs typeface="+mn-cs"/>
                        </a:rPr>
                        <a:t>Test Managers</a:t>
                      </a:r>
                    </a:p>
                  </a:txBody>
                  <a:tcPr marL="6350" marR="6350" marT="6350" marB="0" anchor="ctr">
                    <a:gradFill flip="none" rotWithShape="1">
                      <a:gsLst>
                        <a:gs pos="0">
                          <a:schemeClr val="accent6">
                            <a:lumMod val="75000"/>
                          </a:schemeClr>
                        </a:gs>
                        <a:gs pos="50000">
                          <a:schemeClr val="accent6">
                            <a:lumMod val="75000"/>
                          </a:schemeClr>
                        </a:gs>
                        <a:gs pos="51000">
                          <a:srgbClr val="F214ED"/>
                        </a:gs>
                      </a:gsLst>
                      <a:lin ang="10800000" scaled="1"/>
                      <a:tileRect/>
                    </a:gradFill>
                  </a:tcPr>
                </a:tc>
                <a:tc>
                  <a:txBody>
                    <a:bodyPr/>
                    <a:lstStyle/>
                    <a:p>
                      <a:pPr marL="0" indent="0" algn="ctr">
                        <a:buClr>
                          <a:srgbClr val="C00000"/>
                        </a:buClr>
                        <a:buFont typeface="Wingdings" panose="05000000000000000000" pitchFamily="2" charset="2"/>
                        <a:buNone/>
                      </a:pPr>
                      <a:r>
                        <a:rPr lang="en-IN" sz="900">
                          <a:solidFill>
                            <a:schemeClr val="tx1"/>
                          </a:solidFill>
                          <a:latin typeface="Ubuntu"/>
                        </a:rPr>
                        <a:t>x </a:t>
                      </a:r>
                      <a:endParaRPr lang="en-IN" sz="900">
                        <a:solidFill>
                          <a:schemeClr val="tx1"/>
                        </a:solidFill>
                        <a:latin typeface="Ubuntu" panose="020B0504030602030204" pitchFamily="34" charset="0"/>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
                          <a:srgbClr val="C00000"/>
                        </a:buClr>
                        <a:buSzTx/>
                        <a:buFont typeface="Wingdings" panose="05000000000000000000" pitchFamily="2" charset="2"/>
                        <a:buNone/>
                        <a:tabLst/>
                        <a:defRPr/>
                      </a:pPr>
                      <a:r>
                        <a:rPr kumimoji="0" lang="en-IN" sz="900" b="0" i="0" u="none" strike="noStrike" kern="1200" cap="none" spc="0" normalizeH="0" baseline="0" noProof="0">
                          <a:ln>
                            <a:noFill/>
                          </a:ln>
                          <a:solidFill>
                            <a:prstClr val="black"/>
                          </a:solidFill>
                          <a:effectLst/>
                          <a:uLnTx/>
                          <a:uFillTx/>
                          <a:latin typeface="+mn-lt"/>
                          <a:ea typeface="+mn-ea"/>
                          <a:cs typeface="+mn-cs"/>
                        </a:rPr>
                        <a:t>x</a:t>
                      </a:r>
                      <a:r>
                        <a:rPr lang="en-IN" sz="900" b="0" i="0" u="none" strike="noStrike" kern="1200" cap="none" spc="0" normalizeH="0" baseline="0" noProof="0">
                          <a:ln>
                            <a:noFill/>
                          </a:ln>
                          <a:solidFill>
                            <a:prstClr val="black"/>
                          </a:solidFill>
                          <a:effectLst/>
                          <a:uLnTx/>
                          <a:uFillTx/>
                          <a:latin typeface="+mn-lt"/>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indent="0" algn="ctr">
                        <a:buClr>
                          <a:srgbClr val="C00000"/>
                        </a:buClr>
                        <a:buFont typeface="Wingdings" panose="05000000000000000000" pitchFamily="2" charset="2"/>
                        <a:buNone/>
                      </a:pPr>
                      <a:endParaRPr lang="en-IN" sz="900">
                        <a:solidFill>
                          <a:schemeClr val="tx1"/>
                        </a:solidFill>
                        <a:latin typeface="Ubuntu" panose="020B0504030602030204" pitchFamily="34" charset="0"/>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indent="0" algn="ctr">
                        <a:buClr>
                          <a:srgbClr val="C00000"/>
                        </a:buClr>
                        <a:buFont typeface="Wingdings" panose="05000000000000000000" pitchFamily="2" charset="2"/>
                        <a:buNone/>
                      </a:pPr>
                      <a:endParaRPr lang="en-IN" sz="900">
                        <a:solidFill>
                          <a:schemeClr val="tx1"/>
                        </a:solidFill>
                        <a:latin typeface="Ubuntu" panose="020B0504030602030204" pitchFamily="34" charset="0"/>
                      </a:endParaRPr>
                    </a:p>
                  </a:txBody>
                  <a:tcPr anchor="ctr">
                    <a:solidFill>
                      <a:schemeClr val="accent6">
                        <a:lumMod val="20000"/>
                        <a:lumOff val="80000"/>
                      </a:schemeClr>
                    </a:solidFill>
                  </a:tcPr>
                </a:tc>
                <a:tc>
                  <a:txBody>
                    <a:bodyPr/>
                    <a:lstStyle/>
                    <a:p>
                      <a:pPr marL="0" indent="0" algn="ctr">
                        <a:buClr>
                          <a:srgbClr val="C00000"/>
                        </a:buClr>
                        <a:buNone/>
                      </a:pPr>
                      <a:endParaRPr lang="en-IN" sz="900">
                        <a:solidFill>
                          <a:schemeClr val="tx1"/>
                        </a:solidFill>
                        <a:latin typeface="Ubuntu" panose="020B0504030602030204" pitchFamily="34" charset="0"/>
                      </a:endParaRPr>
                    </a:p>
                  </a:txBody>
                  <a:tcPr anchor="ctr">
                    <a:solidFill>
                      <a:schemeClr val="accent6">
                        <a:lumMod val="20000"/>
                        <a:lumOff val="80000"/>
                      </a:schemeClr>
                    </a:solidFill>
                  </a:tcPr>
                </a:tc>
                <a:tc>
                  <a:txBody>
                    <a:bodyPr/>
                    <a:lstStyle/>
                    <a:p>
                      <a:pPr marL="0" indent="0" algn="ctr">
                        <a:buClr>
                          <a:srgbClr val="C00000"/>
                        </a:buClr>
                        <a:buFont typeface="Wingdings" panose="05000000000000000000" pitchFamily="2" charset="2"/>
                        <a:buNone/>
                      </a:pPr>
                      <a:endParaRPr lang="en-IN" sz="900">
                        <a:solidFill>
                          <a:schemeClr val="tx1"/>
                        </a:solidFill>
                        <a:latin typeface="Ubuntu" panose="020B0504030602030204" pitchFamily="34" charset="0"/>
                      </a:endParaRPr>
                    </a:p>
                  </a:txBody>
                  <a:tcPr anchor="ctr">
                    <a:solidFill>
                      <a:schemeClr val="accent6">
                        <a:lumMod val="20000"/>
                        <a:lumOff val="80000"/>
                      </a:schemeClr>
                    </a:solidFill>
                  </a:tcPr>
                </a:tc>
                <a:tc>
                  <a:txBody>
                    <a:bodyPr/>
                    <a:lstStyle/>
                    <a:p>
                      <a:pPr marL="0" indent="0" algn="ctr">
                        <a:buClr>
                          <a:srgbClr val="C00000"/>
                        </a:buClr>
                        <a:buFont typeface="Wingdings" panose="05000000000000000000" pitchFamily="2" charset="2"/>
                        <a:buNone/>
                      </a:pPr>
                      <a:endParaRPr lang="en-IN" sz="900">
                        <a:solidFill>
                          <a:schemeClr val="tx1"/>
                        </a:solidFill>
                        <a:latin typeface="Ubuntu" panose="020B0504030602030204" pitchFamily="34" charset="0"/>
                      </a:endParaRPr>
                    </a:p>
                  </a:txBody>
                  <a:tcPr anchor="ctr">
                    <a:solidFill>
                      <a:schemeClr val="accent6">
                        <a:lumMod val="20000"/>
                        <a:lumOff val="80000"/>
                      </a:schemeClr>
                    </a:solidFill>
                  </a:tcPr>
                </a:tc>
                <a:extLst>
                  <a:ext uri="{0D108BD9-81ED-4DB2-BD59-A6C34878D82A}">
                    <a16:rowId xmlns:a16="http://schemas.microsoft.com/office/drawing/2014/main" val="2163145162"/>
                  </a:ext>
                </a:extLst>
              </a:tr>
              <a:tr h="367862">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800" b="0" i="0" u="none" strike="noStrike" kern="1200" noProof="0">
                          <a:solidFill>
                            <a:schemeClr val="bg1"/>
                          </a:solidFill>
                          <a:effectLst/>
                          <a:latin typeface="Ubuntu"/>
                          <a:ea typeface="+mn-ea"/>
                          <a:cs typeface="+mn-cs"/>
                        </a:rPr>
                        <a:t>Development Team</a:t>
                      </a:r>
                    </a:p>
                  </a:txBody>
                  <a:tcPr marL="6350" marR="6350" marT="6350" marB="0" anchor="ctr">
                    <a:solidFill>
                      <a:schemeClr val="accent6">
                        <a:lumMod val="75000"/>
                      </a:schemeClr>
                    </a:solidFill>
                  </a:tcPr>
                </a:tc>
                <a:tc>
                  <a:txBody>
                    <a:bodyPr/>
                    <a:lstStyle/>
                    <a:p>
                      <a:pPr marL="0" marR="0" lvl="0" indent="0" algn="ctr" rtl="0">
                        <a:lnSpc>
                          <a:spcPct val="100000"/>
                        </a:lnSpc>
                        <a:spcBef>
                          <a:spcPts val="0"/>
                        </a:spcBef>
                        <a:spcAft>
                          <a:spcPts val="0"/>
                        </a:spcAft>
                        <a:buSzTx/>
                        <a:buFont typeface="Wingdings" panose="05000000000000000000" pitchFamily="2" charset="2"/>
                        <a:buNone/>
                      </a:pPr>
                      <a:r>
                        <a:rPr lang="en-IN" sz="900" b="0" i="0" u="none" strike="noStrike" kern="1200" cap="none" spc="0" normalizeH="0" baseline="0" noProof="0">
                          <a:ln>
                            <a:noFill/>
                          </a:ln>
                          <a:solidFill>
                            <a:prstClr val="black"/>
                          </a:solidFill>
                          <a:effectLst/>
                          <a:uLnTx/>
                          <a:uFillTx/>
                          <a:latin typeface="Ubuntu"/>
                          <a:ea typeface="+mn-ea"/>
                          <a:cs typeface="+mn-cs"/>
                        </a:rPr>
                        <a:t>x </a:t>
                      </a:r>
                    </a:p>
                  </a:txBody>
                  <a:tcPr anchor="ctr">
                    <a:solidFill>
                      <a:schemeClr val="accent6">
                        <a:lumMod val="20000"/>
                        <a:lumOff val="80000"/>
                      </a:schemeClr>
                    </a:solidFill>
                  </a:tcPr>
                </a:tc>
                <a:tc>
                  <a:txBody>
                    <a:bodyPr/>
                    <a:lstStyle/>
                    <a:p>
                      <a:pPr marL="0" indent="0" algn="ctr">
                        <a:buClr>
                          <a:srgbClr val="C00000"/>
                        </a:buClr>
                        <a:buNone/>
                      </a:pPr>
                      <a:endParaRPr lang="en-IN" sz="900">
                        <a:solidFill>
                          <a:schemeClr val="tx1"/>
                        </a:solidFill>
                        <a:latin typeface="Ubuntu" panose="020B0504030602030204" pitchFamily="34" charset="0"/>
                      </a:endParaRPr>
                    </a:p>
                  </a:txBody>
                  <a:tcPr anchor="ctr">
                    <a:solidFill>
                      <a:schemeClr val="accent6">
                        <a:lumMod val="20000"/>
                        <a:lumOff val="80000"/>
                      </a:schemeClr>
                    </a:solidFill>
                  </a:tcPr>
                </a:tc>
                <a:tc>
                  <a:txBody>
                    <a:bodyPr/>
                    <a:lstStyle/>
                    <a:p>
                      <a:pPr marL="0" indent="0" algn="ctr">
                        <a:buClr>
                          <a:srgbClr val="C00000"/>
                        </a:buClr>
                        <a:buFont typeface="Wingdings" panose="05000000000000000000" pitchFamily="2" charset="2"/>
                        <a:buNone/>
                      </a:pPr>
                      <a:endParaRPr lang="en-IN" sz="900">
                        <a:solidFill>
                          <a:schemeClr val="tx1"/>
                        </a:solidFill>
                        <a:latin typeface="Ubuntu" panose="020B0504030602030204" pitchFamily="34" charset="0"/>
                      </a:endParaRPr>
                    </a:p>
                  </a:txBody>
                  <a:tcPr anchor="ctr">
                    <a:solidFill>
                      <a:schemeClr val="accent6">
                        <a:lumMod val="20000"/>
                        <a:lumOff val="80000"/>
                      </a:schemeClr>
                    </a:solidFill>
                  </a:tcPr>
                </a:tc>
                <a:tc>
                  <a:txBody>
                    <a:bodyPr/>
                    <a:lstStyle/>
                    <a:p>
                      <a:pPr marL="0" indent="0" algn="ctr">
                        <a:buClr>
                          <a:srgbClr val="C00000"/>
                        </a:buClr>
                        <a:buFont typeface="Wingdings" panose="05000000000000000000" pitchFamily="2" charset="2"/>
                        <a:buNone/>
                      </a:pPr>
                      <a:endParaRPr lang="en-IN" sz="900">
                        <a:solidFill>
                          <a:schemeClr val="tx1"/>
                        </a:solidFill>
                        <a:latin typeface="Ubuntu" panose="020B0504030602030204" pitchFamily="34" charset="0"/>
                      </a:endParaRPr>
                    </a:p>
                  </a:txBody>
                  <a:tcPr anchor="ctr">
                    <a:solidFill>
                      <a:schemeClr val="accent6">
                        <a:lumMod val="20000"/>
                        <a:lumOff val="80000"/>
                      </a:schemeClr>
                    </a:solidFill>
                  </a:tcPr>
                </a:tc>
                <a:tc>
                  <a:txBody>
                    <a:bodyPr/>
                    <a:lstStyle/>
                    <a:p>
                      <a:pPr marL="0" indent="0" algn="ctr">
                        <a:buClr>
                          <a:srgbClr val="C00000"/>
                        </a:buClr>
                        <a:buFont typeface="Wingdings" panose="05000000000000000000" pitchFamily="2" charset="2"/>
                        <a:buNone/>
                      </a:pPr>
                      <a:endParaRPr lang="en-IN" sz="900">
                        <a:solidFill>
                          <a:schemeClr val="tx1"/>
                        </a:solidFill>
                        <a:latin typeface="Ubuntu" panose="020B0504030602030204" pitchFamily="34" charset="0"/>
                      </a:endParaRPr>
                    </a:p>
                  </a:txBody>
                  <a:tcPr anchor="ctr">
                    <a:solidFill>
                      <a:schemeClr val="accent6">
                        <a:lumMod val="20000"/>
                        <a:lumOff val="80000"/>
                      </a:schemeClr>
                    </a:solidFill>
                  </a:tcPr>
                </a:tc>
                <a:tc>
                  <a:txBody>
                    <a:bodyPr/>
                    <a:lstStyle/>
                    <a:p>
                      <a:pPr marL="0" indent="0" algn="ctr">
                        <a:buClr>
                          <a:srgbClr val="C00000"/>
                        </a:buClr>
                        <a:buFont typeface="Wingdings" panose="05000000000000000000" pitchFamily="2" charset="2"/>
                        <a:buNone/>
                      </a:pPr>
                      <a:endParaRPr lang="en-IN" sz="900">
                        <a:solidFill>
                          <a:schemeClr val="tx1"/>
                        </a:solidFill>
                        <a:latin typeface="Ubuntu" panose="020B0504030602030204" pitchFamily="34" charset="0"/>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lang="en-IN" sz="900" b="0" i="0" u="none" strike="noStrike" kern="1200" cap="none" spc="0" normalizeH="0" baseline="0" noProof="0">
                          <a:ln>
                            <a:noFill/>
                          </a:ln>
                          <a:solidFill>
                            <a:prstClr val="black"/>
                          </a:solidFill>
                          <a:effectLst/>
                          <a:uLnTx/>
                          <a:uFillTx/>
                          <a:latin typeface="Ubuntu"/>
                          <a:ea typeface="+mn-ea"/>
                          <a:cs typeface="+mn-cs"/>
                        </a:rPr>
                        <a:t>x</a:t>
                      </a:r>
                      <a:endParaRPr kumimoji="0" lang="en-IN" sz="900" b="0" i="0" u="none" strike="noStrike" kern="1200" cap="none" spc="0" normalizeH="0" baseline="0" noProof="0">
                        <a:ln>
                          <a:noFill/>
                        </a:ln>
                        <a:solidFill>
                          <a:prstClr val="black"/>
                        </a:solidFill>
                        <a:effectLst/>
                        <a:uLnTx/>
                        <a:uFillTx/>
                        <a:latin typeface="Ubuntu"/>
                        <a:ea typeface="+mn-ea"/>
                        <a:cs typeface="+mn-cs"/>
                      </a:endParaRPr>
                    </a:p>
                  </a:txBody>
                  <a:tcPr anchor="ctr">
                    <a:solidFill>
                      <a:schemeClr val="accent6">
                        <a:lumMod val="20000"/>
                        <a:lumOff val="80000"/>
                      </a:schemeClr>
                    </a:solidFill>
                  </a:tcPr>
                </a:tc>
                <a:tc>
                  <a:txBody>
                    <a:bodyPr/>
                    <a:lstStyle/>
                    <a:p>
                      <a:pPr marL="0" indent="0" algn="ctr">
                        <a:buClr>
                          <a:srgbClr val="C00000"/>
                        </a:buClr>
                        <a:buFont typeface="Wingdings" panose="05000000000000000000" pitchFamily="2" charset="2"/>
                        <a:buNone/>
                      </a:pPr>
                      <a:endParaRPr lang="en-IN" sz="900">
                        <a:solidFill>
                          <a:schemeClr val="tx1"/>
                        </a:solidFill>
                        <a:latin typeface="Ubuntu" panose="020B0504030602030204" pitchFamily="34" charset="0"/>
                      </a:endParaRPr>
                    </a:p>
                  </a:txBody>
                  <a:tcPr anchor="ctr">
                    <a:solidFill>
                      <a:schemeClr val="accent6">
                        <a:lumMod val="20000"/>
                        <a:lumOff val="80000"/>
                      </a:schemeClr>
                    </a:solidFill>
                  </a:tcPr>
                </a:tc>
                <a:tc>
                  <a:txBody>
                    <a:bodyPr/>
                    <a:lstStyle/>
                    <a:p>
                      <a:pPr marL="285750" indent="-285750" algn="ctr">
                        <a:buClr>
                          <a:srgbClr val="C00000"/>
                        </a:buClr>
                        <a:buFont typeface="Wingdings" panose="05000000000000000000" pitchFamily="2" charset="2"/>
                        <a:buChar char="ü"/>
                      </a:pPr>
                      <a:endParaRPr lang="en-IN" sz="900">
                        <a:solidFill>
                          <a:schemeClr val="tx1"/>
                        </a:solidFill>
                        <a:latin typeface="Ubuntu" panose="020B0504030602030204" pitchFamily="34" charset="0"/>
                      </a:endParaRPr>
                    </a:p>
                  </a:txBody>
                  <a:tcPr anchor="ctr">
                    <a:solidFill>
                      <a:schemeClr val="accent6">
                        <a:lumMod val="20000"/>
                        <a:lumOff val="80000"/>
                      </a:schemeClr>
                    </a:solidFill>
                  </a:tcPr>
                </a:tc>
                <a:tc>
                  <a:txBody>
                    <a:bodyPr/>
                    <a:lstStyle/>
                    <a:p>
                      <a:pPr marL="0" indent="0" algn="ctr">
                        <a:buClr>
                          <a:srgbClr val="C00000"/>
                        </a:buClr>
                        <a:buFont typeface="Wingdings" panose="05000000000000000000" pitchFamily="2" charset="2"/>
                        <a:buNone/>
                      </a:pPr>
                      <a:endParaRPr lang="en-IN" sz="900">
                        <a:solidFill>
                          <a:schemeClr val="tx1"/>
                        </a:solidFill>
                        <a:latin typeface="Ubuntu" panose="020B0504030602030204" pitchFamily="34" charset="0"/>
                      </a:endParaRPr>
                    </a:p>
                  </a:txBody>
                  <a:tcPr anchor="ctr">
                    <a:solidFill>
                      <a:schemeClr val="accent6">
                        <a:lumMod val="20000"/>
                        <a:lumOff val="80000"/>
                      </a:schemeClr>
                    </a:solidFill>
                  </a:tcPr>
                </a:tc>
                <a:tc>
                  <a:txBody>
                    <a:bodyPr/>
                    <a:lstStyle/>
                    <a:p>
                      <a:pPr marL="0" indent="0" algn="ctr">
                        <a:buClr>
                          <a:srgbClr val="C00000"/>
                        </a:buClr>
                        <a:buFont typeface="Wingdings" panose="05000000000000000000" pitchFamily="2" charset="2"/>
                        <a:buNone/>
                      </a:pPr>
                      <a:endParaRPr lang="en-IN" sz="900">
                        <a:solidFill>
                          <a:schemeClr val="tx1"/>
                        </a:solidFill>
                        <a:latin typeface="Ubuntu" panose="020B0504030602030204" pitchFamily="34" charset="0"/>
                      </a:endParaRPr>
                    </a:p>
                  </a:txBody>
                  <a:tcPr anchor="ctr">
                    <a:solidFill>
                      <a:schemeClr val="accent6">
                        <a:lumMod val="20000"/>
                        <a:lumOff val="80000"/>
                      </a:schemeClr>
                    </a:solidFill>
                  </a:tcPr>
                </a:tc>
                <a:tc>
                  <a:txBody>
                    <a:bodyPr/>
                    <a:lstStyle/>
                    <a:p>
                      <a:pPr marL="0" indent="0" algn="ctr">
                        <a:buClr>
                          <a:srgbClr val="C00000"/>
                        </a:buClr>
                        <a:buFont typeface="Wingdings" panose="05000000000000000000" pitchFamily="2" charset="2"/>
                        <a:buNone/>
                      </a:pPr>
                      <a:endParaRPr lang="en-IN" sz="900">
                        <a:solidFill>
                          <a:schemeClr val="tx1"/>
                        </a:solidFill>
                        <a:latin typeface="Ubuntu" panose="020B0504030602030204" pitchFamily="34" charset="0"/>
                      </a:endParaRPr>
                    </a:p>
                  </a:txBody>
                  <a:tcPr anchor="ctr">
                    <a:solidFill>
                      <a:schemeClr val="accent6">
                        <a:lumMod val="20000"/>
                        <a:lumOff val="80000"/>
                      </a:schemeClr>
                    </a:solidFill>
                  </a:tcPr>
                </a:tc>
                <a:extLst>
                  <a:ext uri="{0D108BD9-81ED-4DB2-BD59-A6C34878D82A}">
                    <a16:rowId xmlns:a16="http://schemas.microsoft.com/office/drawing/2014/main" val="1196893476"/>
                  </a:ext>
                </a:extLst>
              </a:tr>
              <a:tr h="367862">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800" b="0" i="0" u="none" strike="noStrike" kern="1200" noProof="0">
                          <a:solidFill>
                            <a:schemeClr val="bg1"/>
                          </a:solidFill>
                          <a:effectLst/>
                          <a:latin typeface="Ubuntu"/>
                          <a:ea typeface="+mn-ea"/>
                          <a:cs typeface="+mn-cs"/>
                        </a:rPr>
                        <a:t>Product Rationalization Team</a:t>
                      </a:r>
                    </a:p>
                  </a:txBody>
                  <a:tcPr marL="6350" marR="6350" marT="6350" marB="0" anchor="ctr">
                    <a:gradFill flip="none" rotWithShape="1">
                      <a:gsLst>
                        <a:gs pos="0">
                          <a:schemeClr val="accent6">
                            <a:lumMod val="75000"/>
                          </a:schemeClr>
                        </a:gs>
                        <a:gs pos="50000">
                          <a:schemeClr val="accent6">
                            <a:lumMod val="75000"/>
                          </a:schemeClr>
                        </a:gs>
                        <a:gs pos="51000">
                          <a:srgbClr val="F214ED"/>
                        </a:gs>
                      </a:gsLst>
                      <a:lin ang="10800000" scaled="1"/>
                      <a:tileRect/>
                    </a:gradFill>
                  </a:tcPr>
                </a:tc>
                <a:tc>
                  <a:txBody>
                    <a:bodyPr/>
                    <a:lstStyle/>
                    <a:p>
                      <a:pPr marL="0" marR="0" lvl="0" indent="0" algn="ctr" rtl="0">
                        <a:lnSpc>
                          <a:spcPct val="100000"/>
                        </a:lnSpc>
                        <a:spcBef>
                          <a:spcPts val="0"/>
                        </a:spcBef>
                        <a:spcAft>
                          <a:spcPts val="0"/>
                        </a:spcAft>
                        <a:buSzTx/>
                        <a:buFont typeface="Wingdings" panose="05000000000000000000" pitchFamily="2" charset="2"/>
                        <a:buNone/>
                      </a:pPr>
                      <a:r>
                        <a:rPr lang="en-IN" sz="900" b="0" i="0" u="none" strike="noStrike" kern="1200" cap="none" spc="0" normalizeH="0" baseline="0" noProof="0">
                          <a:ln>
                            <a:noFill/>
                          </a:ln>
                          <a:solidFill>
                            <a:prstClr val="black"/>
                          </a:solidFill>
                          <a:effectLst/>
                          <a:uLnTx/>
                          <a:uFillTx/>
                          <a:latin typeface="Ubuntu"/>
                          <a:ea typeface="+mn-ea"/>
                          <a:cs typeface="+mn-cs"/>
                        </a:rPr>
                        <a:t>x </a:t>
                      </a:r>
                    </a:p>
                  </a:txBody>
                  <a:tcPr anchor="ctr">
                    <a:solidFill>
                      <a:schemeClr val="accent6">
                        <a:lumMod val="20000"/>
                        <a:lumOff val="80000"/>
                      </a:schemeClr>
                    </a:solidFill>
                  </a:tcPr>
                </a:tc>
                <a:tc>
                  <a:txBody>
                    <a:bodyPr/>
                    <a:lstStyle/>
                    <a:p>
                      <a:pPr marL="0" marR="0" lvl="0" indent="0" algn="ctr" rtl="0">
                        <a:lnSpc>
                          <a:spcPct val="100000"/>
                        </a:lnSpc>
                        <a:spcBef>
                          <a:spcPts val="0"/>
                        </a:spcBef>
                        <a:spcAft>
                          <a:spcPts val="0"/>
                        </a:spcAft>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a:ea typeface="+mn-ea"/>
                        <a:cs typeface="+mn-cs"/>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285750" indent="-285750" algn="ctr">
                        <a:buClr>
                          <a:srgbClr val="C00000"/>
                        </a:buClr>
                        <a:buFont typeface="Wingdings" panose="05000000000000000000" pitchFamily="2" charset="2"/>
                        <a:buChar char="ü"/>
                      </a:pPr>
                      <a:endParaRPr lang="en-IN" sz="900">
                        <a:solidFill>
                          <a:schemeClr val="tx1"/>
                        </a:solidFill>
                        <a:latin typeface="Ubuntu" panose="020B0504030602030204" pitchFamily="34" charset="0"/>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indent="0" algn="ctr">
                        <a:buClr>
                          <a:srgbClr val="C00000"/>
                        </a:buClr>
                        <a:buNone/>
                      </a:pPr>
                      <a:endParaRPr lang="en-IN" sz="900">
                        <a:solidFill>
                          <a:schemeClr val="tx1"/>
                        </a:solidFill>
                        <a:latin typeface="Ubuntu" panose="020B0504030602030204" pitchFamily="34" charset="0"/>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extLst>
                  <a:ext uri="{0D108BD9-81ED-4DB2-BD59-A6C34878D82A}">
                    <a16:rowId xmlns:a16="http://schemas.microsoft.com/office/drawing/2014/main" val="3035601056"/>
                  </a:ext>
                </a:extLst>
              </a:tr>
              <a:tr h="336884">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800" b="0" i="0" u="none" strike="noStrike" kern="1200" noProof="0">
                          <a:solidFill>
                            <a:schemeClr val="bg1"/>
                          </a:solidFill>
                          <a:effectLst/>
                          <a:latin typeface="Ubuntu"/>
                          <a:ea typeface="+mn-ea"/>
                          <a:cs typeface="+mn-cs"/>
                        </a:rPr>
                        <a:t>Procurement Team</a:t>
                      </a:r>
                    </a:p>
                  </a:txBody>
                  <a:tcPr marL="6350" marR="6350" marT="6350" marB="0" anchor="ctr">
                    <a:gradFill flip="none" rotWithShape="1">
                      <a:gsLst>
                        <a:gs pos="0">
                          <a:schemeClr val="accent6">
                            <a:lumMod val="75000"/>
                          </a:schemeClr>
                        </a:gs>
                        <a:gs pos="50000">
                          <a:schemeClr val="accent6">
                            <a:lumMod val="75000"/>
                          </a:schemeClr>
                        </a:gs>
                        <a:gs pos="51000">
                          <a:srgbClr val="F214ED"/>
                        </a:gs>
                      </a:gsLst>
                      <a:lin ang="10800000" scaled="1"/>
                      <a:tileRect/>
                    </a:gradFill>
                  </a:tcPr>
                </a:tc>
                <a:tc>
                  <a:txBody>
                    <a:bodyPr/>
                    <a:lstStyle/>
                    <a:p>
                      <a:pPr marL="0" lvl="0" indent="0" algn="ctr">
                        <a:buClr>
                          <a:srgbClr val="C00000"/>
                        </a:buClr>
                        <a:buNone/>
                      </a:pPr>
                      <a:endParaRPr lang="en-IN" sz="900">
                        <a:solidFill>
                          <a:schemeClr val="tx1"/>
                        </a:solidFill>
                        <a:latin typeface="Ubuntu"/>
                      </a:endParaRPr>
                    </a:p>
                  </a:txBody>
                  <a:tcPr anchor="ctr">
                    <a:solidFill>
                      <a:schemeClr val="accent6">
                        <a:lumMod val="20000"/>
                        <a:lumOff val="80000"/>
                      </a:schemeClr>
                    </a:solidFill>
                  </a:tcPr>
                </a:tc>
                <a:tc>
                  <a:txBody>
                    <a:bodyPr/>
                    <a:lstStyle/>
                    <a:p>
                      <a:pPr marL="0" marR="0" lvl="0" indent="0" algn="ctr" rtl="0">
                        <a:lnSpc>
                          <a:spcPct val="100000"/>
                        </a:lnSpc>
                        <a:spcBef>
                          <a:spcPts val="0"/>
                        </a:spcBef>
                        <a:spcAft>
                          <a:spcPts val="0"/>
                        </a:spcAft>
                        <a:buSzTx/>
                        <a:buFont typeface="Wingdings" panose="05000000000000000000" pitchFamily="2" charset="2"/>
                        <a:buNone/>
                      </a:pPr>
                      <a:r>
                        <a:rPr lang="en-IN" sz="900" b="0" i="0" u="none" strike="noStrike" kern="1200" cap="none" spc="0" normalizeH="0" baseline="0" noProof="0">
                          <a:ln>
                            <a:noFill/>
                          </a:ln>
                          <a:solidFill>
                            <a:prstClr val="black"/>
                          </a:solidFill>
                          <a:effectLst/>
                          <a:uLnTx/>
                          <a:uFillTx/>
                          <a:latin typeface="Ubuntu"/>
                          <a:ea typeface="+mn-ea"/>
                          <a:cs typeface="+mn-cs"/>
                        </a:rPr>
                        <a:t>x </a:t>
                      </a:r>
                      <a:endParaRPr kumimoji="0" lang="en-IN" sz="900" b="0" i="0" u="none" strike="noStrike" kern="1200" cap="none" spc="0" normalizeH="0" baseline="0" noProof="0">
                        <a:ln>
                          <a:noFill/>
                        </a:ln>
                        <a:solidFill>
                          <a:prstClr val="black"/>
                        </a:solidFill>
                        <a:effectLst/>
                        <a:uLnTx/>
                        <a:uFillTx/>
                        <a:latin typeface="Ubuntu"/>
                        <a:ea typeface="+mn-ea"/>
                        <a:cs typeface="+mn-cs"/>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171450" indent="-171450" algn="ctr">
                        <a:buClr>
                          <a:srgbClr val="C00000"/>
                        </a:buClr>
                        <a:buFont typeface="Wingdings" panose="05000000000000000000" pitchFamily="2" charset="2"/>
                        <a:buChar char="ü"/>
                      </a:pPr>
                      <a:endParaRPr lang="en-IN" sz="900">
                        <a:solidFill>
                          <a:schemeClr val="tx1"/>
                        </a:solidFill>
                        <a:latin typeface="Ubuntu" panose="020B0504030602030204" pitchFamily="34" charset="0"/>
                      </a:endParaRPr>
                    </a:p>
                  </a:txBody>
                  <a:tcPr anchor="ctr">
                    <a:solidFill>
                      <a:schemeClr val="accent6">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
                          <a:srgbClr val="C00000"/>
                        </a:buClr>
                        <a:buSzTx/>
                        <a:buFont typeface="Wingdings" panose="05000000000000000000" pitchFamily="2" charset="2"/>
                        <a:buNone/>
                        <a:tabLst/>
                        <a:defRPr/>
                      </a:pP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indent="0" algn="ctr">
                        <a:buClr>
                          <a:srgbClr val="C00000"/>
                        </a:buClr>
                        <a:buFont typeface="Wingdings" panose="05000000000000000000" pitchFamily="2" charset="2"/>
                        <a:buNone/>
                      </a:pPr>
                      <a:endParaRPr lang="en-IN" sz="900">
                        <a:solidFill>
                          <a:schemeClr val="tx1"/>
                        </a:solidFill>
                        <a:latin typeface="Ubuntu" panose="020B0504030602030204" pitchFamily="34" charset="0"/>
                      </a:endParaRPr>
                    </a:p>
                  </a:txBody>
                  <a:tcPr anchor="ctr">
                    <a:solidFill>
                      <a:schemeClr val="accent6">
                        <a:lumMod val="20000"/>
                        <a:lumOff val="80000"/>
                      </a:schemeClr>
                    </a:solidFill>
                  </a:tcPr>
                </a:tc>
                <a:tc>
                  <a:txBody>
                    <a:bodyPr/>
                    <a:lstStyle/>
                    <a:p>
                      <a:pPr marL="0" indent="0" algn="ctr">
                        <a:buClr>
                          <a:srgbClr val="C00000"/>
                        </a:buClr>
                        <a:buFont typeface="Wingdings" panose="05000000000000000000" pitchFamily="2" charset="2"/>
                        <a:buNone/>
                      </a:pPr>
                      <a:endParaRPr lang="en-IN" sz="900">
                        <a:solidFill>
                          <a:schemeClr val="tx1"/>
                        </a:solidFill>
                        <a:latin typeface="Ubuntu" panose="020B0504030602030204" pitchFamily="34" charset="0"/>
                      </a:endParaRPr>
                    </a:p>
                  </a:txBody>
                  <a:tcPr anchor="ctr">
                    <a:solidFill>
                      <a:schemeClr val="accent6">
                        <a:lumMod val="20000"/>
                        <a:lumOff val="80000"/>
                      </a:schemeClr>
                    </a:solidFill>
                  </a:tcPr>
                </a:tc>
                <a:tc>
                  <a:txBody>
                    <a:bodyPr/>
                    <a:lstStyle/>
                    <a:p>
                      <a:pPr marL="0" indent="0" algn="ctr">
                        <a:buClr>
                          <a:srgbClr val="C00000"/>
                        </a:buClr>
                        <a:buFont typeface="Wingdings" panose="05000000000000000000" pitchFamily="2" charset="2"/>
                        <a:buNone/>
                      </a:pPr>
                      <a:endParaRPr lang="en-IN" sz="900">
                        <a:solidFill>
                          <a:schemeClr val="tx1"/>
                        </a:solidFill>
                        <a:latin typeface="Ubuntu" panose="020B0504030602030204" pitchFamily="34" charset="0"/>
                      </a:endParaRPr>
                    </a:p>
                  </a:txBody>
                  <a:tcPr anchor="ctr">
                    <a:solidFill>
                      <a:schemeClr val="accent6">
                        <a:lumMod val="20000"/>
                        <a:lumOff val="80000"/>
                      </a:schemeClr>
                    </a:solidFill>
                  </a:tcPr>
                </a:tc>
                <a:extLst>
                  <a:ext uri="{0D108BD9-81ED-4DB2-BD59-A6C34878D82A}">
                    <a16:rowId xmlns:a16="http://schemas.microsoft.com/office/drawing/2014/main" val="1204740562"/>
                  </a:ext>
                </a:extLst>
              </a:tr>
              <a:tr h="327259">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800" b="0" i="0" u="none" strike="noStrike" kern="1200" noProof="0">
                          <a:solidFill>
                            <a:schemeClr val="bg1"/>
                          </a:solidFill>
                          <a:effectLst/>
                          <a:latin typeface="Ubuntu"/>
                          <a:ea typeface="+mn-ea"/>
                          <a:cs typeface="+mn-cs"/>
                        </a:rPr>
                        <a:t>DevOps Team</a:t>
                      </a:r>
                    </a:p>
                  </a:txBody>
                  <a:tcPr marL="6350" marR="6350" marT="6350" marB="0" anchor="ctr">
                    <a:gradFill flip="none" rotWithShape="1">
                      <a:gsLst>
                        <a:gs pos="0">
                          <a:schemeClr val="accent6">
                            <a:lumMod val="75000"/>
                          </a:schemeClr>
                        </a:gs>
                        <a:gs pos="50000">
                          <a:schemeClr val="accent6">
                            <a:lumMod val="75000"/>
                          </a:schemeClr>
                        </a:gs>
                        <a:gs pos="51000">
                          <a:srgbClr val="F214ED"/>
                        </a:gs>
                      </a:gsLst>
                      <a:lin ang="10800000" scaled="1"/>
                      <a:tileRect/>
                    </a:gradFill>
                  </a:tcPr>
                </a:tc>
                <a:tc>
                  <a:txBody>
                    <a:bodyPr/>
                    <a:lstStyle/>
                    <a:p>
                      <a:pPr marL="0" marR="0" lvl="0" indent="0" algn="ctr" rtl="0">
                        <a:lnSpc>
                          <a:spcPct val="100000"/>
                        </a:lnSpc>
                        <a:spcBef>
                          <a:spcPts val="0"/>
                        </a:spcBef>
                        <a:spcAft>
                          <a:spcPts val="0"/>
                        </a:spcAft>
                        <a:buSzTx/>
                        <a:buFont typeface="Wingdings" panose="05000000000000000000" pitchFamily="2" charset="2"/>
                        <a:buNone/>
                      </a:pPr>
                      <a:r>
                        <a:rPr lang="en-IN" sz="900" b="0" i="0" u="none" strike="noStrike" kern="1200" cap="none" spc="0" normalizeH="0" baseline="0" noProof="0">
                          <a:ln>
                            <a:noFill/>
                          </a:ln>
                          <a:solidFill>
                            <a:prstClr val="black"/>
                          </a:solidFill>
                          <a:effectLst/>
                          <a:uLnTx/>
                          <a:uFillTx/>
                          <a:latin typeface="Ubuntu"/>
                          <a:ea typeface="+mn-ea"/>
                          <a:cs typeface="+mn-cs"/>
                        </a:rPr>
                        <a:t>x </a:t>
                      </a:r>
                    </a:p>
                  </a:txBody>
                  <a:tcPr anchor="ctr">
                    <a:solidFill>
                      <a:schemeClr val="accent6">
                        <a:lumMod val="20000"/>
                        <a:lumOff val="80000"/>
                      </a:schemeClr>
                    </a:solidFill>
                  </a:tcPr>
                </a:tc>
                <a:tc>
                  <a:txBody>
                    <a:bodyPr/>
                    <a:lstStyle/>
                    <a:p>
                      <a:pPr marL="0" marR="0" lvl="0" indent="0" algn="ctr" rtl="0">
                        <a:lnSpc>
                          <a:spcPct val="100000"/>
                        </a:lnSpc>
                        <a:spcBef>
                          <a:spcPts val="0"/>
                        </a:spcBef>
                        <a:spcAft>
                          <a:spcPts val="0"/>
                        </a:spcAft>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a:ea typeface="+mn-ea"/>
                        <a:cs typeface="+mn-cs"/>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
                          <a:srgbClr val="C00000"/>
                        </a:buClr>
                        <a:buSzTx/>
                        <a:buFont typeface="Wingdings" panose="05000000000000000000" pitchFamily="2" charset="2"/>
                        <a:buNone/>
                        <a:tabLst/>
                        <a:defRPr/>
                      </a:pP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rtl="0">
                        <a:lnSpc>
                          <a:spcPct val="100000"/>
                        </a:lnSpc>
                        <a:spcBef>
                          <a:spcPts val="0"/>
                        </a:spcBef>
                        <a:spcAft>
                          <a:spcPts val="0"/>
                        </a:spcAft>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a:ea typeface="+mn-ea"/>
                        <a:cs typeface="+mn-cs"/>
                      </a:endParaRPr>
                    </a:p>
                  </a:txBody>
                  <a:tcPr anchor="ctr">
                    <a:solidFill>
                      <a:schemeClr val="accent6">
                        <a:lumMod val="20000"/>
                        <a:lumOff val="80000"/>
                      </a:schemeClr>
                    </a:solidFill>
                  </a:tcPr>
                </a:tc>
                <a:tc>
                  <a:txBody>
                    <a:bodyPr/>
                    <a:lstStyle/>
                    <a:p>
                      <a:pPr marL="0" indent="0" algn="ctr">
                        <a:buClr>
                          <a:srgbClr val="C00000"/>
                        </a:buClr>
                        <a:buNone/>
                      </a:pPr>
                      <a:endParaRPr lang="en-IN" sz="900">
                        <a:solidFill>
                          <a:schemeClr val="tx1"/>
                        </a:solidFill>
                        <a:latin typeface="Ubuntu" panose="020B0504030602030204" pitchFamily="34" charset="0"/>
                      </a:endParaRPr>
                    </a:p>
                  </a:txBody>
                  <a:tcPr anchor="ctr">
                    <a:solidFill>
                      <a:schemeClr val="accent6">
                        <a:lumMod val="20000"/>
                        <a:lumOff val="80000"/>
                      </a:schemeClr>
                    </a:solidFill>
                  </a:tcPr>
                </a:tc>
                <a:tc>
                  <a:txBody>
                    <a:bodyPr/>
                    <a:lstStyle/>
                    <a:p>
                      <a:pPr marL="171450" indent="-171450" algn="ctr">
                        <a:buClr>
                          <a:srgbClr val="C00000"/>
                        </a:buClr>
                        <a:buFont typeface="Wingdings" panose="05000000000000000000" pitchFamily="2" charset="2"/>
                        <a:buChar char="ü"/>
                      </a:pPr>
                      <a:endParaRPr lang="en-IN" sz="900">
                        <a:solidFill>
                          <a:schemeClr val="tx1"/>
                        </a:solidFill>
                        <a:latin typeface="Ubuntu" panose="020B0504030602030204" pitchFamily="34" charset="0"/>
                      </a:endParaRPr>
                    </a:p>
                  </a:txBody>
                  <a:tcPr anchor="ctr">
                    <a:solidFill>
                      <a:schemeClr val="accent6">
                        <a:lumMod val="20000"/>
                        <a:lumOff val="80000"/>
                      </a:schemeClr>
                    </a:solidFill>
                  </a:tcPr>
                </a:tc>
                <a:tc>
                  <a:txBody>
                    <a:bodyPr/>
                    <a:lstStyle/>
                    <a:p>
                      <a:pPr marL="0" marR="0" lvl="0" indent="0" algn="ctr" rtl="0">
                        <a:lnSpc>
                          <a:spcPct val="100000"/>
                        </a:lnSpc>
                        <a:spcBef>
                          <a:spcPts val="0"/>
                        </a:spcBef>
                        <a:spcAft>
                          <a:spcPts val="0"/>
                        </a:spcAft>
                        <a:buSzTx/>
                        <a:buFont typeface="Wingdings" panose="05000000000000000000" pitchFamily="2" charset="2"/>
                        <a:buNone/>
                      </a:pPr>
                      <a:r>
                        <a:rPr lang="en-IN" sz="900" b="0" i="0" u="none" strike="noStrike" kern="1200" cap="none" spc="0" normalizeH="0" baseline="0" noProof="0">
                          <a:ln>
                            <a:noFill/>
                          </a:ln>
                          <a:solidFill>
                            <a:prstClr val="black"/>
                          </a:solidFill>
                          <a:effectLst/>
                          <a:uLnTx/>
                          <a:uFillTx/>
                          <a:latin typeface="Ubuntu"/>
                          <a:ea typeface="+mn-ea"/>
                          <a:cs typeface="+mn-cs"/>
                        </a:rPr>
                        <a:t>x </a:t>
                      </a:r>
                    </a:p>
                  </a:txBody>
                  <a:tcPr anchor="ctr">
                    <a:solidFill>
                      <a:schemeClr val="accent6">
                        <a:lumMod val="20000"/>
                        <a:lumOff val="80000"/>
                      </a:schemeClr>
                    </a:solidFill>
                  </a:tcPr>
                </a:tc>
                <a:tc>
                  <a:txBody>
                    <a:bodyPr/>
                    <a:lstStyle/>
                    <a:p>
                      <a:pPr marL="0" indent="0" algn="ctr">
                        <a:buClr>
                          <a:srgbClr val="C00000"/>
                        </a:buClr>
                        <a:buFont typeface="Wingdings" panose="05000000000000000000" pitchFamily="2" charset="2"/>
                        <a:buNone/>
                      </a:pPr>
                      <a:endParaRPr lang="en-IN" sz="900">
                        <a:solidFill>
                          <a:schemeClr val="tx1"/>
                        </a:solidFill>
                        <a:latin typeface="Ubuntu" panose="020B0504030602030204" pitchFamily="34" charset="0"/>
                      </a:endParaRPr>
                    </a:p>
                  </a:txBody>
                  <a:tcPr anchor="ctr">
                    <a:solidFill>
                      <a:schemeClr val="accent6">
                        <a:lumMod val="20000"/>
                        <a:lumOff val="80000"/>
                      </a:schemeClr>
                    </a:solidFill>
                  </a:tcPr>
                </a:tc>
                <a:tc>
                  <a:txBody>
                    <a:bodyPr/>
                    <a:lstStyle/>
                    <a:p>
                      <a:pPr marL="0" indent="0" algn="ctr">
                        <a:buClr>
                          <a:srgbClr val="C00000"/>
                        </a:buClr>
                        <a:buFont typeface="Wingdings" panose="05000000000000000000" pitchFamily="2" charset="2"/>
                        <a:buNone/>
                      </a:pPr>
                      <a:endParaRPr lang="en-IN" sz="900">
                        <a:solidFill>
                          <a:schemeClr val="tx1"/>
                        </a:solidFill>
                        <a:latin typeface="Ubuntu" panose="020B0504030602030204" pitchFamily="34" charset="0"/>
                      </a:endParaRPr>
                    </a:p>
                  </a:txBody>
                  <a:tcPr anchor="ctr">
                    <a:solidFill>
                      <a:schemeClr val="accent6">
                        <a:lumMod val="20000"/>
                        <a:lumOff val="80000"/>
                      </a:schemeClr>
                    </a:solidFill>
                  </a:tcPr>
                </a:tc>
                <a:extLst>
                  <a:ext uri="{0D108BD9-81ED-4DB2-BD59-A6C34878D82A}">
                    <a16:rowId xmlns:a16="http://schemas.microsoft.com/office/drawing/2014/main" val="999823756"/>
                  </a:ext>
                </a:extLst>
              </a:tr>
              <a:tr h="327259">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800" b="0" i="0" u="none" strike="noStrike" kern="1200" noProof="0">
                          <a:solidFill>
                            <a:schemeClr val="bg1"/>
                          </a:solidFill>
                          <a:effectLst/>
                          <a:latin typeface="Ubuntu"/>
                          <a:ea typeface="+mn-ea"/>
                          <a:cs typeface="+mn-cs"/>
                        </a:rPr>
                        <a:t>PMO Team</a:t>
                      </a:r>
                    </a:p>
                  </a:txBody>
                  <a:tcPr marL="6350" marR="6350" marT="6350" marB="0" anchor="ctr">
                    <a:gradFill flip="none" rotWithShape="1">
                      <a:gsLst>
                        <a:gs pos="0">
                          <a:schemeClr val="accent6">
                            <a:lumMod val="75000"/>
                          </a:schemeClr>
                        </a:gs>
                        <a:gs pos="50000">
                          <a:schemeClr val="accent6">
                            <a:lumMod val="75000"/>
                          </a:schemeClr>
                        </a:gs>
                        <a:gs pos="51000">
                          <a:srgbClr val="F214ED"/>
                        </a:gs>
                      </a:gsLst>
                      <a:lin ang="10800000" scaled="1"/>
                      <a:tileRect/>
                    </a:gradFill>
                  </a:tcPr>
                </a:tc>
                <a:tc>
                  <a:txBody>
                    <a:bodyPr/>
                    <a:lstStyle/>
                    <a:p>
                      <a:pPr marL="0" marR="0" lvl="0" indent="0" algn="ctr" rtl="0">
                        <a:lnSpc>
                          <a:spcPct val="100000"/>
                        </a:lnSpc>
                        <a:spcBef>
                          <a:spcPts val="0"/>
                        </a:spcBef>
                        <a:spcAft>
                          <a:spcPts val="0"/>
                        </a:spcAft>
                        <a:buSzTx/>
                        <a:buFont typeface="Wingdings" panose="05000000000000000000" pitchFamily="2" charset="2"/>
                        <a:buNone/>
                      </a:pPr>
                      <a:endParaRPr lang="en-IN" sz="900" b="0" i="0" u="none" strike="noStrike" kern="1200" cap="none" spc="0" normalizeH="0" baseline="0" noProof="0">
                        <a:ln>
                          <a:noFill/>
                        </a:ln>
                        <a:solidFill>
                          <a:prstClr val="black"/>
                        </a:solidFill>
                        <a:effectLst/>
                        <a:uLnTx/>
                        <a:uFillTx/>
                        <a:latin typeface="Ubuntu"/>
                        <a:ea typeface="+mn-ea"/>
                        <a:cs typeface="+mn-cs"/>
                      </a:endParaRPr>
                    </a:p>
                  </a:txBody>
                  <a:tcPr anchor="ctr">
                    <a:solidFill>
                      <a:schemeClr val="accent6">
                        <a:lumMod val="20000"/>
                        <a:lumOff val="80000"/>
                      </a:schemeClr>
                    </a:solidFill>
                  </a:tcPr>
                </a:tc>
                <a:tc>
                  <a:txBody>
                    <a:bodyPr/>
                    <a:lstStyle/>
                    <a:p>
                      <a:pPr marL="0" marR="0" lvl="0" indent="0" algn="ctr" rtl="0">
                        <a:lnSpc>
                          <a:spcPct val="100000"/>
                        </a:lnSpc>
                        <a:spcBef>
                          <a:spcPts val="0"/>
                        </a:spcBef>
                        <a:spcAft>
                          <a:spcPts val="0"/>
                        </a:spcAft>
                        <a:buSzTx/>
                        <a:buFont typeface="Wingdings" panose="05000000000000000000" pitchFamily="2" charset="2"/>
                        <a:buNone/>
                      </a:pPr>
                      <a:r>
                        <a:rPr lang="en-IN" sz="900" b="0" i="0" u="none" strike="noStrike" kern="1200" cap="none" spc="0" normalizeH="0" baseline="0" noProof="0">
                          <a:ln>
                            <a:noFill/>
                          </a:ln>
                          <a:solidFill>
                            <a:prstClr val="black"/>
                          </a:solidFill>
                          <a:effectLst/>
                          <a:uLnTx/>
                          <a:uFillTx/>
                          <a:latin typeface="Ubuntu"/>
                          <a:ea typeface="+mn-ea"/>
                          <a:cs typeface="+mn-cs"/>
                        </a:rPr>
                        <a:t>x </a:t>
                      </a:r>
                    </a:p>
                  </a:txBody>
                  <a:tcPr anchor="ctr">
                    <a:solidFill>
                      <a:schemeClr val="accent6">
                        <a:lumMod val="20000"/>
                        <a:lumOff val="80000"/>
                      </a:schemeClr>
                    </a:solidFill>
                  </a:tcPr>
                </a:tc>
                <a:tc>
                  <a:txBody>
                    <a:bodyPr/>
                    <a:lstStyle/>
                    <a:p>
                      <a:pPr marL="0" indent="0" algn="ctr">
                        <a:buClr>
                          <a:srgbClr val="C00000"/>
                        </a:buClr>
                        <a:buFont typeface="Wingdings" panose="05000000000000000000" pitchFamily="2" charset="2"/>
                        <a:buNone/>
                      </a:pPr>
                      <a:endParaRPr lang="en-IN" sz="900">
                        <a:solidFill>
                          <a:schemeClr val="tx1"/>
                        </a:solidFill>
                        <a:latin typeface="Ubuntu" panose="020B0504030602030204" pitchFamily="34" charset="0"/>
                      </a:endParaRPr>
                    </a:p>
                  </a:txBody>
                  <a:tcPr anchor="ctr">
                    <a:solidFill>
                      <a:schemeClr val="accent6">
                        <a:lumMod val="20000"/>
                        <a:lumOff val="80000"/>
                      </a:schemeClr>
                    </a:solidFill>
                  </a:tcPr>
                </a:tc>
                <a:tc>
                  <a:txBody>
                    <a:bodyPr/>
                    <a:lstStyle/>
                    <a:p>
                      <a:pPr marL="0" indent="0" algn="ctr">
                        <a:buClr>
                          <a:srgbClr val="C00000"/>
                        </a:buClr>
                        <a:buFont typeface="Wingdings" panose="05000000000000000000" pitchFamily="2" charset="2"/>
                        <a:buNone/>
                      </a:pPr>
                      <a:endParaRPr lang="en-IN" sz="900">
                        <a:solidFill>
                          <a:schemeClr val="tx1"/>
                        </a:solidFill>
                        <a:latin typeface="Ubuntu" panose="020B0504030602030204" pitchFamily="34" charset="0"/>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rtl="0" eaLnBrk="1" fontAlgn="auto" latinLnBrk="0" hangingPunct="1">
                        <a:lnSpc>
                          <a:spcPct val="100000"/>
                        </a:lnSpc>
                        <a:spcBef>
                          <a:spcPts val="0"/>
                        </a:spcBef>
                        <a:spcAft>
                          <a:spcPts val="0"/>
                        </a:spcAft>
                        <a:buClr>
                          <a:srgbClr val="C00000"/>
                        </a:buClr>
                        <a:buSzTx/>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Ubuntu"/>
                          <a:ea typeface="+mn-ea"/>
                          <a:cs typeface="+mn-cs"/>
                        </a:rPr>
                        <a:t>x</a:t>
                      </a:r>
                      <a:r>
                        <a:rPr lang="en-IN" sz="900" b="0" i="0" u="none" strike="noStrike" kern="1200" cap="none" spc="0" normalizeH="0" baseline="0" noProof="0">
                          <a:ln>
                            <a:noFill/>
                          </a:ln>
                          <a:solidFill>
                            <a:prstClr val="black"/>
                          </a:solidFill>
                          <a:effectLst/>
                          <a:uLnTx/>
                          <a:uFillTx/>
                          <a:latin typeface="Ubuntu"/>
                          <a:ea typeface="+mn-ea"/>
                          <a:cs typeface="+mn-cs"/>
                        </a:rPr>
                        <a:t> </a:t>
                      </a:r>
                      <a:endParaRPr kumimoji="0" lang="en-IN" sz="900" b="0" i="0" u="none" strike="noStrike" kern="1200" cap="none" spc="0" normalizeH="0" baseline="0" noProof="0">
                        <a:ln>
                          <a:noFill/>
                        </a:ln>
                        <a:solidFill>
                          <a:prstClr val="black"/>
                        </a:solidFill>
                        <a:effectLst/>
                        <a:uLnTx/>
                        <a:uFillTx/>
                        <a:latin typeface="Ubuntu" panose="020B0504030602030204" pitchFamily="34" charset="0"/>
                        <a:ea typeface="+mn-ea"/>
                        <a:cs typeface="+mn-cs"/>
                      </a:endParaRPr>
                    </a:p>
                  </a:txBody>
                  <a:tcPr anchor="ctr">
                    <a:solidFill>
                      <a:schemeClr val="accent6">
                        <a:lumMod val="20000"/>
                        <a:lumOff val="80000"/>
                      </a:schemeClr>
                    </a:solidFill>
                  </a:tcPr>
                </a:tc>
                <a:tc>
                  <a:txBody>
                    <a:bodyPr/>
                    <a:lstStyle/>
                    <a:p>
                      <a:pPr marL="0" marR="0" lvl="0" indent="0" algn="ctr" rtl="0">
                        <a:lnSpc>
                          <a:spcPct val="100000"/>
                        </a:lnSpc>
                        <a:spcBef>
                          <a:spcPts val="0"/>
                        </a:spcBef>
                        <a:spcAft>
                          <a:spcPts val="0"/>
                        </a:spcAft>
                        <a:buSzTx/>
                        <a:buFont typeface="Wingdings" panose="05000000000000000000" pitchFamily="2" charset="2"/>
                        <a:buNone/>
                      </a:pPr>
                      <a:r>
                        <a:rPr lang="en-IN" sz="900" b="0" i="0" u="none" strike="noStrike" kern="1200" cap="none" spc="0" normalizeH="0" baseline="0" noProof="0">
                          <a:ln>
                            <a:noFill/>
                          </a:ln>
                          <a:solidFill>
                            <a:prstClr val="black"/>
                          </a:solidFill>
                          <a:effectLst/>
                          <a:uLnTx/>
                          <a:uFillTx/>
                          <a:latin typeface="Ubuntu"/>
                          <a:ea typeface="+mn-ea"/>
                          <a:cs typeface="+mn-cs"/>
                        </a:rPr>
                        <a:t>x </a:t>
                      </a:r>
                    </a:p>
                  </a:txBody>
                  <a:tcPr anchor="ctr">
                    <a:solidFill>
                      <a:schemeClr val="accent6">
                        <a:lumMod val="20000"/>
                        <a:lumOff val="80000"/>
                      </a:schemeClr>
                    </a:solidFill>
                  </a:tcPr>
                </a:tc>
                <a:tc>
                  <a:txBody>
                    <a:bodyPr/>
                    <a:lstStyle/>
                    <a:p>
                      <a:pPr marL="0" indent="0" algn="ctr">
                        <a:buClr>
                          <a:srgbClr val="C00000"/>
                        </a:buClr>
                        <a:buNone/>
                      </a:pPr>
                      <a:endParaRPr lang="en-IN" sz="900">
                        <a:solidFill>
                          <a:schemeClr val="tx1"/>
                        </a:solidFill>
                        <a:latin typeface="Ubuntu" panose="020B0504030602030204" pitchFamily="34" charset="0"/>
                      </a:endParaRPr>
                    </a:p>
                  </a:txBody>
                  <a:tcPr anchor="ctr">
                    <a:solidFill>
                      <a:schemeClr val="accent6">
                        <a:lumMod val="20000"/>
                        <a:lumOff val="80000"/>
                      </a:schemeClr>
                    </a:solidFill>
                  </a:tcPr>
                </a:tc>
                <a:tc>
                  <a:txBody>
                    <a:bodyPr/>
                    <a:lstStyle/>
                    <a:p>
                      <a:pPr marL="0" indent="0" algn="ctr">
                        <a:buClr>
                          <a:srgbClr val="C00000"/>
                        </a:buClr>
                        <a:buNone/>
                      </a:pPr>
                      <a:endParaRPr lang="en-IN" sz="900">
                        <a:solidFill>
                          <a:schemeClr val="tx1"/>
                        </a:solidFill>
                        <a:latin typeface="Ubuntu" panose="020B0504030602030204" pitchFamily="34" charset="0"/>
                      </a:endParaRPr>
                    </a:p>
                  </a:txBody>
                  <a:tcPr anchor="ctr">
                    <a:solidFill>
                      <a:schemeClr val="accent6">
                        <a:lumMod val="20000"/>
                        <a:lumOff val="80000"/>
                      </a:schemeClr>
                    </a:solidFill>
                  </a:tcPr>
                </a:tc>
                <a:tc>
                  <a:txBody>
                    <a:bodyPr/>
                    <a:lstStyle/>
                    <a:p>
                      <a:pPr marL="0" marR="0" lvl="0" indent="0" algn="ctr" rtl="0">
                        <a:lnSpc>
                          <a:spcPct val="100000"/>
                        </a:lnSpc>
                        <a:spcBef>
                          <a:spcPts val="0"/>
                        </a:spcBef>
                        <a:spcAft>
                          <a:spcPts val="0"/>
                        </a:spcAft>
                        <a:buSzTx/>
                        <a:buFont typeface="Wingdings" panose="05000000000000000000" pitchFamily="2" charset="2"/>
                        <a:buNone/>
                      </a:pPr>
                      <a:endParaRPr lang="en-IN" sz="900" b="0" i="0" u="none" strike="noStrike" kern="1200" cap="none" spc="0" normalizeH="0" baseline="0" noProof="0">
                        <a:ln>
                          <a:noFill/>
                        </a:ln>
                        <a:solidFill>
                          <a:prstClr val="black"/>
                        </a:solidFill>
                        <a:effectLst/>
                        <a:uLnTx/>
                        <a:uFillTx/>
                        <a:latin typeface="Ubuntu"/>
                        <a:ea typeface="+mn-ea"/>
                        <a:cs typeface="+mn-cs"/>
                      </a:endParaRPr>
                    </a:p>
                  </a:txBody>
                  <a:tcPr anchor="ctr">
                    <a:solidFill>
                      <a:schemeClr val="accent6">
                        <a:lumMod val="20000"/>
                        <a:lumOff val="80000"/>
                      </a:schemeClr>
                    </a:solidFill>
                  </a:tcPr>
                </a:tc>
                <a:tc>
                  <a:txBody>
                    <a:bodyPr/>
                    <a:lstStyle/>
                    <a:p>
                      <a:pPr marL="0" indent="0" algn="ctr">
                        <a:buClr>
                          <a:srgbClr val="C00000"/>
                        </a:buClr>
                        <a:buFont typeface="Wingdings" panose="05000000000000000000" pitchFamily="2" charset="2"/>
                        <a:buNone/>
                      </a:pPr>
                      <a:r>
                        <a:rPr kumimoji="0" lang="en-IN" sz="900" b="0" i="0" u="none" strike="noStrike" kern="1200" cap="none" spc="0" normalizeH="0" baseline="0" noProof="0">
                          <a:ln>
                            <a:noFill/>
                          </a:ln>
                          <a:solidFill>
                            <a:prstClr val="black"/>
                          </a:solidFill>
                          <a:effectLst/>
                          <a:uLnTx/>
                          <a:uFillTx/>
                          <a:latin typeface="+mn-lt"/>
                          <a:ea typeface="+mn-ea"/>
                          <a:cs typeface="+mn-cs"/>
                        </a:rPr>
                        <a:t>x</a:t>
                      </a:r>
                      <a:endParaRPr lang="en-IN" sz="900">
                        <a:solidFill>
                          <a:schemeClr val="tx1"/>
                        </a:solidFill>
                        <a:latin typeface="Ubuntu" panose="020B0504030602030204" pitchFamily="34" charset="0"/>
                      </a:endParaRPr>
                    </a:p>
                  </a:txBody>
                  <a:tcPr anchor="ctr">
                    <a:solidFill>
                      <a:schemeClr val="accent6">
                        <a:lumMod val="20000"/>
                        <a:lumOff val="80000"/>
                      </a:schemeClr>
                    </a:solidFill>
                  </a:tcPr>
                </a:tc>
                <a:tc>
                  <a:txBody>
                    <a:bodyPr/>
                    <a:lstStyle/>
                    <a:p>
                      <a:pPr marL="0" indent="0" algn="ctr">
                        <a:buClr>
                          <a:srgbClr val="C00000"/>
                        </a:buClr>
                        <a:buFont typeface="Wingdings" panose="05000000000000000000" pitchFamily="2" charset="2"/>
                        <a:buNone/>
                      </a:pPr>
                      <a:endParaRPr lang="en-IN" sz="900">
                        <a:solidFill>
                          <a:schemeClr val="tx1"/>
                        </a:solidFill>
                        <a:latin typeface="Ubuntu" panose="020B0504030602030204" pitchFamily="34" charset="0"/>
                      </a:endParaRPr>
                    </a:p>
                  </a:txBody>
                  <a:tcPr anchor="ctr">
                    <a:solidFill>
                      <a:schemeClr val="accent6">
                        <a:lumMod val="20000"/>
                        <a:lumOff val="80000"/>
                      </a:schemeClr>
                    </a:solidFill>
                  </a:tcPr>
                </a:tc>
                <a:extLst>
                  <a:ext uri="{0D108BD9-81ED-4DB2-BD59-A6C34878D82A}">
                    <a16:rowId xmlns:a16="http://schemas.microsoft.com/office/drawing/2014/main" val="4258104437"/>
                  </a:ext>
                </a:extLst>
              </a:tr>
            </a:tbl>
          </a:graphicData>
        </a:graphic>
      </p:graphicFrame>
      <p:pic>
        <p:nvPicPr>
          <p:cNvPr id="7" name="Graphic 6" descr="Director's Chair with solid fill">
            <a:extLst>
              <a:ext uri="{FF2B5EF4-FFF2-40B4-BE49-F238E27FC236}">
                <a16:creationId xmlns:a16="http://schemas.microsoft.com/office/drawing/2014/main" id="{5E470F88-2734-39D2-C54A-822FDC994388}"/>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598430" y="1057940"/>
            <a:ext cx="207336" cy="207336"/>
          </a:xfrm>
          <a:prstGeom prst="rect">
            <a:avLst/>
          </a:prstGeom>
        </p:spPr>
      </p:pic>
      <p:pic>
        <p:nvPicPr>
          <p:cNvPr id="8" name="Graphic 7" descr="Director's Chair with solid fill">
            <a:extLst>
              <a:ext uri="{FF2B5EF4-FFF2-40B4-BE49-F238E27FC236}">
                <a16:creationId xmlns:a16="http://schemas.microsoft.com/office/drawing/2014/main" id="{05DAE736-C0D2-AF9A-F3C0-0BD3BDC3EBAC}"/>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271280" y="1057940"/>
            <a:ext cx="207336" cy="207336"/>
          </a:xfrm>
          <a:prstGeom prst="rect">
            <a:avLst/>
          </a:prstGeom>
        </p:spPr>
      </p:pic>
      <p:pic>
        <p:nvPicPr>
          <p:cNvPr id="9" name="Graphic 8" descr="Director's Chair with solid fill">
            <a:extLst>
              <a:ext uri="{FF2B5EF4-FFF2-40B4-BE49-F238E27FC236}">
                <a16:creationId xmlns:a16="http://schemas.microsoft.com/office/drawing/2014/main" id="{E987B812-1815-DF28-A351-6A2A33A6EEBD}"/>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4000506" y="1057940"/>
            <a:ext cx="207336" cy="207336"/>
          </a:xfrm>
          <a:prstGeom prst="rect">
            <a:avLst/>
          </a:prstGeom>
        </p:spPr>
      </p:pic>
      <p:pic>
        <p:nvPicPr>
          <p:cNvPr id="10" name="Graphic 9" descr="Director's Chair with solid fill">
            <a:extLst>
              <a:ext uri="{FF2B5EF4-FFF2-40B4-BE49-F238E27FC236}">
                <a16:creationId xmlns:a16="http://schemas.microsoft.com/office/drawing/2014/main" id="{3064C823-CF75-78E7-A965-BFA03D16486A}"/>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4698935" y="1057940"/>
            <a:ext cx="207336" cy="207336"/>
          </a:xfrm>
          <a:prstGeom prst="rect">
            <a:avLst/>
          </a:prstGeom>
        </p:spPr>
      </p:pic>
      <p:pic>
        <p:nvPicPr>
          <p:cNvPr id="11" name="Graphic 10" descr="Director's Chair with solid fill">
            <a:extLst>
              <a:ext uri="{FF2B5EF4-FFF2-40B4-BE49-F238E27FC236}">
                <a16:creationId xmlns:a16="http://schemas.microsoft.com/office/drawing/2014/main" id="{41895E8B-61AD-DE05-33FE-17DC41B47901}"/>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453618" y="1057940"/>
            <a:ext cx="207336" cy="207336"/>
          </a:xfrm>
          <a:prstGeom prst="rect">
            <a:avLst/>
          </a:prstGeom>
        </p:spPr>
      </p:pic>
      <p:pic>
        <p:nvPicPr>
          <p:cNvPr id="12" name="Graphic 11" descr="Director's Chair with solid fill">
            <a:extLst>
              <a:ext uri="{FF2B5EF4-FFF2-40B4-BE49-F238E27FC236}">
                <a16:creationId xmlns:a16="http://schemas.microsoft.com/office/drawing/2014/main" id="{F23E7A85-D4B2-DEB2-D84D-E9FE455B53C8}"/>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414581" y="1057940"/>
            <a:ext cx="207336" cy="207336"/>
          </a:xfrm>
          <a:prstGeom prst="rect">
            <a:avLst/>
          </a:prstGeom>
        </p:spPr>
      </p:pic>
      <p:pic>
        <p:nvPicPr>
          <p:cNvPr id="13" name="Graphic 12" descr="Director's Chair with solid fill">
            <a:extLst>
              <a:ext uri="{FF2B5EF4-FFF2-40B4-BE49-F238E27FC236}">
                <a16:creationId xmlns:a16="http://schemas.microsoft.com/office/drawing/2014/main" id="{8EDF8F02-F0CE-D703-0BF4-895DC463AC72}"/>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7307493" y="1057940"/>
            <a:ext cx="207336" cy="207336"/>
          </a:xfrm>
          <a:prstGeom prst="rect">
            <a:avLst/>
          </a:prstGeom>
        </p:spPr>
      </p:pic>
      <p:pic>
        <p:nvPicPr>
          <p:cNvPr id="14" name="Graphic 13" descr="Director's Chair with solid fill">
            <a:extLst>
              <a:ext uri="{FF2B5EF4-FFF2-40B4-BE49-F238E27FC236}">
                <a16:creationId xmlns:a16="http://schemas.microsoft.com/office/drawing/2014/main" id="{B561EAA1-D154-110E-3353-E3EBFD72DF43}"/>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176723" y="1057940"/>
            <a:ext cx="207336" cy="207336"/>
          </a:xfrm>
          <a:prstGeom prst="rect">
            <a:avLst/>
          </a:prstGeom>
        </p:spPr>
      </p:pic>
      <p:pic>
        <p:nvPicPr>
          <p:cNvPr id="15" name="Graphic 14" descr="Director's Chair with solid fill">
            <a:extLst>
              <a:ext uri="{FF2B5EF4-FFF2-40B4-BE49-F238E27FC236}">
                <a16:creationId xmlns:a16="http://schemas.microsoft.com/office/drawing/2014/main" id="{960729E7-F12A-9513-EA97-DA0F04EB4A88}"/>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9186833" y="1057940"/>
            <a:ext cx="207336" cy="207336"/>
          </a:xfrm>
          <a:prstGeom prst="rect">
            <a:avLst/>
          </a:prstGeom>
        </p:spPr>
      </p:pic>
      <p:pic>
        <p:nvPicPr>
          <p:cNvPr id="16" name="Graphic 15" descr="Director's Chair with solid fill">
            <a:extLst>
              <a:ext uri="{FF2B5EF4-FFF2-40B4-BE49-F238E27FC236}">
                <a16:creationId xmlns:a16="http://schemas.microsoft.com/office/drawing/2014/main" id="{A64C92DA-6ED0-5C71-712F-CBA62D0FC95E}"/>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233326" y="1057940"/>
            <a:ext cx="207336" cy="207336"/>
          </a:xfrm>
          <a:prstGeom prst="rect">
            <a:avLst/>
          </a:prstGeom>
        </p:spPr>
      </p:pic>
      <p:pic>
        <p:nvPicPr>
          <p:cNvPr id="17" name="Graphic 16" descr="Director's Chair with solid fill">
            <a:extLst>
              <a:ext uri="{FF2B5EF4-FFF2-40B4-BE49-F238E27FC236}">
                <a16:creationId xmlns:a16="http://schemas.microsoft.com/office/drawing/2014/main" id="{BD32EBE4-E5E8-71AB-5086-FB1FFAAAD28C}"/>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1200904" y="1064140"/>
            <a:ext cx="207336" cy="207336"/>
          </a:xfrm>
          <a:prstGeom prst="rect">
            <a:avLst/>
          </a:prstGeom>
        </p:spPr>
      </p:pic>
      <p:pic>
        <p:nvPicPr>
          <p:cNvPr id="19" name="Graphic 18" descr="Director's Chair with solid fill">
            <a:extLst>
              <a:ext uri="{FF2B5EF4-FFF2-40B4-BE49-F238E27FC236}">
                <a16:creationId xmlns:a16="http://schemas.microsoft.com/office/drawing/2014/main" id="{53A9E8A5-3E21-BFB8-1647-A9EF7EBE8A69}"/>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2446388" y="1057940"/>
            <a:ext cx="207336" cy="207336"/>
          </a:xfrm>
          <a:prstGeom prst="rect">
            <a:avLst/>
          </a:prstGeom>
        </p:spPr>
      </p:pic>
      <p:cxnSp>
        <p:nvCxnSpPr>
          <p:cNvPr id="2" name="Straight Connector 1">
            <a:extLst>
              <a:ext uri="{FF2B5EF4-FFF2-40B4-BE49-F238E27FC236}">
                <a16:creationId xmlns:a16="http://schemas.microsoft.com/office/drawing/2014/main" id="{DCE8BBD9-8F70-519A-EB66-132882B22B77}"/>
              </a:ext>
            </a:extLst>
          </p:cNvPr>
          <p:cNvCxnSpPr/>
          <p:nvPr/>
        </p:nvCxnSpPr>
        <p:spPr>
          <a:xfrm>
            <a:off x="68818" y="602015"/>
            <a:ext cx="10769600" cy="0"/>
          </a:xfrm>
          <a:prstGeom prst="line">
            <a:avLst/>
          </a:prstGeom>
          <a:ln w="22225"/>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4442255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7A0A04E-4539-76F3-C369-AD07AF8FA944}"/>
              </a:ext>
            </a:extLst>
          </p:cNvPr>
          <p:cNvSpPr>
            <a:spLocks noGrp="1"/>
          </p:cNvSpPr>
          <p:nvPr>
            <p:ph type="title"/>
          </p:nvPr>
        </p:nvSpPr>
        <p:spPr>
          <a:xfrm>
            <a:off x="224828" y="1281"/>
            <a:ext cx="9776592" cy="716711"/>
          </a:xfrm>
        </p:spPr>
        <p:txBody>
          <a:bodyPr/>
          <a:lstStyle/>
          <a:p>
            <a:r>
              <a:rPr lang="en-GB"/>
              <a:t>Escalation process</a:t>
            </a:r>
          </a:p>
        </p:txBody>
      </p:sp>
      <p:sp>
        <p:nvSpPr>
          <p:cNvPr id="4" name="Rectangle: Rounded Corners 3">
            <a:extLst>
              <a:ext uri="{FF2B5EF4-FFF2-40B4-BE49-F238E27FC236}">
                <a16:creationId xmlns:a16="http://schemas.microsoft.com/office/drawing/2014/main" id="{706B6A75-28EE-1CEB-7E72-360E7BA43EB4}"/>
              </a:ext>
            </a:extLst>
          </p:cNvPr>
          <p:cNvSpPr/>
          <p:nvPr/>
        </p:nvSpPr>
        <p:spPr>
          <a:xfrm>
            <a:off x="277280" y="2578899"/>
            <a:ext cx="1335166" cy="3062498"/>
          </a:xfrm>
          <a:prstGeom prst="roundRect">
            <a:avLst>
              <a:gd name="adj" fmla="val 8106"/>
            </a:avLst>
          </a:prstGeom>
          <a:solidFill>
            <a:srgbClr val="FF33CC"/>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5" name="Rectangle: Rounded Corners 4">
            <a:extLst>
              <a:ext uri="{FF2B5EF4-FFF2-40B4-BE49-F238E27FC236}">
                <a16:creationId xmlns:a16="http://schemas.microsoft.com/office/drawing/2014/main" id="{C180034C-E859-B2E5-597F-47AA58FED094}"/>
              </a:ext>
            </a:extLst>
          </p:cNvPr>
          <p:cNvSpPr/>
          <p:nvPr/>
        </p:nvSpPr>
        <p:spPr>
          <a:xfrm>
            <a:off x="1809751" y="1657350"/>
            <a:ext cx="7124700" cy="669602"/>
          </a:xfrm>
          <a:prstGeom prst="roundRect">
            <a:avLst>
              <a:gd name="adj" fmla="val 12874"/>
            </a:avLst>
          </a:prstGeom>
          <a:gradFill flip="none" rotWithShape="1">
            <a:gsLst>
              <a:gs pos="49000">
                <a:srgbClr val="FF33CC"/>
              </a:gs>
              <a:gs pos="0">
                <a:srgbClr val="FF33CC"/>
              </a:gs>
              <a:gs pos="55000">
                <a:srgbClr val="0070C0"/>
              </a:gs>
            </a:gsLst>
            <a:lin ang="0" scaled="1"/>
            <a:tileRect/>
          </a:gra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grpSp>
        <p:nvGrpSpPr>
          <p:cNvPr id="6" name="Group 3">
            <a:extLst>
              <a:ext uri="{FF2B5EF4-FFF2-40B4-BE49-F238E27FC236}">
                <a16:creationId xmlns:a16="http://schemas.microsoft.com/office/drawing/2014/main" id="{91F1EEB7-EA7A-D5C8-DE54-4BA7B14A4BFE}"/>
              </a:ext>
            </a:extLst>
          </p:cNvPr>
          <p:cNvGrpSpPr/>
          <p:nvPr/>
        </p:nvGrpSpPr>
        <p:grpSpPr>
          <a:xfrm>
            <a:off x="5347079" y="1051358"/>
            <a:ext cx="563690" cy="455288"/>
            <a:chOff x="-1" y="-1"/>
            <a:chExt cx="563689" cy="455286"/>
          </a:xfrm>
        </p:grpSpPr>
        <p:sp>
          <p:nvSpPr>
            <p:cNvPr id="7" name="Freeform 21">
              <a:extLst>
                <a:ext uri="{FF2B5EF4-FFF2-40B4-BE49-F238E27FC236}">
                  <a16:creationId xmlns:a16="http://schemas.microsoft.com/office/drawing/2014/main" id="{30364FE3-14B1-F002-ACD5-547B5A67CF6F}"/>
                </a:ext>
              </a:extLst>
            </p:cNvPr>
            <p:cNvSpPr/>
            <p:nvPr/>
          </p:nvSpPr>
          <p:spPr>
            <a:xfrm>
              <a:off x="-1" y="205962"/>
              <a:ext cx="563689" cy="249323"/>
            </a:xfrm>
            <a:custGeom>
              <a:avLst/>
              <a:gdLst/>
              <a:ahLst/>
              <a:cxnLst>
                <a:cxn ang="0">
                  <a:pos x="wd2" y="hd2"/>
                </a:cxn>
                <a:cxn ang="5400000">
                  <a:pos x="wd2" y="hd2"/>
                </a:cxn>
                <a:cxn ang="10800000">
                  <a:pos x="wd2" y="hd2"/>
                </a:cxn>
                <a:cxn ang="16200000">
                  <a:pos x="wd2" y="hd2"/>
                </a:cxn>
              </a:cxnLst>
              <a:rect l="0" t="0" r="r" b="b"/>
              <a:pathLst>
                <a:path w="21600" h="21600" extrusionOk="0">
                  <a:moveTo>
                    <a:pt x="19855" y="2455"/>
                  </a:moveTo>
                  <a:cubicBezTo>
                    <a:pt x="17127" y="0"/>
                    <a:pt x="17127" y="0"/>
                    <a:pt x="17127" y="0"/>
                  </a:cubicBezTo>
                  <a:cubicBezTo>
                    <a:pt x="16691" y="982"/>
                    <a:pt x="16145" y="1718"/>
                    <a:pt x="15491" y="1964"/>
                  </a:cubicBezTo>
                  <a:cubicBezTo>
                    <a:pt x="15382" y="3436"/>
                    <a:pt x="14945" y="4664"/>
                    <a:pt x="14400" y="5891"/>
                  </a:cubicBezTo>
                  <a:cubicBezTo>
                    <a:pt x="14291" y="6136"/>
                    <a:pt x="14182" y="6627"/>
                    <a:pt x="14182" y="6873"/>
                  </a:cubicBezTo>
                  <a:cubicBezTo>
                    <a:pt x="16255" y="8591"/>
                    <a:pt x="16255" y="8591"/>
                    <a:pt x="16255" y="8591"/>
                  </a:cubicBezTo>
                  <a:cubicBezTo>
                    <a:pt x="17127" y="9327"/>
                    <a:pt x="17891" y="10800"/>
                    <a:pt x="18327" y="12518"/>
                  </a:cubicBezTo>
                  <a:cubicBezTo>
                    <a:pt x="21600" y="12518"/>
                    <a:pt x="21600" y="12518"/>
                    <a:pt x="21600" y="12518"/>
                  </a:cubicBezTo>
                  <a:cubicBezTo>
                    <a:pt x="21600" y="8345"/>
                    <a:pt x="21600" y="8345"/>
                    <a:pt x="21600" y="8345"/>
                  </a:cubicBezTo>
                  <a:cubicBezTo>
                    <a:pt x="21600" y="5645"/>
                    <a:pt x="20945" y="3191"/>
                    <a:pt x="19855" y="2455"/>
                  </a:cubicBezTo>
                  <a:close/>
                  <a:moveTo>
                    <a:pt x="7527" y="6873"/>
                  </a:moveTo>
                  <a:cubicBezTo>
                    <a:pt x="7418" y="6627"/>
                    <a:pt x="7309" y="6136"/>
                    <a:pt x="7309" y="5891"/>
                  </a:cubicBezTo>
                  <a:cubicBezTo>
                    <a:pt x="6655" y="4664"/>
                    <a:pt x="6218" y="3436"/>
                    <a:pt x="6109" y="1964"/>
                  </a:cubicBezTo>
                  <a:cubicBezTo>
                    <a:pt x="5455" y="1718"/>
                    <a:pt x="4909" y="982"/>
                    <a:pt x="4582" y="0"/>
                  </a:cubicBezTo>
                  <a:cubicBezTo>
                    <a:pt x="1855" y="2455"/>
                    <a:pt x="1855" y="2455"/>
                    <a:pt x="1855" y="2455"/>
                  </a:cubicBezTo>
                  <a:cubicBezTo>
                    <a:pt x="764" y="3191"/>
                    <a:pt x="0" y="5645"/>
                    <a:pt x="0" y="8345"/>
                  </a:cubicBezTo>
                  <a:cubicBezTo>
                    <a:pt x="0" y="12518"/>
                    <a:pt x="0" y="12518"/>
                    <a:pt x="0" y="12518"/>
                  </a:cubicBezTo>
                  <a:cubicBezTo>
                    <a:pt x="3273" y="12518"/>
                    <a:pt x="3273" y="12518"/>
                    <a:pt x="3273" y="12518"/>
                  </a:cubicBezTo>
                  <a:cubicBezTo>
                    <a:pt x="3818" y="10800"/>
                    <a:pt x="4473" y="9327"/>
                    <a:pt x="5345" y="8591"/>
                  </a:cubicBezTo>
                  <a:lnTo>
                    <a:pt x="7527" y="6873"/>
                  </a:lnTo>
                  <a:close/>
                  <a:moveTo>
                    <a:pt x="15818" y="11536"/>
                  </a:moveTo>
                  <a:cubicBezTo>
                    <a:pt x="12982" y="9082"/>
                    <a:pt x="12982" y="9082"/>
                    <a:pt x="12982" y="9082"/>
                  </a:cubicBezTo>
                  <a:cubicBezTo>
                    <a:pt x="10800" y="15709"/>
                    <a:pt x="10800" y="15709"/>
                    <a:pt x="10800" y="15709"/>
                  </a:cubicBezTo>
                  <a:cubicBezTo>
                    <a:pt x="8618" y="9082"/>
                    <a:pt x="8618" y="9082"/>
                    <a:pt x="8618" y="9082"/>
                  </a:cubicBezTo>
                  <a:cubicBezTo>
                    <a:pt x="5891" y="11536"/>
                    <a:pt x="5891" y="11536"/>
                    <a:pt x="5891" y="11536"/>
                  </a:cubicBezTo>
                  <a:cubicBezTo>
                    <a:pt x="4800" y="12518"/>
                    <a:pt x="4036" y="14727"/>
                    <a:pt x="4036" y="17427"/>
                  </a:cubicBezTo>
                  <a:cubicBezTo>
                    <a:pt x="4036" y="21600"/>
                    <a:pt x="4036" y="21600"/>
                    <a:pt x="4036" y="21600"/>
                  </a:cubicBezTo>
                  <a:cubicBezTo>
                    <a:pt x="17564" y="21600"/>
                    <a:pt x="17564" y="21600"/>
                    <a:pt x="17564" y="21600"/>
                  </a:cubicBezTo>
                  <a:cubicBezTo>
                    <a:pt x="17564" y="17427"/>
                    <a:pt x="17564" y="17427"/>
                    <a:pt x="17564" y="17427"/>
                  </a:cubicBezTo>
                  <a:cubicBezTo>
                    <a:pt x="17564" y="14727"/>
                    <a:pt x="16800" y="12518"/>
                    <a:pt x="15818" y="11536"/>
                  </a:cubicBezTo>
                  <a:close/>
                </a:path>
              </a:pathLst>
            </a:custGeom>
            <a:solidFill>
              <a:srgbClr val="0070AD"/>
            </a:solidFill>
            <a:ln w="12700" cap="flat">
              <a:noFill/>
              <a:miter lim="400000"/>
            </a:ln>
            <a:effectLst/>
          </p:spPr>
          <p:txBody>
            <a:bodyPr wrap="square" lIns="45719" tIns="45719" rIns="45719" bIns="45719" numCol="1"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200">
                  <a:latin typeface="Verdana"/>
                  <a:ea typeface="Verdana"/>
                  <a:cs typeface="Verdana"/>
                  <a:sym typeface="Verdana"/>
                </a:defRPr>
              </a:pPr>
              <a:endParaRPr kumimoji="0" sz="1200" b="0" i="0" u="none" strike="noStrike" kern="1200" cap="none" spc="0" normalizeH="0" baseline="0" noProof="0">
                <a:ln>
                  <a:noFill/>
                </a:ln>
                <a:solidFill>
                  <a:prstClr val="black"/>
                </a:solidFill>
                <a:effectLst/>
                <a:uLnTx/>
                <a:uFillTx/>
                <a:latin typeface="Verdana"/>
                <a:ea typeface="Verdana"/>
                <a:cs typeface="Verdana"/>
                <a:sym typeface="Verdana"/>
              </a:endParaRPr>
            </a:p>
          </p:txBody>
        </p:sp>
        <p:sp>
          <p:nvSpPr>
            <p:cNvPr id="8" name="Freeform 22">
              <a:extLst>
                <a:ext uri="{FF2B5EF4-FFF2-40B4-BE49-F238E27FC236}">
                  <a16:creationId xmlns:a16="http://schemas.microsoft.com/office/drawing/2014/main" id="{219FAD3E-0C25-6A50-20BA-ECBFF1D9306A}"/>
                </a:ext>
              </a:extLst>
            </p:cNvPr>
            <p:cNvSpPr/>
            <p:nvPr/>
          </p:nvSpPr>
          <p:spPr>
            <a:xfrm>
              <a:off x="89129" y="-1"/>
              <a:ext cx="386633" cy="310752"/>
            </a:xfrm>
            <a:custGeom>
              <a:avLst/>
              <a:gdLst/>
              <a:ahLst/>
              <a:cxnLst>
                <a:cxn ang="0">
                  <a:pos x="wd2" y="hd2"/>
                </a:cxn>
                <a:cxn ang="5400000">
                  <a:pos x="wd2" y="hd2"/>
                </a:cxn>
                <a:cxn ang="10800000">
                  <a:pos x="wd2" y="hd2"/>
                </a:cxn>
                <a:cxn ang="16200000">
                  <a:pos x="wd2" y="hd2"/>
                </a:cxn>
              </a:cxnLst>
              <a:rect l="0" t="0" r="r" b="b"/>
              <a:pathLst>
                <a:path w="21600" h="21600" extrusionOk="0">
                  <a:moveTo>
                    <a:pt x="21124" y="6341"/>
                  </a:moveTo>
                  <a:cubicBezTo>
                    <a:pt x="21124" y="6143"/>
                    <a:pt x="21124" y="5747"/>
                    <a:pt x="21124" y="5549"/>
                  </a:cubicBezTo>
                  <a:cubicBezTo>
                    <a:pt x="21124" y="2180"/>
                    <a:pt x="19218" y="0"/>
                    <a:pt x="16676" y="0"/>
                  </a:cubicBezTo>
                  <a:cubicBezTo>
                    <a:pt x="14294" y="0"/>
                    <a:pt x="12547" y="1982"/>
                    <a:pt x="12388" y="4954"/>
                  </a:cubicBezTo>
                  <a:cubicBezTo>
                    <a:pt x="15247" y="5945"/>
                    <a:pt x="17153" y="8917"/>
                    <a:pt x="17153" y="12881"/>
                  </a:cubicBezTo>
                  <a:cubicBezTo>
                    <a:pt x="17312" y="13277"/>
                    <a:pt x="17471" y="13673"/>
                    <a:pt x="17629" y="14070"/>
                  </a:cubicBezTo>
                  <a:cubicBezTo>
                    <a:pt x="19059" y="13673"/>
                    <a:pt x="19694" y="11890"/>
                    <a:pt x="20329" y="9908"/>
                  </a:cubicBezTo>
                  <a:cubicBezTo>
                    <a:pt x="21124" y="9314"/>
                    <a:pt x="21600" y="8719"/>
                    <a:pt x="21600" y="7728"/>
                  </a:cubicBezTo>
                  <a:cubicBezTo>
                    <a:pt x="21600" y="7332"/>
                    <a:pt x="21441" y="6738"/>
                    <a:pt x="21124" y="6341"/>
                  </a:cubicBezTo>
                  <a:close/>
                  <a:moveTo>
                    <a:pt x="9212" y="4954"/>
                  </a:moveTo>
                  <a:cubicBezTo>
                    <a:pt x="9053" y="1982"/>
                    <a:pt x="7306" y="0"/>
                    <a:pt x="4924" y="0"/>
                  </a:cubicBezTo>
                  <a:cubicBezTo>
                    <a:pt x="2382" y="0"/>
                    <a:pt x="635" y="2180"/>
                    <a:pt x="635" y="5549"/>
                  </a:cubicBezTo>
                  <a:cubicBezTo>
                    <a:pt x="635" y="5747"/>
                    <a:pt x="635" y="6143"/>
                    <a:pt x="635" y="6341"/>
                  </a:cubicBezTo>
                  <a:cubicBezTo>
                    <a:pt x="159" y="6738"/>
                    <a:pt x="0" y="7332"/>
                    <a:pt x="0" y="7728"/>
                  </a:cubicBezTo>
                  <a:cubicBezTo>
                    <a:pt x="0" y="8719"/>
                    <a:pt x="476" y="9314"/>
                    <a:pt x="1271" y="9908"/>
                  </a:cubicBezTo>
                  <a:cubicBezTo>
                    <a:pt x="1906" y="11890"/>
                    <a:pt x="2541" y="13673"/>
                    <a:pt x="4129" y="14070"/>
                  </a:cubicBezTo>
                  <a:cubicBezTo>
                    <a:pt x="4129" y="13673"/>
                    <a:pt x="4288" y="13277"/>
                    <a:pt x="4447" y="12881"/>
                  </a:cubicBezTo>
                  <a:cubicBezTo>
                    <a:pt x="4606" y="8917"/>
                    <a:pt x="6512" y="5945"/>
                    <a:pt x="9212" y="4954"/>
                  </a:cubicBezTo>
                  <a:close/>
                  <a:moveTo>
                    <a:pt x="15247" y="12881"/>
                  </a:moveTo>
                  <a:cubicBezTo>
                    <a:pt x="15247" y="9710"/>
                    <a:pt x="13341" y="7332"/>
                    <a:pt x="10800" y="7332"/>
                  </a:cubicBezTo>
                  <a:cubicBezTo>
                    <a:pt x="8259" y="7332"/>
                    <a:pt x="6512" y="9710"/>
                    <a:pt x="6512" y="12881"/>
                  </a:cubicBezTo>
                  <a:cubicBezTo>
                    <a:pt x="6512" y="13079"/>
                    <a:pt x="6512" y="13475"/>
                    <a:pt x="6512" y="13673"/>
                  </a:cubicBezTo>
                  <a:cubicBezTo>
                    <a:pt x="6194" y="14070"/>
                    <a:pt x="5876" y="14664"/>
                    <a:pt x="5876" y="15061"/>
                  </a:cubicBezTo>
                  <a:cubicBezTo>
                    <a:pt x="5876" y="16051"/>
                    <a:pt x="6353" y="16844"/>
                    <a:pt x="7306" y="17240"/>
                  </a:cubicBezTo>
                  <a:cubicBezTo>
                    <a:pt x="7941" y="19618"/>
                    <a:pt x="8735" y="21600"/>
                    <a:pt x="10800" y="21600"/>
                  </a:cubicBezTo>
                  <a:cubicBezTo>
                    <a:pt x="12865" y="21600"/>
                    <a:pt x="13659" y="19618"/>
                    <a:pt x="14453" y="17240"/>
                  </a:cubicBezTo>
                  <a:cubicBezTo>
                    <a:pt x="15247" y="16844"/>
                    <a:pt x="15724" y="16051"/>
                    <a:pt x="15724" y="15061"/>
                  </a:cubicBezTo>
                  <a:cubicBezTo>
                    <a:pt x="15724" y="14664"/>
                    <a:pt x="15565" y="14070"/>
                    <a:pt x="15247" y="13673"/>
                  </a:cubicBezTo>
                  <a:cubicBezTo>
                    <a:pt x="15247" y="13475"/>
                    <a:pt x="15247" y="13079"/>
                    <a:pt x="15247" y="12881"/>
                  </a:cubicBezTo>
                  <a:close/>
                </a:path>
              </a:pathLst>
            </a:custGeom>
            <a:solidFill>
              <a:srgbClr val="0070AD"/>
            </a:solidFill>
            <a:ln w="12700" cap="flat">
              <a:noFill/>
              <a:miter lim="400000"/>
            </a:ln>
            <a:effectLst/>
          </p:spPr>
          <p:txBody>
            <a:bodyPr wrap="square" lIns="45719" tIns="45719" rIns="45719" bIns="45719" numCol="1"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200">
                  <a:latin typeface="Verdana"/>
                  <a:ea typeface="Verdana"/>
                  <a:cs typeface="Verdana"/>
                  <a:sym typeface="Verdana"/>
                </a:defRPr>
              </a:pPr>
              <a:endParaRPr kumimoji="0" sz="1200" b="0" i="0" u="none" strike="noStrike" kern="1200" cap="none" spc="0" normalizeH="0" baseline="0" noProof="0">
                <a:ln>
                  <a:noFill/>
                </a:ln>
                <a:solidFill>
                  <a:prstClr val="black"/>
                </a:solidFill>
                <a:effectLst/>
                <a:uLnTx/>
                <a:uFillTx/>
                <a:latin typeface="Verdana"/>
                <a:ea typeface="Verdana"/>
                <a:cs typeface="Verdana"/>
                <a:sym typeface="Verdana"/>
              </a:endParaRPr>
            </a:p>
          </p:txBody>
        </p:sp>
      </p:grpSp>
      <p:grpSp>
        <p:nvGrpSpPr>
          <p:cNvPr id="9" name="Group 14">
            <a:extLst>
              <a:ext uri="{FF2B5EF4-FFF2-40B4-BE49-F238E27FC236}">
                <a16:creationId xmlns:a16="http://schemas.microsoft.com/office/drawing/2014/main" id="{E84670E2-B3A9-2243-6FE8-B3E0AA34B5D4}"/>
              </a:ext>
            </a:extLst>
          </p:cNvPr>
          <p:cNvGrpSpPr/>
          <p:nvPr/>
        </p:nvGrpSpPr>
        <p:grpSpPr>
          <a:xfrm>
            <a:off x="6152553" y="1154554"/>
            <a:ext cx="1292195" cy="288094"/>
            <a:chOff x="0" y="-1"/>
            <a:chExt cx="1292195" cy="288092"/>
          </a:xfrm>
        </p:grpSpPr>
        <p:sp>
          <p:nvSpPr>
            <p:cNvPr id="10" name="Freeform 57">
              <a:extLst>
                <a:ext uri="{FF2B5EF4-FFF2-40B4-BE49-F238E27FC236}">
                  <a16:creationId xmlns:a16="http://schemas.microsoft.com/office/drawing/2014/main" id="{310C64A6-B06D-475E-916E-02A0FBD646DA}"/>
                </a:ext>
              </a:extLst>
            </p:cNvPr>
            <p:cNvSpPr/>
            <p:nvPr/>
          </p:nvSpPr>
          <p:spPr>
            <a:xfrm>
              <a:off x="1142785" y="88112"/>
              <a:ext cx="149409" cy="121444"/>
            </a:xfrm>
            <a:custGeom>
              <a:avLst/>
              <a:gdLst/>
              <a:ahLst/>
              <a:cxnLst>
                <a:cxn ang="0">
                  <a:pos x="wd2" y="hd2"/>
                </a:cxn>
                <a:cxn ang="5400000">
                  <a:pos x="wd2" y="hd2"/>
                </a:cxn>
                <a:cxn ang="10800000">
                  <a:pos x="wd2" y="hd2"/>
                </a:cxn>
                <a:cxn ang="16200000">
                  <a:pos x="wd2" y="hd2"/>
                </a:cxn>
              </a:cxnLst>
              <a:rect l="0" t="0" r="r" b="b"/>
              <a:pathLst>
                <a:path w="21600" h="21600" extrusionOk="0">
                  <a:moveTo>
                    <a:pt x="14286" y="15008"/>
                  </a:moveTo>
                  <a:cubicBezTo>
                    <a:pt x="18400" y="15008"/>
                    <a:pt x="21486" y="10940"/>
                    <a:pt x="21600" y="6031"/>
                  </a:cubicBezTo>
                  <a:cubicBezTo>
                    <a:pt x="21257" y="3927"/>
                    <a:pt x="20686" y="0"/>
                    <a:pt x="16229" y="0"/>
                  </a:cubicBezTo>
                  <a:cubicBezTo>
                    <a:pt x="11314" y="0"/>
                    <a:pt x="9600" y="8416"/>
                    <a:pt x="5714" y="13886"/>
                  </a:cubicBezTo>
                  <a:cubicBezTo>
                    <a:pt x="5371" y="16971"/>
                    <a:pt x="2971" y="19636"/>
                    <a:pt x="0" y="20197"/>
                  </a:cubicBezTo>
                  <a:cubicBezTo>
                    <a:pt x="686" y="21039"/>
                    <a:pt x="2286" y="21600"/>
                    <a:pt x="4229" y="21600"/>
                  </a:cubicBezTo>
                  <a:cubicBezTo>
                    <a:pt x="7771" y="21600"/>
                    <a:pt x="12114" y="20338"/>
                    <a:pt x="14286" y="17532"/>
                  </a:cubicBezTo>
                  <a:cubicBezTo>
                    <a:pt x="11314" y="17673"/>
                    <a:pt x="9371" y="15288"/>
                    <a:pt x="9257" y="11922"/>
                  </a:cubicBezTo>
                  <a:cubicBezTo>
                    <a:pt x="10629" y="14166"/>
                    <a:pt x="12343" y="15008"/>
                    <a:pt x="14286" y="15008"/>
                  </a:cubicBezTo>
                </a:path>
              </a:pathLst>
            </a:custGeom>
            <a:solidFill>
              <a:srgbClr val="12ABDB"/>
            </a:solidFill>
            <a:ln w="12700" cap="flat">
              <a:noFill/>
              <a:miter lim="400000"/>
            </a:ln>
            <a:effectLst/>
          </p:spPr>
          <p:txBody>
            <a:bodyPr wrap="square" lIns="45719" tIns="45719" rIns="45719" bIns="45719" numCol="1"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latin typeface="Verdana"/>
                  <a:ea typeface="Verdana"/>
                  <a:cs typeface="Verdana"/>
                  <a:sym typeface="Verdana"/>
                </a:defRPr>
              </a:pPr>
              <a:endParaRPr kumimoji="0" sz="1800" b="0" i="0" u="none" strike="noStrike" kern="1200" cap="none" spc="0" normalizeH="0" baseline="0" noProof="0">
                <a:ln>
                  <a:noFill/>
                </a:ln>
                <a:solidFill>
                  <a:prstClr val="black"/>
                </a:solidFill>
                <a:effectLst/>
                <a:uLnTx/>
                <a:uFillTx/>
                <a:latin typeface="Verdana"/>
                <a:ea typeface="Verdana"/>
                <a:cs typeface="Verdana"/>
                <a:sym typeface="Verdana"/>
              </a:endParaRPr>
            </a:p>
          </p:txBody>
        </p:sp>
        <p:sp>
          <p:nvSpPr>
            <p:cNvPr id="11" name="Freeform 58">
              <a:extLst>
                <a:ext uri="{FF2B5EF4-FFF2-40B4-BE49-F238E27FC236}">
                  <a16:creationId xmlns:a16="http://schemas.microsoft.com/office/drawing/2014/main" id="{FBEE17C5-CB53-E942-C73C-AFFB57FD7C58}"/>
                </a:ext>
              </a:extLst>
            </p:cNvPr>
            <p:cNvSpPr/>
            <p:nvPr/>
          </p:nvSpPr>
          <p:spPr>
            <a:xfrm>
              <a:off x="0" y="4213"/>
              <a:ext cx="1050459" cy="283878"/>
            </a:xfrm>
            <a:custGeom>
              <a:avLst/>
              <a:gdLst/>
              <a:ahLst/>
              <a:cxnLst>
                <a:cxn ang="0">
                  <a:pos x="wd2" y="hd2"/>
                </a:cxn>
                <a:cxn ang="5400000">
                  <a:pos x="wd2" y="hd2"/>
                </a:cxn>
                <a:cxn ang="10800000">
                  <a:pos x="wd2" y="hd2"/>
                </a:cxn>
                <a:cxn ang="16200000">
                  <a:pos x="wd2" y="hd2"/>
                </a:cxn>
              </a:cxnLst>
              <a:rect l="0" t="0" r="r" b="b"/>
              <a:pathLst>
                <a:path w="21600" h="21600" extrusionOk="0">
                  <a:moveTo>
                    <a:pt x="21063" y="7100"/>
                  </a:moveTo>
                  <a:cubicBezTo>
                    <a:pt x="21063" y="5957"/>
                    <a:pt x="21047" y="5174"/>
                    <a:pt x="20836" y="5174"/>
                  </a:cubicBezTo>
                  <a:cubicBezTo>
                    <a:pt x="20738" y="5174"/>
                    <a:pt x="20705" y="5235"/>
                    <a:pt x="20624" y="5355"/>
                  </a:cubicBezTo>
                  <a:cubicBezTo>
                    <a:pt x="20689" y="9206"/>
                    <a:pt x="20461" y="12635"/>
                    <a:pt x="20169" y="12635"/>
                  </a:cubicBezTo>
                  <a:cubicBezTo>
                    <a:pt x="19795" y="12635"/>
                    <a:pt x="19973" y="4332"/>
                    <a:pt x="19177" y="4332"/>
                  </a:cubicBezTo>
                  <a:cubicBezTo>
                    <a:pt x="18428" y="4332"/>
                    <a:pt x="18331" y="10950"/>
                    <a:pt x="18249" y="10950"/>
                  </a:cubicBezTo>
                  <a:cubicBezTo>
                    <a:pt x="18184" y="10950"/>
                    <a:pt x="18184" y="9206"/>
                    <a:pt x="18184" y="7882"/>
                  </a:cubicBezTo>
                  <a:cubicBezTo>
                    <a:pt x="18217" y="7220"/>
                    <a:pt x="18233" y="6679"/>
                    <a:pt x="18233" y="6257"/>
                  </a:cubicBezTo>
                  <a:cubicBezTo>
                    <a:pt x="18233" y="5596"/>
                    <a:pt x="18168" y="4573"/>
                    <a:pt x="17778" y="5054"/>
                  </a:cubicBezTo>
                  <a:cubicBezTo>
                    <a:pt x="17794" y="9807"/>
                    <a:pt x="17534" y="12695"/>
                    <a:pt x="17257" y="12695"/>
                  </a:cubicBezTo>
                  <a:cubicBezTo>
                    <a:pt x="16834" y="12695"/>
                    <a:pt x="16818" y="8363"/>
                    <a:pt x="16818" y="7220"/>
                  </a:cubicBezTo>
                  <a:cubicBezTo>
                    <a:pt x="16818" y="6077"/>
                    <a:pt x="16851" y="4513"/>
                    <a:pt x="16379" y="5054"/>
                  </a:cubicBezTo>
                  <a:cubicBezTo>
                    <a:pt x="16314" y="9206"/>
                    <a:pt x="16021" y="12274"/>
                    <a:pt x="15842" y="12274"/>
                  </a:cubicBezTo>
                  <a:cubicBezTo>
                    <a:pt x="15566" y="12274"/>
                    <a:pt x="15614" y="5174"/>
                    <a:pt x="15029" y="5174"/>
                  </a:cubicBezTo>
                  <a:cubicBezTo>
                    <a:pt x="14492" y="5174"/>
                    <a:pt x="14330" y="11913"/>
                    <a:pt x="14216" y="11913"/>
                  </a:cubicBezTo>
                  <a:cubicBezTo>
                    <a:pt x="14004" y="11913"/>
                    <a:pt x="14264" y="4332"/>
                    <a:pt x="13500" y="4332"/>
                  </a:cubicBezTo>
                  <a:cubicBezTo>
                    <a:pt x="13093" y="4332"/>
                    <a:pt x="12931" y="6859"/>
                    <a:pt x="12768" y="9687"/>
                  </a:cubicBezTo>
                  <a:cubicBezTo>
                    <a:pt x="12752" y="10228"/>
                    <a:pt x="12719" y="10289"/>
                    <a:pt x="12703" y="9627"/>
                  </a:cubicBezTo>
                  <a:cubicBezTo>
                    <a:pt x="12703" y="9145"/>
                    <a:pt x="12703" y="8544"/>
                    <a:pt x="12703" y="8062"/>
                  </a:cubicBezTo>
                  <a:cubicBezTo>
                    <a:pt x="12898" y="5174"/>
                    <a:pt x="12654" y="4152"/>
                    <a:pt x="12296" y="4874"/>
                  </a:cubicBezTo>
                  <a:cubicBezTo>
                    <a:pt x="12410" y="10168"/>
                    <a:pt x="11760" y="12755"/>
                    <a:pt x="11255" y="12755"/>
                  </a:cubicBezTo>
                  <a:cubicBezTo>
                    <a:pt x="11077" y="12755"/>
                    <a:pt x="10930" y="12455"/>
                    <a:pt x="10833" y="12033"/>
                  </a:cubicBezTo>
                  <a:cubicBezTo>
                    <a:pt x="11434" y="10650"/>
                    <a:pt x="11695" y="9085"/>
                    <a:pt x="11695" y="7581"/>
                  </a:cubicBezTo>
                  <a:cubicBezTo>
                    <a:pt x="11695" y="5896"/>
                    <a:pt x="11451" y="4934"/>
                    <a:pt x="11011" y="4934"/>
                  </a:cubicBezTo>
                  <a:cubicBezTo>
                    <a:pt x="10410" y="4934"/>
                    <a:pt x="10084" y="7220"/>
                    <a:pt x="10084" y="9145"/>
                  </a:cubicBezTo>
                  <a:cubicBezTo>
                    <a:pt x="10084" y="10168"/>
                    <a:pt x="10133" y="11071"/>
                    <a:pt x="10214" y="11793"/>
                  </a:cubicBezTo>
                  <a:cubicBezTo>
                    <a:pt x="10019" y="12154"/>
                    <a:pt x="9824" y="12455"/>
                    <a:pt x="9645" y="12755"/>
                  </a:cubicBezTo>
                  <a:cubicBezTo>
                    <a:pt x="9629" y="10770"/>
                    <a:pt x="9564" y="8724"/>
                    <a:pt x="9515" y="6799"/>
                  </a:cubicBezTo>
                  <a:cubicBezTo>
                    <a:pt x="9206" y="6438"/>
                    <a:pt x="9108" y="7040"/>
                    <a:pt x="9092" y="8062"/>
                  </a:cubicBezTo>
                  <a:cubicBezTo>
                    <a:pt x="9027" y="10469"/>
                    <a:pt x="8783" y="11913"/>
                    <a:pt x="8572" y="11913"/>
                  </a:cubicBezTo>
                  <a:cubicBezTo>
                    <a:pt x="8425" y="11913"/>
                    <a:pt x="8328" y="11191"/>
                    <a:pt x="8311" y="10469"/>
                  </a:cubicBezTo>
                  <a:cubicBezTo>
                    <a:pt x="8246" y="6618"/>
                    <a:pt x="9092" y="5535"/>
                    <a:pt x="9531" y="6137"/>
                  </a:cubicBezTo>
                  <a:cubicBezTo>
                    <a:pt x="9629" y="5295"/>
                    <a:pt x="9515" y="4633"/>
                    <a:pt x="9125" y="4633"/>
                  </a:cubicBezTo>
                  <a:cubicBezTo>
                    <a:pt x="8637" y="4633"/>
                    <a:pt x="8279" y="5716"/>
                    <a:pt x="8019" y="7100"/>
                  </a:cubicBezTo>
                  <a:cubicBezTo>
                    <a:pt x="7840" y="8062"/>
                    <a:pt x="7645" y="8724"/>
                    <a:pt x="7368" y="9506"/>
                  </a:cubicBezTo>
                  <a:cubicBezTo>
                    <a:pt x="7384" y="9266"/>
                    <a:pt x="7384" y="9025"/>
                    <a:pt x="7384" y="8845"/>
                  </a:cubicBezTo>
                  <a:cubicBezTo>
                    <a:pt x="7384" y="6137"/>
                    <a:pt x="6994" y="4934"/>
                    <a:pt x="6604" y="4934"/>
                  </a:cubicBezTo>
                  <a:cubicBezTo>
                    <a:pt x="6295" y="4934"/>
                    <a:pt x="6099" y="5656"/>
                    <a:pt x="5986" y="6679"/>
                  </a:cubicBezTo>
                  <a:cubicBezTo>
                    <a:pt x="5953" y="5656"/>
                    <a:pt x="5904" y="5174"/>
                    <a:pt x="5742" y="5174"/>
                  </a:cubicBezTo>
                  <a:cubicBezTo>
                    <a:pt x="5660" y="5174"/>
                    <a:pt x="5563" y="5235"/>
                    <a:pt x="5449" y="5415"/>
                  </a:cubicBezTo>
                  <a:cubicBezTo>
                    <a:pt x="5498" y="6017"/>
                    <a:pt x="5530" y="7340"/>
                    <a:pt x="5530" y="8243"/>
                  </a:cubicBezTo>
                  <a:cubicBezTo>
                    <a:pt x="5530" y="11492"/>
                    <a:pt x="5270" y="12936"/>
                    <a:pt x="5026" y="12936"/>
                  </a:cubicBezTo>
                  <a:cubicBezTo>
                    <a:pt x="4749" y="12936"/>
                    <a:pt x="4717" y="9085"/>
                    <a:pt x="4684" y="7581"/>
                  </a:cubicBezTo>
                  <a:cubicBezTo>
                    <a:pt x="4652" y="7521"/>
                    <a:pt x="4619" y="7461"/>
                    <a:pt x="4554" y="7461"/>
                  </a:cubicBezTo>
                  <a:cubicBezTo>
                    <a:pt x="4294" y="7461"/>
                    <a:pt x="4261" y="8724"/>
                    <a:pt x="4213" y="9867"/>
                  </a:cubicBezTo>
                  <a:cubicBezTo>
                    <a:pt x="4131" y="11131"/>
                    <a:pt x="3936" y="12695"/>
                    <a:pt x="3643" y="12695"/>
                  </a:cubicBezTo>
                  <a:cubicBezTo>
                    <a:pt x="3481" y="12695"/>
                    <a:pt x="3367" y="12094"/>
                    <a:pt x="3351" y="10950"/>
                  </a:cubicBezTo>
                  <a:cubicBezTo>
                    <a:pt x="3318" y="8664"/>
                    <a:pt x="3839" y="5957"/>
                    <a:pt x="4652" y="6799"/>
                  </a:cubicBezTo>
                  <a:cubicBezTo>
                    <a:pt x="4749" y="5896"/>
                    <a:pt x="4587" y="5174"/>
                    <a:pt x="4245" y="5174"/>
                  </a:cubicBezTo>
                  <a:cubicBezTo>
                    <a:pt x="3660" y="5174"/>
                    <a:pt x="3172" y="6799"/>
                    <a:pt x="2960" y="8724"/>
                  </a:cubicBezTo>
                  <a:cubicBezTo>
                    <a:pt x="2749" y="10529"/>
                    <a:pt x="2358" y="13116"/>
                    <a:pt x="1594" y="13116"/>
                  </a:cubicBezTo>
                  <a:cubicBezTo>
                    <a:pt x="1057" y="13116"/>
                    <a:pt x="634" y="11372"/>
                    <a:pt x="634" y="7701"/>
                  </a:cubicBezTo>
                  <a:cubicBezTo>
                    <a:pt x="634" y="4513"/>
                    <a:pt x="1171" y="1504"/>
                    <a:pt x="1757" y="1504"/>
                  </a:cubicBezTo>
                  <a:cubicBezTo>
                    <a:pt x="2147" y="1504"/>
                    <a:pt x="2245" y="3008"/>
                    <a:pt x="2212" y="4332"/>
                  </a:cubicBezTo>
                  <a:cubicBezTo>
                    <a:pt x="2423" y="4994"/>
                    <a:pt x="2765" y="4392"/>
                    <a:pt x="2765" y="2828"/>
                  </a:cubicBezTo>
                  <a:cubicBezTo>
                    <a:pt x="2765" y="1805"/>
                    <a:pt x="2537" y="0"/>
                    <a:pt x="1773" y="0"/>
                  </a:cubicBezTo>
                  <a:cubicBezTo>
                    <a:pt x="830" y="0"/>
                    <a:pt x="0" y="3430"/>
                    <a:pt x="0" y="7942"/>
                  </a:cubicBezTo>
                  <a:cubicBezTo>
                    <a:pt x="0" y="12394"/>
                    <a:pt x="618" y="14982"/>
                    <a:pt x="1464" y="14982"/>
                  </a:cubicBezTo>
                  <a:cubicBezTo>
                    <a:pt x="2001" y="14982"/>
                    <a:pt x="2505" y="13838"/>
                    <a:pt x="2863" y="11733"/>
                  </a:cubicBezTo>
                  <a:cubicBezTo>
                    <a:pt x="2944" y="13598"/>
                    <a:pt x="3286" y="14320"/>
                    <a:pt x="3546" y="14320"/>
                  </a:cubicBezTo>
                  <a:cubicBezTo>
                    <a:pt x="3952" y="14320"/>
                    <a:pt x="4229" y="13357"/>
                    <a:pt x="4375" y="12033"/>
                  </a:cubicBezTo>
                  <a:cubicBezTo>
                    <a:pt x="4457" y="13357"/>
                    <a:pt x="4652" y="14320"/>
                    <a:pt x="4977" y="14320"/>
                  </a:cubicBezTo>
                  <a:cubicBezTo>
                    <a:pt x="5205" y="14320"/>
                    <a:pt x="5367" y="13899"/>
                    <a:pt x="5514" y="13237"/>
                  </a:cubicBezTo>
                  <a:cubicBezTo>
                    <a:pt x="5449" y="17870"/>
                    <a:pt x="5384" y="20818"/>
                    <a:pt x="6132" y="20276"/>
                  </a:cubicBezTo>
                  <a:cubicBezTo>
                    <a:pt x="6018" y="18953"/>
                    <a:pt x="5986" y="16546"/>
                    <a:pt x="5986" y="14380"/>
                  </a:cubicBezTo>
                  <a:cubicBezTo>
                    <a:pt x="5986" y="8484"/>
                    <a:pt x="6246" y="6558"/>
                    <a:pt x="6571" y="6558"/>
                  </a:cubicBezTo>
                  <a:cubicBezTo>
                    <a:pt x="6815" y="6558"/>
                    <a:pt x="6880" y="7701"/>
                    <a:pt x="6880" y="8905"/>
                  </a:cubicBezTo>
                  <a:cubicBezTo>
                    <a:pt x="6880" y="9506"/>
                    <a:pt x="6864" y="10228"/>
                    <a:pt x="6831" y="10950"/>
                  </a:cubicBezTo>
                  <a:cubicBezTo>
                    <a:pt x="6425" y="11853"/>
                    <a:pt x="6099" y="12635"/>
                    <a:pt x="6099" y="13538"/>
                  </a:cubicBezTo>
                  <a:cubicBezTo>
                    <a:pt x="6099" y="14320"/>
                    <a:pt x="6246" y="14380"/>
                    <a:pt x="6376" y="14380"/>
                  </a:cubicBezTo>
                  <a:cubicBezTo>
                    <a:pt x="6685" y="14380"/>
                    <a:pt x="7059" y="13237"/>
                    <a:pt x="7270" y="11131"/>
                  </a:cubicBezTo>
                  <a:cubicBezTo>
                    <a:pt x="7449" y="10710"/>
                    <a:pt x="7628" y="10228"/>
                    <a:pt x="7807" y="9627"/>
                  </a:cubicBezTo>
                  <a:cubicBezTo>
                    <a:pt x="7807" y="9867"/>
                    <a:pt x="7791" y="10048"/>
                    <a:pt x="7791" y="10289"/>
                  </a:cubicBezTo>
                  <a:cubicBezTo>
                    <a:pt x="7791" y="12394"/>
                    <a:pt x="8051" y="13658"/>
                    <a:pt x="8442" y="13658"/>
                  </a:cubicBezTo>
                  <a:cubicBezTo>
                    <a:pt x="8751" y="13658"/>
                    <a:pt x="8995" y="12876"/>
                    <a:pt x="9157" y="11612"/>
                  </a:cubicBezTo>
                  <a:cubicBezTo>
                    <a:pt x="9173" y="12334"/>
                    <a:pt x="9173" y="12996"/>
                    <a:pt x="9173" y="13598"/>
                  </a:cubicBezTo>
                  <a:cubicBezTo>
                    <a:pt x="8539" y="14681"/>
                    <a:pt x="7840" y="15764"/>
                    <a:pt x="7840" y="18832"/>
                  </a:cubicBezTo>
                  <a:cubicBezTo>
                    <a:pt x="7840" y="20397"/>
                    <a:pt x="8149" y="21600"/>
                    <a:pt x="8555" y="21600"/>
                  </a:cubicBezTo>
                  <a:cubicBezTo>
                    <a:pt x="9434" y="21600"/>
                    <a:pt x="9645" y="18170"/>
                    <a:pt x="9645" y="14139"/>
                  </a:cubicBezTo>
                  <a:cubicBezTo>
                    <a:pt x="9938" y="13658"/>
                    <a:pt x="10149" y="13357"/>
                    <a:pt x="10393" y="12876"/>
                  </a:cubicBezTo>
                  <a:cubicBezTo>
                    <a:pt x="10605" y="13838"/>
                    <a:pt x="10898" y="14320"/>
                    <a:pt x="11158" y="14320"/>
                  </a:cubicBezTo>
                  <a:cubicBezTo>
                    <a:pt x="11662" y="14320"/>
                    <a:pt x="12036" y="13357"/>
                    <a:pt x="12329" y="11372"/>
                  </a:cubicBezTo>
                  <a:cubicBezTo>
                    <a:pt x="12394" y="12876"/>
                    <a:pt x="12492" y="14320"/>
                    <a:pt x="12703" y="14320"/>
                  </a:cubicBezTo>
                  <a:cubicBezTo>
                    <a:pt x="13110" y="14320"/>
                    <a:pt x="13191" y="6679"/>
                    <a:pt x="13484" y="6679"/>
                  </a:cubicBezTo>
                  <a:cubicBezTo>
                    <a:pt x="13711" y="6679"/>
                    <a:pt x="13516" y="14982"/>
                    <a:pt x="14118" y="14982"/>
                  </a:cubicBezTo>
                  <a:cubicBezTo>
                    <a:pt x="14622" y="14982"/>
                    <a:pt x="14720" y="7701"/>
                    <a:pt x="14964" y="7701"/>
                  </a:cubicBezTo>
                  <a:cubicBezTo>
                    <a:pt x="15143" y="7701"/>
                    <a:pt x="15159" y="14320"/>
                    <a:pt x="15712" y="14320"/>
                  </a:cubicBezTo>
                  <a:cubicBezTo>
                    <a:pt x="15989" y="14320"/>
                    <a:pt x="16281" y="13116"/>
                    <a:pt x="16428" y="10589"/>
                  </a:cubicBezTo>
                  <a:cubicBezTo>
                    <a:pt x="16493" y="12274"/>
                    <a:pt x="16720" y="14320"/>
                    <a:pt x="17176" y="14320"/>
                  </a:cubicBezTo>
                  <a:cubicBezTo>
                    <a:pt x="17436" y="14320"/>
                    <a:pt x="17664" y="13357"/>
                    <a:pt x="17843" y="12033"/>
                  </a:cubicBezTo>
                  <a:cubicBezTo>
                    <a:pt x="17892" y="13417"/>
                    <a:pt x="17989" y="14320"/>
                    <a:pt x="18184" y="14320"/>
                  </a:cubicBezTo>
                  <a:cubicBezTo>
                    <a:pt x="18705" y="14320"/>
                    <a:pt x="18689" y="6739"/>
                    <a:pt x="19095" y="6739"/>
                  </a:cubicBezTo>
                  <a:cubicBezTo>
                    <a:pt x="19420" y="6739"/>
                    <a:pt x="19323" y="14320"/>
                    <a:pt x="20087" y="14320"/>
                  </a:cubicBezTo>
                  <a:cubicBezTo>
                    <a:pt x="20445" y="14320"/>
                    <a:pt x="20624" y="13237"/>
                    <a:pt x="20722" y="11793"/>
                  </a:cubicBezTo>
                  <a:cubicBezTo>
                    <a:pt x="20868" y="13899"/>
                    <a:pt x="21096" y="14320"/>
                    <a:pt x="21275" y="14320"/>
                  </a:cubicBezTo>
                  <a:cubicBezTo>
                    <a:pt x="21389" y="14320"/>
                    <a:pt x="21486" y="14199"/>
                    <a:pt x="21600" y="13658"/>
                  </a:cubicBezTo>
                  <a:cubicBezTo>
                    <a:pt x="21014" y="12755"/>
                    <a:pt x="21063" y="9326"/>
                    <a:pt x="21063" y="7100"/>
                  </a:cubicBezTo>
                  <a:moveTo>
                    <a:pt x="8588" y="20156"/>
                  </a:moveTo>
                  <a:cubicBezTo>
                    <a:pt x="8409" y="20156"/>
                    <a:pt x="8311" y="19554"/>
                    <a:pt x="8311" y="18832"/>
                  </a:cubicBezTo>
                  <a:cubicBezTo>
                    <a:pt x="8311" y="16847"/>
                    <a:pt x="8702" y="15824"/>
                    <a:pt x="9173" y="14921"/>
                  </a:cubicBezTo>
                  <a:cubicBezTo>
                    <a:pt x="9157" y="19193"/>
                    <a:pt x="8881" y="20156"/>
                    <a:pt x="8588" y="20156"/>
                  </a:cubicBezTo>
                  <a:moveTo>
                    <a:pt x="10963" y="6318"/>
                  </a:moveTo>
                  <a:cubicBezTo>
                    <a:pt x="11142" y="6318"/>
                    <a:pt x="11255" y="6919"/>
                    <a:pt x="11239" y="7762"/>
                  </a:cubicBezTo>
                  <a:cubicBezTo>
                    <a:pt x="11207" y="8784"/>
                    <a:pt x="11011" y="9988"/>
                    <a:pt x="10654" y="10890"/>
                  </a:cubicBezTo>
                  <a:cubicBezTo>
                    <a:pt x="10475" y="8965"/>
                    <a:pt x="10621" y="6318"/>
                    <a:pt x="10963" y="6318"/>
                  </a:cubicBezTo>
                </a:path>
              </a:pathLst>
            </a:custGeom>
            <a:solidFill>
              <a:srgbClr val="0070AD"/>
            </a:solidFill>
            <a:ln w="12700" cap="flat">
              <a:noFill/>
              <a:miter lim="400000"/>
            </a:ln>
            <a:effectLst/>
          </p:spPr>
          <p:txBody>
            <a:bodyPr wrap="square" lIns="45719" tIns="45719" rIns="45719" bIns="45719" numCol="1"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latin typeface="Verdana"/>
                  <a:ea typeface="Verdana"/>
                  <a:cs typeface="Verdana"/>
                  <a:sym typeface="Verdana"/>
                </a:defRPr>
              </a:pPr>
              <a:endParaRPr kumimoji="0" sz="1800" b="0" i="0" u="none" strike="noStrike" kern="1200" cap="none" spc="0" normalizeH="0" baseline="0" noProof="0">
                <a:ln>
                  <a:noFill/>
                </a:ln>
                <a:solidFill>
                  <a:prstClr val="black"/>
                </a:solidFill>
                <a:effectLst/>
                <a:uLnTx/>
                <a:uFillTx/>
                <a:latin typeface="Verdana"/>
                <a:ea typeface="Verdana"/>
                <a:cs typeface="Verdana"/>
                <a:sym typeface="Verdana"/>
              </a:endParaRPr>
            </a:p>
          </p:txBody>
        </p:sp>
        <p:sp>
          <p:nvSpPr>
            <p:cNvPr id="12" name="Freeform 59">
              <a:extLst>
                <a:ext uri="{FF2B5EF4-FFF2-40B4-BE49-F238E27FC236}">
                  <a16:creationId xmlns:a16="http://schemas.microsoft.com/office/drawing/2014/main" id="{CC2A41A5-1441-D327-0CDD-0BDD4F0B5586}"/>
                </a:ext>
              </a:extLst>
            </p:cNvPr>
            <p:cNvSpPr/>
            <p:nvPr/>
          </p:nvSpPr>
          <p:spPr>
            <a:xfrm>
              <a:off x="792632" y="18388"/>
              <a:ext cx="29116" cy="30649"/>
            </a:xfrm>
            <a:custGeom>
              <a:avLst/>
              <a:gdLst/>
              <a:ahLst/>
              <a:cxnLst>
                <a:cxn ang="0">
                  <a:pos x="wd2" y="hd2"/>
                </a:cxn>
                <a:cxn ang="5400000">
                  <a:pos x="wd2" y="hd2"/>
                </a:cxn>
                <a:cxn ang="10800000">
                  <a:pos x="wd2" y="hd2"/>
                </a:cxn>
                <a:cxn ang="16200000">
                  <a:pos x="wd2" y="hd2"/>
                </a:cxn>
              </a:cxnLst>
              <a:rect l="0" t="0" r="r" b="b"/>
              <a:pathLst>
                <a:path w="21600" h="21600" extrusionOk="0">
                  <a:moveTo>
                    <a:pt x="11092" y="21600"/>
                  </a:moveTo>
                  <a:cubicBezTo>
                    <a:pt x="17514" y="21046"/>
                    <a:pt x="21600" y="16062"/>
                    <a:pt x="21600" y="10523"/>
                  </a:cubicBezTo>
                  <a:cubicBezTo>
                    <a:pt x="21600" y="4431"/>
                    <a:pt x="17514" y="0"/>
                    <a:pt x="11092" y="0"/>
                  </a:cubicBezTo>
                  <a:cubicBezTo>
                    <a:pt x="5254" y="554"/>
                    <a:pt x="0" y="4985"/>
                    <a:pt x="0" y="11077"/>
                  </a:cubicBezTo>
                  <a:cubicBezTo>
                    <a:pt x="0" y="17169"/>
                    <a:pt x="5254" y="21600"/>
                    <a:pt x="11092" y="21600"/>
                  </a:cubicBezTo>
                </a:path>
              </a:pathLst>
            </a:custGeom>
            <a:solidFill>
              <a:srgbClr val="0070AD"/>
            </a:solidFill>
            <a:ln w="12700" cap="flat">
              <a:noFill/>
              <a:miter lim="400000"/>
            </a:ln>
            <a:effectLst/>
          </p:spPr>
          <p:txBody>
            <a:bodyPr wrap="square" lIns="45719" tIns="45719" rIns="45719" bIns="45719" numCol="1"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latin typeface="Verdana"/>
                  <a:ea typeface="Verdana"/>
                  <a:cs typeface="Verdana"/>
                  <a:sym typeface="Verdana"/>
                </a:defRPr>
              </a:pPr>
              <a:endParaRPr kumimoji="0" sz="1800" b="0" i="0" u="none" strike="noStrike" kern="1200" cap="none" spc="0" normalizeH="0" baseline="0" noProof="0">
                <a:ln>
                  <a:noFill/>
                </a:ln>
                <a:solidFill>
                  <a:prstClr val="black"/>
                </a:solidFill>
                <a:effectLst/>
                <a:uLnTx/>
                <a:uFillTx/>
                <a:latin typeface="Verdana"/>
                <a:ea typeface="Verdana"/>
                <a:cs typeface="Verdana"/>
                <a:sym typeface="Verdana"/>
              </a:endParaRPr>
            </a:p>
          </p:txBody>
        </p:sp>
        <p:sp>
          <p:nvSpPr>
            <p:cNvPr id="13" name="Freeform 60">
              <a:extLst>
                <a:ext uri="{FF2B5EF4-FFF2-40B4-BE49-F238E27FC236}">
                  <a16:creationId xmlns:a16="http://schemas.microsoft.com/office/drawing/2014/main" id="{3007AEF4-1909-E000-EB1A-D963D6BB63B0}"/>
                </a:ext>
              </a:extLst>
            </p:cNvPr>
            <p:cNvSpPr/>
            <p:nvPr/>
          </p:nvSpPr>
          <p:spPr>
            <a:xfrm>
              <a:off x="999506" y="23752"/>
              <a:ext cx="27201" cy="29536"/>
            </a:xfrm>
            <a:custGeom>
              <a:avLst/>
              <a:gdLst/>
              <a:ahLst/>
              <a:cxnLst>
                <a:cxn ang="0">
                  <a:pos x="wd2" y="hd2"/>
                </a:cxn>
                <a:cxn ang="5400000">
                  <a:pos x="wd2" y="hd2"/>
                </a:cxn>
                <a:cxn ang="10800000">
                  <a:pos x="wd2" y="hd2"/>
                </a:cxn>
                <a:cxn ang="16200000">
                  <a:pos x="wd2" y="hd2"/>
                </a:cxn>
              </a:cxnLst>
              <a:rect l="0" t="0" r="r" b="b"/>
              <a:pathLst>
                <a:path w="21600" h="21080" extrusionOk="0">
                  <a:moveTo>
                    <a:pt x="10800" y="21032"/>
                  </a:moveTo>
                  <a:cubicBezTo>
                    <a:pt x="16518" y="21032"/>
                    <a:pt x="21600" y="15916"/>
                    <a:pt x="21600" y="10232"/>
                  </a:cubicBezTo>
                  <a:cubicBezTo>
                    <a:pt x="21600" y="4547"/>
                    <a:pt x="16518" y="0"/>
                    <a:pt x="10800" y="0"/>
                  </a:cubicBezTo>
                  <a:cubicBezTo>
                    <a:pt x="4447" y="568"/>
                    <a:pt x="0" y="5116"/>
                    <a:pt x="0" y="10800"/>
                  </a:cubicBezTo>
                  <a:cubicBezTo>
                    <a:pt x="0" y="17053"/>
                    <a:pt x="4447" y="21600"/>
                    <a:pt x="10800" y="21032"/>
                  </a:cubicBezTo>
                </a:path>
              </a:pathLst>
            </a:custGeom>
            <a:solidFill>
              <a:srgbClr val="0070AD"/>
            </a:solidFill>
            <a:ln w="12700" cap="flat">
              <a:noFill/>
              <a:miter lim="400000"/>
            </a:ln>
            <a:effectLst/>
          </p:spPr>
          <p:txBody>
            <a:bodyPr wrap="square" lIns="45719" tIns="45719" rIns="45719" bIns="45719" numCol="1"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latin typeface="Verdana"/>
                  <a:ea typeface="Verdana"/>
                  <a:cs typeface="Verdana"/>
                  <a:sym typeface="Verdana"/>
                </a:defRPr>
              </a:pPr>
              <a:endParaRPr kumimoji="0" sz="1800" b="0" i="0" u="none" strike="noStrike" kern="1200" cap="none" spc="0" normalizeH="0" baseline="0" noProof="0">
                <a:ln>
                  <a:noFill/>
                </a:ln>
                <a:solidFill>
                  <a:prstClr val="black"/>
                </a:solidFill>
                <a:effectLst/>
                <a:uLnTx/>
                <a:uFillTx/>
                <a:latin typeface="Verdana"/>
                <a:ea typeface="Verdana"/>
                <a:cs typeface="Verdana"/>
                <a:sym typeface="Verdana"/>
              </a:endParaRPr>
            </a:p>
          </p:txBody>
        </p:sp>
        <p:sp>
          <p:nvSpPr>
            <p:cNvPr id="14" name="Freeform 61">
              <a:extLst>
                <a:ext uri="{FF2B5EF4-FFF2-40B4-BE49-F238E27FC236}">
                  <a16:creationId xmlns:a16="http://schemas.microsoft.com/office/drawing/2014/main" id="{29FE1352-0768-B194-8298-D358E9EF1581}"/>
                </a:ext>
              </a:extLst>
            </p:cNvPr>
            <p:cNvSpPr/>
            <p:nvPr/>
          </p:nvSpPr>
          <p:spPr>
            <a:xfrm>
              <a:off x="1065399" y="-1"/>
              <a:ext cx="226796" cy="191037"/>
            </a:xfrm>
            <a:custGeom>
              <a:avLst/>
              <a:gdLst/>
              <a:ahLst/>
              <a:cxnLst>
                <a:cxn ang="0">
                  <a:pos x="wd2" y="hd2"/>
                </a:cxn>
                <a:cxn ang="5400000">
                  <a:pos x="wd2" y="hd2"/>
                </a:cxn>
                <a:cxn ang="10800000">
                  <a:pos x="wd2" y="hd2"/>
                </a:cxn>
                <a:cxn ang="16200000">
                  <a:pos x="wd2" y="hd2"/>
                </a:cxn>
              </a:cxnLst>
              <a:rect l="0" t="0" r="r" b="b"/>
              <a:pathLst>
                <a:path w="21600" h="21456" extrusionOk="0">
                  <a:moveTo>
                    <a:pt x="21525" y="13511"/>
                  </a:moveTo>
                  <a:cubicBezTo>
                    <a:pt x="21525" y="9867"/>
                    <a:pt x="20095" y="6844"/>
                    <a:pt x="17837" y="4444"/>
                  </a:cubicBezTo>
                  <a:cubicBezTo>
                    <a:pt x="16181" y="2667"/>
                    <a:pt x="14149" y="1244"/>
                    <a:pt x="12042" y="267"/>
                  </a:cubicBezTo>
                  <a:cubicBezTo>
                    <a:pt x="11891" y="178"/>
                    <a:pt x="11741" y="89"/>
                    <a:pt x="11515" y="0"/>
                  </a:cubicBezTo>
                  <a:cubicBezTo>
                    <a:pt x="11515" y="0"/>
                    <a:pt x="11515" y="0"/>
                    <a:pt x="11515" y="0"/>
                  </a:cubicBezTo>
                  <a:cubicBezTo>
                    <a:pt x="8956" y="3644"/>
                    <a:pt x="0" y="6400"/>
                    <a:pt x="0" y="14044"/>
                  </a:cubicBezTo>
                  <a:cubicBezTo>
                    <a:pt x="0" y="17067"/>
                    <a:pt x="1580" y="19822"/>
                    <a:pt x="3989" y="20978"/>
                  </a:cubicBezTo>
                  <a:cubicBezTo>
                    <a:pt x="5344" y="21600"/>
                    <a:pt x="6698" y="21600"/>
                    <a:pt x="8053" y="21067"/>
                  </a:cubicBezTo>
                  <a:cubicBezTo>
                    <a:pt x="9257" y="20622"/>
                    <a:pt x="10311" y="19733"/>
                    <a:pt x="11139" y="18667"/>
                  </a:cubicBezTo>
                  <a:cubicBezTo>
                    <a:pt x="13698" y="15200"/>
                    <a:pt x="14826" y="9867"/>
                    <a:pt x="18063" y="9867"/>
                  </a:cubicBezTo>
                  <a:cubicBezTo>
                    <a:pt x="20998" y="9867"/>
                    <a:pt x="21374" y="12356"/>
                    <a:pt x="21600" y="13689"/>
                  </a:cubicBezTo>
                  <a:cubicBezTo>
                    <a:pt x="21600" y="13689"/>
                    <a:pt x="21600" y="13600"/>
                    <a:pt x="21525" y="13511"/>
                  </a:cubicBezTo>
                </a:path>
              </a:pathLst>
            </a:custGeom>
            <a:solidFill>
              <a:srgbClr val="0070AD"/>
            </a:solidFill>
            <a:ln w="12700" cap="flat">
              <a:noFill/>
              <a:miter lim="400000"/>
            </a:ln>
            <a:effectLst/>
          </p:spPr>
          <p:txBody>
            <a:bodyPr wrap="square" lIns="45719" tIns="45719" rIns="45719" bIns="45719" numCol="1"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latin typeface="Verdana"/>
                  <a:ea typeface="Verdana"/>
                  <a:cs typeface="Verdana"/>
                  <a:sym typeface="Verdana"/>
                </a:defRPr>
              </a:pPr>
              <a:endParaRPr kumimoji="0" sz="1800" b="0" i="0" u="none" strike="noStrike" kern="1200" cap="none" spc="0" normalizeH="0" baseline="0" noProof="0">
                <a:ln>
                  <a:noFill/>
                </a:ln>
                <a:solidFill>
                  <a:prstClr val="black"/>
                </a:solidFill>
                <a:effectLst/>
                <a:uLnTx/>
                <a:uFillTx/>
                <a:latin typeface="Verdana"/>
                <a:ea typeface="Verdana"/>
                <a:cs typeface="Verdana"/>
                <a:sym typeface="Verdana"/>
              </a:endParaRPr>
            </a:p>
          </p:txBody>
        </p:sp>
      </p:grpSp>
      <p:sp>
        <p:nvSpPr>
          <p:cNvPr id="16" name="Freeform 21">
            <a:extLst>
              <a:ext uri="{FF2B5EF4-FFF2-40B4-BE49-F238E27FC236}">
                <a16:creationId xmlns:a16="http://schemas.microsoft.com/office/drawing/2014/main" id="{323917D4-59EC-69F8-6FB5-6A37B28BDB35}"/>
              </a:ext>
            </a:extLst>
          </p:cNvPr>
          <p:cNvSpPr/>
          <p:nvPr/>
        </p:nvSpPr>
        <p:spPr>
          <a:xfrm>
            <a:off x="4707586" y="1257922"/>
            <a:ext cx="563690" cy="249324"/>
          </a:xfrm>
          <a:custGeom>
            <a:avLst/>
            <a:gdLst/>
            <a:ahLst/>
            <a:cxnLst>
              <a:cxn ang="0">
                <a:pos x="wd2" y="hd2"/>
              </a:cxn>
              <a:cxn ang="5400000">
                <a:pos x="wd2" y="hd2"/>
              </a:cxn>
              <a:cxn ang="10800000">
                <a:pos x="wd2" y="hd2"/>
              </a:cxn>
              <a:cxn ang="16200000">
                <a:pos x="wd2" y="hd2"/>
              </a:cxn>
            </a:cxnLst>
            <a:rect l="0" t="0" r="r" b="b"/>
            <a:pathLst>
              <a:path w="21600" h="21600" extrusionOk="0">
                <a:moveTo>
                  <a:pt x="19855" y="2455"/>
                </a:moveTo>
                <a:cubicBezTo>
                  <a:pt x="17127" y="0"/>
                  <a:pt x="17127" y="0"/>
                  <a:pt x="17127" y="0"/>
                </a:cubicBezTo>
                <a:cubicBezTo>
                  <a:pt x="16691" y="982"/>
                  <a:pt x="16145" y="1718"/>
                  <a:pt x="15491" y="1964"/>
                </a:cubicBezTo>
                <a:cubicBezTo>
                  <a:pt x="15382" y="3436"/>
                  <a:pt x="14945" y="4664"/>
                  <a:pt x="14400" y="5891"/>
                </a:cubicBezTo>
                <a:cubicBezTo>
                  <a:pt x="14291" y="6136"/>
                  <a:pt x="14182" y="6627"/>
                  <a:pt x="14182" y="6873"/>
                </a:cubicBezTo>
                <a:cubicBezTo>
                  <a:pt x="16255" y="8591"/>
                  <a:pt x="16255" y="8591"/>
                  <a:pt x="16255" y="8591"/>
                </a:cubicBezTo>
                <a:cubicBezTo>
                  <a:pt x="17127" y="9327"/>
                  <a:pt x="17891" y="10800"/>
                  <a:pt x="18327" y="12518"/>
                </a:cubicBezTo>
                <a:cubicBezTo>
                  <a:pt x="21600" y="12518"/>
                  <a:pt x="21600" y="12518"/>
                  <a:pt x="21600" y="12518"/>
                </a:cubicBezTo>
                <a:cubicBezTo>
                  <a:pt x="21600" y="8345"/>
                  <a:pt x="21600" y="8345"/>
                  <a:pt x="21600" y="8345"/>
                </a:cubicBezTo>
                <a:cubicBezTo>
                  <a:pt x="21600" y="5645"/>
                  <a:pt x="20945" y="3191"/>
                  <a:pt x="19855" y="2455"/>
                </a:cubicBezTo>
                <a:close/>
                <a:moveTo>
                  <a:pt x="7527" y="6873"/>
                </a:moveTo>
                <a:cubicBezTo>
                  <a:pt x="7418" y="6627"/>
                  <a:pt x="7309" y="6136"/>
                  <a:pt x="7309" y="5891"/>
                </a:cubicBezTo>
                <a:cubicBezTo>
                  <a:pt x="6655" y="4664"/>
                  <a:pt x="6218" y="3436"/>
                  <a:pt x="6109" y="1964"/>
                </a:cubicBezTo>
                <a:cubicBezTo>
                  <a:pt x="5455" y="1718"/>
                  <a:pt x="4909" y="982"/>
                  <a:pt x="4582" y="0"/>
                </a:cubicBezTo>
                <a:cubicBezTo>
                  <a:pt x="1855" y="2455"/>
                  <a:pt x="1855" y="2455"/>
                  <a:pt x="1855" y="2455"/>
                </a:cubicBezTo>
                <a:cubicBezTo>
                  <a:pt x="764" y="3191"/>
                  <a:pt x="0" y="5645"/>
                  <a:pt x="0" y="8345"/>
                </a:cubicBezTo>
                <a:cubicBezTo>
                  <a:pt x="0" y="12518"/>
                  <a:pt x="0" y="12518"/>
                  <a:pt x="0" y="12518"/>
                </a:cubicBezTo>
                <a:cubicBezTo>
                  <a:pt x="3273" y="12518"/>
                  <a:pt x="3273" y="12518"/>
                  <a:pt x="3273" y="12518"/>
                </a:cubicBezTo>
                <a:cubicBezTo>
                  <a:pt x="3818" y="10800"/>
                  <a:pt x="4473" y="9327"/>
                  <a:pt x="5345" y="8591"/>
                </a:cubicBezTo>
                <a:lnTo>
                  <a:pt x="7527" y="6873"/>
                </a:lnTo>
                <a:close/>
                <a:moveTo>
                  <a:pt x="15818" y="11536"/>
                </a:moveTo>
                <a:cubicBezTo>
                  <a:pt x="12982" y="9082"/>
                  <a:pt x="12982" y="9082"/>
                  <a:pt x="12982" y="9082"/>
                </a:cubicBezTo>
                <a:cubicBezTo>
                  <a:pt x="10800" y="15709"/>
                  <a:pt x="10800" y="15709"/>
                  <a:pt x="10800" y="15709"/>
                </a:cubicBezTo>
                <a:cubicBezTo>
                  <a:pt x="8618" y="9082"/>
                  <a:pt x="8618" y="9082"/>
                  <a:pt x="8618" y="9082"/>
                </a:cubicBezTo>
                <a:cubicBezTo>
                  <a:pt x="5891" y="11536"/>
                  <a:pt x="5891" y="11536"/>
                  <a:pt x="5891" y="11536"/>
                </a:cubicBezTo>
                <a:cubicBezTo>
                  <a:pt x="4800" y="12518"/>
                  <a:pt x="4036" y="14727"/>
                  <a:pt x="4036" y="17427"/>
                </a:cubicBezTo>
                <a:cubicBezTo>
                  <a:pt x="4036" y="21600"/>
                  <a:pt x="4036" y="21600"/>
                  <a:pt x="4036" y="21600"/>
                </a:cubicBezTo>
                <a:cubicBezTo>
                  <a:pt x="17564" y="21600"/>
                  <a:pt x="17564" y="21600"/>
                  <a:pt x="17564" y="21600"/>
                </a:cubicBezTo>
                <a:cubicBezTo>
                  <a:pt x="17564" y="17427"/>
                  <a:pt x="17564" y="17427"/>
                  <a:pt x="17564" y="17427"/>
                </a:cubicBezTo>
                <a:cubicBezTo>
                  <a:pt x="17564" y="14727"/>
                  <a:pt x="16800" y="12518"/>
                  <a:pt x="15818" y="11536"/>
                </a:cubicBezTo>
                <a:close/>
              </a:path>
            </a:pathLst>
          </a:custGeom>
          <a:solidFill>
            <a:srgbClr val="FF33CC"/>
          </a:solidFill>
          <a:ln w="12700" cap="flat">
            <a:noFill/>
            <a:miter lim="400000"/>
          </a:ln>
          <a:effectLst/>
        </p:spPr>
        <p:txBody>
          <a:bodyPr wrap="square" lIns="45719" tIns="45719" rIns="45719" bIns="45719" numCol="1"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200">
                <a:latin typeface="Verdana"/>
                <a:ea typeface="Verdana"/>
                <a:cs typeface="Verdana"/>
                <a:sym typeface="Verdana"/>
              </a:defRPr>
            </a:pPr>
            <a:endParaRPr kumimoji="0" sz="1200" b="0" i="0" u="none" strike="noStrike" kern="1200" cap="none" spc="0" normalizeH="0" baseline="0" noProof="0">
              <a:ln>
                <a:noFill/>
              </a:ln>
              <a:solidFill>
                <a:prstClr val="black"/>
              </a:solidFill>
              <a:effectLst/>
              <a:uLnTx/>
              <a:uFillTx/>
              <a:latin typeface="Verdana"/>
              <a:ea typeface="Verdana"/>
              <a:cs typeface="Verdana"/>
              <a:sym typeface="Verdana"/>
            </a:endParaRPr>
          </a:p>
        </p:txBody>
      </p:sp>
      <p:sp>
        <p:nvSpPr>
          <p:cNvPr id="17" name="Freeform 22">
            <a:extLst>
              <a:ext uri="{FF2B5EF4-FFF2-40B4-BE49-F238E27FC236}">
                <a16:creationId xmlns:a16="http://schemas.microsoft.com/office/drawing/2014/main" id="{7EE8758F-CE2A-406C-25A5-24AADC136BEB}"/>
              </a:ext>
            </a:extLst>
          </p:cNvPr>
          <p:cNvSpPr/>
          <p:nvPr/>
        </p:nvSpPr>
        <p:spPr>
          <a:xfrm>
            <a:off x="4796716" y="1051958"/>
            <a:ext cx="386634" cy="310753"/>
          </a:xfrm>
          <a:custGeom>
            <a:avLst/>
            <a:gdLst/>
            <a:ahLst/>
            <a:cxnLst>
              <a:cxn ang="0">
                <a:pos x="wd2" y="hd2"/>
              </a:cxn>
              <a:cxn ang="5400000">
                <a:pos x="wd2" y="hd2"/>
              </a:cxn>
              <a:cxn ang="10800000">
                <a:pos x="wd2" y="hd2"/>
              </a:cxn>
              <a:cxn ang="16200000">
                <a:pos x="wd2" y="hd2"/>
              </a:cxn>
            </a:cxnLst>
            <a:rect l="0" t="0" r="r" b="b"/>
            <a:pathLst>
              <a:path w="21600" h="21600" extrusionOk="0">
                <a:moveTo>
                  <a:pt x="21124" y="6341"/>
                </a:moveTo>
                <a:cubicBezTo>
                  <a:pt x="21124" y="6143"/>
                  <a:pt x="21124" y="5747"/>
                  <a:pt x="21124" y="5549"/>
                </a:cubicBezTo>
                <a:cubicBezTo>
                  <a:pt x="21124" y="2180"/>
                  <a:pt x="19218" y="0"/>
                  <a:pt x="16676" y="0"/>
                </a:cubicBezTo>
                <a:cubicBezTo>
                  <a:pt x="14294" y="0"/>
                  <a:pt x="12547" y="1982"/>
                  <a:pt x="12388" y="4954"/>
                </a:cubicBezTo>
                <a:cubicBezTo>
                  <a:pt x="15247" y="5945"/>
                  <a:pt x="17153" y="8917"/>
                  <a:pt x="17153" y="12881"/>
                </a:cubicBezTo>
                <a:cubicBezTo>
                  <a:pt x="17312" y="13277"/>
                  <a:pt x="17471" y="13673"/>
                  <a:pt x="17629" y="14070"/>
                </a:cubicBezTo>
                <a:cubicBezTo>
                  <a:pt x="19059" y="13673"/>
                  <a:pt x="19694" y="11890"/>
                  <a:pt x="20329" y="9908"/>
                </a:cubicBezTo>
                <a:cubicBezTo>
                  <a:pt x="21124" y="9314"/>
                  <a:pt x="21600" y="8719"/>
                  <a:pt x="21600" y="7728"/>
                </a:cubicBezTo>
                <a:cubicBezTo>
                  <a:pt x="21600" y="7332"/>
                  <a:pt x="21441" y="6738"/>
                  <a:pt x="21124" y="6341"/>
                </a:cubicBezTo>
                <a:close/>
                <a:moveTo>
                  <a:pt x="9212" y="4954"/>
                </a:moveTo>
                <a:cubicBezTo>
                  <a:pt x="9053" y="1982"/>
                  <a:pt x="7306" y="0"/>
                  <a:pt x="4924" y="0"/>
                </a:cubicBezTo>
                <a:cubicBezTo>
                  <a:pt x="2382" y="0"/>
                  <a:pt x="635" y="2180"/>
                  <a:pt x="635" y="5549"/>
                </a:cubicBezTo>
                <a:cubicBezTo>
                  <a:pt x="635" y="5747"/>
                  <a:pt x="635" y="6143"/>
                  <a:pt x="635" y="6341"/>
                </a:cubicBezTo>
                <a:cubicBezTo>
                  <a:pt x="159" y="6738"/>
                  <a:pt x="0" y="7332"/>
                  <a:pt x="0" y="7728"/>
                </a:cubicBezTo>
                <a:cubicBezTo>
                  <a:pt x="0" y="8719"/>
                  <a:pt x="476" y="9314"/>
                  <a:pt x="1271" y="9908"/>
                </a:cubicBezTo>
                <a:cubicBezTo>
                  <a:pt x="1906" y="11890"/>
                  <a:pt x="2541" y="13673"/>
                  <a:pt x="4129" y="14070"/>
                </a:cubicBezTo>
                <a:cubicBezTo>
                  <a:pt x="4129" y="13673"/>
                  <a:pt x="4288" y="13277"/>
                  <a:pt x="4447" y="12881"/>
                </a:cubicBezTo>
                <a:cubicBezTo>
                  <a:pt x="4606" y="8917"/>
                  <a:pt x="6512" y="5945"/>
                  <a:pt x="9212" y="4954"/>
                </a:cubicBezTo>
                <a:close/>
                <a:moveTo>
                  <a:pt x="15247" y="12881"/>
                </a:moveTo>
                <a:cubicBezTo>
                  <a:pt x="15247" y="9710"/>
                  <a:pt x="13341" y="7332"/>
                  <a:pt x="10800" y="7332"/>
                </a:cubicBezTo>
                <a:cubicBezTo>
                  <a:pt x="8259" y="7332"/>
                  <a:pt x="6512" y="9710"/>
                  <a:pt x="6512" y="12881"/>
                </a:cubicBezTo>
                <a:cubicBezTo>
                  <a:pt x="6512" y="13079"/>
                  <a:pt x="6512" y="13475"/>
                  <a:pt x="6512" y="13673"/>
                </a:cubicBezTo>
                <a:cubicBezTo>
                  <a:pt x="6194" y="14070"/>
                  <a:pt x="5876" y="14664"/>
                  <a:pt x="5876" y="15061"/>
                </a:cubicBezTo>
                <a:cubicBezTo>
                  <a:pt x="5876" y="16051"/>
                  <a:pt x="6353" y="16844"/>
                  <a:pt x="7306" y="17240"/>
                </a:cubicBezTo>
                <a:cubicBezTo>
                  <a:pt x="7941" y="19618"/>
                  <a:pt x="8735" y="21600"/>
                  <a:pt x="10800" y="21600"/>
                </a:cubicBezTo>
                <a:cubicBezTo>
                  <a:pt x="12865" y="21600"/>
                  <a:pt x="13659" y="19618"/>
                  <a:pt x="14453" y="17240"/>
                </a:cubicBezTo>
                <a:cubicBezTo>
                  <a:pt x="15247" y="16844"/>
                  <a:pt x="15724" y="16051"/>
                  <a:pt x="15724" y="15061"/>
                </a:cubicBezTo>
                <a:cubicBezTo>
                  <a:pt x="15724" y="14664"/>
                  <a:pt x="15565" y="14070"/>
                  <a:pt x="15247" y="13673"/>
                </a:cubicBezTo>
                <a:cubicBezTo>
                  <a:pt x="15247" y="13475"/>
                  <a:pt x="15247" y="13079"/>
                  <a:pt x="15247" y="12881"/>
                </a:cubicBezTo>
                <a:close/>
              </a:path>
            </a:pathLst>
          </a:custGeom>
          <a:solidFill>
            <a:srgbClr val="FF33CC"/>
          </a:solidFill>
          <a:ln w="12700" cap="flat">
            <a:noFill/>
            <a:miter lim="400000"/>
          </a:ln>
          <a:effectLst/>
        </p:spPr>
        <p:txBody>
          <a:bodyPr wrap="square" lIns="45719" tIns="45719" rIns="45719" bIns="45719" numCol="1"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200">
                <a:latin typeface="Verdana"/>
                <a:ea typeface="Verdana"/>
                <a:cs typeface="Verdana"/>
                <a:sym typeface="Verdana"/>
              </a:defRPr>
            </a:pPr>
            <a:endParaRPr kumimoji="0" sz="1200" b="0" i="0" u="none" strike="noStrike" kern="1200" cap="none" spc="0" normalizeH="0" baseline="0" noProof="0">
              <a:ln>
                <a:noFill/>
              </a:ln>
              <a:solidFill>
                <a:prstClr val="black"/>
              </a:solidFill>
              <a:effectLst/>
              <a:uLnTx/>
              <a:uFillTx/>
              <a:latin typeface="Verdana"/>
              <a:ea typeface="Verdana"/>
              <a:cs typeface="Verdana"/>
              <a:sym typeface="Verdana"/>
            </a:endParaRPr>
          </a:p>
        </p:txBody>
      </p:sp>
      <p:sp>
        <p:nvSpPr>
          <p:cNvPr id="18" name="Arrow: Left-Right-Up 17">
            <a:extLst>
              <a:ext uri="{FF2B5EF4-FFF2-40B4-BE49-F238E27FC236}">
                <a16:creationId xmlns:a16="http://schemas.microsoft.com/office/drawing/2014/main" id="{E3CE930B-6579-D0D0-A55B-55BA0970A65A}"/>
              </a:ext>
            </a:extLst>
          </p:cNvPr>
          <p:cNvSpPr/>
          <p:nvPr/>
        </p:nvSpPr>
        <p:spPr>
          <a:xfrm>
            <a:off x="4871358" y="2717334"/>
            <a:ext cx="1001486" cy="654434"/>
          </a:xfrm>
          <a:prstGeom prst="leftRightUpArrow">
            <a:avLst/>
          </a:prstGeom>
          <a:gradFill flip="none" rotWithShape="1">
            <a:gsLst>
              <a:gs pos="48000">
                <a:srgbClr val="FF33CC"/>
              </a:gs>
              <a:gs pos="0">
                <a:srgbClr val="FF33CC"/>
              </a:gs>
              <a:gs pos="55000">
                <a:srgbClr val="0070C0"/>
              </a:gs>
            </a:gsLst>
            <a:lin ang="0" scaled="1"/>
            <a:tileRect/>
          </a:gradFill>
          <a:ln w="12700" cap="flat" cmpd="sng" algn="ctr">
            <a:noFill/>
            <a:prstDash val="solid"/>
            <a:miter lim="800000"/>
          </a:ln>
          <a:effectLst/>
        </p:spPr>
        <p:txBody>
          <a:bodyPr rtlCol="0" anchor="ctr"/>
          <a:lstStyle/>
          <a:p>
            <a:pPr algn="ctr"/>
            <a:endParaRPr lang="en-GB" kern="0">
              <a:solidFill>
                <a:prstClr val="white"/>
              </a:solidFill>
              <a:latin typeface="Calibri" panose="020F0502020204030204"/>
            </a:endParaRPr>
          </a:p>
        </p:txBody>
      </p:sp>
      <p:sp>
        <p:nvSpPr>
          <p:cNvPr id="19" name="Arrow: Left-Right-Up 18">
            <a:extLst>
              <a:ext uri="{FF2B5EF4-FFF2-40B4-BE49-F238E27FC236}">
                <a16:creationId xmlns:a16="http://schemas.microsoft.com/office/drawing/2014/main" id="{6E2E7925-F87A-5A21-091A-AE06F240E47F}"/>
              </a:ext>
            </a:extLst>
          </p:cNvPr>
          <p:cNvSpPr/>
          <p:nvPr/>
        </p:nvSpPr>
        <p:spPr>
          <a:xfrm>
            <a:off x="4871358" y="3635483"/>
            <a:ext cx="1001486" cy="654434"/>
          </a:xfrm>
          <a:prstGeom prst="leftRightUpArrow">
            <a:avLst/>
          </a:prstGeom>
          <a:gradFill flip="none" rotWithShape="1">
            <a:gsLst>
              <a:gs pos="48000">
                <a:srgbClr val="FF33CC"/>
              </a:gs>
              <a:gs pos="0">
                <a:srgbClr val="FF33CC"/>
              </a:gs>
              <a:gs pos="55000">
                <a:srgbClr val="0070C0"/>
              </a:gs>
            </a:gsLst>
            <a:lin ang="0" scaled="1"/>
            <a:tileRect/>
          </a:gradFill>
          <a:ln w="12700" cap="flat" cmpd="sng" algn="ctr">
            <a:noFill/>
            <a:prstDash val="solid"/>
            <a:miter lim="800000"/>
          </a:ln>
          <a:effectLst/>
        </p:spPr>
        <p:txBody>
          <a:bodyPr rtlCol="0" anchor="ctr"/>
          <a:lstStyle/>
          <a:p>
            <a:pPr algn="ctr"/>
            <a:endParaRPr lang="en-GB" kern="0">
              <a:solidFill>
                <a:prstClr val="white"/>
              </a:solidFill>
              <a:latin typeface="Calibri" panose="020F0502020204030204"/>
            </a:endParaRPr>
          </a:p>
        </p:txBody>
      </p:sp>
      <p:sp>
        <p:nvSpPr>
          <p:cNvPr id="20" name="Arrow: Left-Right-Up 19">
            <a:extLst>
              <a:ext uri="{FF2B5EF4-FFF2-40B4-BE49-F238E27FC236}">
                <a16:creationId xmlns:a16="http://schemas.microsoft.com/office/drawing/2014/main" id="{509D5C8D-8ABD-06CA-F858-FF0498BAECB4}"/>
              </a:ext>
            </a:extLst>
          </p:cNvPr>
          <p:cNvSpPr/>
          <p:nvPr/>
        </p:nvSpPr>
        <p:spPr>
          <a:xfrm>
            <a:off x="4871358" y="4464849"/>
            <a:ext cx="1001486" cy="654434"/>
          </a:xfrm>
          <a:prstGeom prst="leftRightUpArrow">
            <a:avLst/>
          </a:prstGeom>
          <a:gradFill flip="none" rotWithShape="1">
            <a:gsLst>
              <a:gs pos="48000">
                <a:srgbClr val="FF33CC"/>
              </a:gs>
              <a:gs pos="0">
                <a:srgbClr val="FF33CC"/>
              </a:gs>
              <a:gs pos="55000">
                <a:srgbClr val="0070C0"/>
              </a:gs>
            </a:gsLst>
            <a:lin ang="0" scaled="1"/>
            <a:tileRect/>
          </a:gra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21" name="TextBox 20">
            <a:extLst>
              <a:ext uri="{FF2B5EF4-FFF2-40B4-BE49-F238E27FC236}">
                <a16:creationId xmlns:a16="http://schemas.microsoft.com/office/drawing/2014/main" id="{86A9E356-8DCA-1DD8-2A15-B34268754DA4}"/>
              </a:ext>
            </a:extLst>
          </p:cNvPr>
          <p:cNvSpPr txBox="1"/>
          <p:nvPr/>
        </p:nvSpPr>
        <p:spPr>
          <a:xfrm>
            <a:off x="1775600" y="1407370"/>
            <a:ext cx="3571480"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1" i="0" u="none" strike="noStrike" kern="0" cap="none" spc="0" normalizeH="0" baseline="0" noProof="0">
                <a:ln>
                  <a:noFill/>
                </a:ln>
                <a:solidFill>
                  <a:prstClr val="black"/>
                </a:solidFill>
                <a:effectLst/>
                <a:uLnTx/>
                <a:uFillTx/>
                <a:latin typeface="Calibri" panose="020F0502020204030204"/>
                <a:ea typeface="+mn-ea"/>
                <a:cs typeface="+mn-cs"/>
              </a:rPr>
              <a:t>Executive Level:</a:t>
            </a:r>
          </a:p>
        </p:txBody>
      </p:sp>
      <p:sp>
        <p:nvSpPr>
          <p:cNvPr id="31" name="TextBox 30">
            <a:extLst>
              <a:ext uri="{FF2B5EF4-FFF2-40B4-BE49-F238E27FC236}">
                <a16:creationId xmlns:a16="http://schemas.microsoft.com/office/drawing/2014/main" id="{F6EDAFA3-CF5D-6CD1-3F04-F26402155D40}"/>
              </a:ext>
            </a:extLst>
          </p:cNvPr>
          <p:cNvSpPr txBox="1"/>
          <p:nvPr/>
        </p:nvSpPr>
        <p:spPr>
          <a:xfrm>
            <a:off x="184311" y="1797798"/>
            <a:ext cx="1335165"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1" i="0" u="none" strike="noStrike" kern="0" cap="none" spc="0" normalizeH="0" baseline="0" noProof="0">
                <a:ln>
                  <a:noFill/>
                </a:ln>
                <a:solidFill>
                  <a:prstClr val="black"/>
                </a:solidFill>
                <a:effectLst/>
                <a:uLnTx/>
                <a:uFillTx/>
                <a:latin typeface="Calibri" panose="020F0502020204030204"/>
                <a:ea typeface="+mn-ea"/>
                <a:cs typeface="+mn-cs"/>
              </a:rPr>
              <a:t>Other key stakeholders:</a:t>
            </a:r>
          </a:p>
        </p:txBody>
      </p:sp>
      <p:sp>
        <p:nvSpPr>
          <p:cNvPr id="64" name="TextBox 63">
            <a:extLst>
              <a:ext uri="{FF2B5EF4-FFF2-40B4-BE49-F238E27FC236}">
                <a16:creationId xmlns:a16="http://schemas.microsoft.com/office/drawing/2014/main" id="{56C8ED0B-81D8-46AA-6AD3-9599BED25299}"/>
              </a:ext>
            </a:extLst>
          </p:cNvPr>
          <p:cNvSpPr txBox="1"/>
          <p:nvPr/>
        </p:nvSpPr>
        <p:spPr>
          <a:xfrm>
            <a:off x="272092" y="2464577"/>
            <a:ext cx="1403755" cy="3049778"/>
          </a:xfrm>
          <a:prstGeom prst="rect">
            <a:avLst/>
          </a:prstGeom>
          <a:noFill/>
        </p:spPr>
        <p:txBody>
          <a:bodyPr wrap="square" lIns="91440" tIns="45720" rIns="91440" bIns="45720" rtlCol="0" anchor="t">
            <a:noAutofit/>
          </a:bodyPr>
          <a:lstStyle/>
          <a:p>
            <a:pPr>
              <a:defRPr/>
            </a:pPr>
            <a:endParaRPr lang="en-GB" sz="1200" b="1" kern="0">
              <a:solidFill>
                <a:prstClr val="white"/>
              </a:solidFill>
              <a:latin typeface="Calibri"/>
              <a:ea typeface="Calibri"/>
              <a:cs typeface="Calibri"/>
            </a:endParaRPr>
          </a:p>
          <a:p>
            <a:pPr>
              <a:defRPr/>
            </a:pPr>
            <a:endParaRPr lang="en-GB" sz="1200" b="1" kern="0">
              <a:solidFill>
                <a:prstClr val="white"/>
              </a:solidFill>
              <a:latin typeface="Calibri"/>
              <a:ea typeface="Calibri"/>
              <a:cs typeface="Calibri"/>
            </a:endParaRPr>
          </a:p>
          <a:p>
            <a:pPr>
              <a:defRPr/>
            </a:pPr>
            <a:r>
              <a:rPr lang="en-GB" sz="1200" b="1" kern="0">
                <a:solidFill>
                  <a:prstClr val="white"/>
                </a:solidFill>
                <a:latin typeface="Calibri"/>
                <a:ea typeface="Calibri"/>
                <a:cs typeface="Calibri"/>
              </a:rPr>
              <a:t>Finance modernisation</a:t>
            </a:r>
            <a:endParaRPr lang="en-GB" err="1">
              <a:solidFill>
                <a:prstClr val="white"/>
              </a:solidFill>
            </a:endParaRPr>
          </a:p>
          <a:p>
            <a:pPr>
              <a:defRPr/>
            </a:pPr>
            <a:endParaRPr lang="en-GB" sz="1200" b="1" kern="0">
              <a:solidFill>
                <a:prstClr val="white"/>
              </a:solidFill>
              <a:latin typeface="Calibri"/>
              <a:ea typeface="Calibri"/>
              <a:cs typeface="Calibri"/>
            </a:endParaRPr>
          </a:p>
          <a:p>
            <a:pPr>
              <a:defRPr/>
            </a:pPr>
            <a:endParaRPr lang="en-GB" sz="1200" b="1" kern="0">
              <a:solidFill>
                <a:prstClr val="white"/>
              </a:solidFill>
              <a:latin typeface="Calibri"/>
              <a:ea typeface="Calibri"/>
              <a:cs typeface="Calibri"/>
            </a:endParaRPr>
          </a:p>
          <a:p>
            <a:pPr>
              <a:defRPr/>
            </a:pPr>
            <a:r>
              <a:rPr lang="en-GB" sz="1200" b="1" kern="0">
                <a:solidFill>
                  <a:prstClr val="white"/>
                </a:solidFill>
                <a:latin typeface="Calibri"/>
                <a:ea typeface="Calibri"/>
                <a:cs typeface="Calibri"/>
              </a:rPr>
              <a:t>Underwriting &amp; Servicing </a:t>
            </a:r>
          </a:p>
          <a:p>
            <a:pPr>
              <a:defRPr/>
            </a:pPr>
            <a:endParaRPr lang="en-GB" sz="1200" b="1" kern="0">
              <a:solidFill>
                <a:prstClr val="white"/>
              </a:solidFill>
              <a:latin typeface="Calibri"/>
              <a:ea typeface="Calibri"/>
              <a:cs typeface="Calibri"/>
            </a:endParaRPr>
          </a:p>
          <a:p>
            <a:pPr>
              <a:defRPr/>
            </a:pPr>
            <a:endParaRPr lang="en-GB" sz="1200" b="1" kern="0">
              <a:solidFill>
                <a:prstClr val="white"/>
              </a:solidFill>
              <a:latin typeface="Calibri"/>
              <a:ea typeface="Calibri"/>
              <a:cs typeface="Calibri"/>
            </a:endParaRPr>
          </a:p>
          <a:p>
            <a:pPr>
              <a:defRPr/>
            </a:pPr>
            <a:r>
              <a:rPr lang="en-GB" sz="1200" b="1" kern="0">
                <a:solidFill>
                  <a:prstClr val="white"/>
                </a:solidFill>
                <a:latin typeface="Calibri"/>
                <a:ea typeface="Calibri"/>
                <a:cs typeface="Calibri"/>
              </a:rPr>
              <a:t>Data Migration</a:t>
            </a:r>
          </a:p>
          <a:p>
            <a:pPr>
              <a:defRPr/>
            </a:pPr>
            <a:endParaRPr lang="en-GB" sz="1200" b="1" kern="0">
              <a:solidFill>
                <a:prstClr val="white"/>
              </a:solidFill>
              <a:latin typeface="Calibri"/>
              <a:ea typeface="Calibri"/>
              <a:cs typeface="Calibri"/>
            </a:endParaRPr>
          </a:p>
          <a:p>
            <a:pPr>
              <a:defRPr/>
            </a:pPr>
            <a:endParaRPr lang="en-GB" sz="1200" b="1" kern="0">
              <a:solidFill>
                <a:prstClr val="white"/>
              </a:solidFill>
              <a:latin typeface="Calibri"/>
              <a:ea typeface="Calibri"/>
              <a:cs typeface="Calibri"/>
            </a:endParaRPr>
          </a:p>
          <a:p>
            <a:pPr>
              <a:defRPr/>
            </a:pPr>
            <a:r>
              <a:rPr lang="en-GB" sz="1200" b="1" kern="0">
                <a:solidFill>
                  <a:prstClr val="white"/>
                </a:solidFill>
                <a:latin typeface="Calibri"/>
                <a:ea typeface="Calibri"/>
                <a:cs typeface="Calibri"/>
              </a:rPr>
              <a:t>Operations </a:t>
            </a:r>
          </a:p>
        </p:txBody>
      </p:sp>
      <p:sp>
        <p:nvSpPr>
          <p:cNvPr id="65" name="Rectangle: Rounded Corners 64">
            <a:extLst>
              <a:ext uri="{FF2B5EF4-FFF2-40B4-BE49-F238E27FC236}">
                <a16:creationId xmlns:a16="http://schemas.microsoft.com/office/drawing/2014/main" id="{DD795179-BE8A-87C7-2CC3-B660419A6194}"/>
              </a:ext>
            </a:extLst>
          </p:cNvPr>
          <p:cNvSpPr/>
          <p:nvPr/>
        </p:nvSpPr>
        <p:spPr>
          <a:xfrm>
            <a:off x="1809751" y="5409233"/>
            <a:ext cx="7124700" cy="527334"/>
          </a:xfrm>
          <a:prstGeom prst="roundRect">
            <a:avLst>
              <a:gd name="adj" fmla="val 14259"/>
            </a:avLst>
          </a:prstGeom>
          <a:gradFill flip="none" rotWithShape="1">
            <a:gsLst>
              <a:gs pos="49000">
                <a:srgbClr val="FF33CC"/>
              </a:gs>
              <a:gs pos="0">
                <a:srgbClr val="FF33CC"/>
              </a:gs>
              <a:gs pos="55000">
                <a:srgbClr val="0070C0"/>
              </a:gs>
            </a:gsLst>
            <a:lin ang="0" scaled="1"/>
            <a:tileRect/>
          </a:gra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66" name="TextBox 65">
            <a:extLst>
              <a:ext uri="{FF2B5EF4-FFF2-40B4-BE49-F238E27FC236}">
                <a16:creationId xmlns:a16="http://schemas.microsoft.com/office/drawing/2014/main" id="{29E59022-4BF3-E29E-C12E-B58C08FA9385}"/>
              </a:ext>
            </a:extLst>
          </p:cNvPr>
          <p:cNvSpPr txBox="1"/>
          <p:nvPr/>
        </p:nvSpPr>
        <p:spPr>
          <a:xfrm>
            <a:off x="1814423" y="1726943"/>
            <a:ext cx="3486150" cy="261610"/>
          </a:xfrm>
          <a:prstGeom prst="rect">
            <a:avLst/>
          </a:prstGeom>
          <a:noFill/>
        </p:spPr>
        <p:txBody>
          <a:bodyPr wrap="square" lIns="91440" tIns="45720" rIns="91440" bIns="45720" rtlCol="0" anchor="t">
            <a:spAutoFit/>
          </a:bodyPr>
          <a:lstStyle/>
          <a:p>
            <a:pPr>
              <a:defRPr/>
            </a:pPr>
            <a:r>
              <a:rPr lang="en-GB" sz="1100" kern="0">
                <a:solidFill>
                  <a:prstClr val="white"/>
                </a:solidFill>
                <a:latin typeface="Calibri" panose="020F0502020204030204"/>
              </a:rPr>
              <a:t>Business Sponsor</a:t>
            </a:r>
          </a:p>
        </p:txBody>
      </p:sp>
      <p:sp>
        <p:nvSpPr>
          <p:cNvPr id="68" name="Arrow: Right 67">
            <a:extLst>
              <a:ext uri="{FF2B5EF4-FFF2-40B4-BE49-F238E27FC236}">
                <a16:creationId xmlns:a16="http://schemas.microsoft.com/office/drawing/2014/main" id="{6EC92D07-E96C-E6F1-6144-5C016A8483E5}"/>
              </a:ext>
            </a:extLst>
          </p:cNvPr>
          <p:cNvSpPr/>
          <p:nvPr/>
        </p:nvSpPr>
        <p:spPr>
          <a:xfrm>
            <a:off x="1581921" y="3146497"/>
            <a:ext cx="226796" cy="312260"/>
          </a:xfrm>
          <a:prstGeom prst="rightArrow">
            <a:avLst/>
          </a:prstGeom>
          <a:solidFill>
            <a:srgbClr val="FF33CC"/>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69" name="Arrow: Right 68">
            <a:extLst>
              <a:ext uri="{FF2B5EF4-FFF2-40B4-BE49-F238E27FC236}">
                <a16:creationId xmlns:a16="http://schemas.microsoft.com/office/drawing/2014/main" id="{5D7DF35D-547B-CEF6-8912-5239B47DA582}"/>
              </a:ext>
            </a:extLst>
          </p:cNvPr>
          <p:cNvSpPr/>
          <p:nvPr/>
        </p:nvSpPr>
        <p:spPr>
          <a:xfrm>
            <a:off x="1588750" y="4631419"/>
            <a:ext cx="226796" cy="312260"/>
          </a:xfrm>
          <a:prstGeom prst="rightArrow">
            <a:avLst/>
          </a:prstGeom>
          <a:solidFill>
            <a:srgbClr val="FF33CC"/>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71" name="TextBox 70">
            <a:extLst>
              <a:ext uri="{FF2B5EF4-FFF2-40B4-BE49-F238E27FC236}">
                <a16:creationId xmlns:a16="http://schemas.microsoft.com/office/drawing/2014/main" id="{CFB73E41-28E5-5B6A-78F2-6DDBCEC42C75}"/>
              </a:ext>
            </a:extLst>
          </p:cNvPr>
          <p:cNvSpPr txBox="1"/>
          <p:nvPr/>
        </p:nvSpPr>
        <p:spPr>
          <a:xfrm>
            <a:off x="1857012" y="5403942"/>
            <a:ext cx="3486150"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300"/>
              </a:spcBef>
              <a:spcAft>
                <a:spcPts val="0"/>
              </a:spcAft>
              <a:buClr>
                <a:srgbClr val="0070AD"/>
              </a:buClr>
              <a:buSzPct val="100000"/>
              <a:buFontTx/>
              <a:buNone/>
              <a:tabLst/>
              <a:defRPr sz="1000">
                <a:latin typeface="Verdana"/>
                <a:ea typeface="Verdana"/>
                <a:cs typeface="Verdana"/>
                <a:sym typeface="Verdana"/>
              </a:defRPr>
            </a:pPr>
            <a:r>
              <a:rPr kumimoji="0" lang="en-GB" sz="1200" b="0" i="0" u="none" strike="noStrike" kern="1200" cap="none" spc="0" normalizeH="0" baseline="0" noProof="0">
                <a:ln>
                  <a:noFill/>
                </a:ln>
                <a:solidFill>
                  <a:prstClr val="white"/>
                </a:solidFill>
                <a:effectLst/>
                <a:uLnTx/>
                <a:uFillTx/>
                <a:latin typeface="Calibri Light" panose="020F0302020204030204"/>
                <a:ea typeface="Verdana"/>
                <a:cs typeface="Verdana"/>
                <a:sym typeface="Verdana"/>
              </a:rPr>
              <a:t>Business SMEs, Business Analysts, Architects, Engineers, UAT team etc.</a:t>
            </a:r>
          </a:p>
        </p:txBody>
      </p:sp>
      <p:sp>
        <p:nvSpPr>
          <p:cNvPr id="72" name="TextBox 71">
            <a:extLst>
              <a:ext uri="{FF2B5EF4-FFF2-40B4-BE49-F238E27FC236}">
                <a16:creationId xmlns:a16="http://schemas.microsoft.com/office/drawing/2014/main" id="{8BE5E1E7-CD92-CE60-9C08-362CA75D1DE5}"/>
              </a:ext>
            </a:extLst>
          </p:cNvPr>
          <p:cNvSpPr txBox="1"/>
          <p:nvPr/>
        </p:nvSpPr>
        <p:spPr>
          <a:xfrm>
            <a:off x="1775600" y="5176198"/>
            <a:ext cx="3486150" cy="2616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100" b="1" i="0" u="none" strike="noStrike" kern="0" cap="none" spc="0" normalizeH="0" baseline="0" noProof="0">
                <a:ln>
                  <a:noFill/>
                </a:ln>
                <a:solidFill>
                  <a:prstClr val="black"/>
                </a:solidFill>
                <a:effectLst/>
                <a:uLnTx/>
                <a:uFillTx/>
                <a:latin typeface="Calibri" panose="020F0502020204030204"/>
                <a:ea typeface="+mn-ea"/>
                <a:cs typeface="+mn-cs"/>
              </a:rPr>
              <a:t>Project Team:</a:t>
            </a:r>
          </a:p>
        </p:txBody>
      </p:sp>
      <p:sp>
        <p:nvSpPr>
          <p:cNvPr id="73" name="TextBox 72">
            <a:extLst>
              <a:ext uri="{FF2B5EF4-FFF2-40B4-BE49-F238E27FC236}">
                <a16:creationId xmlns:a16="http://schemas.microsoft.com/office/drawing/2014/main" id="{DA88CA85-FB53-C64C-A159-419AAEA605FC}"/>
              </a:ext>
            </a:extLst>
          </p:cNvPr>
          <p:cNvSpPr txBox="1"/>
          <p:nvPr/>
        </p:nvSpPr>
        <p:spPr>
          <a:xfrm>
            <a:off x="5507548" y="5412656"/>
            <a:ext cx="3486150"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300"/>
              </a:spcBef>
              <a:spcAft>
                <a:spcPts val="0"/>
              </a:spcAft>
              <a:buClr>
                <a:srgbClr val="0070AD"/>
              </a:buClr>
              <a:buSzPct val="100000"/>
              <a:buFontTx/>
              <a:buNone/>
              <a:tabLst/>
              <a:defRPr sz="1000">
                <a:latin typeface="Verdana"/>
                <a:ea typeface="Verdana"/>
                <a:cs typeface="Verdana"/>
                <a:sym typeface="Verdana"/>
              </a:defRPr>
            </a:pPr>
            <a:r>
              <a:rPr kumimoji="0" lang="en-GB" sz="1200" b="0" i="0" u="none" strike="noStrike" kern="1200" cap="none" spc="0" normalizeH="0" baseline="0" noProof="0">
                <a:ln>
                  <a:noFill/>
                </a:ln>
                <a:solidFill>
                  <a:prstClr val="white"/>
                </a:solidFill>
                <a:effectLst/>
                <a:uLnTx/>
                <a:uFillTx/>
                <a:latin typeface="Calibri Light" panose="020F0302020204030204"/>
                <a:ea typeface="Verdana"/>
                <a:cs typeface="Verdana"/>
                <a:sym typeface="Verdana"/>
              </a:rPr>
              <a:t>Business Analysts, Architects, Designers, Engineers, QA / Testers, DevOps, Scrum Masters, Data Scientists</a:t>
            </a:r>
          </a:p>
        </p:txBody>
      </p:sp>
      <p:sp>
        <p:nvSpPr>
          <p:cNvPr id="75" name="TextBox 74">
            <a:extLst>
              <a:ext uri="{FF2B5EF4-FFF2-40B4-BE49-F238E27FC236}">
                <a16:creationId xmlns:a16="http://schemas.microsoft.com/office/drawing/2014/main" id="{91FCB2E9-EFCE-A69F-5B43-74088B169490}"/>
              </a:ext>
            </a:extLst>
          </p:cNvPr>
          <p:cNvSpPr txBox="1"/>
          <p:nvPr/>
        </p:nvSpPr>
        <p:spPr>
          <a:xfrm>
            <a:off x="5446052" y="1769040"/>
            <a:ext cx="3486150" cy="430887"/>
          </a:xfrm>
          <a:prstGeom prst="rect">
            <a:avLst/>
          </a:prstGeom>
          <a:noFill/>
        </p:spPr>
        <p:txBody>
          <a:bodyPr wrap="square" lIns="91440" tIns="45720" rIns="91440" bIns="4572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0" cap="none" spc="0" normalizeH="0" baseline="0" noProof="0">
                <a:ln>
                  <a:noFill/>
                </a:ln>
                <a:solidFill>
                  <a:prstClr val="white"/>
                </a:solidFill>
                <a:effectLst/>
                <a:uLnTx/>
                <a:uFillTx/>
                <a:latin typeface="Calibri" panose="020F0502020204030204"/>
                <a:ea typeface="+mn-ea"/>
                <a:cs typeface="+mn-cs"/>
              </a:rPr>
              <a:t>Delivery Executive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0" cap="none" spc="0" normalizeH="0" baseline="0" noProof="0">
                <a:ln>
                  <a:noFill/>
                </a:ln>
                <a:solidFill>
                  <a:prstClr val="white"/>
                </a:solidFill>
                <a:effectLst/>
                <a:uLnTx/>
                <a:uFillTx/>
                <a:latin typeface="Calibri" panose="020F0502020204030204"/>
                <a:ea typeface="+mn-ea"/>
                <a:cs typeface="+mn-cs"/>
              </a:rPr>
              <a:t>Account Executive</a:t>
            </a:r>
            <a:endParaRPr lang="en-GB" sz="1100" b="0" i="0" u="none" strike="noStrike" kern="0" cap="none" spc="0" normalizeH="0" baseline="0" noProof="0">
              <a:ln>
                <a:noFill/>
              </a:ln>
              <a:solidFill>
                <a:prstClr val="white"/>
              </a:solidFill>
              <a:effectLst/>
              <a:uLnTx/>
              <a:uFillTx/>
              <a:latin typeface="Calibri" panose="020F0502020204030204"/>
              <a:ea typeface="Calibri"/>
              <a:cs typeface="Calibri"/>
            </a:endParaRPr>
          </a:p>
        </p:txBody>
      </p:sp>
      <p:sp>
        <p:nvSpPr>
          <p:cNvPr id="79" name="Arrow: Right 78">
            <a:extLst>
              <a:ext uri="{FF2B5EF4-FFF2-40B4-BE49-F238E27FC236}">
                <a16:creationId xmlns:a16="http://schemas.microsoft.com/office/drawing/2014/main" id="{CD85CC9E-C76C-99A6-0AA7-D23EBC90B81C}"/>
              </a:ext>
            </a:extLst>
          </p:cNvPr>
          <p:cNvSpPr/>
          <p:nvPr/>
        </p:nvSpPr>
        <p:spPr>
          <a:xfrm rot="16200000">
            <a:off x="3540796" y="5169549"/>
            <a:ext cx="226796" cy="312260"/>
          </a:xfrm>
          <a:prstGeom prst="rightArrow">
            <a:avLst/>
          </a:prstGeom>
          <a:solidFill>
            <a:srgbClr val="FF33CC"/>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80" name="Arrow: Right 79">
            <a:extLst>
              <a:ext uri="{FF2B5EF4-FFF2-40B4-BE49-F238E27FC236}">
                <a16:creationId xmlns:a16="http://schemas.microsoft.com/office/drawing/2014/main" id="{D12F3023-A010-953A-C779-351443104C21}"/>
              </a:ext>
            </a:extLst>
          </p:cNvPr>
          <p:cNvSpPr/>
          <p:nvPr/>
        </p:nvSpPr>
        <p:spPr>
          <a:xfrm rot="16200000">
            <a:off x="7020499" y="5169550"/>
            <a:ext cx="226796" cy="312260"/>
          </a:xfrm>
          <a:prstGeom prst="rightArrow">
            <a:avLst/>
          </a:prstGeom>
          <a:solidFill>
            <a:srgbClr val="0070C0"/>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158" name="Arrow: Up 157">
            <a:extLst>
              <a:ext uri="{FF2B5EF4-FFF2-40B4-BE49-F238E27FC236}">
                <a16:creationId xmlns:a16="http://schemas.microsoft.com/office/drawing/2014/main" id="{065D6069-35D1-F6CE-68FA-DAB7FF59AAE4}"/>
              </a:ext>
            </a:extLst>
          </p:cNvPr>
          <p:cNvSpPr/>
          <p:nvPr/>
        </p:nvSpPr>
        <p:spPr>
          <a:xfrm>
            <a:off x="9007805" y="1675102"/>
            <a:ext cx="312260" cy="4267940"/>
          </a:xfrm>
          <a:prstGeom prst="upArrow">
            <a:avLst/>
          </a:prstGeom>
          <a:gradFill flip="none" rotWithShape="1">
            <a:gsLst>
              <a:gs pos="47000">
                <a:srgbClr val="FF33CC"/>
              </a:gs>
              <a:gs pos="0">
                <a:srgbClr val="FF33CC"/>
              </a:gs>
              <a:gs pos="55000">
                <a:srgbClr val="0070C0"/>
              </a:gs>
            </a:gsLst>
            <a:lin ang="0" scaled="1"/>
            <a:tileRect/>
          </a:gradFill>
          <a:ln w="12700" cap="flat" cmpd="sng" algn="ctr">
            <a:noFill/>
            <a:prstDash val="solid"/>
            <a:miter lim="800000"/>
          </a:ln>
          <a:effectLst/>
        </p:spPr>
        <p:txBody>
          <a:bodyPr vert="vert27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0" cap="none" spc="0" normalizeH="0" baseline="0" noProof="0">
                <a:ln>
                  <a:noFill/>
                </a:ln>
                <a:solidFill>
                  <a:prstClr val="white"/>
                </a:solidFill>
                <a:effectLst/>
                <a:uLnTx/>
                <a:uFillTx/>
                <a:latin typeface="Calibri" panose="020F0502020204030204"/>
                <a:ea typeface="+mn-ea"/>
                <a:cs typeface="+mn-cs"/>
              </a:rPr>
              <a:t>Escalations</a:t>
            </a:r>
          </a:p>
        </p:txBody>
      </p:sp>
      <p:sp>
        <p:nvSpPr>
          <p:cNvPr id="159" name="Arrow: Up 158">
            <a:extLst>
              <a:ext uri="{FF2B5EF4-FFF2-40B4-BE49-F238E27FC236}">
                <a16:creationId xmlns:a16="http://schemas.microsoft.com/office/drawing/2014/main" id="{3E74D0DB-5D9F-2161-28F6-5F9454CB384D}"/>
              </a:ext>
            </a:extLst>
          </p:cNvPr>
          <p:cNvSpPr/>
          <p:nvPr/>
        </p:nvSpPr>
        <p:spPr>
          <a:xfrm rot="10800000">
            <a:off x="9307005" y="1684369"/>
            <a:ext cx="312260" cy="4267940"/>
          </a:xfrm>
          <a:prstGeom prst="upArrow">
            <a:avLst/>
          </a:prstGeom>
          <a:gradFill flip="none" rotWithShape="1">
            <a:gsLst>
              <a:gs pos="0">
                <a:scrgbClr r="0" g="0" b="0"/>
              </a:gs>
              <a:gs pos="0">
                <a:srgbClr val="0070C0"/>
              </a:gs>
              <a:gs pos="40000">
                <a:srgbClr val="0070C0"/>
              </a:gs>
              <a:gs pos="55000">
                <a:srgbClr val="FF33CC"/>
              </a:gs>
            </a:gsLst>
            <a:lin ang="0" scaled="1"/>
            <a:tileRect/>
          </a:gradFill>
          <a:ln w="12700" cap="flat" cmpd="sng" algn="ctr">
            <a:noFill/>
            <a:prstDash val="solid"/>
            <a:miter lim="800000"/>
          </a:ln>
          <a:effectLst/>
        </p:spPr>
        <p:txBody>
          <a:bodyPr vert="vert27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0" cap="none" spc="0" normalizeH="0" baseline="0" noProof="0">
                <a:ln>
                  <a:noFill/>
                </a:ln>
                <a:solidFill>
                  <a:prstClr val="white"/>
                </a:solidFill>
                <a:effectLst/>
                <a:uLnTx/>
                <a:uFillTx/>
                <a:latin typeface="Calibri" panose="020F0502020204030204"/>
                <a:ea typeface="+mn-ea"/>
                <a:cs typeface="+mn-cs"/>
              </a:rPr>
              <a:t>Decisions / Actions</a:t>
            </a:r>
          </a:p>
        </p:txBody>
      </p:sp>
      <p:sp>
        <p:nvSpPr>
          <p:cNvPr id="161" name="TextBox 160">
            <a:extLst>
              <a:ext uri="{FF2B5EF4-FFF2-40B4-BE49-F238E27FC236}">
                <a16:creationId xmlns:a16="http://schemas.microsoft.com/office/drawing/2014/main" id="{D33F3196-94FF-53A9-BF8E-DF5118DDD82D}"/>
              </a:ext>
            </a:extLst>
          </p:cNvPr>
          <p:cNvSpPr txBox="1"/>
          <p:nvPr/>
        </p:nvSpPr>
        <p:spPr>
          <a:xfrm>
            <a:off x="9741952" y="1770632"/>
            <a:ext cx="2450147" cy="4449431"/>
          </a:xfrm>
          <a:prstGeom prst="rect">
            <a:avLst/>
          </a:prstGeom>
          <a:noFill/>
        </p:spPr>
        <p:txBody>
          <a:bodyPr wrap="square"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0" cap="none" spc="0" normalizeH="0" baseline="0" noProof="0">
                <a:ln>
                  <a:noFill/>
                </a:ln>
                <a:solidFill>
                  <a:prstClr val="black"/>
                </a:solidFill>
                <a:effectLst/>
                <a:uLnTx/>
                <a:uFillTx/>
                <a:latin typeface="Calibri" panose="020F0502020204030204"/>
                <a:ea typeface="+mn-ea"/>
                <a:cs typeface="+mn-cs"/>
              </a:rPr>
              <a:t>Escalations are done jointly from Capgemini and Beazley representatives from one level to Capgemini &amp; Beazley representatives at the next level up.</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200" b="0" i="0" u="none" strike="noStrike" kern="0" cap="none" spc="0" normalizeH="0" baseline="0" noProof="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0" cap="none" spc="0" normalizeH="0" baseline="0" noProof="0">
                <a:ln>
                  <a:noFill/>
                </a:ln>
                <a:solidFill>
                  <a:prstClr val="black"/>
                </a:solidFill>
                <a:effectLst/>
                <a:uLnTx/>
                <a:uFillTx/>
                <a:latin typeface="Calibri" panose="020F0502020204030204"/>
                <a:ea typeface="+mn-ea"/>
                <a:cs typeface="+mn-cs"/>
              </a:rPr>
              <a:t>Prior to escalation, representatives will work together to:</a:t>
            </a:r>
          </a:p>
          <a:p>
            <a:pPr marL="228600" marR="0" lvl="0" indent="-228600" algn="l" defTabSz="914400" rtl="0" eaLnBrk="1" fontAlgn="auto" latinLnBrk="0" hangingPunct="1">
              <a:lnSpc>
                <a:spcPct val="100000"/>
              </a:lnSpc>
              <a:spcBef>
                <a:spcPts val="300"/>
              </a:spcBef>
              <a:spcAft>
                <a:spcPts val="0"/>
              </a:spcAft>
              <a:buClrTx/>
              <a:buSzTx/>
              <a:buFontTx/>
              <a:buAutoNum type="arabicPeriod"/>
              <a:tabLst/>
              <a:defRPr/>
            </a:pPr>
            <a:r>
              <a:rPr kumimoji="0" lang="en-GB" sz="1200" b="0" i="0" u="none" strike="noStrike" kern="0" cap="none" spc="0" normalizeH="0" baseline="0" noProof="0">
                <a:ln>
                  <a:noFill/>
                </a:ln>
                <a:solidFill>
                  <a:prstClr val="black"/>
                </a:solidFill>
                <a:effectLst/>
                <a:uLnTx/>
                <a:uFillTx/>
                <a:latin typeface="Calibri" panose="020F0502020204030204"/>
                <a:ea typeface="+mn-ea"/>
                <a:cs typeface="+mn-cs"/>
              </a:rPr>
              <a:t>Agree what they agree on</a:t>
            </a:r>
          </a:p>
          <a:p>
            <a:pPr marL="228600" marR="0" lvl="0" indent="-228600" algn="l" defTabSz="914400" rtl="0" eaLnBrk="1" fontAlgn="auto" latinLnBrk="0" hangingPunct="1">
              <a:lnSpc>
                <a:spcPct val="100000"/>
              </a:lnSpc>
              <a:spcBef>
                <a:spcPts val="300"/>
              </a:spcBef>
              <a:spcAft>
                <a:spcPts val="0"/>
              </a:spcAft>
              <a:buClrTx/>
              <a:buSzTx/>
              <a:buFontTx/>
              <a:buAutoNum type="arabicPeriod"/>
              <a:tabLst/>
              <a:defRPr/>
            </a:pPr>
            <a:r>
              <a:rPr kumimoji="0" lang="en-GB" sz="1200" b="0" i="0" u="none" strike="noStrike" kern="0" cap="none" spc="0" normalizeH="0" baseline="0" noProof="0">
                <a:ln>
                  <a:noFill/>
                </a:ln>
                <a:solidFill>
                  <a:prstClr val="black"/>
                </a:solidFill>
                <a:effectLst/>
                <a:uLnTx/>
                <a:uFillTx/>
                <a:latin typeface="Calibri" panose="020F0502020204030204"/>
                <a:ea typeface="+mn-ea"/>
                <a:cs typeface="+mn-cs"/>
              </a:rPr>
              <a:t>Agree what they disagree on</a:t>
            </a:r>
          </a:p>
          <a:p>
            <a:pPr marL="228600" marR="0" lvl="0" indent="-228600" algn="l" defTabSz="914400" rtl="0" eaLnBrk="1" fontAlgn="auto" latinLnBrk="0" hangingPunct="1">
              <a:lnSpc>
                <a:spcPct val="100000"/>
              </a:lnSpc>
              <a:spcBef>
                <a:spcPts val="300"/>
              </a:spcBef>
              <a:spcAft>
                <a:spcPts val="0"/>
              </a:spcAft>
              <a:buClrTx/>
              <a:buSzTx/>
              <a:buFontTx/>
              <a:buAutoNum type="arabicPeriod"/>
              <a:tabLst/>
              <a:defRPr/>
            </a:pPr>
            <a:r>
              <a:rPr kumimoji="0" lang="en-GB" sz="1200" b="0" i="0" u="none" strike="noStrike" kern="0" cap="none" spc="0" normalizeH="0" baseline="0" noProof="0">
                <a:ln>
                  <a:noFill/>
                </a:ln>
                <a:solidFill>
                  <a:prstClr val="black"/>
                </a:solidFill>
                <a:effectLst/>
                <a:uLnTx/>
                <a:uFillTx/>
                <a:latin typeface="Calibri" panose="020F0502020204030204"/>
                <a:ea typeface="+mn-ea"/>
                <a:cs typeface="+mn-cs"/>
              </a:rPr>
              <a:t>Prepare for the escalation, making clear:</a:t>
            </a:r>
          </a:p>
          <a:p>
            <a:pPr marL="444500" marR="0" lvl="1" indent="-177800" algn="l" defTabSz="914400" rtl="0" eaLnBrk="1" fontAlgn="auto" latinLnBrk="0" hangingPunct="1">
              <a:lnSpc>
                <a:spcPct val="100000"/>
              </a:lnSpc>
              <a:spcBef>
                <a:spcPts val="300"/>
              </a:spcBef>
              <a:spcAft>
                <a:spcPts val="0"/>
              </a:spcAft>
              <a:buClrTx/>
              <a:buSzTx/>
              <a:buFont typeface="Wingdings" panose="05000000000000000000" pitchFamily="2" charset="2"/>
              <a:buChar char="§"/>
              <a:tabLst/>
              <a:defRPr/>
            </a:pPr>
            <a:r>
              <a:rPr kumimoji="0" lang="en-GB" sz="1200" b="0" i="0" u="none" strike="noStrike" kern="0" cap="none" spc="0" normalizeH="0" baseline="0" noProof="0">
                <a:ln>
                  <a:noFill/>
                </a:ln>
                <a:solidFill>
                  <a:prstClr val="black"/>
                </a:solidFill>
                <a:effectLst/>
                <a:uLnTx/>
                <a:uFillTx/>
                <a:latin typeface="Calibri" panose="020F0502020204030204"/>
                <a:ea typeface="+mn-ea"/>
                <a:cs typeface="+mn-cs"/>
              </a:rPr>
              <a:t>The problem statement</a:t>
            </a:r>
          </a:p>
          <a:p>
            <a:pPr marL="444500" marR="0" lvl="1" indent="-177800" algn="l" defTabSz="914400" rtl="0" eaLnBrk="1" fontAlgn="auto" latinLnBrk="0" hangingPunct="1">
              <a:lnSpc>
                <a:spcPct val="100000"/>
              </a:lnSpc>
              <a:spcBef>
                <a:spcPts val="300"/>
              </a:spcBef>
              <a:spcAft>
                <a:spcPts val="0"/>
              </a:spcAft>
              <a:buClrTx/>
              <a:buSzTx/>
              <a:buFont typeface="Wingdings" panose="05000000000000000000" pitchFamily="2" charset="2"/>
              <a:buChar char="§"/>
              <a:tabLst/>
              <a:defRPr/>
            </a:pPr>
            <a:r>
              <a:rPr kumimoji="0" lang="en-GB" sz="1200" b="0" i="0" u="none" strike="noStrike" kern="0" cap="none" spc="0" normalizeH="0" baseline="0" noProof="0">
                <a:ln>
                  <a:noFill/>
                </a:ln>
                <a:solidFill>
                  <a:prstClr val="black"/>
                </a:solidFill>
                <a:effectLst/>
                <a:uLnTx/>
                <a:uFillTx/>
                <a:latin typeface="Calibri" panose="020F0502020204030204"/>
                <a:ea typeface="+mn-ea"/>
                <a:cs typeface="+mn-cs"/>
              </a:rPr>
              <a:t>The options for resolution and their pros and cons</a:t>
            </a:r>
          </a:p>
          <a:p>
            <a:pPr marL="444500" marR="0" lvl="1" indent="-177800" algn="l" defTabSz="914400" rtl="0" eaLnBrk="1" fontAlgn="auto" latinLnBrk="0" hangingPunct="1">
              <a:lnSpc>
                <a:spcPct val="100000"/>
              </a:lnSpc>
              <a:spcBef>
                <a:spcPts val="300"/>
              </a:spcBef>
              <a:spcAft>
                <a:spcPts val="0"/>
              </a:spcAft>
              <a:buClrTx/>
              <a:buSzTx/>
              <a:buFont typeface="Wingdings" panose="05000000000000000000" pitchFamily="2" charset="2"/>
              <a:buChar char="§"/>
              <a:tabLst/>
              <a:defRPr/>
            </a:pPr>
            <a:r>
              <a:rPr kumimoji="0" lang="en-GB" sz="1200" b="0" i="0" u="none" strike="noStrike" kern="0" cap="none" spc="0" normalizeH="0" baseline="0" noProof="0">
                <a:ln>
                  <a:noFill/>
                </a:ln>
                <a:solidFill>
                  <a:prstClr val="black"/>
                </a:solidFill>
                <a:effectLst/>
                <a:uLnTx/>
                <a:uFillTx/>
                <a:latin typeface="Calibri" panose="020F0502020204030204"/>
                <a:ea typeface="+mn-ea"/>
                <a:cs typeface="+mn-cs"/>
              </a:rPr>
              <a:t>The decision(s) and / or action(s) required</a:t>
            </a:r>
          </a:p>
          <a:p>
            <a:pPr marL="444500" marR="0" lvl="1" indent="-177800" algn="l" defTabSz="914400" rtl="0" eaLnBrk="1" fontAlgn="auto" latinLnBrk="0" hangingPunct="1">
              <a:lnSpc>
                <a:spcPct val="100000"/>
              </a:lnSpc>
              <a:spcBef>
                <a:spcPts val="300"/>
              </a:spcBef>
              <a:spcAft>
                <a:spcPts val="0"/>
              </a:spcAft>
              <a:buClrTx/>
              <a:buSzTx/>
              <a:buFont typeface="Wingdings" panose="05000000000000000000" pitchFamily="2" charset="2"/>
              <a:buChar char="§"/>
              <a:tabLst/>
              <a:defRPr/>
            </a:pPr>
            <a:r>
              <a:rPr kumimoji="0" lang="en-GB" sz="1200" b="0" i="0" u="none" strike="noStrike" kern="0" cap="none" spc="0" normalizeH="0" baseline="0" noProof="0">
                <a:ln>
                  <a:noFill/>
                </a:ln>
                <a:solidFill>
                  <a:prstClr val="black"/>
                </a:solidFill>
                <a:effectLst/>
                <a:uLnTx/>
                <a:uFillTx/>
                <a:latin typeface="Calibri" panose="020F0502020204030204"/>
                <a:ea typeface="+mn-ea"/>
                <a:cs typeface="+mn-cs"/>
              </a:rPr>
              <a:t>The date required by</a:t>
            </a:r>
          </a:p>
          <a:p>
            <a:pPr marL="444500" marR="0" lvl="1" indent="-177800" algn="l" defTabSz="914400" rtl="0" eaLnBrk="1" fontAlgn="auto" latinLnBrk="0" hangingPunct="1">
              <a:lnSpc>
                <a:spcPct val="100000"/>
              </a:lnSpc>
              <a:spcBef>
                <a:spcPts val="300"/>
              </a:spcBef>
              <a:spcAft>
                <a:spcPts val="0"/>
              </a:spcAft>
              <a:buClrTx/>
              <a:buSzTx/>
              <a:buFont typeface="Wingdings" panose="05000000000000000000" pitchFamily="2" charset="2"/>
              <a:buChar char="§"/>
              <a:tabLst/>
              <a:defRPr/>
            </a:pPr>
            <a:r>
              <a:rPr kumimoji="0" lang="en-GB" sz="1200" b="0" i="0" u="none" strike="noStrike" kern="0" cap="none" spc="0" normalizeH="0" baseline="0" noProof="0">
                <a:ln>
                  <a:noFill/>
                </a:ln>
                <a:solidFill>
                  <a:prstClr val="black"/>
                </a:solidFill>
                <a:effectLst/>
                <a:uLnTx/>
                <a:uFillTx/>
                <a:latin typeface="Calibri" panose="020F0502020204030204"/>
                <a:ea typeface="+mn-ea"/>
                <a:cs typeface="+mn-cs"/>
              </a:rPr>
              <a:t>The impact of doing nothing / missing the date</a:t>
            </a:r>
          </a:p>
        </p:txBody>
      </p:sp>
      <p:sp>
        <p:nvSpPr>
          <p:cNvPr id="162" name="TextBox 161">
            <a:extLst>
              <a:ext uri="{FF2B5EF4-FFF2-40B4-BE49-F238E27FC236}">
                <a16:creationId xmlns:a16="http://schemas.microsoft.com/office/drawing/2014/main" id="{5E165112-15A1-D585-19AD-FF403D4091AB}"/>
              </a:ext>
            </a:extLst>
          </p:cNvPr>
          <p:cNvSpPr txBox="1"/>
          <p:nvPr/>
        </p:nvSpPr>
        <p:spPr>
          <a:xfrm>
            <a:off x="9757810" y="1407370"/>
            <a:ext cx="1493101" cy="276999"/>
          </a:xfrm>
          <a:prstGeom prst="rect">
            <a:avLst/>
          </a:prstGeom>
          <a:noFill/>
        </p:spPr>
        <p:txBody>
          <a:bodyPr wrap="square" rtlCol="0">
            <a:spAutoFit/>
          </a:bodyPr>
          <a:lstStyle>
            <a:defPPr>
              <a:defRPr lang="en-US"/>
            </a:defPPr>
            <a:lvl1pPr>
              <a:defRPr sz="1200" b="1"/>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1" i="0" u="none" strike="noStrike" kern="0" cap="none" spc="0" normalizeH="0" baseline="0" noProof="0">
                <a:ln>
                  <a:noFill/>
                </a:ln>
                <a:solidFill>
                  <a:prstClr val="black"/>
                </a:solidFill>
                <a:effectLst/>
                <a:uLnTx/>
                <a:uFillTx/>
                <a:latin typeface="Calibri" panose="020F0502020204030204"/>
                <a:ea typeface="+mn-ea"/>
                <a:cs typeface="+mn-cs"/>
              </a:rPr>
              <a:t>Escalation Etiquette:</a:t>
            </a:r>
          </a:p>
        </p:txBody>
      </p:sp>
      <p:sp>
        <p:nvSpPr>
          <p:cNvPr id="163" name="Rectangle: Rounded Corners 162">
            <a:extLst>
              <a:ext uri="{FF2B5EF4-FFF2-40B4-BE49-F238E27FC236}">
                <a16:creationId xmlns:a16="http://schemas.microsoft.com/office/drawing/2014/main" id="{A5DD8720-9485-51AF-3716-5D7E07F0CCBC}"/>
              </a:ext>
            </a:extLst>
          </p:cNvPr>
          <p:cNvSpPr/>
          <p:nvPr/>
        </p:nvSpPr>
        <p:spPr>
          <a:xfrm>
            <a:off x="9670066" y="1675102"/>
            <a:ext cx="2409167" cy="4277207"/>
          </a:xfrm>
          <a:prstGeom prst="roundRect">
            <a:avLst>
              <a:gd name="adj" fmla="val 8823"/>
            </a:avLst>
          </a:prstGeom>
          <a:noFill/>
          <a:ln w="12700" cap="flat" cmpd="sng" algn="ctr">
            <a:solidFill>
              <a:sysClr val="window" lastClr="FFFFFF">
                <a:lumMod val="50000"/>
              </a:sys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pic>
        <p:nvPicPr>
          <p:cNvPr id="166" name="Picture 2" descr="Beazley launches new private equity liability insurance product -  Reinsurance News">
            <a:extLst>
              <a:ext uri="{FF2B5EF4-FFF2-40B4-BE49-F238E27FC236}">
                <a16:creationId xmlns:a16="http://schemas.microsoft.com/office/drawing/2014/main" id="{32021D27-AC29-E2A0-0031-9CFB5CD37562}"/>
              </a:ext>
            </a:extLst>
          </p:cNvPr>
          <p:cNvPicPr>
            <a:picLocks noChangeAspect="1" noChangeArrowheads="1"/>
          </p:cNvPicPr>
          <p:nvPr/>
        </p:nvPicPr>
        <p:blipFill rotWithShape="1">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t="21974" b="21974"/>
          <a:stretch/>
        </p:blipFill>
        <p:spPr bwMode="auto">
          <a:xfrm>
            <a:off x="3528200" y="1109227"/>
            <a:ext cx="1004626" cy="315346"/>
          </a:xfrm>
          <a:prstGeom prst="rect">
            <a:avLst/>
          </a:prstGeom>
          <a:noFill/>
          <a:extLst>
            <a:ext uri="{909E8E84-426E-40DD-AFC4-6F175D3DCCD1}">
              <a14:hiddenFill xmlns:a14="http://schemas.microsoft.com/office/drawing/2010/main">
                <a:solidFill>
                  <a:srgbClr val="FFFFFF"/>
                </a:solidFill>
              </a14:hiddenFill>
            </a:ext>
          </a:extLst>
        </p:spPr>
      </p:pic>
      <p:sp>
        <p:nvSpPr>
          <p:cNvPr id="32" name="Rectangle: Rounded Corners 31">
            <a:extLst>
              <a:ext uri="{FF2B5EF4-FFF2-40B4-BE49-F238E27FC236}">
                <a16:creationId xmlns:a16="http://schemas.microsoft.com/office/drawing/2014/main" id="{9E2631F3-619B-FDD4-3D9F-C00744220037}"/>
              </a:ext>
            </a:extLst>
          </p:cNvPr>
          <p:cNvSpPr/>
          <p:nvPr/>
        </p:nvSpPr>
        <p:spPr>
          <a:xfrm>
            <a:off x="2211506" y="4626687"/>
            <a:ext cx="2035288" cy="419514"/>
          </a:xfrm>
          <a:prstGeom prst="roundRect">
            <a:avLst/>
          </a:prstGeom>
          <a:solidFill>
            <a:srgbClr val="FF66CC"/>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IN" sz="1100">
                <a:solidFill>
                  <a:schemeClr val="bg1"/>
                </a:solidFill>
              </a:rPr>
              <a:t>Product Owner</a:t>
            </a:r>
            <a:endParaRPr lang="en-US"/>
          </a:p>
        </p:txBody>
      </p:sp>
      <p:sp>
        <p:nvSpPr>
          <p:cNvPr id="34" name="Rectangle: Rounded Corners 33">
            <a:extLst>
              <a:ext uri="{FF2B5EF4-FFF2-40B4-BE49-F238E27FC236}">
                <a16:creationId xmlns:a16="http://schemas.microsoft.com/office/drawing/2014/main" id="{15C5CECE-DD38-EEFF-8D9A-FA5871A281C0}"/>
              </a:ext>
            </a:extLst>
          </p:cNvPr>
          <p:cNvSpPr/>
          <p:nvPr/>
        </p:nvSpPr>
        <p:spPr>
          <a:xfrm>
            <a:off x="6214165" y="4667177"/>
            <a:ext cx="1844931" cy="419516"/>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IN" sz="1100">
                <a:solidFill>
                  <a:schemeClr val="bg1"/>
                </a:solidFill>
              </a:rPr>
              <a:t>Functional Lead</a:t>
            </a:r>
            <a:endParaRPr lang="en-US">
              <a:solidFill>
                <a:schemeClr val="bg1"/>
              </a:solidFill>
            </a:endParaRPr>
          </a:p>
        </p:txBody>
      </p:sp>
      <p:sp>
        <p:nvSpPr>
          <p:cNvPr id="35" name="Rectangle: Rounded Corners 34">
            <a:extLst>
              <a:ext uri="{FF2B5EF4-FFF2-40B4-BE49-F238E27FC236}">
                <a16:creationId xmlns:a16="http://schemas.microsoft.com/office/drawing/2014/main" id="{B9469419-B5B9-33C8-9323-BEFC55B033AA}"/>
              </a:ext>
            </a:extLst>
          </p:cNvPr>
          <p:cNvSpPr/>
          <p:nvPr/>
        </p:nvSpPr>
        <p:spPr>
          <a:xfrm>
            <a:off x="2225882" y="3792800"/>
            <a:ext cx="2035288" cy="419514"/>
          </a:xfrm>
          <a:prstGeom prst="roundRect">
            <a:avLst/>
          </a:prstGeom>
          <a:solidFill>
            <a:srgbClr val="FF66CC"/>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IN" sz="1100">
                <a:solidFill>
                  <a:schemeClr val="bg1"/>
                </a:solidFill>
              </a:rPr>
              <a:t>Delivery Lead</a:t>
            </a:r>
            <a:endParaRPr lang="en-US"/>
          </a:p>
        </p:txBody>
      </p:sp>
      <p:sp>
        <p:nvSpPr>
          <p:cNvPr id="36" name="Rectangle: Rounded Corners 35">
            <a:extLst>
              <a:ext uri="{FF2B5EF4-FFF2-40B4-BE49-F238E27FC236}">
                <a16:creationId xmlns:a16="http://schemas.microsoft.com/office/drawing/2014/main" id="{9734F6C7-2DF3-0F90-2005-F95170705822}"/>
              </a:ext>
            </a:extLst>
          </p:cNvPr>
          <p:cNvSpPr/>
          <p:nvPr/>
        </p:nvSpPr>
        <p:spPr>
          <a:xfrm>
            <a:off x="6214164" y="3804535"/>
            <a:ext cx="1844931" cy="419516"/>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IN" sz="1100">
                <a:solidFill>
                  <a:schemeClr val="bg1"/>
                </a:solidFill>
              </a:rPr>
              <a:t>Delivery  Lead</a:t>
            </a:r>
            <a:endParaRPr lang="en-US">
              <a:solidFill>
                <a:schemeClr val="bg1"/>
              </a:solidFill>
            </a:endParaRPr>
          </a:p>
        </p:txBody>
      </p:sp>
      <p:sp>
        <p:nvSpPr>
          <p:cNvPr id="37" name="Rectangle: Rounded Corners 36">
            <a:extLst>
              <a:ext uri="{FF2B5EF4-FFF2-40B4-BE49-F238E27FC236}">
                <a16:creationId xmlns:a16="http://schemas.microsoft.com/office/drawing/2014/main" id="{15CF1724-7B54-F1AA-89DF-4918B3D30983}"/>
              </a:ext>
            </a:extLst>
          </p:cNvPr>
          <p:cNvSpPr/>
          <p:nvPr/>
        </p:nvSpPr>
        <p:spPr>
          <a:xfrm>
            <a:off x="2216733" y="2877223"/>
            <a:ext cx="2035288" cy="419514"/>
          </a:xfrm>
          <a:prstGeom prst="roundRect">
            <a:avLst/>
          </a:prstGeom>
          <a:solidFill>
            <a:srgbClr val="FF66CC"/>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IN" sz="1100">
                <a:solidFill>
                  <a:schemeClr val="bg1"/>
                </a:solidFill>
              </a:rPr>
              <a:t>Programme Director</a:t>
            </a:r>
            <a:endParaRPr lang="en-US"/>
          </a:p>
        </p:txBody>
      </p:sp>
      <p:sp>
        <p:nvSpPr>
          <p:cNvPr id="38" name="Rectangle: Rounded Corners 37">
            <a:extLst>
              <a:ext uri="{FF2B5EF4-FFF2-40B4-BE49-F238E27FC236}">
                <a16:creationId xmlns:a16="http://schemas.microsoft.com/office/drawing/2014/main" id="{26558AFD-6EAC-E706-D6BF-6C13B50D5923}"/>
              </a:ext>
            </a:extLst>
          </p:cNvPr>
          <p:cNvSpPr/>
          <p:nvPr/>
        </p:nvSpPr>
        <p:spPr>
          <a:xfrm>
            <a:off x="6214164" y="2884384"/>
            <a:ext cx="1844931" cy="419516"/>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IN" sz="1100">
                <a:solidFill>
                  <a:schemeClr val="bg1"/>
                </a:solidFill>
              </a:rPr>
              <a:t>Programme Director</a:t>
            </a:r>
            <a:endParaRPr lang="en-US"/>
          </a:p>
        </p:txBody>
      </p:sp>
      <p:cxnSp>
        <p:nvCxnSpPr>
          <p:cNvPr id="2" name="Straight Connector 1">
            <a:extLst>
              <a:ext uri="{FF2B5EF4-FFF2-40B4-BE49-F238E27FC236}">
                <a16:creationId xmlns:a16="http://schemas.microsoft.com/office/drawing/2014/main" id="{D3C104B9-3471-A36E-1021-54A8F3C1D298}"/>
              </a:ext>
            </a:extLst>
          </p:cNvPr>
          <p:cNvCxnSpPr/>
          <p:nvPr/>
        </p:nvCxnSpPr>
        <p:spPr>
          <a:xfrm>
            <a:off x="88232" y="721627"/>
            <a:ext cx="10769600" cy="0"/>
          </a:xfrm>
          <a:prstGeom prst="line">
            <a:avLst/>
          </a:prstGeom>
          <a:ln w="22225"/>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3622982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Subtitle 2">
            <a:extLst>
              <a:ext uri="{FF2B5EF4-FFF2-40B4-BE49-F238E27FC236}">
                <a16:creationId xmlns:a16="http://schemas.microsoft.com/office/drawing/2014/main" id="{D4E948F2-7453-7236-FC4C-17D04903A7C0}"/>
              </a:ext>
            </a:extLst>
          </p:cNvPr>
          <p:cNvSpPr txBox="1">
            <a:spLocks/>
          </p:cNvSpPr>
          <p:nvPr/>
        </p:nvSpPr>
        <p:spPr>
          <a:xfrm>
            <a:off x="184150" y="617538"/>
            <a:ext cx="10715078" cy="354009"/>
          </a:xfrm>
          <a:prstGeom prst="rect">
            <a:avLst/>
          </a:prstGeom>
        </p:spPr>
        <p:txBody>
          <a:bodyPr vert="horz" lIns="91440" tIns="45720" rIns="91440" bIns="45720" rtlCol="0">
            <a:normAutofit fontScale="92500"/>
          </a:bodyPr>
          <a:lstStyle>
            <a:lvl1pPr marL="0" indent="0" algn="l" defTabSz="914400" rtl="0" eaLnBrk="1" latinLnBrk="0" hangingPunct="1">
              <a:lnSpc>
                <a:spcPct val="90000"/>
              </a:lnSpc>
              <a:spcBef>
                <a:spcPts val="1000"/>
              </a:spcBef>
              <a:buFont typeface="Arial" panose="020B0604020202020204" pitchFamily="34" charset="0"/>
              <a:buNone/>
              <a:defRPr sz="1800" kern="1200">
                <a:solidFill>
                  <a:schemeClr val="accent6">
                    <a:lumMod val="75000"/>
                  </a:schemeClr>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GB">
                <a:solidFill>
                  <a:srgbClr val="9D90A0">
                    <a:lumMod val="75000"/>
                  </a:srgbClr>
                </a:solidFill>
                <a:latin typeface="Calibri" panose="020F0502020204030204"/>
              </a:rPr>
              <a:t>Process to setup projects in Jira with one scheme configuration and upload prioritized backlog during inception phase</a:t>
            </a:r>
            <a:endParaRPr kumimoji="0" lang="en-GB" sz="1800" b="0" i="0" u="none" strike="noStrike" kern="1200" cap="none" spc="0" normalizeH="0" baseline="0" noProof="0">
              <a:ln>
                <a:noFill/>
              </a:ln>
              <a:solidFill>
                <a:srgbClr val="9D90A0">
                  <a:lumMod val="75000"/>
                </a:srgbClr>
              </a:solidFill>
              <a:effectLst/>
              <a:uLnTx/>
              <a:uFillTx/>
              <a:latin typeface="Calibri" panose="020F0502020204030204"/>
              <a:ea typeface="+mn-ea"/>
              <a:cs typeface="+mn-cs"/>
            </a:endParaRPr>
          </a:p>
        </p:txBody>
      </p:sp>
      <p:sp>
        <p:nvSpPr>
          <p:cNvPr id="72" name="Title 1">
            <a:extLst>
              <a:ext uri="{FF2B5EF4-FFF2-40B4-BE49-F238E27FC236}">
                <a16:creationId xmlns:a16="http://schemas.microsoft.com/office/drawing/2014/main" id="{4DD3E78F-C88D-FB4E-542B-52E7EBDE29F4}"/>
              </a:ext>
            </a:extLst>
          </p:cNvPr>
          <p:cNvSpPr txBox="1">
            <a:spLocks/>
          </p:cNvSpPr>
          <p:nvPr/>
        </p:nvSpPr>
        <p:spPr>
          <a:xfrm>
            <a:off x="184150" y="175419"/>
            <a:ext cx="10515600" cy="365127"/>
          </a:xfrm>
          <a:prstGeom prst="rect">
            <a:avLst/>
          </a:prstGeom>
        </p:spPr>
        <p:txBody>
          <a:bodyPr vert="horz" lIns="0" tIns="0" rIns="0" bIns="0" rtlCol="0" anchor="ctr">
            <a:normAutofit fontScale="97500"/>
          </a:bodyPr>
          <a:lstStyle>
            <a:lvl1pPr marL="0" marR="0" indent="0" algn="l" defTabSz="914400" rtl="0" eaLnBrk="1" fontAlgn="auto" latinLnBrk="0" hangingPunct="1">
              <a:lnSpc>
                <a:spcPct val="90000"/>
              </a:lnSpc>
              <a:spcBef>
                <a:spcPct val="0"/>
              </a:spcBef>
              <a:spcAft>
                <a:spcPts val="0"/>
              </a:spcAft>
              <a:buClrTx/>
              <a:buSzTx/>
              <a:buFontTx/>
              <a:buNone/>
              <a:tabLst/>
              <a:defRPr kumimoji="0" lang="en-US" sz="2600" b="0" i="0" u="none" strike="noStrike" kern="1200" cap="all" spc="0" normalizeH="0" baseline="0" noProof="0" dirty="0">
                <a:ln>
                  <a:noFill/>
                </a:ln>
                <a:solidFill>
                  <a:schemeClr val="accent4"/>
                </a:solidFill>
                <a:effectLst/>
                <a:uLnTx/>
                <a:uFillTx/>
                <a:latin typeface="+mj-lt"/>
                <a:ea typeface="+mj-ea"/>
                <a:cs typeface="+mj-cs"/>
              </a:defRPr>
            </a:lvl1pPr>
          </a:lstStyle>
          <a:p>
            <a:r>
              <a:rPr lang="en-GB"/>
              <a:t>Jira Setup</a:t>
            </a:r>
          </a:p>
        </p:txBody>
      </p:sp>
      <p:graphicFrame>
        <p:nvGraphicFramePr>
          <p:cNvPr id="2" name="Diagram 1">
            <a:extLst>
              <a:ext uri="{FF2B5EF4-FFF2-40B4-BE49-F238E27FC236}">
                <a16:creationId xmlns:a16="http://schemas.microsoft.com/office/drawing/2014/main" id="{A1ECBE84-BD62-15BC-9E20-F8B015F85A63}"/>
              </a:ext>
            </a:extLst>
          </p:cNvPr>
          <p:cNvGraphicFramePr/>
          <p:nvPr/>
        </p:nvGraphicFramePr>
        <p:xfrm>
          <a:off x="1182851" y="1700516"/>
          <a:ext cx="3820070" cy="214699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TextBox 2">
            <a:extLst>
              <a:ext uri="{FF2B5EF4-FFF2-40B4-BE49-F238E27FC236}">
                <a16:creationId xmlns:a16="http://schemas.microsoft.com/office/drawing/2014/main" id="{1EAA8A21-11EF-AE8E-0258-FAFAD16EBCBB}"/>
              </a:ext>
            </a:extLst>
          </p:cNvPr>
          <p:cNvSpPr txBox="1"/>
          <p:nvPr/>
        </p:nvSpPr>
        <p:spPr>
          <a:xfrm>
            <a:off x="273269" y="971547"/>
            <a:ext cx="5591503" cy="307777"/>
          </a:xfrm>
          <a:prstGeom prst="rect">
            <a:avLst/>
          </a:prstGeom>
          <a:noFill/>
        </p:spPr>
        <p:txBody>
          <a:bodyPr wrap="square" rtlCol="0">
            <a:spAutoFit/>
          </a:bodyPr>
          <a:lstStyle/>
          <a:p>
            <a:r>
              <a:rPr lang="en-IN" sz="1400" b="1"/>
              <a:t>Step1 – Create one Schema Configuration for all GPAS projects </a:t>
            </a:r>
          </a:p>
        </p:txBody>
      </p:sp>
      <p:cxnSp>
        <p:nvCxnSpPr>
          <p:cNvPr id="5" name="Straight Connector 4">
            <a:extLst>
              <a:ext uri="{FF2B5EF4-FFF2-40B4-BE49-F238E27FC236}">
                <a16:creationId xmlns:a16="http://schemas.microsoft.com/office/drawing/2014/main" id="{D06B61A3-4549-D4C3-879D-C65C4699C44C}"/>
              </a:ext>
            </a:extLst>
          </p:cNvPr>
          <p:cNvCxnSpPr/>
          <p:nvPr/>
        </p:nvCxnSpPr>
        <p:spPr>
          <a:xfrm>
            <a:off x="5980386" y="1125435"/>
            <a:ext cx="0" cy="2772000"/>
          </a:xfrm>
          <a:prstGeom prst="line">
            <a:avLst/>
          </a:prstGeom>
          <a:ln w="44450"/>
        </p:spPr>
        <p:style>
          <a:lnRef idx="2">
            <a:schemeClr val="dk1"/>
          </a:lnRef>
          <a:fillRef idx="0">
            <a:schemeClr val="dk1"/>
          </a:fillRef>
          <a:effectRef idx="1">
            <a:schemeClr val="dk1"/>
          </a:effectRef>
          <a:fontRef idx="minor">
            <a:schemeClr val="tx1"/>
          </a:fontRef>
        </p:style>
      </p:cxnSp>
      <p:sp>
        <p:nvSpPr>
          <p:cNvPr id="6" name="TextBox 5">
            <a:extLst>
              <a:ext uri="{FF2B5EF4-FFF2-40B4-BE49-F238E27FC236}">
                <a16:creationId xmlns:a16="http://schemas.microsoft.com/office/drawing/2014/main" id="{13115D28-FD2E-28EB-003B-E13514015505}"/>
              </a:ext>
            </a:extLst>
          </p:cNvPr>
          <p:cNvSpPr txBox="1"/>
          <p:nvPr/>
        </p:nvSpPr>
        <p:spPr>
          <a:xfrm>
            <a:off x="6096000" y="976388"/>
            <a:ext cx="5591503" cy="307777"/>
          </a:xfrm>
          <a:prstGeom prst="rect">
            <a:avLst/>
          </a:prstGeom>
          <a:noFill/>
        </p:spPr>
        <p:txBody>
          <a:bodyPr wrap="square" rtlCol="0">
            <a:spAutoFit/>
          </a:bodyPr>
          <a:lstStyle/>
          <a:p>
            <a:r>
              <a:rPr lang="en-IN" sz="1400" b="1"/>
              <a:t>Step2 – Create Projects and set one scheme configuration</a:t>
            </a:r>
          </a:p>
        </p:txBody>
      </p:sp>
      <p:pic>
        <p:nvPicPr>
          <p:cNvPr id="18" name="Picture 17">
            <a:extLst>
              <a:ext uri="{FF2B5EF4-FFF2-40B4-BE49-F238E27FC236}">
                <a16:creationId xmlns:a16="http://schemas.microsoft.com/office/drawing/2014/main" id="{2B6DD07F-909B-A9A8-2668-A3A66CDAEC08}"/>
              </a:ext>
            </a:extLst>
          </p:cNvPr>
          <p:cNvPicPr>
            <a:picLocks noChangeAspect="1"/>
          </p:cNvPicPr>
          <p:nvPr/>
        </p:nvPicPr>
        <p:blipFill>
          <a:blip r:embed="rId8"/>
          <a:stretch>
            <a:fillRect/>
          </a:stretch>
        </p:blipFill>
        <p:spPr>
          <a:xfrm>
            <a:off x="7262646" y="1279324"/>
            <a:ext cx="3447392" cy="2772001"/>
          </a:xfrm>
          <a:prstGeom prst="rect">
            <a:avLst/>
          </a:prstGeom>
        </p:spPr>
      </p:pic>
      <p:cxnSp>
        <p:nvCxnSpPr>
          <p:cNvPr id="19" name="Straight Connector 18">
            <a:extLst>
              <a:ext uri="{FF2B5EF4-FFF2-40B4-BE49-F238E27FC236}">
                <a16:creationId xmlns:a16="http://schemas.microsoft.com/office/drawing/2014/main" id="{067C86CC-254F-E413-CA79-47948F617DB7}"/>
              </a:ext>
            </a:extLst>
          </p:cNvPr>
          <p:cNvCxnSpPr>
            <a:cxnSpLocks/>
          </p:cNvCxnSpPr>
          <p:nvPr/>
        </p:nvCxnSpPr>
        <p:spPr>
          <a:xfrm>
            <a:off x="1313793" y="4204138"/>
            <a:ext cx="9333186" cy="0"/>
          </a:xfrm>
          <a:prstGeom prst="line">
            <a:avLst/>
          </a:prstGeom>
          <a:ln w="44450"/>
        </p:spPr>
        <p:style>
          <a:lnRef idx="2">
            <a:schemeClr val="dk1"/>
          </a:lnRef>
          <a:fillRef idx="0">
            <a:schemeClr val="dk1"/>
          </a:fillRef>
          <a:effectRef idx="1">
            <a:schemeClr val="dk1"/>
          </a:effectRef>
          <a:fontRef idx="minor">
            <a:schemeClr val="tx1"/>
          </a:fontRef>
        </p:style>
      </p:cxnSp>
      <p:sp>
        <p:nvSpPr>
          <p:cNvPr id="22" name="TextBox 21">
            <a:extLst>
              <a:ext uri="{FF2B5EF4-FFF2-40B4-BE49-F238E27FC236}">
                <a16:creationId xmlns:a16="http://schemas.microsoft.com/office/drawing/2014/main" id="{F9F1EC3F-91DF-B721-71A5-3919943BB190}"/>
              </a:ext>
            </a:extLst>
          </p:cNvPr>
          <p:cNvSpPr txBox="1"/>
          <p:nvPr/>
        </p:nvSpPr>
        <p:spPr>
          <a:xfrm>
            <a:off x="388883" y="4263862"/>
            <a:ext cx="5591503" cy="307777"/>
          </a:xfrm>
          <a:prstGeom prst="rect">
            <a:avLst/>
          </a:prstGeom>
          <a:noFill/>
        </p:spPr>
        <p:txBody>
          <a:bodyPr wrap="square" rtlCol="0">
            <a:spAutoFit/>
          </a:bodyPr>
          <a:lstStyle/>
          <a:p>
            <a:r>
              <a:rPr lang="en-IN" sz="1400" b="1"/>
              <a:t>Step3 – Upload the prioritized backlog to GPAS projects</a:t>
            </a:r>
          </a:p>
        </p:txBody>
      </p:sp>
      <p:pic>
        <p:nvPicPr>
          <p:cNvPr id="44" name="Picture 43" descr="A diagram of a project&#10;&#10;Description automatically generated">
            <a:extLst>
              <a:ext uri="{FF2B5EF4-FFF2-40B4-BE49-F238E27FC236}">
                <a16:creationId xmlns:a16="http://schemas.microsoft.com/office/drawing/2014/main" id="{DAE9B972-5B39-E342-DB28-1A15818FC95C}"/>
              </a:ext>
            </a:extLst>
          </p:cNvPr>
          <p:cNvPicPr>
            <a:picLocks noChangeAspect="1"/>
          </p:cNvPicPr>
          <p:nvPr/>
        </p:nvPicPr>
        <p:blipFill>
          <a:blip r:embed="rId9"/>
          <a:stretch>
            <a:fillRect/>
          </a:stretch>
        </p:blipFill>
        <p:spPr>
          <a:xfrm>
            <a:off x="6099464" y="4142076"/>
            <a:ext cx="3006437" cy="1656485"/>
          </a:xfrm>
          <a:prstGeom prst="rect">
            <a:avLst/>
          </a:prstGeom>
        </p:spPr>
      </p:pic>
      <p:cxnSp>
        <p:nvCxnSpPr>
          <p:cNvPr id="56" name="Straight Arrow Connector 55">
            <a:extLst>
              <a:ext uri="{FF2B5EF4-FFF2-40B4-BE49-F238E27FC236}">
                <a16:creationId xmlns:a16="http://schemas.microsoft.com/office/drawing/2014/main" id="{908B15F9-96A3-EE46-A22E-C2CEB8C4DD23}"/>
              </a:ext>
            </a:extLst>
          </p:cNvPr>
          <p:cNvCxnSpPr/>
          <p:nvPr/>
        </p:nvCxnSpPr>
        <p:spPr>
          <a:xfrm>
            <a:off x="5165436" y="4634345"/>
            <a:ext cx="1872673" cy="230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16" name="Picture 15" descr="A screenshot of a computer screen&#10;&#10;Description automatically generated">
            <a:extLst>
              <a:ext uri="{FF2B5EF4-FFF2-40B4-BE49-F238E27FC236}">
                <a16:creationId xmlns:a16="http://schemas.microsoft.com/office/drawing/2014/main" id="{87DBBA9A-4506-8618-805A-8C3BC13B006B}"/>
              </a:ext>
            </a:extLst>
          </p:cNvPr>
          <p:cNvPicPr>
            <a:picLocks noChangeAspect="1"/>
          </p:cNvPicPr>
          <p:nvPr/>
        </p:nvPicPr>
        <p:blipFill>
          <a:blip r:embed="rId10"/>
          <a:stretch>
            <a:fillRect/>
          </a:stretch>
        </p:blipFill>
        <p:spPr>
          <a:xfrm>
            <a:off x="4854677" y="5458715"/>
            <a:ext cx="5850194" cy="1397473"/>
          </a:xfrm>
          <a:prstGeom prst="rect">
            <a:avLst/>
          </a:prstGeom>
        </p:spPr>
      </p:pic>
      <p:pic>
        <p:nvPicPr>
          <p:cNvPr id="17" name="Picture 16" descr="A screenshot of a computer&#10;&#10;Description automatically generated">
            <a:extLst>
              <a:ext uri="{FF2B5EF4-FFF2-40B4-BE49-F238E27FC236}">
                <a16:creationId xmlns:a16="http://schemas.microsoft.com/office/drawing/2014/main" id="{F9A64BE1-C64A-E426-E6A9-9C2F20986637}"/>
              </a:ext>
            </a:extLst>
          </p:cNvPr>
          <p:cNvPicPr>
            <a:picLocks noChangeAspect="1"/>
          </p:cNvPicPr>
          <p:nvPr/>
        </p:nvPicPr>
        <p:blipFill>
          <a:blip r:embed="rId11"/>
          <a:stretch>
            <a:fillRect/>
          </a:stretch>
        </p:blipFill>
        <p:spPr>
          <a:xfrm>
            <a:off x="973701" y="4565394"/>
            <a:ext cx="4185470" cy="1942795"/>
          </a:xfrm>
          <a:prstGeom prst="rect">
            <a:avLst/>
          </a:prstGeom>
        </p:spPr>
      </p:pic>
      <p:cxnSp>
        <p:nvCxnSpPr>
          <p:cNvPr id="4" name="Straight Connector 3">
            <a:extLst>
              <a:ext uri="{FF2B5EF4-FFF2-40B4-BE49-F238E27FC236}">
                <a16:creationId xmlns:a16="http://schemas.microsoft.com/office/drawing/2014/main" id="{0FD5DD61-B306-64CD-2136-983EF9EE1779}"/>
              </a:ext>
            </a:extLst>
          </p:cNvPr>
          <p:cNvCxnSpPr/>
          <p:nvPr/>
        </p:nvCxnSpPr>
        <p:spPr>
          <a:xfrm>
            <a:off x="129628" y="617538"/>
            <a:ext cx="10769600" cy="0"/>
          </a:xfrm>
          <a:prstGeom prst="line">
            <a:avLst/>
          </a:prstGeom>
          <a:ln w="22225"/>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7862514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Title 1">
            <a:extLst>
              <a:ext uri="{FF2B5EF4-FFF2-40B4-BE49-F238E27FC236}">
                <a16:creationId xmlns:a16="http://schemas.microsoft.com/office/drawing/2014/main" id="{9A60AF97-6E43-B267-8FBF-4853A70CA2DC}"/>
              </a:ext>
            </a:extLst>
          </p:cNvPr>
          <p:cNvSpPr txBox="1">
            <a:spLocks/>
          </p:cNvSpPr>
          <p:nvPr/>
        </p:nvSpPr>
        <p:spPr>
          <a:xfrm>
            <a:off x="184150" y="175419"/>
            <a:ext cx="10515600" cy="365127"/>
          </a:xfrm>
          <a:prstGeom prst="rect">
            <a:avLst/>
          </a:prstGeom>
        </p:spPr>
        <p:txBody>
          <a:bodyPr vert="horz" lIns="0" tIns="0" rIns="0" bIns="0" rtlCol="0" anchor="ctr">
            <a:normAutofit fontScale="97500"/>
          </a:bodyPr>
          <a:lstStyle>
            <a:lvl1pPr marL="0" marR="0" indent="0" algn="l" defTabSz="914400" rtl="0" eaLnBrk="1" fontAlgn="auto" latinLnBrk="0" hangingPunct="1">
              <a:lnSpc>
                <a:spcPct val="90000"/>
              </a:lnSpc>
              <a:spcBef>
                <a:spcPct val="0"/>
              </a:spcBef>
              <a:spcAft>
                <a:spcPts val="0"/>
              </a:spcAft>
              <a:buClrTx/>
              <a:buSzTx/>
              <a:buFontTx/>
              <a:buNone/>
              <a:tabLst/>
              <a:defRPr kumimoji="0" lang="en-US" sz="2600" b="0" i="0" u="none" strike="noStrike" kern="1200" cap="all" spc="0" normalizeH="0" baseline="0" noProof="0" dirty="0">
                <a:ln>
                  <a:noFill/>
                </a:ln>
                <a:solidFill>
                  <a:schemeClr val="accent4"/>
                </a:solidFill>
                <a:effectLst/>
                <a:uLnTx/>
                <a:uFillTx/>
                <a:latin typeface="+mj-lt"/>
                <a:ea typeface="+mj-ea"/>
                <a:cs typeface="+mj-cs"/>
              </a:defRPr>
            </a:lvl1pPr>
          </a:lstStyle>
          <a:p>
            <a:r>
              <a:rPr lang="en-GB"/>
              <a:t>Useful links </a:t>
            </a:r>
          </a:p>
        </p:txBody>
      </p:sp>
      <p:grpSp>
        <p:nvGrpSpPr>
          <p:cNvPr id="2" name="Group 1">
            <a:extLst>
              <a:ext uri="{FF2B5EF4-FFF2-40B4-BE49-F238E27FC236}">
                <a16:creationId xmlns:a16="http://schemas.microsoft.com/office/drawing/2014/main" id="{ACBFA666-74A1-4662-1424-C922B8AFFF7E}"/>
              </a:ext>
            </a:extLst>
          </p:cNvPr>
          <p:cNvGrpSpPr/>
          <p:nvPr/>
        </p:nvGrpSpPr>
        <p:grpSpPr>
          <a:xfrm>
            <a:off x="707390" y="2028296"/>
            <a:ext cx="9469120" cy="4216653"/>
            <a:chOff x="716547" y="1397675"/>
            <a:chExt cx="9469120" cy="4216653"/>
          </a:xfrm>
        </p:grpSpPr>
        <p:sp>
          <p:nvSpPr>
            <p:cNvPr id="16" name="TextBox 5">
              <a:extLst>
                <a:ext uri="{FF2B5EF4-FFF2-40B4-BE49-F238E27FC236}">
                  <a16:creationId xmlns:a16="http://schemas.microsoft.com/office/drawing/2014/main" id="{E8269932-09DD-C757-3614-6917AE49D8A0}"/>
                </a:ext>
              </a:extLst>
            </p:cNvPr>
            <p:cNvSpPr txBox="1"/>
            <p:nvPr/>
          </p:nvSpPr>
          <p:spPr>
            <a:xfrm>
              <a:off x="716547" y="1397675"/>
              <a:ext cx="1930400" cy="584775"/>
            </a:xfrm>
            <a:prstGeom prst="rect">
              <a:avLst/>
            </a:prstGeom>
            <a:noFill/>
          </p:spPr>
          <p:txBody>
            <a:bodyPr wrap="square" rtlCol="0">
              <a:spAutoFit/>
            </a:bodyPr>
            <a:lstStyle>
              <a:defPPr>
                <a:defRPr lang="en-US"/>
              </a:defPPr>
              <a:lvl1pPr marL="0" algn="l" defTabSz="914400" rtl="0" eaLnBrk="1" latinLnBrk="0" hangingPunct="1">
                <a:defRPr sz="1800" kern="1200">
                  <a:solidFill>
                    <a:sysClr val="windowText" lastClr="000000"/>
                  </a:solidFill>
                  <a:latin typeface="Calibri" panose="020F0502020204030204"/>
                </a:defRPr>
              </a:lvl1pPr>
              <a:lvl2pPr marL="457200" algn="l" defTabSz="914400" rtl="0" eaLnBrk="1" latinLnBrk="0" hangingPunct="1">
                <a:defRPr sz="1800" kern="1200">
                  <a:solidFill>
                    <a:sysClr val="windowText" lastClr="000000"/>
                  </a:solidFill>
                  <a:latin typeface="Calibri" panose="020F0502020204030204"/>
                </a:defRPr>
              </a:lvl2pPr>
              <a:lvl3pPr marL="914400" algn="l" defTabSz="914400" rtl="0" eaLnBrk="1" latinLnBrk="0" hangingPunct="1">
                <a:defRPr sz="1800" kern="1200">
                  <a:solidFill>
                    <a:sysClr val="windowText" lastClr="000000"/>
                  </a:solidFill>
                  <a:latin typeface="Calibri" panose="020F0502020204030204"/>
                </a:defRPr>
              </a:lvl3pPr>
              <a:lvl4pPr marL="1371600" algn="l" defTabSz="914400" rtl="0" eaLnBrk="1" latinLnBrk="0" hangingPunct="1">
                <a:defRPr sz="1800" kern="1200">
                  <a:solidFill>
                    <a:sysClr val="windowText" lastClr="000000"/>
                  </a:solidFill>
                  <a:latin typeface="Calibri" panose="020F0502020204030204"/>
                </a:defRPr>
              </a:lvl4pPr>
              <a:lvl5pPr marL="1828800" algn="l" defTabSz="914400" rtl="0" eaLnBrk="1" latinLnBrk="0" hangingPunct="1">
                <a:defRPr sz="1800" kern="1200">
                  <a:solidFill>
                    <a:sysClr val="windowText" lastClr="000000"/>
                  </a:solidFill>
                  <a:latin typeface="Calibri" panose="020F0502020204030204"/>
                </a:defRPr>
              </a:lvl5pPr>
              <a:lvl6pPr marL="2286000" algn="l" defTabSz="914400" rtl="0" eaLnBrk="1" latinLnBrk="0" hangingPunct="1">
                <a:defRPr sz="1800" kern="1200">
                  <a:solidFill>
                    <a:sysClr val="windowText" lastClr="000000"/>
                  </a:solidFill>
                  <a:latin typeface="Calibri" panose="020F0502020204030204"/>
                </a:defRPr>
              </a:lvl6pPr>
              <a:lvl7pPr marL="2743200" algn="l" defTabSz="914400" rtl="0" eaLnBrk="1" latinLnBrk="0" hangingPunct="1">
                <a:defRPr sz="1800" kern="1200">
                  <a:solidFill>
                    <a:sysClr val="windowText" lastClr="000000"/>
                  </a:solidFill>
                  <a:latin typeface="Calibri" panose="020F0502020204030204"/>
                </a:defRPr>
              </a:lvl7pPr>
              <a:lvl8pPr marL="3200400" algn="l" defTabSz="914400" rtl="0" eaLnBrk="1" latinLnBrk="0" hangingPunct="1">
                <a:defRPr sz="1800" kern="1200">
                  <a:solidFill>
                    <a:sysClr val="windowText" lastClr="000000"/>
                  </a:solidFill>
                  <a:latin typeface="Calibri" panose="020F0502020204030204"/>
                </a:defRPr>
              </a:lvl8pPr>
              <a:lvl9pPr marL="3657600" algn="l" defTabSz="914400" rtl="0" eaLnBrk="1" latinLnBrk="0" hangingPunct="1">
                <a:defRPr sz="1800" kern="1200">
                  <a:solidFill>
                    <a:sysClr val="windowText" lastClr="000000"/>
                  </a:solidFill>
                  <a:latin typeface="Calibri" panose="020F0502020204030204"/>
                </a:defRPr>
              </a:lvl9pPr>
            </a:lstStyle>
            <a:p>
              <a:r>
                <a:rPr lang="en-IN" sz="1600"/>
                <a:t>Inception &amp; Build Ways of Working    </a:t>
              </a:r>
            </a:p>
          </p:txBody>
        </p:sp>
        <p:sp>
          <p:nvSpPr>
            <p:cNvPr id="17" name="Rectangle 16">
              <a:extLst>
                <a:ext uri="{FF2B5EF4-FFF2-40B4-BE49-F238E27FC236}">
                  <a16:creationId xmlns:a16="http://schemas.microsoft.com/office/drawing/2014/main" id="{BD1F5381-4041-1F38-CECD-A2EE3479EF7C}"/>
                </a:ext>
              </a:extLst>
            </p:cNvPr>
            <p:cNvSpPr>
              <a:spLocks noChangeArrowheads="1"/>
            </p:cNvSpPr>
            <p:nvPr/>
          </p:nvSpPr>
          <p:spPr bwMode="auto">
            <a:xfrm>
              <a:off x="2961907" y="1397675"/>
              <a:ext cx="7223760"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defPPr>
                <a:defRPr lang="en-US"/>
              </a:defPPr>
              <a:lvl1pPr marL="0" algn="l" defTabSz="914400" rtl="0" eaLnBrk="1" latinLnBrk="0" hangingPunct="1">
                <a:defRPr sz="1800" kern="1200">
                  <a:solidFill>
                    <a:sysClr val="windowText" lastClr="000000"/>
                  </a:solidFill>
                  <a:latin typeface="Calibri" panose="020F0502020204030204"/>
                </a:defRPr>
              </a:lvl1pPr>
              <a:lvl2pPr marL="457200" algn="l" defTabSz="914400" rtl="0" eaLnBrk="1" latinLnBrk="0" hangingPunct="1">
                <a:defRPr sz="1800" kern="1200">
                  <a:solidFill>
                    <a:sysClr val="windowText" lastClr="000000"/>
                  </a:solidFill>
                  <a:latin typeface="Calibri" panose="020F0502020204030204"/>
                </a:defRPr>
              </a:lvl2pPr>
              <a:lvl3pPr marL="914400" algn="l" defTabSz="914400" rtl="0" eaLnBrk="1" latinLnBrk="0" hangingPunct="1">
                <a:defRPr sz="1800" kern="1200">
                  <a:solidFill>
                    <a:sysClr val="windowText" lastClr="000000"/>
                  </a:solidFill>
                  <a:latin typeface="Calibri" panose="020F0502020204030204"/>
                </a:defRPr>
              </a:lvl3pPr>
              <a:lvl4pPr marL="1371600" algn="l" defTabSz="914400" rtl="0" eaLnBrk="1" latinLnBrk="0" hangingPunct="1">
                <a:defRPr sz="1800" kern="1200">
                  <a:solidFill>
                    <a:sysClr val="windowText" lastClr="000000"/>
                  </a:solidFill>
                  <a:latin typeface="Calibri" panose="020F0502020204030204"/>
                </a:defRPr>
              </a:lvl4pPr>
              <a:lvl5pPr marL="1828800" algn="l" defTabSz="914400" rtl="0" eaLnBrk="1" latinLnBrk="0" hangingPunct="1">
                <a:defRPr sz="1800" kern="1200">
                  <a:solidFill>
                    <a:sysClr val="windowText" lastClr="000000"/>
                  </a:solidFill>
                  <a:latin typeface="Calibri" panose="020F0502020204030204"/>
                </a:defRPr>
              </a:lvl5pPr>
              <a:lvl6pPr marL="2286000" algn="l" defTabSz="914400" rtl="0" eaLnBrk="1" latinLnBrk="0" hangingPunct="1">
                <a:defRPr sz="1800" kern="1200">
                  <a:solidFill>
                    <a:sysClr val="windowText" lastClr="000000"/>
                  </a:solidFill>
                  <a:latin typeface="Calibri" panose="020F0502020204030204"/>
                </a:defRPr>
              </a:lvl6pPr>
              <a:lvl7pPr marL="2743200" algn="l" defTabSz="914400" rtl="0" eaLnBrk="1" latinLnBrk="0" hangingPunct="1">
                <a:defRPr sz="1800" kern="1200">
                  <a:solidFill>
                    <a:sysClr val="windowText" lastClr="000000"/>
                  </a:solidFill>
                  <a:latin typeface="Calibri" panose="020F0502020204030204"/>
                </a:defRPr>
              </a:lvl7pPr>
              <a:lvl8pPr marL="3200400" algn="l" defTabSz="914400" rtl="0" eaLnBrk="1" latinLnBrk="0" hangingPunct="1">
                <a:defRPr sz="1800" kern="1200">
                  <a:solidFill>
                    <a:sysClr val="windowText" lastClr="000000"/>
                  </a:solidFill>
                  <a:latin typeface="Calibri" panose="020F0502020204030204"/>
                </a:defRPr>
              </a:lvl8pPr>
              <a:lvl9pPr marL="3657600" algn="l" defTabSz="914400" rtl="0" eaLnBrk="1" latinLnBrk="0" hangingPunct="1">
                <a:defRPr sz="1800" kern="1200">
                  <a:solidFill>
                    <a:sysClr val="windowText" lastClr="000000"/>
                  </a:solidFill>
                  <a:latin typeface="Calibri" panose="020F0502020204030204"/>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a:ln>
                    <a:noFill/>
                  </a:ln>
                  <a:solidFill>
                    <a:sysClr val="windowText" lastClr="000000"/>
                  </a:solidFill>
                  <a:effectLst/>
                  <a:hlinkClick r:id="rId3"/>
                </a:rPr>
                <a:t>Beazley GPAS &amp; Billing Ways of working-v1.2_BuildPhaseUpdates-BeingUpdated.pptx</a:t>
              </a:r>
              <a:endParaRPr kumimoji="0" lang="en-US" altLang="en-US" sz="1600" b="0" i="0" u="none" strike="noStrike" cap="none" normalizeH="0" baseline="0">
                <a:ln>
                  <a:noFill/>
                </a:ln>
                <a:solidFill>
                  <a:sysClr val="windowText" lastClr="000000"/>
                </a:solidFill>
                <a:effectLst/>
              </a:endParaRPr>
            </a:p>
          </p:txBody>
        </p:sp>
        <p:sp>
          <p:nvSpPr>
            <p:cNvPr id="18" name="TextBox 11">
              <a:extLst>
                <a:ext uri="{FF2B5EF4-FFF2-40B4-BE49-F238E27FC236}">
                  <a16:creationId xmlns:a16="http://schemas.microsoft.com/office/drawing/2014/main" id="{D736CB00-2291-7DA2-A64C-24F1FE4B290B}"/>
                </a:ext>
              </a:extLst>
            </p:cNvPr>
            <p:cNvSpPr txBox="1"/>
            <p:nvPr/>
          </p:nvSpPr>
          <p:spPr>
            <a:xfrm>
              <a:off x="716547" y="2051574"/>
              <a:ext cx="1930400" cy="338554"/>
            </a:xfrm>
            <a:prstGeom prst="rect">
              <a:avLst/>
            </a:prstGeom>
            <a:noFill/>
          </p:spPr>
          <p:txBody>
            <a:bodyPr wrap="square" rtlCol="0">
              <a:spAutoFit/>
            </a:bodyPr>
            <a:lstStyle>
              <a:defPPr>
                <a:defRPr lang="en-US"/>
              </a:defPPr>
              <a:lvl1pPr marL="0" algn="l" defTabSz="914400" rtl="0" eaLnBrk="1" latinLnBrk="0" hangingPunct="1">
                <a:defRPr sz="1800" kern="1200">
                  <a:solidFill>
                    <a:sysClr val="windowText" lastClr="000000"/>
                  </a:solidFill>
                  <a:latin typeface="Calibri" panose="020F0502020204030204"/>
                </a:defRPr>
              </a:lvl1pPr>
              <a:lvl2pPr marL="457200" algn="l" defTabSz="914400" rtl="0" eaLnBrk="1" latinLnBrk="0" hangingPunct="1">
                <a:defRPr sz="1800" kern="1200">
                  <a:solidFill>
                    <a:sysClr val="windowText" lastClr="000000"/>
                  </a:solidFill>
                  <a:latin typeface="Calibri" panose="020F0502020204030204"/>
                </a:defRPr>
              </a:lvl2pPr>
              <a:lvl3pPr marL="914400" algn="l" defTabSz="914400" rtl="0" eaLnBrk="1" latinLnBrk="0" hangingPunct="1">
                <a:defRPr sz="1800" kern="1200">
                  <a:solidFill>
                    <a:sysClr val="windowText" lastClr="000000"/>
                  </a:solidFill>
                  <a:latin typeface="Calibri" panose="020F0502020204030204"/>
                </a:defRPr>
              </a:lvl3pPr>
              <a:lvl4pPr marL="1371600" algn="l" defTabSz="914400" rtl="0" eaLnBrk="1" latinLnBrk="0" hangingPunct="1">
                <a:defRPr sz="1800" kern="1200">
                  <a:solidFill>
                    <a:sysClr val="windowText" lastClr="000000"/>
                  </a:solidFill>
                  <a:latin typeface="Calibri" panose="020F0502020204030204"/>
                </a:defRPr>
              </a:lvl4pPr>
              <a:lvl5pPr marL="1828800" algn="l" defTabSz="914400" rtl="0" eaLnBrk="1" latinLnBrk="0" hangingPunct="1">
                <a:defRPr sz="1800" kern="1200">
                  <a:solidFill>
                    <a:sysClr val="windowText" lastClr="000000"/>
                  </a:solidFill>
                  <a:latin typeface="Calibri" panose="020F0502020204030204"/>
                </a:defRPr>
              </a:lvl5pPr>
              <a:lvl6pPr marL="2286000" algn="l" defTabSz="914400" rtl="0" eaLnBrk="1" latinLnBrk="0" hangingPunct="1">
                <a:defRPr sz="1800" kern="1200">
                  <a:solidFill>
                    <a:sysClr val="windowText" lastClr="000000"/>
                  </a:solidFill>
                  <a:latin typeface="Calibri" panose="020F0502020204030204"/>
                </a:defRPr>
              </a:lvl6pPr>
              <a:lvl7pPr marL="2743200" algn="l" defTabSz="914400" rtl="0" eaLnBrk="1" latinLnBrk="0" hangingPunct="1">
                <a:defRPr sz="1800" kern="1200">
                  <a:solidFill>
                    <a:sysClr val="windowText" lastClr="000000"/>
                  </a:solidFill>
                  <a:latin typeface="Calibri" panose="020F0502020204030204"/>
                </a:defRPr>
              </a:lvl7pPr>
              <a:lvl8pPr marL="3200400" algn="l" defTabSz="914400" rtl="0" eaLnBrk="1" latinLnBrk="0" hangingPunct="1">
                <a:defRPr sz="1800" kern="1200">
                  <a:solidFill>
                    <a:sysClr val="windowText" lastClr="000000"/>
                  </a:solidFill>
                  <a:latin typeface="Calibri" panose="020F0502020204030204"/>
                </a:defRPr>
              </a:lvl8pPr>
              <a:lvl9pPr marL="3657600" algn="l" defTabSz="914400" rtl="0" eaLnBrk="1" latinLnBrk="0" hangingPunct="1">
                <a:defRPr sz="1800" kern="1200">
                  <a:solidFill>
                    <a:sysClr val="windowText" lastClr="000000"/>
                  </a:solidFill>
                  <a:latin typeface="Calibri" panose="020F0502020204030204"/>
                </a:defRPr>
              </a:lvl9pPr>
            </a:lstStyle>
            <a:p>
              <a:r>
                <a:rPr lang="en-IN" sz="1600"/>
                <a:t>Jira WOW    </a:t>
              </a:r>
            </a:p>
          </p:txBody>
        </p:sp>
        <p:sp>
          <p:nvSpPr>
            <p:cNvPr id="19" name="Rectangle 18">
              <a:extLst>
                <a:ext uri="{FF2B5EF4-FFF2-40B4-BE49-F238E27FC236}">
                  <a16:creationId xmlns:a16="http://schemas.microsoft.com/office/drawing/2014/main" id="{5C285517-779B-AECA-9319-A2B6A6AD055B}"/>
                </a:ext>
              </a:extLst>
            </p:cNvPr>
            <p:cNvSpPr>
              <a:spLocks noChangeArrowheads="1"/>
            </p:cNvSpPr>
            <p:nvPr/>
          </p:nvSpPr>
          <p:spPr bwMode="auto">
            <a:xfrm>
              <a:off x="2961907" y="2023858"/>
              <a:ext cx="3454400"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defPPr>
                <a:defRPr lang="en-US"/>
              </a:defPPr>
              <a:lvl1pPr marL="0" algn="l" defTabSz="914400" rtl="0" eaLnBrk="1" latinLnBrk="0" hangingPunct="1">
                <a:defRPr sz="1800" kern="1200">
                  <a:solidFill>
                    <a:sysClr val="windowText" lastClr="000000"/>
                  </a:solidFill>
                  <a:latin typeface="Calibri" panose="020F0502020204030204"/>
                </a:defRPr>
              </a:lvl1pPr>
              <a:lvl2pPr marL="457200" algn="l" defTabSz="914400" rtl="0" eaLnBrk="1" latinLnBrk="0" hangingPunct="1">
                <a:defRPr sz="1800" kern="1200">
                  <a:solidFill>
                    <a:sysClr val="windowText" lastClr="000000"/>
                  </a:solidFill>
                  <a:latin typeface="Calibri" panose="020F0502020204030204"/>
                </a:defRPr>
              </a:lvl2pPr>
              <a:lvl3pPr marL="914400" algn="l" defTabSz="914400" rtl="0" eaLnBrk="1" latinLnBrk="0" hangingPunct="1">
                <a:defRPr sz="1800" kern="1200">
                  <a:solidFill>
                    <a:sysClr val="windowText" lastClr="000000"/>
                  </a:solidFill>
                  <a:latin typeface="Calibri" panose="020F0502020204030204"/>
                </a:defRPr>
              </a:lvl3pPr>
              <a:lvl4pPr marL="1371600" algn="l" defTabSz="914400" rtl="0" eaLnBrk="1" latinLnBrk="0" hangingPunct="1">
                <a:defRPr sz="1800" kern="1200">
                  <a:solidFill>
                    <a:sysClr val="windowText" lastClr="000000"/>
                  </a:solidFill>
                  <a:latin typeface="Calibri" panose="020F0502020204030204"/>
                </a:defRPr>
              </a:lvl4pPr>
              <a:lvl5pPr marL="1828800" algn="l" defTabSz="914400" rtl="0" eaLnBrk="1" latinLnBrk="0" hangingPunct="1">
                <a:defRPr sz="1800" kern="1200">
                  <a:solidFill>
                    <a:sysClr val="windowText" lastClr="000000"/>
                  </a:solidFill>
                  <a:latin typeface="Calibri" panose="020F0502020204030204"/>
                </a:defRPr>
              </a:lvl5pPr>
              <a:lvl6pPr marL="2286000" algn="l" defTabSz="914400" rtl="0" eaLnBrk="1" latinLnBrk="0" hangingPunct="1">
                <a:defRPr sz="1800" kern="1200">
                  <a:solidFill>
                    <a:sysClr val="windowText" lastClr="000000"/>
                  </a:solidFill>
                  <a:latin typeface="Calibri" panose="020F0502020204030204"/>
                </a:defRPr>
              </a:lvl6pPr>
              <a:lvl7pPr marL="2743200" algn="l" defTabSz="914400" rtl="0" eaLnBrk="1" latinLnBrk="0" hangingPunct="1">
                <a:defRPr sz="1800" kern="1200">
                  <a:solidFill>
                    <a:sysClr val="windowText" lastClr="000000"/>
                  </a:solidFill>
                  <a:latin typeface="Calibri" panose="020F0502020204030204"/>
                </a:defRPr>
              </a:lvl7pPr>
              <a:lvl8pPr marL="3200400" algn="l" defTabSz="914400" rtl="0" eaLnBrk="1" latinLnBrk="0" hangingPunct="1">
                <a:defRPr sz="1800" kern="1200">
                  <a:solidFill>
                    <a:sysClr val="windowText" lastClr="000000"/>
                  </a:solidFill>
                  <a:latin typeface="Calibri" panose="020F0502020204030204"/>
                </a:defRPr>
              </a:lvl8pPr>
              <a:lvl9pPr marL="3657600" algn="l" defTabSz="914400" rtl="0" eaLnBrk="1" latinLnBrk="0" hangingPunct="1">
                <a:defRPr sz="1800" kern="1200">
                  <a:solidFill>
                    <a:sysClr val="windowText" lastClr="000000"/>
                  </a:solidFill>
                  <a:latin typeface="Calibri" panose="020F0502020204030204"/>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a:ln>
                    <a:noFill/>
                  </a:ln>
                  <a:solidFill>
                    <a:sysClr val="windowText" lastClr="000000"/>
                  </a:solidFill>
                  <a:effectLst/>
                  <a:hlinkClick r:id="rId4"/>
                </a:rPr>
                <a:t>Beazley GPAS - Jira WOW - Draft.pptx</a:t>
              </a:r>
              <a:endParaRPr kumimoji="0" lang="en-US" altLang="en-US" sz="1600" b="0" i="0" u="none" strike="noStrike" cap="none" normalizeH="0" baseline="0">
                <a:ln>
                  <a:noFill/>
                </a:ln>
                <a:solidFill>
                  <a:sysClr val="windowText" lastClr="000000"/>
                </a:solidFill>
                <a:effectLst/>
              </a:endParaRPr>
            </a:p>
          </p:txBody>
        </p:sp>
        <p:sp>
          <p:nvSpPr>
            <p:cNvPr id="20" name="TextBox 13">
              <a:extLst>
                <a:ext uri="{FF2B5EF4-FFF2-40B4-BE49-F238E27FC236}">
                  <a16:creationId xmlns:a16="http://schemas.microsoft.com/office/drawing/2014/main" id="{E77CDF0E-E15C-4FB3-0DBF-3858EB3EA97D}"/>
                </a:ext>
              </a:extLst>
            </p:cNvPr>
            <p:cNvSpPr txBox="1"/>
            <p:nvPr/>
          </p:nvSpPr>
          <p:spPr>
            <a:xfrm>
              <a:off x="716547" y="2440719"/>
              <a:ext cx="1859280" cy="584775"/>
            </a:xfrm>
            <a:prstGeom prst="rect">
              <a:avLst/>
            </a:prstGeom>
            <a:noFill/>
          </p:spPr>
          <p:txBody>
            <a:bodyPr wrap="square" rtlCol="0">
              <a:spAutoFit/>
            </a:bodyPr>
            <a:lstStyle>
              <a:defPPr>
                <a:defRPr lang="en-US"/>
              </a:defPPr>
              <a:lvl1pPr marL="0" algn="l" defTabSz="914400" rtl="0" eaLnBrk="1" latinLnBrk="0" hangingPunct="1">
                <a:defRPr sz="1800" kern="1200">
                  <a:solidFill>
                    <a:sysClr val="windowText" lastClr="000000"/>
                  </a:solidFill>
                  <a:latin typeface="Calibri" panose="020F0502020204030204"/>
                </a:defRPr>
              </a:lvl1pPr>
              <a:lvl2pPr marL="457200" algn="l" defTabSz="914400" rtl="0" eaLnBrk="1" latinLnBrk="0" hangingPunct="1">
                <a:defRPr sz="1800" kern="1200">
                  <a:solidFill>
                    <a:sysClr val="windowText" lastClr="000000"/>
                  </a:solidFill>
                  <a:latin typeface="Calibri" panose="020F0502020204030204"/>
                </a:defRPr>
              </a:lvl2pPr>
              <a:lvl3pPr marL="914400" algn="l" defTabSz="914400" rtl="0" eaLnBrk="1" latinLnBrk="0" hangingPunct="1">
                <a:defRPr sz="1800" kern="1200">
                  <a:solidFill>
                    <a:sysClr val="windowText" lastClr="000000"/>
                  </a:solidFill>
                  <a:latin typeface="Calibri" panose="020F0502020204030204"/>
                </a:defRPr>
              </a:lvl3pPr>
              <a:lvl4pPr marL="1371600" algn="l" defTabSz="914400" rtl="0" eaLnBrk="1" latinLnBrk="0" hangingPunct="1">
                <a:defRPr sz="1800" kern="1200">
                  <a:solidFill>
                    <a:sysClr val="windowText" lastClr="000000"/>
                  </a:solidFill>
                  <a:latin typeface="Calibri" panose="020F0502020204030204"/>
                </a:defRPr>
              </a:lvl4pPr>
              <a:lvl5pPr marL="1828800" algn="l" defTabSz="914400" rtl="0" eaLnBrk="1" latinLnBrk="0" hangingPunct="1">
                <a:defRPr sz="1800" kern="1200">
                  <a:solidFill>
                    <a:sysClr val="windowText" lastClr="000000"/>
                  </a:solidFill>
                  <a:latin typeface="Calibri" panose="020F0502020204030204"/>
                </a:defRPr>
              </a:lvl5pPr>
              <a:lvl6pPr marL="2286000" algn="l" defTabSz="914400" rtl="0" eaLnBrk="1" latinLnBrk="0" hangingPunct="1">
                <a:defRPr sz="1800" kern="1200">
                  <a:solidFill>
                    <a:sysClr val="windowText" lastClr="000000"/>
                  </a:solidFill>
                  <a:latin typeface="Calibri" panose="020F0502020204030204"/>
                </a:defRPr>
              </a:lvl6pPr>
              <a:lvl7pPr marL="2743200" algn="l" defTabSz="914400" rtl="0" eaLnBrk="1" latinLnBrk="0" hangingPunct="1">
                <a:defRPr sz="1800" kern="1200">
                  <a:solidFill>
                    <a:sysClr val="windowText" lastClr="000000"/>
                  </a:solidFill>
                  <a:latin typeface="Calibri" panose="020F0502020204030204"/>
                </a:defRPr>
              </a:lvl7pPr>
              <a:lvl8pPr marL="3200400" algn="l" defTabSz="914400" rtl="0" eaLnBrk="1" latinLnBrk="0" hangingPunct="1">
                <a:defRPr sz="1800" kern="1200">
                  <a:solidFill>
                    <a:sysClr val="windowText" lastClr="000000"/>
                  </a:solidFill>
                  <a:latin typeface="Calibri" panose="020F0502020204030204"/>
                </a:defRPr>
              </a:lvl8pPr>
              <a:lvl9pPr marL="3657600" algn="l" defTabSz="914400" rtl="0" eaLnBrk="1" latinLnBrk="0" hangingPunct="1">
                <a:defRPr sz="1800" kern="1200">
                  <a:solidFill>
                    <a:sysClr val="windowText" lastClr="000000"/>
                  </a:solidFill>
                  <a:latin typeface="Calibri" panose="020F0502020204030204"/>
                </a:defRPr>
              </a:lvl9pPr>
            </a:lstStyle>
            <a:p>
              <a:r>
                <a:rPr lang="en-IN" sz="1600"/>
                <a:t>Training &amp; Reference Material </a:t>
              </a:r>
            </a:p>
          </p:txBody>
        </p:sp>
        <p:sp>
          <p:nvSpPr>
            <p:cNvPr id="21" name="Rectangle 20">
              <a:extLst>
                <a:ext uri="{FF2B5EF4-FFF2-40B4-BE49-F238E27FC236}">
                  <a16:creationId xmlns:a16="http://schemas.microsoft.com/office/drawing/2014/main" id="{31F69039-F226-2722-EC76-90A97723D31E}"/>
                </a:ext>
              </a:extLst>
            </p:cNvPr>
            <p:cNvSpPr>
              <a:spLocks noChangeArrowheads="1"/>
            </p:cNvSpPr>
            <p:nvPr/>
          </p:nvSpPr>
          <p:spPr bwMode="auto">
            <a:xfrm>
              <a:off x="2961907" y="2551586"/>
              <a:ext cx="3068320"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defPPr>
                <a:defRPr lang="en-US"/>
              </a:defPPr>
              <a:lvl1pPr marL="0" algn="l" defTabSz="914400" rtl="0" eaLnBrk="1" latinLnBrk="0" hangingPunct="1">
                <a:defRPr sz="1800" kern="1200">
                  <a:solidFill>
                    <a:sysClr val="windowText" lastClr="000000"/>
                  </a:solidFill>
                  <a:latin typeface="Calibri" panose="020F0502020204030204"/>
                </a:defRPr>
              </a:lvl1pPr>
              <a:lvl2pPr marL="457200" algn="l" defTabSz="914400" rtl="0" eaLnBrk="1" latinLnBrk="0" hangingPunct="1">
                <a:defRPr sz="1800" kern="1200">
                  <a:solidFill>
                    <a:sysClr val="windowText" lastClr="000000"/>
                  </a:solidFill>
                  <a:latin typeface="Calibri" panose="020F0502020204030204"/>
                </a:defRPr>
              </a:lvl2pPr>
              <a:lvl3pPr marL="914400" algn="l" defTabSz="914400" rtl="0" eaLnBrk="1" latinLnBrk="0" hangingPunct="1">
                <a:defRPr sz="1800" kern="1200">
                  <a:solidFill>
                    <a:sysClr val="windowText" lastClr="000000"/>
                  </a:solidFill>
                  <a:latin typeface="Calibri" panose="020F0502020204030204"/>
                </a:defRPr>
              </a:lvl3pPr>
              <a:lvl4pPr marL="1371600" algn="l" defTabSz="914400" rtl="0" eaLnBrk="1" latinLnBrk="0" hangingPunct="1">
                <a:defRPr sz="1800" kern="1200">
                  <a:solidFill>
                    <a:sysClr val="windowText" lastClr="000000"/>
                  </a:solidFill>
                  <a:latin typeface="Calibri" panose="020F0502020204030204"/>
                </a:defRPr>
              </a:lvl4pPr>
              <a:lvl5pPr marL="1828800" algn="l" defTabSz="914400" rtl="0" eaLnBrk="1" latinLnBrk="0" hangingPunct="1">
                <a:defRPr sz="1800" kern="1200">
                  <a:solidFill>
                    <a:sysClr val="windowText" lastClr="000000"/>
                  </a:solidFill>
                  <a:latin typeface="Calibri" panose="020F0502020204030204"/>
                </a:defRPr>
              </a:lvl5pPr>
              <a:lvl6pPr marL="2286000" algn="l" defTabSz="914400" rtl="0" eaLnBrk="1" latinLnBrk="0" hangingPunct="1">
                <a:defRPr sz="1800" kern="1200">
                  <a:solidFill>
                    <a:sysClr val="windowText" lastClr="000000"/>
                  </a:solidFill>
                  <a:latin typeface="Calibri" panose="020F0502020204030204"/>
                </a:defRPr>
              </a:lvl6pPr>
              <a:lvl7pPr marL="2743200" algn="l" defTabSz="914400" rtl="0" eaLnBrk="1" latinLnBrk="0" hangingPunct="1">
                <a:defRPr sz="1800" kern="1200">
                  <a:solidFill>
                    <a:sysClr val="windowText" lastClr="000000"/>
                  </a:solidFill>
                  <a:latin typeface="Calibri" panose="020F0502020204030204"/>
                </a:defRPr>
              </a:lvl7pPr>
              <a:lvl8pPr marL="3200400" algn="l" defTabSz="914400" rtl="0" eaLnBrk="1" latinLnBrk="0" hangingPunct="1">
                <a:defRPr sz="1800" kern="1200">
                  <a:solidFill>
                    <a:sysClr val="windowText" lastClr="000000"/>
                  </a:solidFill>
                  <a:latin typeface="Calibri" panose="020F0502020204030204"/>
                </a:defRPr>
              </a:lvl8pPr>
              <a:lvl9pPr marL="3657600" algn="l" defTabSz="914400" rtl="0" eaLnBrk="1" latinLnBrk="0" hangingPunct="1">
                <a:defRPr sz="1800" kern="1200">
                  <a:solidFill>
                    <a:sysClr val="windowText" lastClr="000000"/>
                  </a:solidFill>
                  <a:latin typeface="Calibri" panose="020F0502020204030204"/>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a:ln>
                    <a:noFill/>
                  </a:ln>
                  <a:solidFill>
                    <a:sysClr val="windowText" lastClr="000000"/>
                  </a:solidFill>
                  <a:effectLst/>
                  <a:hlinkClick r:id="rId5"/>
                </a:rPr>
                <a:t>Training and reading material</a:t>
              </a:r>
              <a:endParaRPr kumimoji="0" lang="en-US" altLang="en-US" sz="1600" b="0" i="0" u="none" strike="noStrike" cap="none" normalizeH="0" baseline="0">
                <a:ln>
                  <a:noFill/>
                </a:ln>
                <a:solidFill>
                  <a:sysClr val="windowText" lastClr="000000"/>
                </a:solidFill>
                <a:effectLst/>
              </a:endParaRPr>
            </a:p>
          </p:txBody>
        </p:sp>
        <p:sp>
          <p:nvSpPr>
            <p:cNvPr id="23" name="TextBox 17">
              <a:extLst>
                <a:ext uri="{FF2B5EF4-FFF2-40B4-BE49-F238E27FC236}">
                  <a16:creationId xmlns:a16="http://schemas.microsoft.com/office/drawing/2014/main" id="{1DB7517E-32B0-AD86-5473-0E8A134CD112}"/>
                </a:ext>
              </a:extLst>
            </p:cNvPr>
            <p:cNvSpPr txBox="1"/>
            <p:nvPr/>
          </p:nvSpPr>
          <p:spPr>
            <a:xfrm>
              <a:off x="716547" y="3674632"/>
              <a:ext cx="2062480" cy="584775"/>
            </a:xfrm>
            <a:prstGeom prst="rect">
              <a:avLst/>
            </a:prstGeom>
            <a:noFill/>
          </p:spPr>
          <p:txBody>
            <a:bodyPr wrap="square" rtlCol="0">
              <a:spAutoFit/>
            </a:bodyPr>
            <a:lstStyle>
              <a:defPPr>
                <a:defRPr lang="en-US"/>
              </a:defPPr>
              <a:lvl1pPr marL="0" algn="l" defTabSz="914400" rtl="0" eaLnBrk="1" latinLnBrk="0" hangingPunct="1">
                <a:defRPr sz="1800" kern="1200">
                  <a:solidFill>
                    <a:sysClr val="windowText" lastClr="000000"/>
                  </a:solidFill>
                  <a:latin typeface="Calibri" panose="020F0502020204030204"/>
                </a:defRPr>
              </a:lvl1pPr>
              <a:lvl2pPr marL="457200" algn="l" defTabSz="914400" rtl="0" eaLnBrk="1" latinLnBrk="0" hangingPunct="1">
                <a:defRPr sz="1800" kern="1200">
                  <a:solidFill>
                    <a:sysClr val="windowText" lastClr="000000"/>
                  </a:solidFill>
                  <a:latin typeface="Calibri" panose="020F0502020204030204"/>
                </a:defRPr>
              </a:lvl2pPr>
              <a:lvl3pPr marL="914400" algn="l" defTabSz="914400" rtl="0" eaLnBrk="1" latinLnBrk="0" hangingPunct="1">
                <a:defRPr sz="1800" kern="1200">
                  <a:solidFill>
                    <a:sysClr val="windowText" lastClr="000000"/>
                  </a:solidFill>
                  <a:latin typeface="Calibri" panose="020F0502020204030204"/>
                </a:defRPr>
              </a:lvl3pPr>
              <a:lvl4pPr marL="1371600" algn="l" defTabSz="914400" rtl="0" eaLnBrk="1" latinLnBrk="0" hangingPunct="1">
                <a:defRPr sz="1800" kern="1200">
                  <a:solidFill>
                    <a:sysClr val="windowText" lastClr="000000"/>
                  </a:solidFill>
                  <a:latin typeface="Calibri" panose="020F0502020204030204"/>
                </a:defRPr>
              </a:lvl4pPr>
              <a:lvl5pPr marL="1828800" algn="l" defTabSz="914400" rtl="0" eaLnBrk="1" latinLnBrk="0" hangingPunct="1">
                <a:defRPr sz="1800" kern="1200">
                  <a:solidFill>
                    <a:sysClr val="windowText" lastClr="000000"/>
                  </a:solidFill>
                  <a:latin typeface="Calibri" panose="020F0502020204030204"/>
                </a:defRPr>
              </a:lvl5pPr>
              <a:lvl6pPr marL="2286000" algn="l" defTabSz="914400" rtl="0" eaLnBrk="1" latinLnBrk="0" hangingPunct="1">
                <a:defRPr sz="1800" kern="1200">
                  <a:solidFill>
                    <a:sysClr val="windowText" lastClr="000000"/>
                  </a:solidFill>
                  <a:latin typeface="Calibri" panose="020F0502020204030204"/>
                </a:defRPr>
              </a:lvl6pPr>
              <a:lvl7pPr marL="2743200" algn="l" defTabSz="914400" rtl="0" eaLnBrk="1" latinLnBrk="0" hangingPunct="1">
                <a:defRPr sz="1800" kern="1200">
                  <a:solidFill>
                    <a:sysClr val="windowText" lastClr="000000"/>
                  </a:solidFill>
                  <a:latin typeface="Calibri" panose="020F0502020204030204"/>
                </a:defRPr>
              </a:lvl7pPr>
              <a:lvl8pPr marL="3200400" algn="l" defTabSz="914400" rtl="0" eaLnBrk="1" latinLnBrk="0" hangingPunct="1">
                <a:defRPr sz="1800" kern="1200">
                  <a:solidFill>
                    <a:sysClr val="windowText" lastClr="000000"/>
                  </a:solidFill>
                  <a:latin typeface="Calibri" panose="020F0502020204030204"/>
                </a:defRPr>
              </a:lvl8pPr>
              <a:lvl9pPr marL="3657600" algn="l" defTabSz="914400" rtl="0" eaLnBrk="1" latinLnBrk="0" hangingPunct="1">
                <a:defRPr sz="1800" kern="1200">
                  <a:solidFill>
                    <a:sysClr val="windowText" lastClr="000000"/>
                  </a:solidFill>
                  <a:latin typeface="Calibri" panose="020F0502020204030204"/>
                </a:defRPr>
              </a:lvl9pPr>
            </a:lstStyle>
            <a:p>
              <a:r>
                <a:rPr lang="en-IN" sz="1600"/>
                <a:t>Jira &amp; Confluence Access Request Guide</a:t>
              </a:r>
            </a:p>
          </p:txBody>
        </p:sp>
        <p:sp>
          <p:nvSpPr>
            <p:cNvPr id="24" name="Rectangle 23">
              <a:extLst>
                <a:ext uri="{FF2B5EF4-FFF2-40B4-BE49-F238E27FC236}">
                  <a16:creationId xmlns:a16="http://schemas.microsoft.com/office/drawing/2014/main" id="{DC5A8475-673A-DB6A-9AAE-56BD03702E72}"/>
                </a:ext>
              </a:extLst>
            </p:cNvPr>
            <p:cNvSpPr>
              <a:spLocks noChangeArrowheads="1"/>
            </p:cNvSpPr>
            <p:nvPr/>
          </p:nvSpPr>
          <p:spPr bwMode="auto">
            <a:xfrm>
              <a:off x="2961907" y="3781911"/>
              <a:ext cx="3728720" cy="3385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defPPr>
                <a:defRPr lang="en-US"/>
              </a:defPPr>
              <a:lvl1pPr marL="0" algn="l" defTabSz="914400" rtl="0" eaLnBrk="1" latinLnBrk="0" hangingPunct="1">
                <a:defRPr sz="1800" kern="1200">
                  <a:solidFill>
                    <a:sysClr val="windowText" lastClr="000000"/>
                  </a:solidFill>
                  <a:latin typeface="Calibri" panose="020F0502020204030204"/>
                </a:defRPr>
              </a:lvl1pPr>
              <a:lvl2pPr marL="457200" algn="l" defTabSz="914400" rtl="0" eaLnBrk="1" latinLnBrk="0" hangingPunct="1">
                <a:defRPr sz="1800" kern="1200">
                  <a:solidFill>
                    <a:sysClr val="windowText" lastClr="000000"/>
                  </a:solidFill>
                  <a:latin typeface="Calibri" panose="020F0502020204030204"/>
                </a:defRPr>
              </a:lvl2pPr>
              <a:lvl3pPr marL="914400" algn="l" defTabSz="914400" rtl="0" eaLnBrk="1" latinLnBrk="0" hangingPunct="1">
                <a:defRPr sz="1800" kern="1200">
                  <a:solidFill>
                    <a:sysClr val="windowText" lastClr="000000"/>
                  </a:solidFill>
                  <a:latin typeface="Calibri" panose="020F0502020204030204"/>
                </a:defRPr>
              </a:lvl3pPr>
              <a:lvl4pPr marL="1371600" algn="l" defTabSz="914400" rtl="0" eaLnBrk="1" latinLnBrk="0" hangingPunct="1">
                <a:defRPr sz="1800" kern="1200">
                  <a:solidFill>
                    <a:sysClr val="windowText" lastClr="000000"/>
                  </a:solidFill>
                  <a:latin typeface="Calibri" panose="020F0502020204030204"/>
                </a:defRPr>
              </a:lvl4pPr>
              <a:lvl5pPr marL="1828800" algn="l" defTabSz="914400" rtl="0" eaLnBrk="1" latinLnBrk="0" hangingPunct="1">
                <a:defRPr sz="1800" kern="1200">
                  <a:solidFill>
                    <a:sysClr val="windowText" lastClr="000000"/>
                  </a:solidFill>
                  <a:latin typeface="Calibri" panose="020F0502020204030204"/>
                </a:defRPr>
              </a:lvl5pPr>
              <a:lvl6pPr marL="2286000" algn="l" defTabSz="914400" rtl="0" eaLnBrk="1" latinLnBrk="0" hangingPunct="1">
                <a:defRPr sz="1800" kern="1200">
                  <a:solidFill>
                    <a:sysClr val="windowText" lastClr="000000"/>
                  </a:solidFill>
                  <a:latin typeface="Calibri" panose="020F0502020204030204"/>
                </a:defRPr>
              </a:lvl6pPr>
              <a:lvl7pPr marL="2743200" algn="l" defTabSz="914400" rtl="0" eaLnBrk="1" latinLnBrk="0" hangingPunct="1">
                <a:defRPr sz="1800" kern="1200">
                  <a:solidFill>
                    <a:sysClr val="windowText" lastClr="000000"/>
                  </a:solidFill>
                  <a:latin typeface="Calibri" panose="020F0502020204030204"/>
                </a:defRPr>
              </a:lvl7pPr>
              <a:lvl8pPr marL="3200400" algn="l" defTabSz="914400" rtl="0" eaLnBrk="1" latinLnBrk="0" hangingPunct="1">
                <a:defRPr sz="1800" kern="1200">
                  <a:solidFill>
                    <a:sysClr val="windowText" lastClr="000000"/>
                  </a:solidFill>
                  <a:latin typeface="Calibri" panose="020F0502020204030204"/>
                </a:defRPr>
              </a:lvl8pPr>
              <a:lvl9pPr marL="3657600" algn="l" defTabSz="914400" rtl="0" eaLnBrk="1" latinLnBrk="0" hangingPunct="1">
                <a:defRPr sz="1800" kern="1200">
                  <a:solidFill>
                    <a:sysClr val="windowText" lastClr="000000"/>
                  </a:solidFill>
                  <a:latin typeface="Calibri" panose="020F0502020204030204"/>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a:ln>
                    <a:noFill/>
                  </a:ln>
                  <a:solidFill>
                    <a:sysClr val="windowText" lastClr="000000"/>
                  </a:solidFill>
                  <a:effectLst/>
                  <a:hlinkClick r:id="rId6"/>
                </a:rPr>
                <a:t>Jira &amp; confluence request guide.docx</a:t>
              </a:r>
              <a:endParaRPr kumimoji="0" lang="en-US" altLang="en-US" sz="1600" b="0" i="0" u="none" strike="noStrike" cap="none" normalizeH="0" baseline="0">
                <a:ln>
                  <a:noFill/>
                </a:ln>
                <a:solidFill>
                  <a:sysClr val="windowText" lastClr="000000"/>
                </a:solidFill>
                <a:effectLst/>
              </a:endParaRPr>
            </a:p>
          </p:txBody>
        </p:sp>
        <p:sp>
          <p:nvSpPr>
            <p:cNvPr id="25" name="Rectangle 24">
              <a:extLst>
                <a:ext uri="{FF2B5EF4-FFF2-40B4-BE49-F238E27FC236}">
                  <a16:creationId xmlns:a16="http://schemas.microsoft.com/office/drawing/2014/main" id="{5C21A625-8CFE-C1C0-D37A-9061937E91C9}"/>
                </a:ext>
              </a:extLst>
            </p:cNvPr>
            <p:cNvSpPr>
              <a:spLocks noChangeArrowheads="1"/>
            </p:cNvSpPr>
            <p:nvPr/>
          </p:nvSpPr>
          <p:spPr bwMode="auto">
            <a:xfrm>
              <a:off x="2961907" y="4475107"/>
              <a:ext cx="4328160"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defPPr>
                <a:defRPr lang="en-US"/>
              </a:defPPr>
              <a:lvl1pPr marL="0" algn="l" defTabSz="914400" rtl="0" eaLnBrk="1" latinLnBrk="0" hangingPunct="1">
                <a:defRPr sz="1800" kern="1200">
                  <a:solidFill>
                    <a:sysClr val="windowText" lastClr="000000"/>
                  </a:solidFill>
                  <a:latin typeface="Calibri" panose="020F0502020204030204"/>
                </a:defRPr>
              </a:lvl1pPr>
              <a:lvl2pPr marL="457200" algn="l" defTabSz="914400" rtl="0" eaLnBrk="1" latinLnBrk="0" hangingPunct="1">
                <a:defRPr sz="1800" kern="1200">
                  <a:solidFill>
                    <a:sysClr val="windowText" lastClr="000000"/>
                  </a:solidFill>
                  <a:latin typeface="Calibri" panose="020F0502020204030204"/>
                </a:defRPr>
              </a:lvl2pPr>
              <a:lvl3pPr marL="914400" algn="l" defTabSz="914400" rtl="0" eaLnBrk="1" latinLnBrk="0" hangingPunct="1">
                <a:defRPr sz="1800" kern="1200">
                  <a:solidFill>
                    <a:sysClr val="windowText" lastClr="000000"/>
                  </a:solidFill>
                  <a:latin typeface="Calibri" panose="020F0502020204030204"/>
                </a:defRPr>
              </a:lvl3pPr>
              <a:lvl4pPr marL="1371600" algn="l" defTabSz="914400" rtl="0" eaLnBrk="1" latinLnBrk="0" hangingPunct="1">
                <a:defRPr sz="1800" kern="1200">
                  <a:solidFill>
                    <a:sysClr val="windowText" lastClr="000000"/>
                  </a:solidFill>
                  <a:latin typeface="Calibri" panose="020F0502020204030204"/>
                </a:defRPr>
              </a:lvl4pPr>
              <a:lvl5pPr marL="1828800" algn="l" defTabSz="914400" rtl="0" eaLnBrk="1" latinLnBrk="0" hangingPunct="1">
                <a:defRPr sz="1800" kern="1200">
                  <a:solidFill>
                    <a:sysClr val="windowText" lastClr="000000"/>
                  </a:solidFill>
                  <a:latin typeface="Calibri" panose="020F0502020204030204"/>
                </a:defRPr>
              </a:lvl5pPr>
              <a:lvl6pPr marL="2286000" algn="l" defTabSz="914400" rtl="0" eaLnBrk="1" latinLnBrk="0" hangingPunct="1">
                <a:defRPr sz="1800" kern="1200">
                  <a:solidFill>
                    <a:sysClr val="windowText" lastClr="000000"/>
                  </a:solidFill>
                  <a:latin typeface="Calibri" panose="020F0502020204030204"/>
                </a:defRPr>
              </a:lvl6pPr>
              <a:lvl7pPr marL="2743200" algn="l" defTabSz="914400" rtl="0" eaLnBrk="1" latinLnBrk="0" hangingPunct="1">
                <a:defRPr sz="1800" kern="1200">
                  <a:solidFill>
                    <a:sysClr val="windowText" lastClr="000000"/>
                  </a:solidFill>
                  <a:latin typeface="Calibri" panose="020F0502020204030204"/>
                </a:defRPr>
              </a:lvl7pPr>
              <a:lvl8pPr marL="3200400" algn="l" defTabSz="914400" rtl="0" eaLnBrk="1" latinLnBrk="0" hangingPunct="1">
                <a:defRPr sz="1800" kern="1200">
                  <a:solidFill>
                    <a:sysClr val="windowText" lastClr="000000"/>
                  </a:solidFill>
                  <a:latin typeface="Calibri" panose="020F0502020204030204"/>
                </a:defRPr>
              </a:lvl8pPr>
              <a:lvl9pPr marL="3657600" algn="l" defTabSz="914400" rtl="0" eaLnBrk="1" latinLnBrk="0" hangingPunct="1">
                <a:defRPr sz="1800" kern="1200">
                  <a:solidFill>
                    <a:sysClr val="windowText" lastClr="000000"/>
                  </a:solidFill>
                  <a:latin typeface="Calibri" panose="020F0502020204030204"/>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a:ln>
                    <a:noFill/>
                  </a:ln>
                  <a:solidFill>
                    <a:sysClr val="windowText" lastClr="000000"/>
                  </a:solidFill>
                  <a:effectLst/>
                  <a:hlinkClick r:id="rId7"/>
                </a:rPr>
                <a:t>R1 Beazley MASTER Dependency Tracker v1.0.xlsx</a:t>
              </a:r>
              <a:endParaRPr kumimoji="0" lang="en-US" altLang="en-US" sz="1600" b="0" i="0" u="none" strike="noStrike" cap="none" normalizeH="0" baseline="0">
                <a:ln>
                  <a:noFill/>
                </a:ln>
                <a:solidFill>
                  <a:sysClr val="windowText" lastClr="000000"/>
                </a:solidFill>
                <a:effectLst/>
              </a:endParaRPr>
            </a:p>
          </p:txBody>
        </p:sp>
        <p:sp>
          <p:nvSpPr>
            <p:cNvPr id="26" name="TextBox 25">
              <a:extLst>
                <a:ext uri="{FF2B5EF4-FFF2-40B4-BE49-F238E27FC236}">
                  <a16:creationId xmlns:a16="http://schemas.microsoft.com/office/drawing/2014/main" id="{658A476C-6027-C815-0097-81C73739D666}"/>
                </a:ext>
              </a:extLst>
            </p:cNvPr>
            <p:cNvSpPr txBox="1"/>
            <p:nvPr/>
          </p:nvSpPr>
          <p:spPr>
            <a:xfrm>
              <a:off x="716547" y="4473200"/>
              <a:ext cx="1930400" cy="338554"/>
            </a:xfrm>
            <a:prstGeom prst="rect">
              <a:avLst/>
            </a:prstGeom>
            <a:noFill/>
          </p:spPr>
          <p:txBody>
            <a:bodyPr wrap="square" rtlCol="0">
              <a:spAutoFit/>
            </a:bodyPr>
            <a:lstStyle>
              <a:defPPr>
                <a:defRPr lang="en-US"/>
              </a:defPPr>
              <a:lvl1pPr marL="0" algn="l" defTabSz="914400" rtl="0" eaLnBrk="1" latinLnBrk="0" hangingPunct="1">
                <a:defRPr sz="1800" kern="1200">
                  <a:solidFill>
                    <a:sysClr val="windowText" lastClr="000000"/>
                  </a:solidFill>
                  <a:latin typeface="Calibri" panose="020F0502020204030204"/>
                </a:defRPr>
              </a:lvl1pPr>
              <a:lvl2pPr marL="457200" algn="l" defTabSz="914400" rtl="0" eaLnBrk="1" latinLnBrk="0" hangingPunct="1">
                <a:defRPr sz="1800" kern="1200">
                  <a:solidFill>
                    <a:sysClr val="windowText" lastClr="000000"/>
                  </a:solidFill>
                  <a:latin typeface="Calibri" panose="020F0502020204030204"/>
                </a:defRPr>
              </a:lvl2pPr>
              <a:lvl3pPr marL="914400" algn="l" defTabSz="914400" rtl="0" eaLnBrk="1" latinLnBrk="0" hangingPunct="1">
                <a:defRPr sz="1800" kern="1200">
                  <a:solidFill>
                    <a:sysClr val="windowText" lastClr="000000"/>
                  </a:solidFill>
                  <a:latin typeface="Calibri" panose="020F0502020204030204"/>
                </a:defRPr>
              </a:lvl3pPr>
              <a:lvl4pPr marL="1371600" algn="l" defTabSz="914400" rtl="0" eaLnBrk="1" latinLnBrk="0" hangingPunct="1">
                <a:defRPr sz="1800" kern="1200">
                  <a:solidFill>
                    <a:sysClr val="windowText" lastClr="000000"/>
                  </a:solidFill>
                  <a:latin typeface="Calibri" panose="020F0502020204030204"/>
                </a:defRPr>
              </a:lvl4pPr>
              <a:lvl5pPr marL="1828800" algn="l" defTabSz="914400" rtl="0" eaLnBrk="1" latinLnBrk="0" hangingPunct="1">
                <a:defRPr sz="1800" kern="1200">
                  <a:solidFill>
                    <a:sysClr val="windowText" lastClr="000000"/>
                  </a:solidFill>
                  <a:latin typeface="Calibri" panose="020F0502020204030204"/>
                </a:defRPr>
              </a:lvl5pPr>
              <a:lvl6pPr marL="2286000" algn="l" defTabSz="914400" rtl="0" eaLnBrk="1" latinLnBrk="0" hangingPunct="1">
                <a:defRPr sz="1800" kern="1200">
                  <a:solidFill>
                    <a:sysClr val="windowText" lastClr="000000"/>
                  </a:solidFill>
                  <a:latin typeface="Calibri" panose="020F0502020204030204"/>
                </a:defRPr>
              </a:lvl6pPr>
              <a:lvl7pPr marL="2743200" algn="l" defTabSz="914400" rtl="0" eaLnBrk="1" latinLnBrk="0" hangingPunct="1">
                <a:defRPr sz="1800" kern="1200">
                  <a:solidFill>
                    <a:sysClr val="windowText" lastClr="000000"/>
                  </a:solidFill>
                  <a:latin typeface="Calibri" panose="020F0502020204030204"/>
                </a:defRPr>
              </a:lvl7pPr>
              <a:lvl8pPr marL="3200400" algn="l" defTabSz="914400" rtl="0" eaLnBrk="1" latinLnBrk="0" hangingPunct="1">
                <a:defRPr sz="1800" kern="1200">
                  <a:solidFill>
                    <a:sysClr val="windowText" lastClr="000000"/>
                  </a:solidFill>
                  <a:latin typeface="Calibri" panose="020F0502020204030204"/>
                </a:defRPr>
              </a:lvl8pPr>
              <a:lvl9pPr marL="3657600" algn="l" defTabSz="914400" rtl="0" eaLnBrk="1" latinLnBrk="0" hangingPunct="1">
                <a:defRPr sz="1800" kern="1200">
                  <a:solidFill>
                    <a:sysClr val="windowText" lastClr="000000"/>
                  </a:solidFill>
                  <a:latin typeface="Calibri" panose="020F0502020204030204"/>
                </a:defRPr>
              </a:lvl9pPr>
            </a:lstStyle>
            <a:p>
              <a:r>
                <a:rPr lang="en-IN" sz="1600"/>
                <a:t>Dependency Tracker</a:t>
              </a:r>
            </a:p>
          </p:txBody>
        </p:sp>
        <p:sp>
          <p:nvSpPr>
            <p:cNvPr id="27" name="TextBox 26">
              <a:extLst>
                <a:ext uri="{FF2B5EF4-FFF2-40B4-BE49-F238E27FC236}">
                  <a16:creationId xmlns:a16="http://schemas.microsoft.com/office/drawing/2014/main" id="{219B170B-49B6-A560-94EC-7E7E4699C69D}"/>
                </a:ext>
              </a:extLst>
            </p:cNvPr>
            <p:cNvSpPr txBox="1"/>
            <p:nvPr/>
          </p:nvSpPr>
          <p:spPr>
            <a:xfrm>
              <a:off x="716547" y="3209175"/>
              <a:ext cx="1930400" cy="338554"/>
            </a:xfrm>
            <a:prstGeom prst="rect">
              <a:avLst/>
            </a:prstGeom>
            <a:noFill/>
          </p:spPr>
          <p:txBody>
            <a:bodyPr wrap="square" rtlCol="0">
              <a:spAutoFit/>
            </a:bodyPr>
            <a:lstStyle>
              <a:defPPr>
                <a:defRPr lang="en-US"/>
              </a:defPPr>
              <a:lvl1pPr marL="0" algn="l" defTabSz="914400" rtl="0" eaLnBrk="1" latinLnBrk="0" hangingPunct="1">
                <a:defRPr sz="1800" kern="1200">
                  <a:solidFill>
                    <a:sysClr val="windowText" lastClr="000000"/>
                  </a:solidFill>
                  <a:latin typeface="Calibri" panose="020F0502020204030204"/>
                </a:defRPr>
              </a:lvl1pPr>
              <a:lvl2pPr marL="457200" algn="l" defTabSz="914400" rtl="0" eaLnBrk="1" latinLnBrk="0" hangingPunct="1">
                <a:defRPr sz="1800" kern="1200">
                  <a:solidFill>
                    <a:sysClr val="windowText" lastClr="000000"/>
                  </a:solidFill>
                  <a:latin typeface="Calibri" panose="020F0502020204030204"/>
                </a:defRPr>
              </a:lvl2pPr>
              <a:lvl3pPr marL="914400" algn="l" defTabSz="914400" rtl="0" eaLnBrk="1" latinLnBrk="0" hangingPunct="1">
                <a:defRPr sz="1800" kern="1200">
                  <a:solidFill>
                    <a:sysClr val="windowText" lastClr="000000"/>
                  </a:solidFill>
                  <a:latin typeface="Calibri" panose="020F0502020204030204"/>
                </a:defRPr>
              </a:lvl3pPr>
              <a:lvl4pPr marL="1371600" algn="l" defTabSz="914400" rtl="0" eaLnBrk="1" latinLnBrk="0" hangingPunct="1">
                <a:defRPr sz="1800" kern="1200">
                  <a:solidFill>
                    <a:sysClr val="windowText" lastClr="000000"/>
                  </a:solidFill>
                  <a:latin typeface="Calibri" panose="020F0502020204030204"/>
                </a:defRPr>
              </a:lvl4pPr>
              <a:lvl5pPr marL="1828800" algn="l" defTabSz="914400" rtl="0" eaLnBrk="1" latinLnBrk="0" hangingPunct="1">
                <a:defRPr sz="1800" kern="1200">
                  <a:solidFill>
                    <a:sysClr val="windowText" lastClr="000000"/>
                  </a:solidFill>
                  <a:latin typeface="Calibri" panose="020F0502020204030204"/>
                </a:defRPr>
              </a:lvl5pPr>
              <a:lvl6pPr marL="2286000" algn="l" defTabSz="914400" rtl="0" eaLnBrk="1" latinLnBrk="0" hangingPunct="1">
                <a:defRPr sz="1800" kern="1200">
                  <a:solidFill>
                    <a:sysClr val="windowText" lastClr="000000"/>
                  </a:solidFill>
                  <a:latin typeface="Calibri" panose="020F0502020204030204"/>
                </a:defRPr>
              </a:lvl6pPr>
              <a:lvl7pPr marL="2743200" algn="l" defTabSz="914400" rtl="0" eaLnBrk="1" latinLnBrk="0" hangingPunct="1">
                <a:defRPr sz="1800" kern="1200">
                  <a:solidFill>
                    <a:sysClr val="windowText" lastClr="000000"/>
                  </a:solidFill>
                  <a:latin typeface="Calibri" panose="020F0502020204030204"/>
                </a:defRPr>
              </a:lvl7pPr>
              <a:lvl8pPr marL="3200400" algn="l" defTabSz="914400" rtl="0" eaLnBrk="1" latinLnBrk="0" hangingPunct="1">
                <a:defRPr sz="1800" kern="1200">
                  <a:solidFill>
                    <a:sysClr val="windowText" lastClr="000000"/>
                  </a:solidFill>
                  <a:latin typeface="Calibri" panose="020F0502020204030204"/>
                </a:defRPr>
              </a:lvl8pPr>
              <a:lvl9pPr marL="3657600" algn="l" defTabSz="914400" rtl="0" eaLnBrk="1" latinLnBrk="0" hangingPunct="1">
                <a:defRPr sz="1800" kern="1200">
                  <a:solidFill>
                    <a:sysClr val="windowText" lastClr="000000"/>
                  </a:solidFill>
                  <a:latin typeface="Calibri" panose="020F0502020204030204"/>
                </a:defRPr>
              </a:lvl9pPr>
            </a:lstStyle>
            <a:p>
              <a:r>
                <a:rPr lang="en-IN" sz="1600"/>
                <a:t>VDI Setup Issues</a:t>
              </a:r>
            </a:p>
          </p:txBody>
        </p:sp>
        <p:sp>
          <p:nvSpPr>
            <p:cNvPr id="28" name="Rectangle 27">
              <a:extLst>
                <a:ext uri="{FF2B5EF4-FFF2-40B4-BE49-F238E27FC236}">
                  <a16:creationId xmlns:a16="http://schemas.microsoft.com/office/drawing/2014/main" id="{915CC019-9B87-6BBA-E67A-B0B1BE1F5EA4}"/>
                </a:ext>
              </a:extLst>
            </p:cNvPr>
            <p:cNvSpPr>
              <a:spLocks noChangeArrowheads="1"/>
            </p:cNvSpPr>
            <p:nvPr/>
          </p:nvSpPr>
          <p:spPr bwMode="auto">
            <a:xfrm>
              <a:off x="2961907" y="3200724"/>
              <a:ext cx="2783840"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defPPr>
                <a:defRPr lang="en-US"/>
              </a:defPPr>
              <a:lvl1pPr marL="0" algn="l" defTabSz="914400" rtl="0" eaLnBrk="1" latinLnBrk="0" hangingPunct="1">
                <a:defRPr sz="1800" kern="1200">
                  <a:solidFill>
                    <a:sysClr val="windowText" lastClr="000000"/>
                  </a:solidFill>
                  <a:latin typeface="Calibri" panose="020F0502020204030204"/>
                </a:defRPr>
              </a:lvl1pPr>
              <a:lvl2pPr marL="457200" algn="l" defTabSz="914400" rtl="0" eaLnBrk="1" latinLnBrk="0" hangingPunct="1">
                <a:defRPr sz="1800" kern="1200">
                  <a:solidFill>
                    <a:sysClr val="windowText" lastClr="000000"/>
                  </a:solidFill>
                  <a:latin typeface="Calibri" panose="020F0502020204030204"/>
                </a:defRPr>
              </a:lvl2pPr>
              <a:lvl3pPr marL="914400" algn="l" defTabSz="914400" rtl="0" eaLnBrk="1" latinLnBrk="0" hangingPunct="1">
                <a:defRPr sz="1800" kern="1200">
                  <a:solidFill>
                    <a:sysClr val="windowText" lastClr="000000"/>
                  </a:solidFill>
                  <a:latin typeface="Calibri" panose="020F0502020204030204"/>
                </a:defRPr>
              </a:lvl3pPr>
              <a:lvl4pPr marL="1371600" algn="l" defTabSz="914400" rtl="0" eaLnBrk="1" latinLnBrk="0" hangingPunct="1">
                <a:defRPr sz="1800" kern="1200">
                  <a:solidFill>
                    <a:sysClr val="windowText" lastClr="000000"/>
                  </a:solidFill>
                  <a:latin typeface="Calibri" panose="020F0502020204030204"/>
                </a:defRPr>
              </a:lvl4pPr>
              <a:lvl5pPr marL="1828800" algn="l" defTabSz="914400" rtl="0" eaLnBrk="1" latinLnBrk="0" hangingPunct="1">
                <a:defRPr sz="1800" kern="1200">
                  <a:solidFill>
                    <a:sysClr val="windowText" lastClr="000000"/>
                  </a:solidFill>
                  <a:latin typeface="Calibri" panose="020F0502020204030204"/>
                </a:defRPr>
              </a:lvl5pPr>
              <a:lvl6pPr marL="2286000" algn="l" defTabSz="914400" rtl="0" eaLnBrk="1" latinLnBrk="0" hangingPunct="1">
                <a:defRPr sz="1800" kern="1200">
                  <a:solidFill>
                    <a:sysClr val="windowText" lastClr="000000"/>
                  </a:solidFill>
                  <a:latin typeface="Calibri" panose="020F0502020204030204"/>
                </a:defRPr>
              </a:lvl6pPr>
              <a:lvl7pPr marL="2743200" algn="l" defTabSz="914400" rtl="0" eaLnBrk="1" latinLnBrk="0" hangingPunct="1">
                <a:defRPr sz="1800" kern="1200">
                  <a:solidFill>
                    <a:sysClr val="windowText" lastClr="000000"/>
                  </a:solidFill>
                  <a:latin typeface="Calibri" panose="020F0502020204030204"/>
                </a:defRPr>
              </a:lvl7pPr>
              <a:lvl8pPr marL="3200400" algn="l" defTabSz="914400" rtl="0" eaLnBrk="1" latinLnBrk="0" hangingPunct="1">
                <a:defRPr sz="1800" kern="1200">
                  <a:solidFill>
                    <a:sysClr val="windowText" lastClr="000000"/>
                  </a:solidFill>
                  <a:latin typeface="Calibri" panose="020F0502020204030204"/>
                </a:defRPr>
              </a:lvl8pPr>
              <a:lvl9pPr marL="3657600" algn="l" defTabSz="914400" rtl="0" eaLnBrk="1" latinLnBrk="0" hangingPunct="1">
                <a:defRPr sz="1800" kern="1200">
                  <a:solidFill>
                    <a:sysClr val="windowText" lastClr="000000"/>
                  </a:solidFill>
                  <a:latin typeface="Calibri" panose="020F0502020204030204"/>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a:ln>
                    <a:noFill/>
                  </a:ln>
                  <a:solidFill>
                    <a:sysClr val="windowText" lastClr="000000"/>
                  </a:solidFill>
                  <a:effectLst/>
                  <a:hlinkClick r:id="rId8"/>
                </a:rPr>
                <a:t>VDI Setup Issues.docx</a:t>
              </a:r>
              <a:endParaRPr kumimoji="0" lang="en-US" altLang="en-US" sz="1600" b="0" i="0" u="none" strike="noStrike" cap="none" normalizeH="0" baseline="0">
                <a:ln>
                  <a:noFill/>
                </a:ln>
                <a:solidFill>
                  <a:sysClr val="windowText" lastClr="000000"/>
                </a:solidFill>
                <a:effectLst/>
              </a:endParaRPr>
            </a:p>
          </p:txBody>
        </p:sp>
        <p:sp>
          <p:nvSpPr>
            <p:cNvPr id="29" name="Rectangle 28">
              <a:extLst>
                <a:ext uri="{FF2B5EF4-FFF2-40B4-BE49-F238E27FC236}">
                  <a16:creationId xmlns:a16="http://schemas.microsoft.com/office/drawing/2014/main" id="{6899E2FB-3634-3B3A-982A-B326ECAFDCB8}"/>
                </a:ext>
              </a:extLst>
            </p:cNvPr>
            <p:cNvSpPr>
              <a:spLocks noChangeArrowheads="1"/>
            </p:cNvSpPr>
            <p:nvPr/>
          </p:nvSpPr>
          <p:spPr bwMode="auto">
            <a:xfrm>
              <a:off x="2961907" y="5063083"/>
              <a:ext cx="3271520"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defPPr>
                <a:defRPr lang="en-US"/>
              </a:defPPr>
              <a:lvl1pPr marL="0" algn="l" defTabSz="914400" rtl="0" eaLnBrk="1" latinLnBrk="0" hangingPunct="1">
                <a:defRPr sz="1800" kern="1200">
                  <a:solidFill>
                    <a:sysClr val="windowText" lastClr="000000"/>
                  </a:solidFill>
                  <a:latin typeface="Calibri" panose="020F0502020204030204"/>
                </a:defRPr>
              </a:lvl1pPr>
              <a:lvl2pPr marL="457200" algn="l" defTabSz="914400" rtl="0" eaLnBrk="1" latinLnBrk="0" hangingPunct="1">
                <a:defRPr sz="1800" kern="1200">
                  <a:solidFill>
                    <a:sysClr val="windowText" lastClr="000000"/>
                  </a:solidFill>
                  <a:latin typeface="Calibri" panose="020F0502020204030204"/>
                </a:defRPr>
              </a:lvl2pPr>
              <a:lvl3pPr marL="914400" algn="l" defTabSz="914400" rtl="0" eaLnBrk="1" latinLnBrk="0" hangingPunct="1">
                <a:defRPr sz="1800" kern="1200">
                  <a:solidFill>
                    <a:sysClr val="windowText" lastClr="000000"/>
                  </a:solidFill>
                  <a:latin typeface="Calibri" panose="020F0502020204030204"/>
                </a:defRPr>
              </a:lvl3pPr>
              <a:lvl4pPr marL="1371600" algn="l" defTabSz="914400" rtl="0" eaLnBrk="1" latinLnBrk="0" hangingPunct="1">
                <a:defRPr sz="1800" kern="1200">
                  <a:solidFill>
                    <a:sysClr val="windowText" lastClr="000000"/>
                  </a:solidFill>
                  <a:latin typeface="Calibri" panose="020F0502020204030204"/>
                </a:defRPr>
              </a:lvl4pPr>
              <a:lvl5pPr marL="1828800" algn="l" defTabSz="914400" rtl="0" eaLnBrk="1" latinLnBrk="0" hangingPunct="1">
                <a:defRPr sz="1800" kern="1200">
                  <a:solidFill>
                    <a:sysClr val="windowText" lastClr="000000"/>
                  </a:solidFill>
                  <a:latin typeface="Calibri" panose="020F0502020204030204"/>
                </a:defRPr>
              </a:lvl5pPr>
              <a:lvl6pPr marL="2286000" algn="l" defTabSz="914400" rtl="0" eaLnBrk="1" latinLnBrk="0" hangingPunct="1">
                <a:defRPr sz="1800" kern="1200">
                  <a:solidFill>
                    <a:sysClr val="windowText" lastClr="000000"/>
                  </a:solidFill>
                  <a:latin typeface="Calibri" panose="020F0502020204030204"/>
                </a:defRPr>
              </a:lvl6pPr>
              <a:lvl7pPr marL="2743200" algn="l" defTabSz="914400" rtl="0" eaLnBrk="1" latinLnBrk="0" hangingPunct="1">
                <a:defRPr sz="1800" kern="1200">
                  <a:solidFill>
                    <a:sysClr val="windowText" lastClr="000000"/>
                  </a:solidFill>
                  <a:latin typeface="Calibri" panose="020F0502020204030204"/>
                </a:defRPr>
              </a:lvl7pPr>
              <a:lvl8pPr marL="3200400" algn="l" defTabSz="914400" rtl="0" eaLnBrk="1" latinLnBrk="0" hangingPunct="1">
                <a:defRPr sz="1800" kern="1200">
                  <a:solidFill>
                    <a:sysClr val="windowText" lastClr="000000"/>
                  </a:solidFill>
                  <a:latin typeface="Calibri" panose="020F0502020204030204"/>
                </a:defRPr>
              </a:lvl8pPr>
              <a:lvl9pPr marL="3657600" algn="l" defTabSz="914400" rtl="0" eaLnBrk="1" latinLnBrk="0" hangingPunct="1">
                <a:defRPr sz="1800" kern="1200">
                  <a:solidFill>
                    <a:sysClr val="windowText" lastClr="000000"/>
                  </a:solidFill>
                  <a:latin typeface="Calibri" panose="020F0502020204030204"/>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a:ln>
                    <a:noFill/>
                  </a:ln>
                  <a:solidFill>
                    <a:sysClr val="windowText" lastClr="000000"/>
                  </a:solidFill>
                  <a:effectLst/>
                  <a:hlinkClick r:id="rId9"/>
                </a:rPr>
                <a:t>Solution &amp; Technical Documents</a:t>
              </a:r>
              <a:endParaRPr kumimoji="0" lang="en-US" altLang="en-US" sz="1600" b="0" i="0" u="none" strike="noStrike" cap="none" normalizeH="0" baseline="0">
                <a:ln>
                  <a:noFill/>
                </a:ln>
                <a:solidFill>
                  <a:sysClr val="windowText" lastClr="000000"/>
                </a:solidFill>
                <a:effectLst/>
              </a:endParaRPr>
            </a:p>
          </p:txBody>
        </p:sp>
        <p:sp>
          <p:nvSpPr>
            <p:cNvPr id="30" name="TextBox 29">
              <a:extLst>
                <a:ext uri="{FF2B5EF4-FFF2-40B4-BE49-F238E27FC236}">
                  <a16:creationId xmlns:a16="http://schemas.microsoft.com/office/drawing/2014/main" id="{3A7BFF06-28EA-8CC4-DD7B-3741091E5D1E}"/>
                </a:ext>
              </a:extLst>
            </p:cNvPr>
            <p:cNvSpPr txBox="1"/>
            <p:nvPr/>
          </p:nvSpPr>
          <p:spPr>
            <a:xfrm>
              <a:off x="716547" y="5029553"/>
              <a:ext cx="1930400" cy="584775"/>
            </a:xfrm>
            <a:prstGeom prst="rect">
              <a:avLst/>
            </a:prstGeom>
            <a:noFill/>
          </p:spPr>
          <p:txBody>
            <a:bodyPr wrap="square" rtlCol="0">
              <a:spAutoFit/>
            </a:bodyPr>
            <a:lstStyle>
              <a:defPPr>
                <a:defRPr lang="en-US"/>
              </a:defPPr>
              <a:lvl1pPr marL="0" algn="l" defTabSz="914400" rtl="0" eaLnBrk="1" latinLnBrk="0" hangingPunct="1">
                <a:defRPr sz="1800" kern="1200">
                  <a:solidFill>
                    <a:sysClr val="windowText" lastClr="000000"/>
                  </a:solidFill>
                  <a:latin typeface="Calibri" panose="020F0502020204030204"/>
                </a:defRPr>
              </a:lvl1pPr>
              <a:lvl2pPr marL="457200" algn="l" defTabSz="914400" rtl="0" eaLnBrk="1" latinLnBrk="0" hangingPunct="1">
                <a:defRPr sz="1800" kern="1200">
                  <a:solidFill>
                    <a:sysClr val="windowText" lastClr="000000"/>
                  </a:solidFill>
                  <a:latin typeface="Calibri" panose="020F0502020204030204"/>
                </a:defRPr>
              </a:lvl2pPr>
              <a:lvl3pPr marL="914400" algn="l" defTabSz="914400" rtl="0" eaLnBrk="1" latinLnBrk="0" hangingPunct="1">
                <a:defRPr sz="1800" kern="1200">
                  <a:solidFill>
                    <a:sysClr val="windowText" lastClr="000000"/>
                  </a:solidFill>
                  <a:latin typeface="Calibri" panose="020F0502020204030204"/>
                </a:defRPr>
              </a:lvl3pPr>
              <a:lvl4pPr marL="1371600" algn="l" defTabSz="914400" rtl="0" eaLnBrk="1" latinLnBrk="0" hangingPunct="1">
                <a:defRPr sz="1800" kern="1200">
                  <a:solidFill>
                    <a:sysClr val="windowText" lastClr="000000"/>
                  </a:solidFill>
                  <a:latin typeface="Calibri" panose="020F0502020204030204"/>
                </a:defRPr>
              </a:lvl4pPr>
              <a:lvl5pPr marL="1828800" algn="l" defTabSz="914400" rtl="0" eaLnBrk="1" latinLnBrk="0" hangingPunct="1">
                <a:defRPr sz="1800" kern="1200">
                  <a:solidFill>
                    <a:sysClr val="windowText" lastClr="000000"/>
                  </a:solidFill>
                  <a:latin typeface="Calibri" panose="020F0502020204030204"/>
                </a:defRPr>
              </a:lvl5pPr>
              <a:lvl6pPr marL="2286000" algn="l" defTabSz="914400" rtl="0" eaLnBrk="1" latinLnBrk="0" hangingPunct="1">
                <a:defRPr sz="1800" kern="1200">
                  <a:solidFill>
                    <a:sysClr val="windowText" lastClr="000000"/>
                  </a:solidFill>
                  <a:latin typeface="Calibri" panose="020F0502020204030204"/>
                </a:defRPr>
              </a:lvl6pPr>
              <a:lvl7pPr marL="2743200" algn="l" defTabSz="914400" rtl="0" eaLnBrk="1" latinLnBrk="0" hangingPunct="1">
                <a:defRPr sz="1800" kern="1200">
                  <a:solidFill>
                    <a:sysClr val="windowText" lastClr="000000"/>
                  </a:solidFill>
                  <a:latin typeface="Calibri" panose="020F0502020204030204"/>
                </a:defRPr>
              </a:lvl7pPr>
              <a:lvl8pPr marL="3200400" algn="l" defTabSz="914400" rtl="0" eaLnBrk="1" latinLnBrk="0" hangingPunct="1">
                <a:defRPr sz="1800" kern="1200">
                  <a:solidFill>
                    <a:sysClr val="windowText" lastClr="000000"/>
                  </a:solidFill>
                  <a:latin typeface="Calibri" panose="020F0502020204030204"/>
                </a:defRPr>
              </a:lvl8pPr>
              <a:lvl9pPr marL="3657600" algn="l" defTabSz="914400" rtl="0" eaLnBrk="1" latinLnBrk="0" hangingPunct="1">
                <a:defRPr sz="1800" kern="1200">
                  <a:solidFill>
                    <a:sysClr val="windowText" lastClr="000000"/>
                  </a:solidFill>
                  <a:latin typeface="Calibri" panose="020F0502020204030204"/>
                </a:defRPr>
              </a:lvl9pPr>
            </a:lstStyle>
            <a:p>
              <a:r>
                <a:rPr lang="en-IN" sz="1600"/>
                <a:t>Solution &amp; Technical Documents</a:t>
              </a:r>
            </a:p>
          </p:txBody>
        </p:sp>
      </p:grpSp>
      <p:cxnSp>
        <p:nvCxnSpPr>
          <p:cNvPr id="31" name="Straight Connector 30">
            <a:extLst>
              <a:ext uri="{FF2B5EF4-FFF2-40B4-BE49-F238E27FC236}">
                <a16:creationId xmlns:a16="http://schemas.microsoft.com/office/drawing/2014/main" id="{C1801D87-DA64-9742-2354-FDD19AC77997}"/>
              </a:ext>
            </a:extLst>
          </p:cNvPr>
          <p:cNvCxnSpPr/>
          <p:nvPr/>
        </p:nvCxnSpPr>
        <p:spPr>
          <a:xfrm>
            <a:off x="88232" y="721627"/>
            <a:ext cx="10769600" cy="0"/>
          </a:xfrm>
          <a:prstGeom prst="line">
            <a:avLst/>
          </a:prstGeom>
          <a:ln w="22225"/>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FF91299D-845E-50A9-AFF3-6B8ADCCACA42}"/>
              </a:ext>
            </a:extLst>
          </p:cNvPr>
          <p:cNvSpPr txBox="1"/>
          <p:nvPr/>
        </p:nvSpPr>
        <p:spPr>
          <a:xfrm>
            <a:off x="707390" y="826564"/>
            <a:ext cx="11377229" cy="1077218"/>
          </a:xfrm>
          <a:prstGeom prst="rect">
            <a:avLst/>
          </a:prstGeom>
          <a:noFill/>
        </p:spPr>
        <p:txBody>
          <a:bodyPr wrap="square" rtlCol="0">
            <a:spAutoFit/>
          </a:bodyPr>
          <a:lstStyle/>
          <a:p>
            <a:r>
              <a:rPr lang="en-IN" sz="1600">
                <a:latin typeface="Calibri" panose="020F0502020204030204" pitchFamily="34" charset="0"/>
                <a:ea typeface="Calibri" panose="020F0502020204030204" pitchFamily="34" charset="0"/>
                <a:cs typeface="Calibri" panose="020F0502020204030204" pitchFamily="34" charset="0"/>
              </a:rPr>
              <a:t>D&amp;O training video links –</a:t>
            </a:r>
          </a:p>
          <a:p>
            <a:r>
              <a:rPr lang="en-IN" sz="1600">
                <a:latin typeface="Calibri" panose="020F0502020204030204" pitchFamily="34" charset="0"/>
                <a:ea typeface="Calibri" panose="020F0502020204030204" pitchFamily="34" charset="0"/>
                <a:cs typeface="Calibri" panose="020F0502020204030204" pitchFamily="34" charset="0"/>
                <a:hlinkClick r:id="rId10"/>
              </a:rPr>
              <a:t>https://capgemini-my.sharepoint.com/:b:/p/kiran_akula/ETQmEYsrlo5EqpjQIBZPMnAB_A0fDrBBimr9hH27zjEufA?e=vQkd0Q</a:t>
            </a:r>
            <a:endParaRPr lang="en-IN" sz="1600">
              <a:latin typeface="Calibri" panose="020F0502020204030204" pitchFamily="34" charset="0"/>
              <a:ea typeface="Calibri" panose="020F0502020204030204" pitchFamily="34" charset="0"/>
              <a:cs typeface="Calibri" panose="020F0502020204030204" pitchFamily="34" charset="0"/>
            </a:endParaRPr>
          </a:p>
          <a:p>
            <a:endParaRPr lang="en-IN" sz="1600">
              <a:latin typeface="Calibri" panose="020F0502020204030204" pitchFamily="34" charset="0"/>
              <a:ea typeface="Calibri" panose="020F0502020204030204" pitchFamily="34" charset="0"/>
              <a:cs typeface="Calibri" panose="020F0502020204030204" pitchFamily="34" charset="0"/>
            </a:endParaRPr>
          </a:p>
          <a:p>
            <a:r>
              <a:rPr lang="en-IN" sz="1600">
                <a:latin typeface="Calibri" panose="020F0502020204030204" pitchFamily="34" charset="0"/>
                <a:ea typeface="Calibri" panose="020F0502020204030204" pitchFamily="34" charset="0"/>
                <a:cs typeface="Calibri" panose="020F0502020204030204" pitchFamily="34" charset="0"/>
                <a:hlinkClick r:id="rId11"/>
              </a:rPr>
              <a:t>https://capgemini-my.sharepoint.com/:b:/p/kiran_akula/EUx56tL5sN9NurigovxylwsBY5wjKCF22H-itan-KZ7qTA?e=EtBchB</a:t>
            </a:r>
            <a:endParaRPr lang="en-IN" sz="1600">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2041712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Title 1">
            <a:extLst>
              <a:ext uri="{FF2B5EF4-FFF2-40B4-BE49-F238E27FC236}">
                <a16:creationId xmlns:a16="http://schemas.microsoft.com/office/drawing/2014/main" id="{9A60AF97-6E43-B267-8FBF-4853A70CA2DC}"/>
              </a:ext>
            </a:extLst>
          </p:cNvPr>
          <p:cNvSpPr txBox="1">
            <a:spLocks/>
          </p:cNvSpPr>
          <p:nvPr/>
        </p:nvSpPr>
        <p:spPr>
          <a:xfrm>
            <a:off x="184150" y="175419"/>
            <a:ext cx="10515600" cy="365127"/>
          </a:xfrm>
          <a:prstGeom prst="rect">
            <a:avLst/>
          </a:prstGeom>
        </p:spPr>
        <p:txBody>
          <a:bodyPr vert="horz" lIns="0" tIns="0" rIns="0" bIns="0" rtlCol="0" anchor="ctr">
            <a:normAutofit fontScale="97500"/>
          </a:bodyPr>
          <a:lstStyle>
            <a:lvl1pPr marL="0" marR="0" indent="0" algn="l" defTabSz="914400" rtl="0" eaLnBrk="1" fontAlgn="auto" latinLnBrk="0" hangingPunct="1">
              <a:lnSpc>
                <a:spcPct val="90000"/>
              </a:lnSpc>
              <a:spcBef>
                <a:spcPct val="0"/>
              </a:spcBef>
              <a:spcAft>
                <a:spcPts val="0"/>
              </a:spcAft>
              <a:buClrTx/>
              <a:buSzTx/>
              <a:buFontTx/>
              <a:buNone/>
              <a:tabLst/>
              <a:defRPr kumimoji="0" lang="en-US" sz="2600" b="0" i="0" u="none" strike="noStrike" kern="1200" cap="all" spc="0" normalizeH="0" baseline="0" noProof="0" dirty="0">
                <a:ln>
                  <a:noFill/>
                </a:ln>
                <a:solidFill>
                  <a:schemeClr val="accent4"/>
                </a:solidFill>
                <a:effectLst/>
                <a:uLnTx/>
                <a:uFillTx/>
                <a:latin typeface="+mj-lt"/>
                <a:ea typeface="+mj-ea"/>
                <a:cs typeface="+mj-cs"/>
              </a:defRPr>
            </a:lvl1pPr>
          </a:lstStyle>
          <a:p>
            <a:r>
              <a:rPr lang="en-GB"/>
              <a:t>Guidewire certification Overview</a:t>
            </a:r>
          </a:p>
        </p:txBody>
      </p:sp>
      <p:cxnSp>
        <p:nvCxnSpPr>
          <p:cNvPr id="2" name="Straight Connector 1">
            <a:extLst>
              <a:ext uri="{FF2B5EF4-FFF2-40B4-BE49-F238E27FC236}">
                <a16:creationId xmlns:a16="http://schemas.microsoft.com/office/drawing/2014/main" id="{DC7E0F1E-600E-A5AC-A973-B1B9664C66B4}"/>
              </a:ext>
            </a:extLst>
          </p:cNvPr>
          <p:cNvCxnSpPr/>
          <p:nvPr/>
        </p:nvCxnSpPr>
        <p:spPr>
          <a:xfrm>
            <a:off x="88232" y="721627"/>
            <a:ext cx="10769600" cy="0"/>
          </a:xfrm>
          <a:prstGeom prst="line">
            <a:avLst/>
          </a:prstGeom>
          <a:ln w="22225"/>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DC8F0ACE-032C-F2CD-4179-70EBA2316530}"/>
              </a:ext>
            </a:extLst>
          </p:cNvPr>
          <p:cNvSpPr txBox="1"/>
          <p:nvPr/>
        </p:nvSpPr>
        <p:spPr>
          <a:xfrm rot="10800000" flipV="1">
            <a:off x="610014" y="983390"/>
            <a:ext cx="10352940" cy="3631763"/>
          </a:xfrm>
          <a:prstGeom prst="rect">
            <a:avLst/>
          </a:prstGeom>
          <a:noFill/>
        </p:spPr>
        <p:txBody>
          <a:bodyPr wrap="square" rtlCol="0">
            <a:spAutoFit/>
          </a:bodyPr>
          <a:lstStyle/>
          <a:p>
            <a:r>
              <a:rPr lang="en-IN" sz="1600">
                <a:solidFill>
                  <a:schemeClr val="accent1">
                    <a:lumMod val="50000"/>
                  </a:schemeClr>
                </a:solidFill>
              </a:rPr>
              <a:t>GW Certification status team’s location – </a:t>
            </a:r>
          </a:p>
          <a:p>
            <a:r>
              <a:rPr lang="en-IN" sz="1600" u="sng">
                <a:solidFill>
                  <a:schemeClr val="accent1">
                    <a:lumMod val="50000"/>
                  </a:schemeClr>
                </a:solidFill>
                <a:hlinkClick r:id="rId3"/>
              </a:rPr>
              <a:t>https://capgemini.sharepoint.com/:x:/r/sites/BeazleyJumpstart/Shared%20Documents/General/VDI/Beazley%20VDI%20details%20latest.xlsx?d=wddfb098cc6f540b2b2acf86c30ec14bf&amp;csf=1&amp;web=1&amp;e=VsxYXX</a:t>
            </a:r>
            <a:endParaRPr lang="en-IN" sz="1600" u="sng">
              <a:solidFill>
                <a:schemeClr val="accent1">
                  <a:lumMod val="50000"/>
                </a:schemeClr>
              </a:solidFill>
            </a:endParaRPr>
          </a:p>
          <a:p>
            <a:endParaRPr lang="en-IN" sz="2000">
              <a:solidFill>
                <a:schemeClr val="accent1">
                  <a:lumMod val="50000"/>
                </a:schemeClr>
              </a:solidFill>
            </a:endParaRPr>
          </a:p>
          <a:p>
            <a:r>
              <a:rPr lang="en-IN" sz="1600" u="sng">
                <a:solidFill>
                  <a:schemeClr val="accent1">
                    <a:lumMod val="50000"/>
                  </a:schemeClr>
                </a:solidFill>
              </a:rPr>
              <a:t>Points to consider</a:t>
            </a:r>
          </a:p>
          <a:p>
            <a:pPr marL="742950" lvl="1" indent="-285750">
              <a:buFont typeface="Wingdings" panose="05000000000000000000" pitchFamily="2" charset="2"/>
              <a:buChar char="v"/>
            </a:pPr>
            <a:r>
              <a:rPr lang="en-IN" sz="1600">
                <a:solidFill>
                  <a:schemeClr val="accent1">
                    <a:lumMod val="50000"/>
                  </a:schemeClr>
                </a:solidFill>
              </a:rPr>
              <a:t>Trainings on D&amp;O for new associates</a:t>
            </a:r>
          </a:p>
          <a:p>
            <a:pPr marL="742950" lvl="1" indent="-285750">
              <a:buFont typeface="Wingdings" panose="05000000000000000000" pitchFamily="2" charset="2"/>
              <a:buChar char="v"/>
            </a:pPr>
            <a:r>
              <a:rPr lang="en-IN" sz="1600">
                <a:solidFill>
                  <a:schemeClr val="accent1">
                    <a:lumMod val="50000"/>
                  </a:schemeClr>
                </a:solidFill>
              </a:rPr>
              <a:t>Certifications – 1: 4 to be maintained </a:t>
            </a:r>
          </a:p>
          <a:p>
            <a:pPr marL="1200150" lvl="2" indent="-285750">
              <a:buFont typeface="Arial" panose="020B0604020202020204" pitchFamily="34" charset="0"/>
              <a:buChar char="•"/>
            </a:pPr>
            <a:r>
              <a:rPr lang="en-IN" sz="1600">
                <a:solidFill>
                  <a:schemeClr val="accent1">
                    <a:lumMod val="50000"/>
                  </a:schemeClr>
                </a:solidFill>
              </a:rPr>
              <a:t>Leads should be ACE certified &amp; rest should be Associate certified</a:t>
            </a:r>
          </a:p>
          <a:p>
            <a:pPr marL="1200150" lvl="2" indent="-285750">
              <a:buFont typeface="Arial" panose="020B0604020202020204" pitchFamily="34" charset="0"/>
              <a:buChar char="•"/>
            </a:pPr>
            <a:r>
              <a:rPr lang="en-IN" sz="1600">
                <a:solidFill>
                  <a:schemeClr val="accent1">
                    <a:lumMod val="50000"/>
                  </a:schemeClr>
                </a:solidFill>
              </a:rPr>
              <a:t>Integration criteria starting from March 2025 </a:t>
            </a:r>
          </a:p>
          <a:p>
            <a:pPr marL="1657350" lvl="3" indent="-285750">
              <a:buFont typeface="Courier New" panose="02070309020205020404" pitchFamily="49" charset="0"/>
              <a:buChar char="o"/>
            </a:pPr>
            <a:r>
              <a:rPr lang="en-IN" sz="1600">
                <a:solidFill>
                  <a:schemeClr val="accent1">
                    <a:lumMod val="50000"/>
                  </a:schemeClr>
                </a:solidFill>
              </a:rPr>
              <a:t>Lead –&gt; GW Credential – </a:t>
            </a:r>
            <a:r>
              <a:rPr lang="en-IN" sz="1600" err="1">
                <a:solidFill>
                  <a:schemeClr val="accent1">
                    <a:lumMod val="50000"/>
                  </a:schemeClr>
                </a:solidFill>
              </a:rPr>
              <a:t>InsuranceSuite</a:t>
            </a:r>
            <a:r>
              <a:rPr lang="en-IN" sz="1600">
                <a:solidFill>
                  <a:schemeClr val="accent1">
                    <a:lumMod val="50000"/>
                  </a:schemeClr>
                </a:solidFill>
              </a:rPr>
              <a:t> Cloud Integration</a:t>
            </a:r>
          </a:p>
          <a:p>
            <a:pPr lvl="3"/>
            <a:endParaRPr lang="en-IN" sz="1600">
              <a:solidFill>
                <a:schemeClr val="accent1">
                  <a:lumMod val="50000"/>
                </a:schemeClr>
              </a:solidFill>
            </a:endParaRPr>
          </a:p>
          <a:p>
            <a:pPr marL="1200150" lvl="2" indent="-285750">
              <a:buFont typeface="Arial" panose="020B0604020202020204" pitchFamily="34" charset="0"/>
              <a:buChar char="•"/>
            </a:pPr>
            <a:endParaRPr lang="en-IN" sz="1600">
              <a:solidFill>
                <a:schemeClr val="accent1">
                  <a:lumMod val="50000"/>
                </a:schemeClr>
              </a:solidFill>
            </a:endParaRPr>
          </a:p>
          <a:p>
            <a:pPr lvl="1"/>
            <a:endParaRPr lang="en-IN" sz="1600">
              <a:solidFill>
                <a:schemeClr val="accent1">
                  <a:lumMod val="50000"/>
                </a:schemeClr>
              </a:solidFill>
            </a:endParaRPr>
          </a:p>
          <a:p>
            <a:endParaRPr lang="en-IN" sz="2000">
              <a:solidFill>
                <a:schemeClr val="accent1">
                  <a:lumMod val="50000"/>
                </a:schemeClr>
              </a:solidFill>
            </a:endParaRPr>
          </a:p>
        </p:txBody>
      </p:sp>
    </p:spTree>
    <p:extLst>
      <p:ext uri="{BB962C8B-B14F-4D97-AF65-F5344CB8AC3E}">
        <p14:creationId xmlns:p14="http://schemas.microsoft.com/office/powerpoint/2010/main" val="104739313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Title 1">
            <a:extLst>
              <a:ext uri="{FF2B5EF4-FFF2-40B4-BE49-F238E27FC236}">
                <a16:creationId xmlns:a16="http://schemas.microsoft.com/office/drawing/2014/main" id="{9A60AF97-6E43-B267-8FBF-4853A70CA2DC}"/>
              </a:ext>
            </a:extLst>
          </p:cNvPr>
          <p:cNvSpPr txBox="1">
            <a:spLocks/>
          </p:cNvSpPr>
          <p:nvPr/>
        </p:nvSpPr>
        <p:spPr>
          <a:xfrm>
            <a:off x="184150" y="175419"/>
            <a:ext cx="10515600" cy="365127"/>
          </a:xfrm>
          <a:prstGeom prst="rect">
            <a:avLst/>
          </a:prstGeom>
        </p:spPr>
        <p:txBody>
          <a:bodyPr vert="horz" lIns="0" tIns="0" rIns="0" bIns="0" rtlCol="0" anchor="ctr">
            <a:normAutofit fontScale="97500"/>
          </a:bodyPr>
          <a:lstStyle>
            <a:lvl1pPr marL="0" marR="0" indent="0" algn="l" defTabSz="914400" rtl="0" eaLnBrk="1" fontAlgn="auto" latinLnBrk="0" hangingPunct="1">
              <a:lnSpc>
                <a:spcPct val="90000"/>
              </a:lnSpc>
              <a:spcBef>
                <a:spcPct val="0"/>
              </a:spcBef>
              <a:spcAft>
                <a:spcPts val="0"/>
              </a:spcAft>
              <a:buClrTx/>
              <a:buSzTx/>
              <a:buFontTx/>
              <a:buNone/>
              <a:tabLst/>
              <a:defRPr kumimoji="0" lang="en-US" sz="2600" b="0" i="0" u="none" strike="noStrike" kern="1200" cap="all" spc="0" normalizeH="0" baseline="0" noProof="0" dirty="0">
                <a:ln>
                  <a:noFill/>
                </a:ln>
                <a:solidFill>
                  <a:schemeClr val="accent4"/>
                </a:solidFill>
                <a:effectLst/>
                <a:uLnTx/>
                <a:uFillTx/>
                <a:latin typeface="+mj-lt"/>
                <a:ea typeface="+mj-ea"/>
                <a:cs typeface="+mj-cs"/>
              </a:defRPr>
            </a:lvl1pPr>
          </a:lstStyle>
          <a:p>
            <a:r>
              <a:rPr lang="en-GB"/>
              <a:t>General Guidelines</a:t>
            </a:r>
          </a:p>
        </p:txBody>
      </p:sp>
      <p:cxnSp>
        <p:nvCxnSpPr>
          <p:cNvPr id="2" name="Straight Connector 1">
            <a:extLst>
              <a:ext uri="{FF2B5EF4-FFF2-40B4-BE49-F238E27FC236}">
                <a16:creationId xmlns:a16="http://schemas.microsoft.com/office/drawing/2014/main" id="{DC7E0F1E-600E-A5AC-A973-B1B9664C66B4}"/>
              </a:ext>
            </a:extLst>
          </p:cNvPr>
          <p:cNvCxnSpPr/>
          <p:nvPr/>
        </p:nvCxnSpPr>
        <p:spPr>
          <a:xfrm>
            <a:off x="88232" y="721627"/>
            <a:ext cx="10769600" cy="0"/>
          </a:xfrm>
          <a:prstGeom prst="line">
            <a:avLst/>
          </a:prstGeom>
          <a:ln w="22225"/>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8E785ADE-5B9C-AE30-D801-F09A1F163C90}"/>
              </a:ext>
            </a:extLst>
          </p:cNvPr>
          <p:cNvSpPr txBox="1"/>
          <p:nvPr/>
        </p:nvSpPr>
        <p:spPr>
          <a:xfrm>
            <a:off x="365759" y="1280159"/>
            <a:ext cx="10769600" cy="5078313"/>
          </a:xfrm>
          <a:prstGeom prst="rect">
            <a:avLst/>
          </a:prstGeom>
          <a:noFill/>
        </p:spPr>
        <p:txBody>
          <a:bodyPr wrap="square" rtlCol="0">
            <a:spAutoFit/>
          </a:bodyPr>
          <a:lstStyle/>
          <a:p>
            <a:r>
              <a:rPr lang="en-IN" b="1" u="sng">
                <a:latin typeface="Calibri" panose="020F0502020204030204" pitchFamily="34" charset="0"/>
                <a:ea typeface="Calibri" panose="020F0502020204030204" pitchFamily="34" charset="0"/>
                <a:cs typeface="Calibri" panose="020F0502020204030204" pitchFamily="34" charset="0"/>
              </a:rPr>
              <a:t>Office</a:t>
            </a:r>
            <a:r>
              <a:rPr lang="en-IN">
                <a:latin typeface="Calibri" panose="020F0502020204030204" pitchFamily="34" charset="0"/>
                <a:ea typeface="Calibri" panose="020F0502020204030204" pitchFamily="34" charset="0"/>
                <a:cs typeface="Calibri" panose="020F0502020204030204" pitchFamily="34" charset="0"/>
              </a:rPr>
              <a:t> -</a:t>
            </a:r>
          </a:p>
          <a:p>
            <a:pPr marL="285750" indent="-285750">
              <a:buFont typeface="Arial" panose="020B0604020202020204" pitchFamily="34" charset="0"/>
              <a:buChar char="•"/>
            </a:pPr>
            <a:r>
              <a:rPr lang="en-IN">
                <a:latin typeface="Calibri" panose="020F0502020204030204" pitchFamily="34" charset="0"/>
                <a:ea typeface="Calibri" panose="020F0502020204030204" pitchFamily="34" charset="0"/>
                <a:cs typeface="Calibri" panose="020F0502020204030204" pitchFamily="34" charset="0"/>
              </a:rPr>
              <a:t>Adhere to company attendance policies. </a:t>
            </a:r>
          </a:p>
          <a:p>
            <a:pPr marL="742950" lvl="1" indent="-285750">
              <a:buFont typeface="Courier New" panose="02070309020205020404" pitchFamily="49" charset="0"/>
              <a:buChar char="o"/>
            </a:pPr>
            <a:r>
              <a:rPr lang="en-IN">
                <a:latin typeface="Calibri" panose="020F0502020204030204" pitchFamily="34" charset="0"/>
                <a:ea typeface="Calibri" panose="020F0502020204030204" pitchFamily="34" charset="0"/>
                <a:cs typeface="Calibri" panose="020F0502020204030204" pitchFamily="34" charset="0"/>
              </a:rPr>
              <a:t>Work from Office – 3 Days a week (Tuesday, Wednesday &amp; Thursday)</a:t>
            </a:r>
          </a:p>
          <a:p>
            <a:pPr marL="285750" indent="-285750">
              <a:buFont typeface="Arial" panose="020B0604020202020204" pitchFamily="34" charset="0"/>
              <a:buChar char="•"/>
            </a:pPr>
            <a:r>
              <a:rPr lang="en-IN">
                <a:latin typeface="Calibri" panose="020F0502020204030204" pitchFamily="34" charset="0"/>
                <a:ea typeface="Calibri" panose="020F0502020204030204" pitchFamily="34" charset="0"/>
                <a:cs typeface="Calibri" panose="020F0502020204030204" pitchFamily="34" charset="0"/>
              </a:rPr>
              <a:t>Request time off in accordance with company policies. Provide adequate notice for vacation or sick leaves.</a:t>
            </a:r>
          </a:p>
          <a:p>
            <a:endParaRPr lang="en-IN">
              <a:latin typeface="Calibri" panose="020F0502020204030204" pitchFamily="34" charset="0"/>
              <a:ea typeface="Calibri" panose="020F0502020204030204" pitchFamily="34" charset="0"/>
              <a:cs typeface="Calibri" panose="020F0502020204030204" pitchFamily="34" charset="0"/>
            </a:endParaRPr>
          </a:p>
          <a:p>
            <a:r>
              <a:rPr lang="en-IN" b="1" u="sng">
                <a:latin typeface="Calibri" panose="020F0502020204030204" pitchFamily="34" charset="0"/>
                <a:ea typeface="Calibri" panose="020F0502020204030204" pitchFamily="34" charset="0"/>
                <a:cs typeface="Calibri" panose="020F0502020204030204" pitchFamily="34" charset="0"/>
              </a:rPr>
              <a:t>Teamwork &amp; Collaboration</a:t>
            </a:r>
          </a:p>
          <a:p>
            <a:pPr marL="285750" indent="-285750">
              <a:buFont typeface="Arial" panose="020B0604020202020204" pitchFamily="34" charset="0"/>
              <a:buChar char="•"/>
            </a:pPr>
            <a:r>
              <a:rPr lang="en-IN">
                <a:latin typeface="Calibri" panose="020F0502020204030204" pitchFamily="34" charset="0"/>
                <a:ea typeface="Calibri" panose="020F0502020204030204" pitchFamily="34" charset="0"/>
                <a:cs typeface="Calibri" panose="020F0502020204030204" pitchFamily="34" charset="0"/>
              </a:rPr>
              <a:t>Work collaboratively with colleagues to achieve shared goals</a:t>
            </a:r>
          </a:p>
          <a:p>
            <a:pPr marL="285750" indent="-285750">
              <a:buFont typeface="Arial" panose="020B0604020202020204" pitchFamily="34" charset="0"/>
              <a:buChar char="•"/>
            </a:pPr>
            <a:r>
              <a:rPr lang="en-IN">
                <a:latin typeface="Calibri" panose="020F0502020204030204" pitchFamily="34" charset="0"/>
                <a:ea typeface="Calibri" panose="020F0502020204030204" pitchFamily="34" charset="0"/>
                <a:cs typeface="Calibri" panose="020F0502020204030204" pitchFamily="34" charset="0"/>
              </a:rPr>
              <a:t>Effective communication is key. Share information openly and honestly</a:t>
            </a:r>
          </a:p>
          <a:p>
            <a:pPr marL="285750" indent="-285750">
              <a:buFont typeface="Arial" panose="020B0604020202020204" pitchFamily="34" charset="0"/>
              <a:buChar char="•"/>
            </a:pPr>
            <a:r>
              <a:rPr lang="en-IN">
                <a:latin typeface="Calibri" panose="020F0502020204030204" pitchFamily="34" charset="0"/>
                <a:ea typeface="Calibri" panose="020F0502020204030204" pitchFamily="34" charset="0"/>
                <a:cs typeface="Calibri" panose="020F0502020204030204" pitchFamily="34" charset="0"/>
              </a:rPr>
              <a:t>Contribute to problem solving &amp; finding solutions</a:t>
            </a:r>
          </a:p>
          <a:p>
            <a:pPr marL="285750" indent="-285750">
              <a:buFont typeface="Arial" panose="020B0604020202020204" pitchFamily="34" charset="0"/>
              <a:buChar char="•"/>
            </a:pPr>
            <a:endParaRPr lang="en-IN">
              <a:latin typeface="Calibri" panose="020F0502020204030204" pitchFamily="34" charset="0"/>
              <a:ea typeface="Calibri" panose="020F0502020204030204" pitchFamily="34" charset="0"/>
              <a:cs typeface="Calibri" panose="020F0502020204030204" pitchFamily="34" charset="0"/>
            </a:endParaRPr>
          </a:p>
          <a:p>
            <a:r>
              <a:rPr lang="en-IN" b="1" u="sng">
                <a:latin typeface="Calibri" panose="020F0502020204030204" pitchFamily="34" charset="0"/>
                <a:ea typeface="Calibri" panose="020F0502020204030204" pitchFamily="34" charset="0"/>
                <a:cs typeface="Calibri" panose="020F0502020204030204" pitchFamily="34" charset="0"/>
              </a:rPr>
              <a:t>Workplace Environment</a:t>
            </a:r>
          </a:p>
          <a:p>
            <a:pPr marL="285750" indent="-285750">
              <a:buFont typeface="Arial" panose="020B0604020202020204" pitchFamily="34" charset="0"/>
              <a:buChar char="•"/>
            </a:pPr>
            <a:r>
              <a:rPr lang="en-IN">
                <a:latin typeface="Calibri" panose="020F0502020204030204" pitchFamily="34" charset="0"/>
                <a:ea typeface="Calibri" panose="020F0502020204030204" pitchFamily="34" charset="0"/>
                <a:cs typeface="Calibri" panose="020F0502020204030204" pitchFamily="34" charset="0"/>
              </a:rPr>
              <a:t>Keep your workplace and common areas clean and tidy</a:t>
            </a:r>
          </a:p>
          <a:p>
            <a:pPr marL="285750" indent="-285750">
              <a:buFont typeface="Arial" panose="020B0604020202020204" pitchFamily="34" charset="0"/>
              <a:buChar char="•"/>
            </a:pPr>
            <a:r>
              <a:rPr lang="en-IN">
                <a:latin typeface="Calibri" panose="020F0502020204030204" pitchFamily="34" charset="0"/>
                <a:ea typeface="Calibri" panose="020F0502020204030204" pitchFamily="34" charset="0"/>
                <a:cs typeface="Calibri" panose="020F0502020204030204" pitchFamily="34" charset="0"/>
              </a:rPr>
              <a:t>Be mindful of noise levels. </a:t>
            </a:r>
          </a:p>
          <a:p>
            <a:pPr marL="285750" indent="-285750">
              <a:buFont typeface="Arial" panose="020B0604020202020204" pitchFamily="34" charset="0"/>
              <a:buChar char="•"/>
            </a:pPr>
            <a:r>
              <a:rPr lang="en-IN">
                <a:latin typeface="Calibri" panose="020F0502020204030204" pitchFamily="34" charset="0"/>
                <a:ea typeface="Calibri" panose="020F0502020204030204" pitchFamily="34" charset="0"/>
                <a:cs typeface="Calibri" panose="020F0502020204030204" pitchFamily="34" charset="0"/>
              </a:rPr>
              <a:t>Adhere to security protocols, such as locking doors </a:t>
            </a:r>
          </a:p>
          <a:p>
            <a:endParaRPr lang="en-IN">
              <a:latin typeface="Calibri" panose="020F0502020204030204" pitchFamily="34" charset="0"/>
              <a:ea typeface="Calibri" panose="020F0502020204030204" pitchFamily="34" charset="0"/>
              <a:cs typeface="Calibri" panose="020F0502020204030204" pitchFamily="34" charset="0"/>
            </a:endParaRPr>
          </a:p>
          <a:p>
            <a:endParaRPr lang="en-IN">
              <a:latin typeface="Calibri" panose="020F0502020204030204" pitchFamily="34" charset="0"/>
              <a:ea typeface="Calibri" panose="020F0502020204030204" pitchFamily="34" charset="0"/>
              <a:cs typeface="Calibri" panose="020F0502020204030204" pitchFamily="34" charset="0"/>
            </a:endParaRPr>
          </a:p>
          <a:p>
            <a:endParaRPr lang="en-IN">
              <a:latin typeface="Calibri" panose="020F0502020204030204" pitchFamily="34" charset="0"/>
              <a:ea typeface="Calibri" panose="020F0502020204030204" pitchFamily="34" charset="0"/>
              <a:cs typeface="Calibri" panose="020F0502020204030204" pitchFamily="34" charset="0"/>
            </a:endParaRPr>
          </a:p>
          <a:p>
            <a:endParaRPr lang="en-IN">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68016659"/>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10.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4tjGE4t5TfWIARMIlNVr7A"/>
</p:tagLst>
</file>

<file path=ppt/theme/theme1.xml><?xml version="1.0" encoding="utf-8"?>
<a:theme xmlns:a="http://schemas.openxmlformats.org/drawingml/2006/main" name="Capgemini Master 2021">
  <a:themeElements>
    <a:clrScheme name="Capgemini 2021">
      <a:dk1>
        <a:sysClr val="windowText" lastClr="000000"/>
      </a:dk1>
      <a:lt1>
        <a:srgbClr val="FFFFFF"/>
      </a:lt1>
      <a:dk2>
        <a:srgbClr val="000000"/>
      </a:dk2>
      <a:lt2>
        <a:srgbClr val="ECECEC"/>
      </a:lt2>
      <a:accent1>
        <a:srgbClr val="0070AD"/>
      </a:accent1>
      <a:accent2>
        <a:srgbClr val="12ABDB"/>
      </a:accent2>
      <a:accent3>
        <a:srgbClr val="2B0A3D"/>
      </a:accent3>
      <a:accent4>
        <a:srgbClr val="272936"/>
      </a:accent4>
      <a:accent5>
        <a:srgbClr val="0F878A"/>
      </a:accent5>
      <a:accent6>
        <a:srgbClr val="14596B"/>
      </a:accent6>
      <a:hlink>
        <a:srgbClr val="00929B"/>
      </a:hlink>
      <a:folHlink>
        <a:srgbClr val="00E6E3"/>
      </a:folHlink>
    </a:clrScheme>
    <a:fontScheme name="Capgemini 2021">
      <a:majorFont>
        <a:latin typeface="Ubuntu Medium"/>
        <a:ea typeface=""/>
        <a:cs typeface=""/>
      </a:majorFont>
      <a:minorFont>
        <a:latin typeface="Ubuntu"/>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sz="1600" dirty="0" err="1"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Présentation11" id="{18B0FA0E-52BA-4F3F-B2FD-88B4C8061DF8}" vid="{6634CB38-2CA3-42B5-9F43-E11F89D9B24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21495FEC1CD6F941B8BE3B537DCFC6FF" ma:contentTypeVersion="10" ma:contentTypeDescription="Create a new document." ma:contentTypeScope="" ma:versionID="7d4ce431845dd14e8efe496ae0dd1094">
  <xsd:schema xmlns:xsd="http://www.w3.org/2001/XMLSchema" xmlns:xs="http://www.w3.org/2001/XMLSchema" xmlns:p="http://schemas.microsoft.com/office/2006/metadata/properties" xmlns:ns2="e2f04ce6-5625-4773-b511-ff6e32fd78d6" xmlns:ns3="886d0db5-4d18-497d-97ce-51cb0d7fa060" targetNamespace="http://schemas.microsoft.com/office/2006/metadata/properties" ma:root="true" ma:fieldsID="03ac969d9a2dbd9c5907ae325f15c2f5" ns2:_="" ns3:_="">
    <xsd:import namespace="e2f04ce6-5625-4773-b511-ff6e32fd78d6"/>
    <xsd:import namespace="886d0db5-4d18-497d-97ce-51cb0d7fa060"/>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3:SharedWithUsers" minOccurs="0"/>
                <xsd:element ref="ns3:SharedWithDetails" minOccurs="0"/>
                <xsd:element ref="ns2:MediaServiceDateTaken"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2f04ce6-5625-4773-b511-ff6e32fd78d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4" nillable="true" ma:displayName="MediaServiceDateTaken" ma:hidden="true" ma:indexed="true" ma:internalName="MediaServiceDateTaken"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886d0db5-4d18-497d-97ce-51cb0d7fa060"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F5AB4D52-B393-49C1-A4E7-CB4507DCE716}">
  <ds:schemaRefs>
    <ds:schemaRef ds:uri="886d0db5-4d18-497d-97ce-51cb0d7fa060"/>
    <ds:schemaRef ds:uri="http://purl.org/dc/elements/1.1/"/>
    <ds:schemaRef ds:uri="http://schemas.microsoft.com/office/2006/metadata/properties"/>
    <ds:schemaRef ds:uri="http://schemas.microsoft.com/office/infopath/2007/PartnerControls"/>
    <ds:schemaRef ds:uri="http://schemas.openxmlformats.org/package/2006/metadata/core-properties"/>
    <ds:schemaRef ds:uri="http://purl.org/dc/dcmitype/"/>
    <ds:schemaRef ds:uri="e2f04ce6-5625-4773-b511-ff6e32fd78d6"/>
    <ds:schemaRef ds:uri="http://schemas.microsoft.com/office/2006/documentManagement/types"/>
    <ds:schemaRef ds:uri="http://purl.org/dc/terms/"/>
    <ds:schemaRef ds:uri="http://www.w3.org/XML/1998/namespace"/>
  </ds:schemaRefs>
</ds:datastoreItem>
</file>

<file path=customXml/itemProps2.xml><?xml version="1.0" encoding="utf-8"?>
<ds:datastoreItem xmlns:ds="http://schemas.openxmlformats.org/officeDocument/2006/customXml" ds:itemID="{6E487564-C7B7-4F90-BED6-897015C2BC00}">
  <ds:schemaRefs>
    <ds:schemaRef ds:uri="http://schemas.microsoft.com/sharepoint/v3/contenttype/forms"/>
  </ds:schemaRefs>
</ds:datastoreItem>
</file>

<file path=customXml/itemProps3.xml><?xml version="1.0" encoding="utf-8"?>
<ds:datastoreItem xmlns:ds="http://schemas.openxmlformats.org/officeDocument/2006/customXml" ds:itemID="{1E39E826-C3C1-4AF3-9C83-81B8FF074DE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2f04ce6-5625-4773-b511-ff6e32fd78d6"/>
    <ds:schemaRef ds:uri="886d0db5-4d18-497d-97ce-51cb0d7fa060"/>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bb5d96ea-ab39-44a0-a6d6-b6f0aac5958b}" enabled="1" method="Privileged" siteId="{76a2ae5a-9f00-4f6b-95ed-5d33d77c4d61}" removed="0"/>
</clbl:labelList>
</file>

<file path=docProps/app.xml><?xml version="1.0" encoding="utf-8"?>
<Properties xmlns="http://schemas.openxmlformats.org/officeDocument/2006/extended-properties" xmlns:vt="http://schemas.openxmlformats.org/officeDocument/2006/docPropsVTypes">
  <TotalTime>0</TotalTime>
  <Words>2314</Words>
  <Application>Microsoft Office PowerPoint</Application>
  <PresentationFormat>Widescreen</PresentationFormat>
  <Paragraphs>509</Paragraphs>
  <Slides>17</Slides>
  <Notes>14</Notes>
  <HiddenSlides>0</HiddenSlides>
  <MMClips>0</MMClips>
  <ScaleCrop>false</ScaleCrop>
  <HeadingPairs>
    <vt:vector size="8" baseType="variant">
      <vt:variant>
        <vt:lpstr>Fonts Used</vt:lpstr>
      </vt:variant>
      <vt:variant>
        <vt:i4>10</vt:i4>
      </vt:variant>
      <vt:variant>
        <vt:lpstr>Theme</vt:lpstr>
      </vt:variant>
      <vt:variant>
        <vt:i4>1</vt:i4>
      </vt:variant>
      <vt:variant>
        <vt:lpstr>Embedded OLE Servers</vt:lpstr>
      </vt:variant>
      <vt:variant>
        <vt:i4>1</vt:i4>
      </vt:variant>
      <vt:variant>
        <vt:lpstr>Slide Titles</vt:lpstr>
      </vt:variant>
      <vt:variant>
        <vt:i4>17</vt:i4>
      </vt:variant>
    </vt:vector>
  </HeadingPairs>
  <TitlesOfParts>
    <vt:vector size="29" baseType="lpstr">
      <vt:lpstr>Arial</vt:lpstr>
      <vt:lpstr>Calibri</vt:lpstr>
      <vt:lpstr>Calibri Light</vt:lpstr>
      <vt:lpstr>Courier New</vt:lpstr>
      <vt:lpstr>Trebuchet MS</vt:lpstr>
      <vt:lpstr>Ubuntu</vt:lpstr>
      <vt:lpstr>Ubuntu Light</vt:lpstr>
      <vt:lpstr>Ubuntu Medium</vt:lpstr>
      <vt:lpstr>Verdana</vt:lpstr>
      <vt:lpstr>Wingdings</vt:lpstr>
      <vt:lpstr>Capgemini Master 2021</vt:lpstr>
      <vt:lpstr>think-cell Slide</vt:lpstr>
      <vt:lpstr>Beazley GPAS &amp; Billing Programme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governance</vt:lpstr>
      <vt:lpstr>PowerPoint Presentation</vt:lpstr>
      <vt:lpstr>Escalation process</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Beazley GPAS &amp; Billing Programme </dc:title>
  <dc:creator>Kanduru, Raghava</dc:creator>
  <cp:lastModifiedBy>Ramachandran, Radhakrishnan</cp:lastModifiedBy>
  <cp:revision>1</cp:revision>
  <dcterms:created xsi:type="dcterms:W3CDTF">2024-07-30T06:20:59Z</dcterms:created>
  <dcterms:modified xsi:type="dcterms:W3CDTF">2025-12-01T03:46:27Z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0x01010021495FEC1CD6F941B8BE3B537DCFC6FF</vt:lpwstr>
  </property>
</Properties>
</file>
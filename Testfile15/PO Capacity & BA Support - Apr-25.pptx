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sldIdLst>
    <p:sldId id="2147474097" r:id="rId6"/>
    <p:sldId id="256"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CC"/>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1" d="100"/>
          <a:sy n="51" d="100"/>
        </p:scale>
        <p:origin x="1232"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2.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twright, Max" userId="4fdaca64-157b-4f34-aebd-58f672b6a20c" providerId="ADAL" clId="{C0E462B8-9DA8-467D-9334-E672D074F1FB}"/>
    <pc:docChg chg="undo custSel modSld">
      <pc:chgData name="Cartwright, Max" userId="4fdaca64-157b-4f34-aebd-58f672b6a20c" providerId="ADAL" clId="{C0E462B8-9DA8-467D-9334-E672D074F1FB}" dt="2025-04-25T13:15:00.307" v="1618" actId="1036"/>
      <pc:docMkLst>
        <pc:docMk/>
      </pc:docMkLst>
      <pc:sldChg chg="addSp delSp modSp mod modClrScheme chgLayout">
        <pc:chgData name="Cartwright, Max" userId="4fdaca64-157b-4f34-aebd-58f672b6a20c" providerId="ADAL" clId="{C0E462B8-9DA8-467D-9334-E672D074F1FB}" dt="2025-04-25T13:15:00.307" v="1618" actId="1036"/>
        <pc:sldMkLst>
          <pc:docMk/>
          <pc:sldMk cId="1181907672" sldId="256"/>
        </pc:sldMkLst>
        <pc:spChg chg="mod">
          <ac:chgData name="Cartwright, Max" userId="4fdaca64-157b-4f34-aebd-58f672b6a20c" providerId="ADAL" clId="{C0E462B8-9DA8-467D-9334-E672D074F1FB}" dt="2025-04-25T13:13:16.921" v="1585" actId="20577"/>
          <ac:spMkLst>
            <pc:docMk/>
            <pc:sldMk cId="1181907672" sldId="256"/>
            <ac:spMk id="4" creationId="{8BA5DD0B-3F4D-D29F-34CD-C52EAED6A6AB}"/>
          </ac:spMkLst>
        </pc:spChg>
        <pc:spChg chg="mod">
          <ac:chgData name="Cartwright, Max" userId="4fdaca64-157b-4f34-aebd-58f672b6a20c" providerId="ADAL" clId="{C0E462B8-9DA8-467D-9334-E672D074F1FB}" dt="2025-04-25T13:13:40.869" v="1587" actId="113"/>
          <ac:spMkLst>
            <pc:docMk/>
            <pc:sldMk cId="1181907672" sldId="256"/>
            <ac:spMk id="5" creationId="{066C7B44-BC71-7753-3D54-2938CED702C4}"/>
          </ac:spMkLst>
        </pc:spChg>
        <pc:spChg chg="mod">
          <ac:chgData name="Cartwright, Max" userId="4fdaca64-157b-4f34-aebd-58f672b6a20c" providerId="ADAL" clId="{C0E462B8-9DA8-467D-9334-E672D074F1FB}" dt="2025-04-25T13:13:40.869" v="1587" actId="113"/>
          <ac:spMkLst>
            <pc:docMk/>
            <pc:sldMk cId="1181907672" sldId="256"/>
            <ac:spMk id="6" creationId="{E4F84E78-FAFF-A8DF-879F-FA1CB4E41456}"/>
          </ac:spMkLst>
        </pc:spChg>
        <pc:spChg chg="mod">
          <ac:chgData name="Cartwright, Max" userId="4fdaca64-157b-4f34-aebd-58f672b6a20c" providerId="ADAL" clId="{C0E462B8-9DA8-467D-9334-E672D074F1FB}" dt="2025-04-25T13:13:40.869" v="1587" actId="113"/>
          <ac:spMkLst>
            <pc:docMk/>
            <pc:sldMk cId="1181907672" sldId="256"/>
            <ac:spMk id="7" creationId="{8DD14235-5BDA-5249-E6CF-0A544D8374EC}"/>
          </ac:spMkLst>
        </pc:spChg>
        <pc:spChg chg="mod">
          <ac:chgData name="Cartwright, Max" userId="4fdaca64-157b-4f34-aebd-58f672b6a20c" providerId="ADAL" clId="{C0E462B8-9DA8-467D-9334-E672D074F1FB}" dt="2025-04-25T13:13:11.608" v="1582" actId="20577"/>
          <ac:spMkLst>
            <pc:docMk/>
            <pc:sldMk cId="1181907672" sldId="256"/>
            <ac:spMk id="8" creationId="{B5F8E3E9-B16D-5DC0-8663-C8C73DB850CD}"/>
          </ac:spMkLst>
        </pc:spChg>
        <pc:spChg chg="add mod ord">
          <ac:chgData name="Cartwright, Max" userId="4fdaca64-157b-4f34-aebd-58f672b6a20c" providerId="ADAL" clId="{C0E462B8-9DA8-467D-9334-E672D074F1FB}" dt="2025-04-25T13:15:00.307" v="1618" actId="1036"/>
          <ac:spMkLst>
            <pc:docMk/>
            <pc:sldMk cId="1181907672" sldId="256"/>
            <ac:spMk id="22" creationId="{5C36E069-EABE-28D6-78CC-394069D99381}"/>
          </ac:spMkLst>
        </pc:spChg>
        <pc:spChg chg="add mod">
          <ac:chgData name="Cartwright, Max" userId="4fdaca64-157b-4f34-aebd-58f672b6a20c" providerId="ADAL" clId="{C0E462B8-9DA8-467D-9334-E672D074F1FB}" dt="2025-04-25T13:06:30.627" v="1371" actId="1036"/>
          <ac:spMkLst>
            <pc:docMk/>
            <pc:sldMk cId="1181907672" sldId="256"/>
            <ac:spMk id="23" creationId="{BF19FA62-C78F-BCF9-C2E5-93849BF20087}"/>
          </ac:spMkLst>
        </pc:spChg>
        <pc:spChg chg="mod">
          <ac:chgData name="Cartwright, Max" userId="4fdaca64-157b-4f34-aebd-58f672b6a20c" providerId="ADAL" clId="{C0E462B8-9DA8-467D-9334-E672D074F1FB}" dt="2025-04-25T13:13:40.869" v="1587" actId="113"/>
          <ac:spMkLst>
            <pc:docMk/>
            <pc:sldMk cId="1181907672" sldId="256"/>
            <ac:spMk id="24" creationId="{EED867C1-3D11-536E-8497-753682015266}"/>
          </ac:spMkLst>
        </pc:spChg>
        <pc:spChg chg="add mod">
          <ac:chgData name="Cartwright, Max" userId="4fdaca64-157b-4f34-aebd-58f672b6a20c" providerId="ADAL" clId="{C0E462B8-9DA8-467D-9334-E672D074F1FB}" dt="2025-04-25T13:06:30.627" v="1371" actId="1036"/>
          <ac:spMkLst>
            <pc:docMk/>
            <pc:sldMk cId="1181907672" sldId="256"/>
            <ac:spMk id="26" creationId="{AD4834E6-8318-04CD-DC68-3623B453052D}"/>
          </ac:spMkLst>
        </pc:spChg>
        <pc:spChg chg="add mod">
          <ac:chgData name="Cartwright, Max" userId="4fdaca64-157b-4f34-aebd-58f672b6a20c" providerId="ADAL" clId="{C0E462B8-9DA8-467D-9334-E672D074F1FB}" dt="2025-04-25T13:15:00.307" v="1618" actId="1036"/>
          <ac:spMkLst>
            <pc:docMk/>
            <pc:sldMk cId="1181907672" sldId="256"/>
            <ac:spMk id="27" creationId="{DF28C556-F651-E603-5DAD-DF4F8C285F05}"/>
          </ac:spMkLst>
        </pc:spChg>
        <pc:spChg chg="add mod">
          <ac:chgData name="Cartwright, Max" userId="4fdaca64-157b-4f34-aebd-58f672b6a20c" providerId="ADAL" clId="{C0E462B8-9DA8-467D-9334-E672D074F1FB}" dt="2025-04-25T13:15:00.307" v="1618" actId="1036"/>
          <ac:spMkLst>
            <pc:docMk/>
            <pc:sldMk cId="1181907672" sldId="256"/>
            <ac:spMk id="28" creationId="{41A95F85-F41B-B1AE-E095-E708F66CBECE}"/>
          </ac:spMkLst>
        </pc:spChg>
        <pc:spChg chg="mod">
          <ac:chgData name="Cartwright, Max" userId="4fdaca64-157b-4f34-aebd-58f672b6a20c" providerId="ADAL" clId="{C0E462B8-9DA8-467D-9334-E672D074F1FB}" dt="2025-04-25T13:13:40.869" v="1587" actId="113"/>
          <ac:spMkLst>
            <pc:docMk/>
            <pc:sldMk cId="1181907672" sldId="256"/>
            <ac:spMk id="29" creationId="{AEFD9576-67F1-11D9-7CE8-478B3E01AF4C}"/>
          </ac:spMkLst>
        </pc:spChg>
        <pc:spChg chg="mod">
          <ac:chgData name="Cartwright, Max" userId="4fdaca64-157b-4f34-aebd-58f672b6a20c" providerId="ADAL" clId="{C0E462B8-9DA8-467D-9334-E672D074F1FB}" dt="2025-04-25T13:15:00.307" v="1618" actId="1036"/>
          <ac:spMkLst>
            <pc:docMk/>
            <pc:sldMk cId="1181907672" sldId="256"/>
            <ac:spMk id="30" creationId="{84FF66CB-0CD1-2294-7795-5986E56D517E}"/>
          </ac:spMkLst>
        </pc:spChg>
        <pc:spChg chg="mod">
          <ac:chgData name="Cartwright, Max" userId="4fdaca64-157b-4f34-aebd-58f672b6a20c" providerId="ADAL" clId="{C0E462B8-9DA8-467D-9334-E672D074F1FB}" dt="2025-04-25T13:13:40.869" v="1587" actId="113"/>
          <ac:spMkLst>
            <pc:docMk/>
            <pc:sldMk cId="1181907672" sldId="256"/>
            <ac:spMk id="31" creationId="{36718F83-A39E-ED60-1BCD-8D2264440D69}"/>
          </ac:spMkLst>
        </pc:spChg>
        <pc:spChg chg="mod">
          <ac:chgData name="Cartwright, Max" userId="4fdaca64-157b-4f34-aebd-58f672b6a20c" providerId="ADAL" clId="{C0E462B8-9DA8-467D-9334-E672D074F1FB}" dt="2025-04-25T13:15:00.307" v="1618" actId="1036"/>
          <ac:spMkLst>
            <pc:docMk/>
            <pc:sldMk cId="1181907672" sldId="256"/>
            <ac:spMk id="32" creationId="{8027DA90-D6B0-971A-8501-289D3DDEEDC7}"/>
          </ac:spMkLst>
        </pc:spChg>
        <pc:spChg chg="add mod ord">
          <ac:chgData name="Cartwright, Max" userId="4fdaca64-157b-4f34-aebd-58f672b6a20c" providerId="ADAL" clId="{C0E462B8-9DA8-467D-9334-E672D074F1FB}" dt="2025-04-25T13:10:18.871" v="1460" actId="167"/>
          <ac:spMkLst>
            <pc:docMk/>
            <pc:sldMk cId="1181907672" sldId="256"/>
            <ac:spMk id="33" creationId="{3868DBCD-37D4-9B8A-E38E-88788A64E63D}"/>
          </ac:spMkLst>
        </pc:spChg>
        <pc:spChg chg="mod ord">
          <ac:chgData name="Cartwright, Max" userId="4fdaca64-157b-4f34-aebd-58f672b6a20c" providerId="ADAL" clId="{C0E462B8-9DA8-467D-9334-E672D074F1FB}" dt="2025-04-25T13:15:00.307" v="1618" actId="1036"/>
          <ac:spMkLst>
            <pc:docMk/>
            <pc:sldMk cId="1181907672" sldId="256"/>
            <ac:spMk id="34" creationId="{46C834AD-CF7B-8924-EB61-BFB6D77CC6FB}"/>
          </ac:spMkLst>
        </pc:spChg>
        <pc:spChg chg="add mod">
          <ac:chgData name="Cartwright, Max" userId="4fdaca64-157b-4f34-aebd-58f672b6a20c" providerId="ADAL" clId="{C0E462B8-9DA8-467D-9334-E672D074F1FB}" dt="2025-04-25T13:10:44.844" v="1475" actId="1036"/>
          <ac:spMkLst>
            <pc:docMk/>
            <pc:sldMk cId="1181907672" sldId="256"/>
            <ac:spMk id="36" creationId="{A170F1CD-B077-CC4E-143F-39F3B847B186}"/>
          </ac:spMkLst>
        </pc:spChg>
        <pc:spChg chg="add mod ord">
          <ac:chgData name="Cartwright, Max" userId="4fdaca64-157b-4f34-aebd-58f672b6a20c" providerId="ADAL" clId="{C0E462B8-9DA8-467D-9334-E672D074F1FB}" dt="2025-04-25T13:15:00.307" v="1618" actId="1036"/>
          <ac:spMkLst>
            <pc:docMk/>
            <pc:sldMk cId="1181907672" sldId="256"/>
            <ac:spMk id="37" creationId="{91F87169-2E1B-75C3-C08C-FDCF994A49C1}"/>
          </ac:spMkLst>
        </pc:spChg>
        <pc:spChg chg="add mod">
          <ac:chgData name="Cartwright, Max" userId="4fdaca64-157b-4f34-aebd-58f672b6a20c" providerId="ADAL" clId="{C0E462B8-9DA8-467D-9334-E672D074F1FB}" dt="2025-04-25T13:15:00.307" v="1618" actId="1036"/>
          <ac:spMkLst>
            <pc:docMk/>
            <pc:sldMk cId="1181907672" sldId="256"/>
            <ac:spMk id="38" creationId="{10AAAE12-4571-DE0E-1671-3E9F0D0B3EDD}"/>
          </ac:spMkLst>
        </pc:spChg>
        <pc:spChg chg="add mod ord">
          <ac:chgData name="Cartwright, Max" userId="4fdaca64-157b-4f34-aebd-58f672b6a20c" providerId="ADAL" clId="{C0E462B8-9DA8-467D-9334-E672D074F1FB}" dt="2025-04-25T13:15:00.307" v="1618" actId="1036"/>
          <ac:spMkLst>
            <pc:docMk/>
            <pc:sldMk cId="1181907672" sldId="256"/>
            <ac:spMk id="39" creationId="{535B46E2-FE8F-9A62-47E6-92D2258ACF8A}"/>
          </ac:spMkLst>
        </pc:spChg>
        <pc:spChg chg="add mod ord">
          <ac:chgData name="Cartwright, Max" userId="4fdaca64-157b-4f34-aebd-58f672b6a20c" providerId="ADAL" clId="{C0E462B8-9DA8-467D-9334-E672D074F1FB}" dt="2025-04-25T13:06:09.436" v="1365" actId="5793"/>
          <ac:spMkLst>
            <pc:docMk/>
            <pc:sldMk cId="1181907672" sldId="256"/>
            <ac:spMk id="40" creationId="{436D3742-FB6D-8695-C2FF-44D7B715819B}"/>
          </ac:spMkLst>
        </pc:spChg>
        <pc:spChg chg="add mod">
          <ac:chgData name="Cartwright, Max" userId="4fdaca64-157b-4f34-aebd-58f672b6a20c" providerId="ADAL" clId="{C0E462B8-9DA8-467D-9334-E672D074F1FB}" dt="2025-04-25T13:15:00.307" v="1618" actId="1036"/>
          <ac:spMkLst>
            <pc:docMk/>
            <pc:sldMk cId="1181907672" sldId="256"/>
            <ac:spMk id="57" creationId="{B2DFD0B1-EAE1-884A-1CD3-ED563389A561}"/>
          </ac:spMkLst>
        </pc:spChg>
        <pc:spChg chg="add mod">
          <ac:chgData name="Cartwright, Max" userId="4fdaca64-157b-4f34-aebd-58f672b6a20c" providerId="ADAL" clId="{C0E462B8-9DA8-467D-9334-E672D074F1FB}" dt="2025-04-25T13:14:47.870" v="1602" actId="1038"/>
          <ac:spMkLst>
            <pc:docMk/>
            <pc:sldMk cId="1181907672" sldId="256"/>
            <ac:spMk id="58" creationId="{F79DA4C8-9F6B-209B-F4AE-7207C787B036}"/>
          </ac:spMkLst>
        </pc:spChg>
        <pc:cxnChg chg="add mod">
          <ac:chgData name="Cartwright, Max" userId="4fdaca64-157b-4f34-aebd-58f672b6a20c" providerId="ADAL" clId="{C0E462B8-9DA8-467D-9334-E672D074F1FB}" dt="2025-04-25T13:08:02.719" v="1432" actId="14100"/>
          <ac:cxnSpMkLst>
            <pc:docMk/>
            <pc:sldMk cId="1181907672" sldId="256"/>
            <ac:cxnSpMk id="46" creationId="{C5F6F496-1D2D-6074-136C-E85F994EDDB8}"/>
          </ac:cxnSpMkLst>
        </pc:cxnChg>
        <pc:cxnChg chg="add mod">
          <ac:chgData name="Cartwright, Max" userId="4fdaca64-157b-4f34-aebd-58f672b6a20c" providerId="ADAL" clId="{C0E462B8-9DA8-467D-9334-E672D074F1FB}" dt="2025-04-25T13:08:08.978" v="1435" actId="14100"/>
          <ac:cxnSpMkLst>
            <pc:docMk/>
            <pc:sldMk cId="1181907672" sldId="256"/>
            <ac:cxnSpMk id="48" creationId="{060B7D01-449B-9D03-2925-4EDCF089D806}"/>
          </ac:cxnSpMkLst>
        </pc:cxnChg>
        <pc:cxnChg chg="add mod">
          <ac:chgData name="Cartwright, Max" userId="4fdaca64-157b-4f34-aebd-58f672b6a20c" providerId="ADAL" clId="{C0E462B8-9DA8-467D-9334-E672D074F1FB}" dt="2025-04-25T13:08:16.161" v="1438" actId="14100"/>
          <ac:cxnSpMkLst>
            <pc:docMk/>
            <pc:sldMk cId="1181907672" sldId="256"/>
            <ac:cxnSpMk id="51" creationId="{45F62FBC-25C4-9499-48AC-1BB6250FC804}"/>
          </ac:cxnSpMkLst>
        </pc:cxnChg>
        <pc:cxnChg chg="add mod">
          <ac:chgData name="Cartwright, Max" userId="4fdaca64-157b-4f34-aebd-58f672b6a20c" providerId="ADAL" clId="{C0E462B8-9DA8-467D-9334-E672D074F1FB}" dt="2025-04-25T13:09:02.209" v="1449" actId="14100"/>
          <ac:cxnSpMkLst>
            <pc:docMk/>
            <pc:sldMk cId="1181907672" sldId="256"/>
            <ac:cxnSpMk id="54" creationId="{12B52A03-1E99-FF47-DD32-D1B4E908F2FB}"/>
          </ac:cxnSpMkLst>
        </pc:cxnChg>
      </pc:sldChg>
    </pc:docChg>
  </pc:docChgLst>
  <pc:docChgLst>
    <pc:chgData name="Cartwright, Max" userId="4fdaca64-157b-4f34-aebd-58f672b6a20c" providerId="ADAL" clId="{27049F0A-0A98-4844-9F65-BCA55127C212}"/>
    <pc:docChg chg="custSel addSld delSld modSld">
      <pc:chgData name="Cartwright, Max" userId="4fdaca64-157b-4f34-aebd-58f672b6a20c" providerId="ADAL" clId="{27049F0A-0A98-4844-9F65-BCA55127C212}" dt="2025-04-25T13:37:56.951" v="330"/>
      <pc:docMkLst>
        <pc:docMk/>
      </pc:docMkLst>
      <pc:sldChg chg="addSp delSp modSp mod">
        <pc:chgData name="Cartwright, Max" userId="4fdaca64-157b-4f34-aebd-58f672b6a20c" providerId="ADAL" clId="{27049F0A-0A98-4844-9F65-BCA55127C212}" dt="2025-04-25T13:37:56.951" v="330"/>
        <pc:sldMkLst>
          <pc:docMk/>
          <pc:sldMk cId="1181907672" sldId="256"/>
        </pc:sldMkLst>
        <pc:spChg chg="mod">
          <ac:chgData name="Cartwright, Max" userId="4fdaca64-157b-4f34-aebd-58f672b6a20c" providerId="ADAL" clId="{27049F0A-0A98-4844-9F65-BCA55127C212}" dt="2025-04-25T13:25:18.934" v="30" actId="207"/>
          <ac:spMkLst>
            <pc:docMk/>
            <pc:sldMk cId="1181907672" sldId="256"/>
            <ac:spMk id="4" creationId="{8BA5DD0B-3F4D-D29F-34CD-C52EAED6A6AB}"/>
          </ac:spMkLst>
        </pc:spChg>
        <pc:spChg chg="mod">
          <ac:chgData name="Cartwright, Max" userId="4fdaca64-157b-4f34-aebd-58f672b6a20c" providerId="ADAL" clId="{27049F0A-0A98-4844-9F65-BCA55127C212}" dt="2025-04-25T13:24:51.436" v="28" actId="207"/>
          <ac:spMkLst>
            <pc:docMk/>
            <pc:sldMk cId="1181907672" sldId="256"/>
            <ac:spMk id="5" creationId="{066C7B44-BC71-7753-3D54-2938CED702C4}"/>
          </ac:spMkLst>
        </pc:spChg>
        <pc:spChg chg="mod">
          <ac:chgData name="Cartwright, Max" userId="4fdaca64-157b-4f34-aebd-58f672b6a20c" providerId="ADAL" clId="{27049F0A-0A98-4844-9F65-BCA55127C212}" dt="2025-04-25T13:24:51.436" v="28" actId="207"/>
          <ac:spMkLst>
            <pc:docMk/>
            <pc:sldMk cId="1181907672" sldId="256"/>
            <ac:spMk id="6" creationId="{E4F84E78-FAFF-A8DF-879F-FA1CB4E41456}"/>
          </ac:spMkLst>
        </pc:spChg>
        <pc:spChg chg="mod">
          <ac:chgData name="Cartwright, Max" userId="4fdaca64-157b-4f34-aebd-58f672b6a20c" providerId="ADAL" clId="{27049F0A-0A98-4844-9F65-BCA55127C212}" dt="2025-04-25T13:24:51.436" v="28" actId="207"/>
          <ac:spMkLst>
            <pc:docMk/>
            <pc:sldMk cId="1181907672" sldId="256"/>
            <ac:spMk id="7" creationId="{8DD14235-5BDA-5249-E6CF-0A544D8374EC}"/>
          </ac:spMkLst>
        </pc:spChg>
        <pc:spChg chg="mod">
          <ac:chgData name="Cartwright, Max" userId="4fdaca64-157b-4f34-aebd-58f672b6a20c" providerId="ADAL" clId="{27049F0A-0A98-4844-9F65-BCA55127C212}" dt="2025-04-25T13:24:51.436" v="28" actId="207"/>
          <ac:spMkLst>
            <pc:docMk/>
            <pc:sldMk cId="1181907672" sldId="256"/>
            <ac:spMk id="8" creationId="{B5F8E3E9-B16D-5DC0-8663-C8C73DB850CD}"/>
          </ac:spMkLst>
        </pc:spChg>
        <pc:spChg chg="add mod">
          <ac:chgData name="Cartwright, Max" userId="4fdaca64-157b-4f34-aebd-58f672b6a20c" providerId="ADAL" clId="{27049F0A-0A98-4844-9F65-BCA55127C212}" dt="2025-04-25T13:26:44.373" v="36" actId="1076"/>
          <ac:spMkLst>
            <pc:docMk/>
            <pc:sldMk cId="1181907672" sldId="256"/>
            <ac:spMk id="11" creationId="{06D0DAA2-288B-BDC4-7C0D-6198FA40643E}"/>
          </ac:spMkLst>
        </pc:spChg>
        <pc:spChg chg="add mod">
          <ac:chgData name="Cartwright, Max" userId="4fdaca64-157b-4f34-aebd-58f672b6a20c" providerId="ADAL" clId="{27049F0A-0A98-4844-9F65-BCA55127C212}" dt="2025-04-25T13:26:52.789" v="37" actId="571"/>
          <ac:spMkLst>
            <pc:docMk/>
            <pc:sldMk cId="1181907672" sldId="256"/>
            <ac:spMk id="12" creationId="{EF040204-7F44-2137-831B-770BA0FD1946}"/>
          </ac:spMkLst>
        </pc:spChg>
        <pc:spChg chg="add mod">
          <ac:chgData name="Cartwright, Max" userId="4fdaca64-157b-4f34-aebd-58f672b6a20c" providerId="ADAL" clId="{27049F0A-0A98-4844-9F65-BCA55127C212}" dt="2025-04-25T13:30:33.432" v="72" actId="1076"/>
          <ac:spMkLst>
            <pc:docMk/>
            <pc:sldMk cId="1181907672" sldId="256"/>
            <ac:spMk id="14" creationId="{689D8C12-D62C-F4F5-7856-61030412ACCC}"/>
          </ac:spMkLst>
        </pc:spChg>
        <pc:spChg chg="add mod">
          <ac:chgData name="Cartwright, Max" userId="4fdaca64-157b-4f34-aebd-58f672b6a20c" providerId="ADAL" clId="{27049F0A-0A98-4844-9F65-BCA55127C212}" dt="2025-04-25T13:30:26.738" v="71" actId="1076"/>
          <ac:spMkLst>
            <pc:docMk/>
            <pc:sldMk cId="1181907672" sldId="256"/>
            <ac:spMk id="15" creationId="{0CFC32CA-4ADA-A25D-CCF3-2EC28A1FB503}"/>
          </ac:spMkLst>
        </pc:spChg>
        <pc:spChg chg="add mod">
          <ac:chgData name="Cartwright, Max" userId="4fdaca64-157b-4f34-aebd-58f672b6a20c" providerId="ADAL" clId="{27049F0A-0A98-4844-9F65-BCA55127C212}" dt="2025-04-25T13:30:21.170" v="70" actId="1076"/>
          <ac:spMkLst>
            <pc:docMk/>
            <pc:sldMk cId="1181907672" sldId="256"/>
            <ac:spMk id="16" creationId="{1EDF0979-789B-BD6C-D704-BE862DE32F78}"/>
          </ac:spMkLst>
        </pc:spChg>
        <pc:spChg chg="add mod">
          <ac:chgData name="Cartwright, Max" userId="4fdaca64-157b-4f34-aebd-58f672b6a20c" providerId="ADAL" clId="{27049F0A-0A98-4844-9F65-BCA55127C212}" dt="2025-04-25T13:30:13.899" v="69" actId="1076"/>
          <ac:spMkLst>
            <pc:docMk/>
            <pc:sldMk cId="1181907672" sldId="256"/>
            <ac:spMk id="17" creationId="{BE8F8674-7F36-00BE-92D2-C684C97CFE7A}"/>
          </ac:spMkLst>
        </pc:spChg>
        <pc:spChg chg="add mod">
          <ac:chgData name="Cartwright, Max" userId="4fdaca64-157b-4f34-aebd-58f672b6a20c" providerId="ADAL" clId="{27049F0A-0A98-4844-9F65-BCA55127C212}" dt="2025-04-25T13:35:54.741" v="297" actId="1037"/>
          <ac:spMkLst>
            <pc:docMk/>
            <pc:sldMk cId="1181907672" sldId="256"/>
            <ac:spMk id="18" creationId="{505BD73A-5615-F18F-2A02-D35424EBFBE5}"/>
          </ac:spMkLst>
        </pc:spChg>
        <pc:spChg chg="add mod">
          <ac:chgData name="Cartwright, Max" userId="4fdaca64-157b-4f34-aebd-58f672b6a20c" providerId="ADAL" clId="{27049F0A-0A98-4844-9F65-BCA55127C212}" dt="2025-04-25T13:35:54.741" v="297" actId="1037"/>
          <ac:spMkLst>
            <pc:docMk/>
            <pc:sldMk cId="1181907672" sldId="256"/>
            <ac:spMk id="19" creationId="{7BB865F9-BD76-F582-FA08-D64F0AD23D88}"/>
          </ac:spMkLst>
        </pc:spChg>
        <pc:spChg chg="add mod">
          <ac:chgData name="Cartwright, Max" userId="4fdaca64-157b-4f34-aebd-58f672b6a20c" providerId="ADAL" clId="{27049F0A-0A98-4844-9F65-BCA55127C212}" dt="2025-04-25T13:35:54.741" v="297" actId="1037"/>
          <ac:spMkLst>
            <pc:docMk/>
            <pc:sldMk cId="1181907672" sldId="256"/>
            <ac:spMk id="20" creationId="{01673066-3820-7E08-F6F0-64FC93D636C3}"/>
          </ac:spMkLst>
        </pc:spChg>
        <pc:spChg chg="add mod">
          <ac:chgData name="Cartwright, Max" userId="4fdaca64-157b-4f34-aebd-58f672b6a20c" providerId="ADAL" clId="{27049F0A-0A98-4844-9F65-BCA55127C212}" dt="2025-04-25T13:37:26.034" v="329" actId="20577"/>
          <ac:spMkLst>
            <pc:docMk/>
            <pc:sldMk cId="1181907672" sldId="256"/>
            <ac:spMk id="21" creationId="{2F6007DE-0DA6-795D-D2C4-879397A5B464}"/>
          </ac:spMkLst>
        </pc:spChg>
        <pc:spChg chg="mod">
          <ac:chgData name="Cartwright, Max" userId="4fdaca64-157b-4f34-aebd-58f672b6a20c" providerId="ADAL" clId="{27049F0A-0A98-4844-9F65-BCA55127C212}" dt="2025-04-25T13:24:51.436" v="28" actId="207"/>
          <ac:spMkLst>
            <pc:docMk/>
            <pc:sldMk cId="1181907672" sldId="256"/>
            <ac:spMk id="24" creationId="{EED867C1-3D11-536E-8497-753682015266}"/>
          </ac:spMkLst>
        </pc:spChg>
        <pc:spChg chg="add mod">
          <ac:chgData name="Cartwright, Max" userId="4fdaca64-157b-4f34-aebd-58f672b6a20c" providerId="ADAL" clId="{27049F0A-0A98-4844-9F65-BCA55127C212}" dt="2025-04-25T13:36:52.062" v="298"/>
          <ac:spMkLst>
            <pc:docMk/>
            <pc:sldMk cId="1181907672" sldId="256"/>
            <ac:spMk id="25" creationId="{BCCD87F8-4B37-7A10-4995-CFE3270BB66E}"/>
          </ac:spMkLst>
        </pc:spChg>
        <pc:spChg chg="mod">
          <ac:chgData name="Cartwright, Max" userId="4fdaca64-157b-4f34-aebd-58f672b6a20c" providerId="ADAL" clId="{27049F0A-0A98-4844-9F65-BCA55127C212}" dt="2025-04-25T13:25:18.934" v="30" actId="207"/>
          <ac:spMkLst>
            <pc:docMk/>
            <pc:sldMk cId="1181907672" sldId="256"/>
            <ac:spMk id="29" creationId="{AEFD9576-67F1-11D9-7CE8-478B3E01AF4C}"/>
          </ac:spMkLst>
        </pc:spChg>
        <pc:spChg chg="mod">
          <ac:chgData name="Cartwright, Max" userId="4fdaca64-157b-4f34-aebd-58f672b6a20c" providerId="ADAL" clId="{27049F0A-0A98-4844-9F65-BCA55127C212}" dt="2025-04-25T13:25:18.934" v="30" actId="207"/>
          <ac:spMkLst>
            <pc:docMk/>
            <pc:sldMk cId="1181907672" sldId="256"/>
            <ac:spMk id="30" creationId="{84FF66CB-0CD1-2294-7795-5986E56D517E}"/>
          </ac:spMkLst>
        </pc:spChg>
        <pc:spChg chg="mod">
          <ac:chgData name="Cartwright, Max" userId="4fdaca64-157b-4f34-aebd-58f672b6a20c" providerId="ADAL" clId="{27049F0A-0A98-4844-9F65-BCA55127C212}" dt="2025-04-25T13:25:18.934" v="30" actId="207"/>
          <ac:spMkLst>
            <pc:docMk/>
            <pc:sldMk cId="1181907672" sldId="256"/>
            <ac:spMk id="31" creationId="{36718F83-A39E-ED60-1BCD-8D2264440D69}"/>
          </ac:spMkLst>
        </pc:spChg>
        <pc:spChg chg="mod">
          <ac:chgData name="Cartwright, Max" userId="4fdaca64-157b-4f34-aebd-58f672b6a20c" providerId="ADAL" clId="{27049F0A-0A98-4844-9F65-BCA55127C212}" dt="2025-04-25T13:25:18.934" v="30" actId="207"/>
          <ac:spMkLst>
            <pc:docMk/>
            <pc:sldMk cId="1181907672" sldId="256"/>
            <ac:spMk id="32" creationId="{8027DA90-D6B0-971A-8501-289D3DDEEDC7}"/>
          </ac:spMkLst>
        </pc:spChg>
        <pc:spChg chg="mod">
          <ac:chgData name="Cartwright, Max" userId="4fdaca64-157b-4f34-aebd-58f672b6a20c" providerId="ADAL" clId="{27049F0A-0A98-4844-9F65-BCA55127C212}" dt="2025-04-25T13:25:01.679" v="29" actId="207"/>
          <ac:spMkLst>
            <pc:docMk/>
            <pc:sldMk cId="1181907672" sldId="256"/>
            <ac:spMk id="34" creationId="{46C834AD-CF7B-8924-EB61-BFB6D77CC6FB}"/>
          </ac:spMkLst>
        </pc:spChg>
        <pc:spChg chg="add mod">
          <ac:chgData name="Cartwright, Max" userId="4fdaca64-157b-4f34-aebd-58f672b6a20c" providerId="ADAL" clId="{27049F0A-0A98-4844-9F65-BCA55127C212}" dt="2025-04-25T13:36:52.062" v="298"/>
          <ac:spMkLst>
            <pc:docMk/>
            <pc:sldMk cId="1181907672" sldId="256"/>
            <ac:spMk id="35" creationId="{844CF5EA-C761-54E5-E6B9-6FBE840FD218}"/>
          </ac:spMkLst>
        </pc:spChg>
        <pc:spChg chg="mod">
          <ac:chgData name="Cartwright, Max" userId="4fdaca64-157b-4f34-aebd-58f672b6a20c" providerId="ADAL" clId="{27049F0A-0A98-4844-9F65-BCA55127C212}" dt="2025-04-25T13:37:56.951" v="330"/>
          <ac:spMkLst>
            <pc:docMk/>
            <pc:sldMk cId="1181907672" sldId="256"/>
            <ac:spMk id="42" creationId="{1BB85123-875C-E9BB-702F-E39AF0B6AEDD}"/>
          </ac:spMkLst>
        </pc:spChg>
        <pc:spChg chg="mod">
          <ac:chgData name="Cartwright, Max" userId="4fdaca64-157b-4f34-aebd-58f672b6a20c" providerId="ADAL" clId="{27049F0A-0A98-4844-9F65-BCA55127C212}" dt="2025-04-25T13:37:56.951" v="330"/>
          <ac:spMkLst>
            <pc:docMk/>
            <pc:sldMk cId="1181907672" sldId="256"/>
            <ac:spMk id="43" creationId="{DA2271E2-77EC-F886-91EF-325418B45936}"/>
          </ac:spMkLst>
        </pc:spChg>
        <pc:grpChg chg="add mod">
          <ac:chgData name="Cartwright, Max" userId="4fdaca64-157b-4f34-aebd-58f672b6a20c" providerId="ADAL" clId="{27049F0A-0A98-4844-9F65-BCA55127C212}" dt="2025-04-25T13:37:56.951" v="330"/>
          <ac:grpSpMkLst>
            <pc:docMk/>
            <pc:sldMk cId="1181907672" sldId="256"/>
            <ac:grpSpMk id="41" creationId="{37CA7FCE-9814-3147-3D18-64D1F37F3081}"/>
          </ac:grpSpMkLst>
        </pc:grpChg>
        <pc:picChg chg="add mod">
          <ac:chgData name="Cartwright, Max" userId="4fdaca64-157b-4f34-aebd-58f672b6a20c" providerId="ADAL" clId="{27049F0A-0A98-4844-9F65-BCA55127C212}" dt="2025-04-25T13:37:56.951" v="330"/>
          <ac:picMkLst>
            <pc:docMk/>
            <pc:sldMk cId="1181907672" sldId="256"/>
            <ac:picMk id="45" creationId="{2F1AEBA5-0C20-AAD2-3074-9F33CD2A88DF}"/>
          </ac:picMkLst>
        </pc:picChg>
        <pc:cxnChg chg="add mod">
          <ac:chgData name="Cartwright, Max" userId="4fdaca64-157b-4f34-aebd-58f672b6a20c" providerId="ADAL" clId="{27049F0A-0A98-4844-9F65-BCA55127C212}" dt="2025-04-25T13:26:24.705" v="33" actId="14100"/>
          <ac:cxnSpMkLst>
            <pc:docMk/>
            <pc:sldMk cId="1181907672" sldId="256"/>
            <ac:cxnSpMk id="3" creationId="{B8DC2964-7685-4E52-293A-20FC2F1E1FBA}"/>
          </ac:cxnSpMkLst>
        </pc:cxnChg>
        <pc:cxnChg chg="add mod">
          <ac:chgData name="Cartwright, Max" userId="4fdaca64-157b-4f34-aebd-58f672b6a20c" providerId="ADAL" clId="{27049F0A-0A98-4844-9F65-BCA55127C212}" dt="2025-04-25T13:37:56.951" v="330"/>
          <ac:cxnSpMkLst>
            <pc:docMk/>
            <pc:sldMk cId="1181907672" sldId="256"/>
            <ac:cxnSpMk id="44" creationId="{E5523192-CA4D-9DEF-1276-92F604371F25}"/>
          </ac:cxnSpMkLst>
        </pc:cxnChg>
      </pc:sldChg>
      <pc:sldChg chg="modSp add del mod setBg">
        <pc:chgData name="Cartwright, Max" userId="4fdaca64-157b-4f34-aebd-58f672b6a20c" providerId="ADAL" clId="{27049F0A-0A98-4844-9F65-BCA55127C212}" dt="2025-04-25T13:22:39.746" v="26" actId="20577"/>
        <pc:sldMkLst>
          <pc:docMk/>
          <pc:sldMk cId="1923745520" sldId="2147474097"/>
        </pc:sldMkLst>
        <pc:spChg chg="mod">
          <ac:chgData name="Cartwright, Max" userId="4fdaca64-157b-4f34-aebd-58f672b6a20c" providerId="ADAL" clId="{27049F0A-0A98-4844-9F65-BCA55127C212}" dt="2025-04-25T13:22:39.746" v="26" actId="20577"/>
          <ac:spMkLst>
            <pc:docMk/>
            <pc:sldMk cId="1923745520" sldId="2147474097"/>
            <ac:spMk id="11" creationId="{CE5626D2-4B84-6929-D4F9-1F67489262B8}"/>
          </ac:spMkLst>
        </pc:spChg>
      </pc:sldChg>
    </pc:docChg>
  </pc:docChgLst>
  <pc:docChgLst>
    <pc:chgData name="Kavanagh, Sarah" userId="48611c9d-48bb-44eb-bdf4-1905d85d7307" providerId="ADAL" clId="{20C77D9A-AEC0-462E-9195-0C27F8653E2E}"/>
    <pc:docChg chg="modSld">
      <pc:chgData name="Kavanagh, Sarah" userId="48611c9d-48bb-44eb-bdf4-1905d85d7307" providerId="ADAL" clId="{20C77D9A-AEC0-462E-9195-0C27F8653E2E}" dt="2025-05-28T13:25:48.536" v="47" actId="20577"/>
      <pc:docMkLst>
        <pc:docMk/>
      </pc:docMkLst>
      <pc:sldChg chg="modSp mod">
        <pc:chgData name="Kavanagh, Sarah" userId="48611c9d-48bb-44eb-bdf4-1905d85d7307" providerId="ADAL" clId="{20C77D9A-AEC0-462E-9195-0C27F8653E2E}" dt="2025-05-28T13:25:48.536" v="47" actId="20577"/>
        <pc:sldMkLst>
          <pc:docMk/>
          <pc:sldMk cId="1181907672" sldId="256"/>
        </pc:sldMkLst>
        <pc:spChg chg="mod">
          <ac:chgData name="Kavanagh, Sarah" userId="48611c9d-48bb-44eb-bdf4-1905d85d7307" providerId="ADAL" clId="{20C77D9A-AEC0-462E-9195-0C27F8653E2E}" dt="2025-05-28T13:25:48.536" v="47" actId="20577"/>
          <ac:spMkLst>
            <pc:docMk/>
            <pc:sldMk cId="1181907672" sldId="256"/>
            <ac:spMk id="6" creationId="{E4F84E78-FAFF-A8DF-879F-FA1CB4E41456}"/>
          </ac:spMkLst>
        </pc:spChg>
        <pc:spChg chg="mod">
          <ac:chgData name="Kavanagh, Sarah" userId="48611c9d-48bb-44eb-bdf4-1905d85d7307" providerId="ADAL" clId="{20C77D9A-AEC0-462E-9195-0C27F8653E2E}" dt="2025-04-28T15:06:59.878" v="1" actId="20577"/>
          <ac:spMkLst>
            <pc:docMk/>
            <pc:sldMk cId="1181907672" sldId="256"/>
            <ac:spMk id="22" creationId="{5C36E069-EABE-28D6-78CC-394069D99381}"/>
          </ac:spMkLst>
        </pc:spChg>
        <pc:spChg chg="mod">
          <ac:chgData name="Kavanagh, Sarah" userId="48611c9d-48bb-44eb-bdf4-1905d85d7307" providerId="ADAL" clId="{20C77D9A-AEC0-462E-9195-0C27F8653E2E}" dt="2025-04-28T16:28:49.531" v="45" actId="20577"/>
          <ac:spMkLst>
            <pc:docMk/>
            <pc:sldMk cId="1181907672" sldId="256"/>
            <ac:spMk id="28" creationId="{41A95F85-F41B-B1AE-E095-E708F66CBECE}"/>
          </ac:spMkLst>
        </pc:spChg>
      </pc:sldChg>
    </pc:docChg>
  </pc:docChgLst>
  <pc:docChgLst>
    <pc:chgData name="Cartwright, Max" userId="4fdaca64-157b-4f34-aebd-58f672b6a20c" providerId="ADAL" clId="{41C96355-3FF4-4229-BAF7-C7C33E13E2CE}"/>
    <pc:docChg chg="modSld">
      <pc:chgData name="Cartwright, Max" userId="4fdaca64-157b-4f34-aebd-58f672b6a20c" providerId="ADAL" clId="{41C96355-3FF4-4229-BAF7-C7C33E13E2CE}" dt="2025-04-29T14:11:49.561" v="109" actId="20577"/>
      <pc:docMkLst>
        <pc:docMk/>
      </pc:docMkLst>
      <pc:sldChg chg="addSp modSp mod">
        <pc:chgData name="Cartwright, Max" userId="4fdaca64-157b-4f34-aebd-58f672b6a20c" providerId="ADAL" clId="{41C96355-3FF4-4229-BAF7-C7C33E13E2CE}" dt="2025-04-29T14:11:49.561" v="109" actId="20577"/>
        <pc:sldMkLst>
          <pc:docMk/>
          <pc:sldMk cId="1181907672" sldId="256"/>
        </pc:sldMkLst>
        <pc:spChg chg="add mod">
          <ac:chgData name="Cartwright, Max" userId="4fdaca64-157b-4f34-aebd-58f672b6a20c" providerId="ADAL" clId="{41C96355-3FF4-4229-BAF7-C7C33E13E2CE}" dt="2025-04-25T13:49:21.854" v="26" actId="11"/>
          <ac:spMkLst>
            <pc:docMk/>
            <pc:sldMk cId="1181907672" sldId="256"/>
            <ac:spMk id="2" creationId="{659C9B10-3935-0E55-87BF-71C7861D6F03}"/>
          </ac:spMkLst>
        </pc:spChg>
        <pc:spChg chg="mod">
          <ac:chgData name="Cartwright, Max" userId="4fdaca64-157b-4f34-aebd-58f672b6a20c" providerId="ADAL" clId="{41C96355-3FF4-4229-BAF7-C7C33E13E2CE}" dt="2025-04-29T13:18:41.577" v="106" actId="1035"/>
          <ac:spMkLst>
            <pc:docMk/>
            <pc:sldMk cId="1181907672" sldId="256"/>
            <ac:spMk id="22" creationId="{5C36E069-EABE-28D6-78CC-394069D99381}"/>
          </ac:spMkLst>
        </pc:spChg>
        <pc:spChg chg="mod">
          <ac:chgData name="Cartwright, Max" userId="4fdaca64-157b-4f34-aebd-58f672b6a20c" providerId="ADAL" clId="{41C96355-3FF4-4229-BAF7-C7C33E13E2CE}" dt="2025-04-29T14:11:49.561" v="109" actId="20577"/>
          <ac:spMkLst>
            <pc:docMk/>
            <pc:sldMk cId="1181907672" sldId="256"/>
            <ac:spMk id="26" creationId="{AD4834E6-8318-04CD-DC68-3623B453052D}"/>
          </ac:spMkLst>
        </pc:spChg>
        <pc:spChg chg="mod">
          <ac:chgData name="Cartwright, Max" userId="4fdaca64-157b-4f34-aebd-58f672b6a20c" providerId="ADAL" clId="{41C96355-3FF4-4229-BAF7-C7C33E13E2CE}" dt="2025-04-29T13:16:39.314" v="57" actId="1036"/>
          <ac:spMkLst>
            <pc:docMk/>
            <pc:sldMk cId="1181907672" sldId="256"/>
            <ac:spMk id="28" creationId="{41A95F85-F41B-B1AE-E095-E708F66CBECE}"/>
          </ac:spMkLst>
        </pc:spChg>
        <pc:spChg chg="mod">
          <ac:chgData name="Cartwright, Max" userId="4fdaca64-157b-4f34-aebd-58f672b6a20c" providerId="ADAL" clId="{41C96355-3FF4-4229-BAF7-C7C33E13E2CE}" dt="2025-04-25T13:49:30.182" v="27" actId="11"/>
          <ac:spMkLst>
            <pc:docMk/>
            <pc:sldMk cId="1181907672" sldId="256"/>
            <ac:spMk id="36" creationId="{A170F1CD-B077-CC4E-143F-39F3B847B186}"/>
          </ac:spMkLst>
        </pc:spChg>
        <pc:spChg chg="mod">
          <ac:chgData name="Cartwright, Max" userId="4fdaca64-157b-4f34-aebd-58f672b6a20c" providerId="ADAL" clId="{41C96355-3FF4-4229-BAF7-C7C33E13E2CE}" dt="2025-04-25T13:49:12.124" v="25" actId="11"/>
          <ac:spMkLst>
            <pc:docMk/>
            <pc:sldMk cId="1181907672" sldId="256"/>
            <ac:spMk id="37" creationId="{91F87169-2E1B-75C3-C08C-FDCF994A49C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xml"/><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5.xml"/><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8.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7.xml"/><Relationship Id="rId16" Type="http://schemas.openxmlformats.org/officeDocument/2006/relationships/image" Target="../media/image12.png"/><Relationship Id="rId1" Type="http://schemas.openxmlformats.org/officeDocument/2006/relationships/tags" Target="../tags/tag6.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2.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9.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221D8-BC82-9A39-1559-284A353AB9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BEC865B-B616-5E90-E7A2-665FCEE0B3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0F6FE37-EFD8-3784-A45A-69835099F1D4}"/>
              </a:ext>
            </a:extLst>
          </p:cNvPr>
          <p:cNvSpPr>
            <a:spLocks noGrp="1"/>
          </p:cNvSpPr>
          <p:nvPr>
            <p:ph type="dt" sz="half" idx="10"/>
          </p:nvPr>
        </p:nvSpPr>
        <p:spPr/>
        <p:txBody>
          <a:bodyPr/>
          <a:lstStyle/>
          <a:p>
            <a:fld id="{73265F5B-18D0-4EA2-BC43-9CFC34E0140C}" type="datetimeFigureOut">
              <a:rPr lang="en-GB" smtClean="0"/>
              <a:t>27/05/2025</a:t>
            </a:fld>
            <a:endParaRPr lang="en-GB"/>
          </a:p>
        </p:txBody>
      </p:sp>
      <p:sp>
        <p:nvSpPr>
          <p:cNvPr id="5" name="Footer Placeholder 4">
            <a:extLst>
              <a:ext uri="{FF2B5EF4-FFF2-40B4-BE49-F238E27FC236}">
                <a16:creationId xmlns:a16="http://schemas.microsoft.com/office/drawing/2014/main" id="{3AA39CF0-35D3-3ABE-55D3-A36859B5C99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5740E36-D980-207D-5FAE-9CE36FC8FDFD}"/>
              </a:ext>
            </a:extLst>
          </p:cNvPr>
          <p:cNvSpPr>
            <a:spLocks noGrp="1"/>
          </p:cNvSpPr>
          <p:nvPr>
            <p:ph type="sldNum" sz="quarter" idx="12"/>
          </p:nvPr>
        </p:nvSpPr>
        <p:spPr/>
        <p:txBody>
          <a:bodyPr/>
          <a:lstStyle/>
          <a:p>
            <a:fld id="{2B6272AE-A247-43E7-B26E-4E54B6AF618C}" type="slidenum">
              <a:rPr lang="en-GB" smtClean="0"/>
              <a:t>‹#›</a:t>
            </a:fld>
            <a:endParaRPr lang="en-GB"/>
          </a:p>
        </p:txBody>
      </p:sp>
    </p:spTree>
    <p:extLst>
      <p:ext uri="{BB962C8B-B14F-4D97-AF65-F5344CB8AC3E}">
        <p14:creationId xmlns:p14="http://schemas.microsoft.com/office/powerpoint/2010/main" val="1464869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75B21-C2C8-0BCC-4ED1-E14A8804B5B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4A93F68-023E-9214-F6D6-4DA3BEF435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E67B62B-D70A-A779-E582-8D8AC5AB7032}"/>
              </a:ext>
            </a:extLst>
          </p:cNvPr>
          <p:cNvSpPr>
            <a:spLocks noGrp="1"/>
          </p:cNvSpPr>
          <p:nvPr>
            <p:ph type="dt" sz="half" idx="10"/>
          </p:nvPr>
        </p:nvSpPr>
        <p:spPr/>
        <p:txBody>
          <a:bodyPr/>
          <a:lstStyle/>
          <a:p>
            <a:fld id="{73265F5B-18D0-4EA2-BC43-9CFC34E0140C}" type="datetimeFigureOut">
              <a:rPr lang="en-GB" smtClean="0"/>
              <a:t>27/05/2025</a:t>
            </a:fld>
            <a:endParaRPr lang="en-GB"/>
          </a:p>
        </p:txBody>
      </p:sp>
      <p:sp>
        <p:nvSpPr>
          <p:cNvPr id="5" name="Footer Placeholder 4">
            <a:extLst>
              <a:ext uri="{FF2B5EF4-FFF2-40B4-BE49-F238E27FC236}">
                <a16:creationId xmlns:a16="http://schemas.microsoft.com/office/drawing/2014/main" id="{0A374188-59DC-497E-81C6-02C057936BD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ECAF1F6-E9A3-7C24-821C-DE42914E09D7}"/>
              </a:ext>
            </a:extLst>
          </p:cNvPr>
          <p:cNvSpPr>
            <a:spLocks noGrp="1"/>
          </p:cNvSpPr>
          <p:nvPr>
            <p:ph type="sldNum" sz="quarter" idx="12"/>
          </p:nvPr>
        </p:nvSpPr>
        <p:spPr/>
        <p:txBody>
          <a:bodyPr/>
          <a:lstStyle/>
          <a:p>
            <a:fld id="{2B6272AE-A247-43E7-B26E-4E54B6AF618C}" type="slidenum">
              <a:rPr lang="en-GB" smtClean="0"/>
              <a:t>‹#›</a:t>
            </a:fld>
            <a:endParaRPr lang="en-GB"/>
          </a:p>
        </p:txBody>
      </p:sp>
    </p:spTree>
    <p:extLst>
      <p:ext uri="{BB962C8B-B14F-4D97-AF65-F5344CB8AC3E}">
        <p14:creationId xmlns:p14="http://schemas.microsoft.com/office/powerpoint/2010/main" val="1463581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D0F93-42D1-A5AA-4B92-86E2674311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07EFE7B-EFC7-5A2F-BBA1-E3078D27239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770155-522F-03CB-C730-786634D698C2}"/>
              </a:ext>
            </a:extLst>
          </p:cNvPr>
          <p:cNvSpPr>
            <a:spLocks noGrp="1"/>
          </p:cNvSpPr>
          <p:nvPr>
            <p:ph type="dt" sz="half" idx="10"/>
          </p:nvPr>
        </p:nvSpPr>
        <p:spPr/>
        <p:txBody>
          <a:bodyPr/>
          <a:lstStyle/>
          <a:p>
            <a:fld id="{73265F5B-18D0-4EA2-BC43-9CFC34E0140C}" type="datetimeFigureOut">
              <a:rPr lang="en-GB" smtClean="0"/>
              <a:t>27/05/2025</a:t>
            </a:fld>
            <a:endParaRPr lang="en-GB"/>
          </a:p>
        </p:txBody>
      </p:sp>
      <p:sp>
        <p:nvSpPr>
          <p:cNvPr id="5" name="Footer Placeholder 4">
            <a:extLst>
              <a:ext uri="{FF2B5EF4-FFF2-40B4-BE49-F238E27FC236}">
                <a16:creationId xmlns:a16="http://schemas.microsoft.com/office/drawing/2014/main" id="{5384142C-F855-525A-D766-7E4AC75927F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AB28790-341E-A9B8-7B25-CD9B7820A961}"/>
              </a:ext>
            </a:extLst>
          </p:cNvPr>
          <p:cNvSpPr>
            <a:spLocks noGrp="1"/>
          </p:cNvSpPr>
          <p:nvPr>
            <p:ph type="sldNum" sz="quarter" idx="12"/>
          </p:nvPr>
        </p:nvSpPr>
        <p:spPr/>
        <p:txBody>
          <a:bodyPr/>
          <a:lstStyle/>
          <a:p>
            <a:fld id="{2B6272AE-A247-43E7-B26E-4E54B6AF618C}" type="slidenum">
              <a:rPr lang="en-GB" smtClean="0"/>
              <a:t>‹#›</a:t>
            </a:fld>
            <a:endParaRPr lang="en-GB"/>
          </a:p>
        </p:txBody>
      </p:sp>
    </p:spTree>
    <p:extLst>
      <p:ext uri="{BB962C8B-B14F-4D97-AF65-F5344CB8AC3E}">
        <p14:creationId xmlns:p14="http://schemas.microsoft.com/office/powerpoint/2010/main" val="969460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1BA4B-467A-721A-D522-9DEBFA4F040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CAE017C-1030-B1A4-B9D6-1B794FDF1F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87898CE-E3B4-6D2D-C857-77F1F14263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AFC25FA-9D45-C433-1A4A-5A01E97098C9}"/>
              </a:ext>
            </a:extLst>
          </p:cNvPr>
          <p:cNvSpPr>
            <a:spLocks noGrp="1"/>
          </p:cNvSpPr>
          <p:nvPr>
            <p:ph type="dt" sz="half" idx="10"/>
          </p:nvPr>
        </p:nvSpPr>
        <p:spPr/>
        <p:txBody>
          <a:bodyPr/>
          <a:lstStyle/>
          <a:p>
            <a:fld id="{73265F5B-18D0-4EA2-BC43-9CFC34E0140C}" type="datetimeFigureOut">
              <a:rPr lang="en-GB" smtClean="0"/>
              <a:t>27/05/2025</a:t>
            </a:fld>
            <a:endParaRPr lang="en-GB"/>
          </a:p>
        </p:txBody>
      </p:sp>
      <p:sp>
        <p:nvSpPr>
          <p:cNvPr id="6" name="Footer Placeholder 5">
            <a:extLst>
              <a:ext uri="{FF2B5EF4-FFF2-40B4-BE49-F238E27FC236}">
                <a16:creationId xmlns:a16="http://schemas.microsoft.com/office/drawing/2014/main" id="{634F5264-9D62-8517-707D-3A49778F4D6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5054736-D754-A58B-C249-0AB4F902387A}"/>
              </a:ext>
            </a:extLst>
          </p:cNvPr>
          <p:cNvSpPr>
            <a:spLocks noGrp="1"/>
          </p:cNvSpPr>
          <p:nvPr>
            <p:ph type="sldNum" sz="quarter" idx="12"/>
          </p:nvPr>
        </p:nvSpPr>
        <p:spPr/>
        <p:txBody>
          <a:bodyPr/>
          <a:lstStyle/>
          <a:p>
            <a:fld id="{2B6272AE-A247-43E7-B26E-4E54B6AF618C}" type="slidenum">
              <a:rPr lang="en-GB" smtClean="0"/>
              <a:t>‹#›</a:t>
            </a:fld>
            <a:endParaRPr lang="en-GB"/>
          </a:p>
        </p:txBody>
      </p:sp>
    </p:spTree>
    <p:extLst>
      <p:ext uri="{BB962C8B-B14F-4D97-AF65-F5344CB8AC3E}">
        <p14:creationId xmlns:p14="http://schemas.microsoft.com/office/powerpoint/2010/main" val="3401892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7AEAB-1D4F-E001-C675-D4349B0DAD1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BCC9E50-B47F-9E42-2667-4ECA09770D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39350E-9A6E-EBAC-6DA7-C5C317D35D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EDE41D4-EAB6-994F-9ACB-93673F72B1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2F7D72-9A03-3CC3-CCF9-3F9C106307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AC601FA-CF23-EB7E-68A1-C212FF5CB049}"/>
              </a:ext>
            </a:extLst>
          </p:cNvPr>
          <p:cNvSpPr>
            <a:spLocks noGrp="1"/>
          </p:cNvSpPr>
          <p:nvPr>
            <p:ph type="dt" sz="half" idx="10"/>
          </p:nvPr>
        </p:nvSpPr>
        <p:spPr/>
        <p:txBody>
          <a:bodyPr/>
          <a:lstStyle/>
          <a:p>
            <a:fld id="{73265F5B-18D0-4EA2-BC43-9CFC34E0140C}" type="datetimeFigureOut">
              <a:rPr lang="en-GB" smtClean="0"/>
              <a:t>27/05/2025</a:t>
            </a:fld>
            <a:endParaRPr lang="en-GB"/>
          </a:p>
        </p:txBody>
      </p:sp>
      <p:sp>
        <p:nvSpPr>
          <p:cNvPr id="8" name="Footer Placeholder 7">
            <a:extLst>
              <a:ext uri="{FF2B5EF4-FFF2-40B4-BE49-F238E27FC236}">
                <a16:creationId xmlns:a16="http://schemas.microsoft.com/office/drawing/2014/main" id="{A5766708-63E6-F329-0C05-003F4D59D17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32AE314-87C4-3E28-84FF-67C001E0B3B8}"/>
              </a:ext>
            </a:extLst>
          </p:cNvPr>
          <p:cNvSpPr>
            <a:spLocks noGrp="1"/>
          </p:cNvSpPr>
          <p:nvPr>
            <p:ph type="sldNum" sz="quarter" idx="12"/>
          </p:nvPr>
        </p:nvSpPr>
        <p:spPr/>
        <p:txBody>
          <a:bodyPr/>
          <a:lstStyle/>
          <a:p>
            <a:fld id="{2B6272AE-A247-43E7-B26E-4E54B6AF618C}" type="slidenum">
              <a:rPr lang="en-GB" smtClean="0"/>
              <a:t>‹#›</a:t>
            </a:fld>
            <a:endParaRPr lang="en-GB"/>
          </a:p>
        </p:txBody>
      </p:sp>
    </p:spTree>
    <p:extLst>
      <p:ext uri="{BB962C8B-B14F-4D97-AF65-F5344CB8AC3E}">
        <p14:creationId xmlns:p14="http://schemas.microsoft.com/office/powerpoint/2010/main" val="2199496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D88EB-B50D-4F61-611D-6B2278044AF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18C818D-CADF-F2C6-DB05-524F6754486A}"/>
              </a:ext>
            </a:extLst>
          </p:cNvPr>
          <p:cNvSpPr>
            <a:spLocks noGrp="1"/>
          </p:cNvSpPr>
          <p:nvPr>
            <p:ph type="dt" sz="half" idx="10"/>
          </p:nvPr>
        </p:nvSpPr>
        <p:spPr/>
        <p:txBody>
          <a:bodyPr/>
          <a:lstStyle/>
          <a:p>
            <a:fld id="{73265F5B-18D0-4EA2-BC43-9CFC34E0140C}" type="datetimeFigureOut">
              <a:rPr lang="en-GB" smtClean="0"/>
              <a:t>27/05/2025</a:t>
            </a:fld>
            <a:endParaRPr lang="en-GB"/>
          </a:p>
        </p:txBody>
      </p:sp>
      <p:sp>
        <p:nvSpPr>
          <p:cNvPr id="4" name="Footer Placeholder 3">
            <a:extLst>
              <a:ext uri="{FF2B5EF4-FFF2-40B4-BE49-F238E27FC236}">
                <a16:creationId xmlns:a16="http://schemas.microsoft.com/office/drawing/2014/main" id="{7D0A507B-1A0D-2044-8B96-3107977A393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4197C6F-2167-2723-0D17-DECA67B8C1C5}"/>
              </a:ext>
            </a:extLst>
          </p:cNvPr>
          <p:cNvSpPr>
            <a:spLocks noGrp="1"/>
          </p:cNvSpPr>
          <p:nvPr>
            <p:ph type="sldNum" sz="quarter" idx="12"/>
          </p:nvPr>
        </p:nvSpPr>
        <p:spPr/>
        <p:txBody>
          <a:bodyPr/>
          <a:lstStyle/>
          <a:p>
            <a:fld id="{2B6272AE-A247-43E7-B26E-4E54B6AF618C}" type="slidenum">
              <a:rPr lang="en-GB" smtClean="0"/>
              <a:t>‹#›</a:t>
            </a:fld>
            <a:endParaRPr lang="en-GB"/>
          </a:p>
        </p:txBody>
      </p:sp>
    </p:spTree>
    <p:extLst>
      <p:ext uri="{BB962C8B-B14F-4D97-AF65-F5344CB8AC3E}">
        <p14:creationId xmlns:p14="http://schemas.microsoft.com/office/powerpoint/2010/main" val="2824886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02C12B-2A7A-7EBC-C1B3-4E6E5B1CAB75}"/>
              </a:ext>
            </a:extLst>
          </p:cNvPr>
          <p:cNvSpPr>
            <a:spLocks noGrp="1"/>
          </p:cNvSpPr>
          <p:nvPr>
            <p:ph type="dt" sz="half" idx="10"/>
          </p:nvPr>
        </p:nvSpPr>
        <p:spPr/>
        <p:txBody>
          <a:bodyPr/>
          <a:lstStyle/>
          <a:p>
            <a:fld id="{73265F5B-18D0-4EA2-BC43-9CFC34E0140C}" type="datetimeFigureOut">
              <a:rPr lang="en-GB" smtClean="0"/>
              <a:t>27/05/2025</a:t>
            </a:fld>
            <a:endParaRPr lang="en-GB"/>
          </a:p>
        </p:txBody>
      </p:sp>
      <p:sp>
        <p:nvSpPr>
          <p:cNvPr id="3" name="Footer Placeholder 2">
            <a:extLst>
              <a:ext uri="{FF2B5EF4-FFF2-40B4-BE49-F238E27FC236}">
                <a16:creationId xmlns:a16="http://schemas.microsoft.com/office/drawing/2014/main" id="{8B48CA5A-98B9-19BC-59FC-22BF9966DB6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90D5DE6-D519-A66B-4AC4-81A8F54317FB}"/>
              </a:ext>
            </a:extLst>
          </p:cNvPr>
          <p:cNvSpPr>
            <a:spLocks noGrp="1"/>
          </p:cNvSpPr>
          <p:nvPr>
            <p:ph type="sldNum" sz="quarter" idx="12"/>
          </p:nvPr>
        </p:nvSpPr>
        <p:spPr/>
        <p:txBody>
          <a:bodyPr/>
          <a:lstStyle/>
          <a:p>
            <a:fld id="{2B6272AE-A247-43E7-B26E-4E54B6AF618C}" type="slidenum">
              <a:rPr lang="en-GB" smtClean="0"/>
              <a:t>‹#›</a:t>
            </a:fld>
            <a:endParaRPr lang="en-GB"/>
          </a:p>
        </p:txBody>
      </p:sp>
    </p:spTree>
    <p:extLst>
      <p:ext uri="{BB962C8B-B14F-4D97-AF65-F5344CB8AC3E}">
        <p14:creationId xmlns:p14="http://schemas.microsoft.com/office/powerpoint/2010/main" val="302350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BF472-3879-432A-307A-E3B8B1A8BB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523004C-F97E-A6D8-6A42-9EC8D9F1A3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23BF5E3-B5B6-831A-4E1B-C942F5E4EE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F100AF-920C-0C16-11F0-3ABF31C91475}"/>
              </a:ext>
            </a:extLst>
          </p:cNvPr>
          <p:cNvSpPr>
            <a:spLocks noGrp="1"/>
          </p:cNvSpPr>
          <p:nvPr>
            <p:ph type="dt" sz="half" idx="10"/>
          </p:nvPr>
        </p:nvSpPr>
        <p:spPr/>
        <p:txBody>
          <a:bodyPr/>
          <a:lstStyle/>
          <a:p>
            <a:fld id="{73265F5B-18D0-4EA2-BC43-9CFC34E0140C}" type="datetimeFigureOut">
              <a:rPr lang="en-GB" smtClean="0"/>
              <a:t>27/05/2025</a:t>
            </a:fld>
            <a:endParaRPr lang="en-GB"/>
          </a:p>
        </p:txBody>
      </p:sp>
      <p:sp>
        <p:nvSpPr>
          <p:cNvPr id="6" name="Footer Placeholder 5">
            <a:extLst>
              <a:ext uri="{FF2B5EF4-FFF2-40B4-BE49-F238E27FC236}">
                <a16:creationId xmlns:a16="http://schemas.microsoft.com/office/drawing/2014/main" id="{4232FD52-5175-8F15-6AF6-75620E1C363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31A5542-5E0E-B8BD-7B4E-B97D0983FA4E}"/>
              </a:ext>
            </a:extLst>
          </p:cNvPr>
          <p:cNvSpPr>
            <a:spLocks noGrp="1"/>
          </p:cNvSpPr>
          <p:nvPr>
            <p:ph type="sldNum" sz="quarter" idx="12"/>
          </p:nvPr>
        </p:nvSpPr>
        <p:spPr/>
        <p:txBody>
          <a:bodyPr/>
          <a:lstStyle/>
          <a:p>
            <a:fld id="{2B6272AE-A247-43E7-B26E-4E54B6AF618C}" type="slidenum">
              <a:rPr lang="en-GB" smtClean="0"/>
              <a:t>‹#›</a:t>
            </a:fld>
            <a:endParaRPr lang="en-GB"/>
          </a:p>
        </p:txBody>
      </p:sp>
    </p:spTree>
    <p:extLst>
      <p:ext uri="{BB962C8B-B14F-4D97-AF65-F5344CB8AC3E}">
        <p14:creationId xmlns:p14="http://schemas.microsoft.com/office/powerpoint/2010/main" val="2313889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50259-AE5D-A30D-2408-B291305074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186F65E-BFC0-842D-8E16-C79023CAE3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237DCEC-EEB2-A848-752A-19151E7A91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119FC6-29F5-2DFF-739A-34A15282731F}"/>
              </a:ext>
            </a:extLst>
          </p:cNvPr>
          <p:cNvSpPr>
            <a:spLocks noGrp="1"/>
          </p:cNvSpPr>
          <p:nvPr>
            <p:ph type="dt" sz="half" idx="10"/>
          </p:nvPr>
        </p:nvSpPr>
        <p:spPr/>
        <p:txBody>
          <a:bodyPr/>
          <a:lstStyle/>
          <a:p>
            <a:fld id="{73265F5B-18D0-4EA2-BC43-9CFC34E0140C}" type="datetimeFigureOut">
              <a:rPr lang="en-GB" smtClean="0"/>
              <a:t>27/05/2025</a:t>
            </a:fld>
            <a:endParaRPr lang="en-GB"/>
          </a:p>
        </p:txBody>
      </p:sp>
      <p:sp>
        <p:nvSpPr>
          <p:cNvPr id="6" name="Footer Placeholder 5">
            <a:extLst>
              <a:ext uri="{FF2B5EF4-FFF2-40B4-BE49-F238E27FC236}">
                <a16:creationId xmlns:a16="http://schemas.microsoft.com/office/drawing/2014/main" id="{2926BDAD-B3BF-0CB1-EBDA-2DA62B66387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532D272-F245-35D2-3149-993F134F1F1A}"/>
              </a:ext>
            </a:extLst>
          </p:cNvPr>
          <p:cNvSpPr>
            <a:spLocks noGrp="1"/>
          </p:cNvSpPr>
          <p:nvPr>
            <p:ph type="sldNum" sz="quarter" idx="12"/>
          </p:nvPr>
        </p:nvSpPr>
        <p:spPr/>
        <p:txBody>
          <a:bodyPr/>
          <a:lstStyle/>
          <a:p>
            <a:fld id="{2B6272AE-A247-43E7-B26E-4E54B6AF618C}" type="slidenum">
              <a:rPr lang="en-GB" smtClean="0"/>
              <a:t>‹#›</a:t>
            </a:fld>
            <a:endParaRPr lang="en-GB"/>
          </a:p>
        </p:txBody>
      </p:sp>
    </p:spTree>
    <p:extLst>
      <p:ext uri="{BB962C8B-B14F-4D97-AF65-F5344CB8AC3E}">
        <p14:creationId xmlns:p14="http://schemas.microsoft.com/office/powerpoint/2010/main" val="3226914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A0ED9-0463-DAEA-3F2D-5E9FD1B47B1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0908F7D-8A33-F469-E68E-F8E8B3DCB8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612BFFE-8CD0-B7A5-7501-75DE378F031E}"/>
              </a:ext>
            </a:extLst>
          </p:cNvPr>
          <p:cNvSpPr>
            <a:spLocks noGrp="1"/>
          </p:cNvSpPr>
          <p:nvPr>
            <p:ph type="dt" sz="half" idx="10"/>
          </p:nvPr>
        </p:nvSpPr>
        <p:spPr/>
        <p:txBody>
          <a:bodyPr/>
          <a:lstStyle/>
          <a:p>
            <a:fld id="{73265F5B-18D0-4EA2-BC43-9CFC34E0140C}" type="datetimeFigureOut">
              <a:rPr lang="en-GB" smtClean="0"/>
              <a:t>27/05/2025</a:t>
            </a:fld>
            <a:endParaRPr lang="en-GB"/>
          </a:p>
        </p:txBody>
      </p:sp>
      <p:sp>
        <p:nvSpPr>
          <p:cNvPr id="5" name="Footer Placeholder 4">
            <a:extLst>
              <a:ext uri="{FF2B5EF4-FFF2-40B4-BE49-F238E27FC236}">
                <a16:creationId xmlns:a16="http://schemas.microsoft.com/office/drawing/2014/main" id="{8FE68A98-E5CD-7BBB-B635-E8256BB5B3C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41C3AAC-7436-38A2-8AD4-713A3E9DCD33}"/>
              </a:ext>
            </a:extLst>
          </p:cNvPr>
          <p:cNvSpPr>
            <a:spLocks noGrp="1"/>
          </p:cNvSpPr>
          <p:nvPr>
            <p:ph type="sldNum" sz="quarter" idx="12"/>
          </p:nvPr>
        </p:nvSpPr>
        <p:spPr/>
        <p:txBody>
          <a:bodyPr/>
          <a:lstStyle/>
          <a:p>
            <a:fld id="{2B6272AE-A247-43E7-B26E-4E54B6AF618C}" type="slidenum">
              <a:rPr lang="en-GB" smtClean="0"/>
              <a:t>‹#›</a:t>
            </a:fld>
            <a:endParaRPr lang="en-GB"/>
          </a:p>
        </p:txBody>
      </p:sp>
    </p:spTree>
    <p:extLst>
      <p:ext uri="{BB962C8B-B14F-4D97-AF65-F5344CB8AC3E}">
        <p14:creationId xmlns:p14="http://schemas.microsoft.com/office/powerpoint/2010/main" val="360920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0B5174-813F-7A91-DB78-A39EE0429C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EAFA3EF-5CB0-C18D-130D-56405169EE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D5E75C1-A479-A383-C29C-A94BDF12D7A8}"/>
              </a:ext>
            </a:extLst>
          </p:cNvPr>
          <p:cNvSpPr>
            <a:spLocks noGrp="1"/>
          </p:cNvSpPr>
          <p:nvPr>
            <p:ph type="dt" sz="half" idx="10"/>
          </p:nvPr>
        </p:nvSpPr>
        <p:spPr/>
        <p:txBody>
          <a:bodyPr/>
          <a:lstStyle/>
          <a:p>
            <a:fld id="{73265F5B-18D0-4EA2-BC43-9CFC34E0140C}" type="datetimeFigureOut">
              <a:rPr lang="en-GB" smtClean="0"/>
              <a:t>27/05/2025</a:t>
            </a:fld>
            <a:endParaRPr lang="en-GB"/>
          </a:p>
        </p:txBody>
      </p:sp>
      <p:sp>
        <p:nvSpPr>
          <p:cNvPr id="5" name="Footer Placeholder 4">
            <a:extLst>
              <a:ext uri="{FF2B5EF4-FFF2-40B4-BE49-F238E27FC236}">
                <a16:creationId xmlns:a16="http://schemas.microsoft.com/office/drawing/2014/main" id="{750A2CF4-E123-9E10-F3E1-D6D5ED8E8FF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2EC762-1385-D3CE-F0C5-7BD9EF56EFC9}"/>
              </a:ext>
            </a:extLst>
          </p:cNvPr>
          <p:cNvSpPr>
            <a:spLocks noGrp="1"/>
          </p:cNvSpPr>
          <p:nvPr>
            <p:ph type="sldNum" sz="quarter" idx="12"/>
          </p:nvPr>
        </p:nvSpPr>
        <p:spPr/>
        <p:txBody>
          <a:bodyPr/>
          <a:lstStyle/>
          <a:p>
            <a:fld id="{2B6272AE-A247-43E7-B26E-4E54B6AF618C}" type="slidenum">
              <a:rPr lang="en-GB" smtClean="0"/>
              <a:t>‹#›</a:t>
            </a:fld>
            <a:endParaRPr lang="en-GB"/>
          </a:p>
        </p:txBody>
      </p:sp>
    </p:spTree>
    <p:extLst>
      <p:ext uri="{BB962C8B-B14F-4D97-AF65-F5344CB8AC3E}">
        <p14:creationId xmlns:p14="http://schemas.microsoft.com/office/powerpoint/2010/main" val="15149011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2054478"/>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254381033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48426423"/>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2076673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654976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6670073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6667421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3097220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0150729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595514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3988394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8843188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922686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789401282"/>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25316243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42348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881575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20487281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62485158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27843976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4053942259"/>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21400841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fld id="{63ED0650-D9F0-459B-9D87-0B1326143F31}" type="datetimeFigureOut">
              <a:rPr lang="en-IN" smtClean="0"/>
              <a:t>27-05-2025</a:t>
            </a:fld>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42003919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ln/>
        </p:spPr>
        <p:txBody>
          <a:bodyPr/>
          <a:lstStyle>
            <a:lvl1pPr>
              <a:defRPr/>
            </a:lvl1pPr>
          </a:lstStyle>
          <a:p>
            <a:fld id="{532E4B0F-E077-49F8-921C-80D80331C8AC}" type="slidenum">
              <a:rPr lang="en-GB" altLang="en-US"/>
              <a:pPr/>
              <a:t>‹#›</a:t>
            </a:fld>
            <a:endParaRPr lang="en-GB" altLang="en-US"/>
          </a:p>
        </p:txBody>
      </p:sp>
    </p:spTree>
    <p:extLst>
      <p:ext uri="{BB962C8B-B14F-4D97-AF65-F5344CB8AC3E}">
        <p14:creationId xmlns:p14="http://schemas.microsoft.com/office/powerpoint/2010/main" val="768059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tags" Target="../tags/tag1.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image" Target="../media/image1.emf"/><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422C6A-A23D-9C70-D7F2-C282B86D1E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570FCE7-503D-C438-618A-9A0FAB9400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60A5123-4A40-75DC-BACF-7ECE403FB1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265F5B-18D0-4EA2-BC43-9CFC34E0140C}" type="datetimeFigureOut">
              <a:rPr lang="en-GB" smtClean="0"/>
              <a:t>27/05/2025</a:t>
            </a:fld>
            <a:endParaRPr lang="en-GB"/>
          </a:p>
        </p:txBody>
      </p:sp>
      <p:sp>
        <p:nvSpPr>
          <p:cNvPr id="5" name="Footer Placeholder 4">
            <a:extLst>
              <a:ext uri="{FF2B5EF4-FFF2-40B4-BE49-F238E27FC236}">
                <a16:creationId xmlns:a16="http://schemas.microsoft.com/office/drawing/2014/main" id="{CE6DF029-490C-ACFB-B058-0C503EC89F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9E020037-7447-321F-B40D-0008A4B9A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B6272AE-A247-43E7-B26E-4E54B6AF618C}" type="slidenum">
              <a:rPr lang="en-GB" smtClean="0"/>
              <a:t>‹#›</a:t>
            </a:fld>
            <a:endParaRPr lang="en-GB"/>
          </a:p>
        </p:txBody>
      </p:sp>
    </p:spTree>
    <p:extLst>
      <p:ext uri="{BB962C8B-B14F-4D97-AF65-F5344CB8AC3E}">
        <p14:creationId xmlns:p14="http://schemas.microsoft.com/office/powerpoint/2010/main" val="41988993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7" imgW="270" imgH="270" progId="TCLayout.ActiveDocument.1">
                  <p:embed/>
                </p:oleObj>
              </mc:Choice>
              <mc:Fallback>
                <p:oleObj name="think-cell Slide" r:id="rId27" imgW="270" imgH="270" progId="TCLayout.ActiveDocument.1">
                  <p:embed/>
                  <p:pic>
                    <p:nvPicPr>
                      <p:cNvPr id="21" name="Object 20" hidden="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523398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PLAN IMPACTS V0.1 | June 2024</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29">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67014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B0050"/>
        </a:solidFill>
        <a:effectLst/>
      </p:bgPr>
    </p:bg>
    <p:spTree>
      <p:nvGrpSpPr>
        <p:cNvPr id="1" name=""/>
        <p:cNvGrpSpPr/>
        <p:nvPr/>
      </p:nvGrpSpPr>
      <p:grpSpPr>
        <a:xfrm>
          <a:off x="0" y="0"/>
          <a:ext cx="0" cy="0"/>
          <a:chOff x="0" y="0"/>
          <a:chExt cx="0" cy="0"/>
        </a:xfrm>
      </p:grpSpPr>
      <p:sp>
        <p:nvSpPr>
          <p:cNvPr id="12" name="Subtitle 1">
            <a:extLst>
              <a:ext uri="{FF2B5EF4-FFF2-40B4-BE49-F238E27FC236}">
                <a16:creationId xmlns:a16="http://schemas.microsoft.com/office/drawing/2014/main" id="{F4F87E10-2948-EA05-5915-992ECED553C3}"/>
              </a:ext>
            </a:extLst>
          </p:cNvPr>
          <p:cNvSpPr txBox="1">
            <a:spLocks/>
          </p:cNvSpPr>
          <p:nvPr/>
        </p:nvSpPr>
        <p:spPr>
          <a:xfrm>
            <a:off x="404813" y="4962612"/>
            <a:ext cx="11386134" cy="184666"/>
          </a:xfrm>
          <a:prstGeom prst="rect">
            <a:avLst/>
          </a:prstGeom>
        </p:spPr>
        <p:txBody>
          <a:bodyPr vert="horz" wrap="square" lIns="36000" tIns="0" rIns="3600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Ubuntu" panose="020B0504030602030204" pitchFamily="34" charset="0"/>
                <a:ea typeface="+mn-ea"/>
                <a:cs typeface="+mn-cs"/>
              </a:defRPr>
            </a:lvl1pPr>
            <a:lvl2pPr marL="457200" indent="0" algn="ctr" defTabSz="914400" rtl="0" eaLnBrk="1" latinLnBrk="0" hangingPunct="1">
              <a:lnSpc>
                <a:spcPct val="100000"/>
              </a:lnSpc>
              <a:spcBef>
                <a:spcPts val="0"/>
              </a:spcBef>
              <a:spcAft>
                <a:spcPts val="600"/>
              </a:spcAft>
              <a:buClr>
                <a:schemeClr val="accent1"/>
              </a:buClr>
              <a:buFont typeface="Wingdings" panose="05000000000000000000" pitchFamily="2" charset="2"/>
              <a:buNone/>
              <a:defRPr sz="2000" kern="1200" baseline="0">
                <a:solidFill>
                  <a:schemeClr val="tx1"/>
                </a:solidFill>
                <a:latin typeface="Ubuntu" panose="020B0504030602030204" pitchFamily="34" charset="0"/>
                <a:ea typeface="+mn-ea"/>
                <a:cs typeface="+mn-cs"/>
              </a:defRPr>
            </a:lvl2pPr>
            <a:lvl3pPr marL="914400" indent="0" algn="ctr" defTabSz="914400" rtl="0" eaLnBrk="1" latinLnBrk="0" hangingPunct="1">
              <a:lnSpc>
                <a:spcPct val="100000"/>
              </a:lnSpc>
              <a:spcBef>
                <a:spcPts val="0"/>
              </a:spcBef>
              <a:spcAft>
                <a:spcPts val="600"/>
              </a:spcAft>
              <a:buClr>
                <a:schemeClr val="accent2"/>
              </a:buClr>
              <a:buFont typeface="Arial" panose="020B0604020202020204" pitchFamily="34" charset="0"/>
              <a:buNone/>
              <a:defRPr sz="1800" kern="1200" baseline="0">
                <a:solidFill>
                  <a:schemeClr val="tx1"/>
                </a:solidFill>
                <a:latin typeface="Ubuntu" panose="020B0504030602030204" pitchFamily="34" charset="0"/>
                <a:ea typeface="+mn-ea"/>
                <a:cs typeface="+mn-cs"/>
              </a:defRPr>
            </a:lvl3pPr>
            <a:lvl4pPr marL="1371600" indent="0" algn="ctr" defTabSz="914400" rtl="0" eaLnBrk="1" latinLnBrk="0" hangingPunct="1">
              <a:lnSpc>
                <a:spcPct val="100000"/>
              </a:lnSpc>
              <a:spcBef>
                <a:spcPts val="0"/>
              </a:spcBef>
              <a:spcAft>
                <a:spcPts val="600"/>
              </a:spcAft>
              <a:buClr>
                <a:schemeClr val="tx1"/>
              </a:buClr>
              <a:buFont typeface="Ubuntu" panose="020B0504030602030204" pitchFamily="34" charset="0"/>
              <a:buNone/>
              <a:defRPr sz="1600" kern="1200" baseline="0">
                <a:solidFill>
                  <a:schemeClr val="tx1"/>
                </a:solidFill>
                <a:latin typeface="Ubuntu" panose="020B0504030602030204" pitchFamily="34" charset="0"/>
                <a:ea typeface="+mn-ea"/>
                <a:cs typeface="+mn-cs"/>
              </a:defRPr>
            </a:lvl4pPr>
            <a:lvl5pPr marL="1828800" indent="0" algn="ctr"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baseline="0">
                <a:solidFill>
                  <a:schemeClr val="tx1"/>
                </a:solidFill>
                <a:latin typeface="Ubuntu" panose="020B050403060203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April-2025</a:t>
            </a:r>
          </a:p>
        </p:txBody>
      </p:sp>
      <p:sp>
        <p:nvSpPr>
          <p:cNvPr id="16" name="Freeform: Shape 15">
            <a:extLst>
              <a:ext uri="{FF2B5EF4-FFF2-40B4-BE49-F238E27FC236}">
                <a16:creationId xmlns:a16="http://schemas.microsoft.com/office/drawing/2014/main" id="{94BC40A8-6EF0-89EA-9B54-7AF72BF22B10}"/>
              </a:ext>
            </a:extLst>
          </p:cNvPr>
          <p:cNvSpPr>
            <a:spLocks noChangeAspect="1"/>
          </p:cNvSpPr>
          <p:nvPr/>
        </p:nvSpPr>
        <p:spPr>
          <a:xfrm rot="13950190">
            <a:off x="1423243" y="172591"/>
            <a:ext cx="12000656" cy="7484434"/>
          </a:xfrm>
          <a:custGeom>
            <a:avLst/>
            <a:gdLst>
              <a:gd name="connsiteX0" fmla="*/ 5616388 w 12000656"/>
              <a:gd name="connsiteY0" fmla="*/ 4076496 h 7484434"/>
              <a:gd name="connsiteX1" fmla="*/ 5441159 w 12000656"/>
              <a:gd name="connsiteY1" fmla="*/ 4078236 h 7484434"/>
              <a:gd name="connsiteX2" fmla="*/ 5352655 w 12000656"/>
              <a:gd name="connsiteY2" fmla="*/ 4046118 h 7484434"/>
              <a:gd name="connsiteX3" fmla="*/ 4177141 w 12000656"/>
              <a:gd name="connsiteY3" fmla="*/ 3513781 h 7484434"/>
              <a:gd name="connsiteX4" fmla="*/ 906491 w 12000656"/>
              <a:gd name="connsiteY4" fmla="*/ 5968172 h 7484434"/>
              <a:gd name="connsiteX5" fmla="*/ 57699 w 12000656"/>
              <a:gd name="connsiteY5" fmla="*/ 7484434 h 7484434"/>
              <a:gd name="connsiteX6" fmla="*/ 0 w 12000656"/>
              <a:gd name="connsiteY6" fmla="*/ 7464605 h 7484434"/>
              <a:gd name="connsiteX7" fmla="*/ 857901 w 12000656"/>
              <a:gd name="connsiteY7" fmla="*/ 5930038 h 7484434"/>
              <a:gd name="connsiteX8" fmla="*/ 2136401 w 12000656"/>
              <a:gd name="connsiteY8" fmla="*/ 4610553 h 7484434"/>
              <a:gd name="connsiteX9" fmla="*/ 4166512 w 12000656"/>
              <a:gd name="connsiteY9" fmla="*/ 3449714 h 7484434"/>
              <a:gd name="connsiteX10" fmla="*/ 4178658 w 12000656"/>
              <a:gd name="connsiteY10" fmla="*/ 3445137 h 7484434"/>
              <a:gd name="connsiteX11" fmla="*/ 4190806 w 12000656"/>
              <a:gd name="connsiteY11" fmla="*/ 3451239 h 7484434"/>
              <a:gd name="connsiteX12" fmla="*/ 5364052 w 12000656"/>
              <a:gd name="connsiteY12" fmla="*/ 3984648 h 7484434"/>
              <a:gd name="connsiteX13" fmla="*/ 9608800 w 12000656"/>
              <a:gd name="connsiteY13" fmla="*/ 3884388 h 7484434"/>
              <a:gd name="connsiteX14" fmla="*/ 9351875 w 12000656"/>
              <a:gd name="connsiteY14" fmla="*/ 4152929 h 7484434"/>
              <a:gd name="connsiteX15" fmla="*/ 8090797 w 12000656"/>
              <a:gd name="connsiteY15" fmla="*/ 4575498 h 7484434"/>
              <a:gd name="connsiteX16" fmla="*/ 7882268 w 12000656"/>
              <a:gd name="connsiteY16" fmla="*/ 4582298 h 7484434"/>
              <a:gd name="connsiteX17" fmla="*/ 7901712 w 12000656"/>
              <a:gd name="connsiteY17" fmla="*/ 4518763 h 7484434"/>
              <a:gd name="connsiteX18" fmla="*/ 8079831 w 12000656"/>
              <a:gd name="connsiteY18" fmla="*/ 4513191 h 7484434"/>
              <a:gd name="connsiteX19" fmla="*/ 9312396 w 12000656"/>
              <a:gd name="connsiteY19" fmla="*/ 4104115 h 7484434"/>
              <a:gd name="connsiteX20" fmla="*/ 9728440 w 12000656"/>
              <a:gd name="connsiteY20" fmla="*/ 2005146 h 7484434"/>
              <a:gd name="connsiteX21" fmla="*/ 9972903 w 12000656"/>
              <a:gd name="connsiteY21" fmla="*/ 269224 h 7484434"/>
              <a:gd name="connsiteX22" fmla="*/ 11782845 w 12000656"/>
              <a:gd name="connsiteY22" fmla="*/ 11428 h 7484434"/>
              <a:gd name="connsiteX23" fmla="*/ 11772217 w 12000656"/>
              <a:gd name="connsiteY23" fmla="*/ 72445 h 7484434"/>
              <a:gd name="connsiteX24" fmla="*/ 10013901 w 12000656"/>
              <a:gd name="connsiteY24" fmla="*/ 314987 h 7484434"/>
              <a:gd name="connsiteX25" fmla="*/ 9787657 w 12000656"/>
              <a:gd name="connsiteY25" fmla="*/ 1989892 h 7484434"/>
              <a:gd name="connsiteX26" fmla="*/ 9863577 w 12000656"/>
              <a:gd name="connsiteY26" fmla="*/ 3306325 h 7484434"/>
              <a:gd name="connsiteX27" fmla="*/ 9608800 w 12000656"/>
              <a:gd name="connsiteY27" fmla="*/ 3884388 h 7484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00656" h="7484434">
                <a:moveTo>
                  <a:pt x="5616388" y="4076496"/>
                </a:moveTo>
                <a:lnTo>
                  <a:pt x="5441159" y="4078236"/>
                </a:lnTo>
                <a:lnTo>
                  <a:pt x="5352655" y="4046118"/>
                </a:lnTo>
                <a:cubicBezTo>
                  <a:pt x="4966689" y="3897256"/>
                  <a:pt x="4572876" y="3719140"/>
                  <a:pt x="4177141" y="3513781"/>
                </a:cubicBezTo>
                <a:cubicBezTo>
                  <a:pt x="2509929" y="4162081"/>
                  <a:pt x="1478929" y="5206992"/>
                  <a:pt x="906491" y="5968172"/>
                </a:cubicBezTo>
                <a:cubicBezTo>
                  <a:pt x="286980" y="6794946"/>
                  <a:pt x="59219" y="7476807"/>
                  <a:pt x="57699" y="7484434"/>
                </a:cubicBezTo>
                <a:lnTo>
                  <a:pt x="0" y="7464605"/>
                </a:lnTo>
                <a:cubicBezTo>
                  <a:pt x="1519" y="7456976"/>
                  <a:pt x="232317" y="6765964"/>
                  <a:pt x="857901" y="5930038"/>
                </a:cubicBezTo>
                <a:cubicBezTo>
                  <a:pt x="1225356" y="5438854"/>
                  <a:pt x="1655065" y="4994957"/>
                  <a:pt x="2136401" y="4610553"/>
                </a:cubicBezTo>
                <a:cubicBezTo>
                  <a:pt x="2737690" y="4128523"/>
                  <a:pt x="3420974" y="3738016"/>
                  <a:pt x="4166512" y="3449714"/>
                </a:cubicBezTo>
                <a:lnTo>
                  <a:pt x="4178658" y="3445137"/>
                </a:lnTo>
                <a:lnTo>
                  <a:pt x="4190806" y="3451239"/>
                </a:lnTo>
                <a:cubicBezTo>
                  <a:pt x="4585972" y="3657169"/>
                  <a:pt x="4979002" y="3835643"/>
                  <a:pt x="5364052" y="3984648"/>
                </a:cubicBezTo>
                <a:close/>
                <a:moveTo>
                  <a:pt x="9608800" y="3884388"/>
                </a:moveTo>
                <a:cubicBezTo>
                  <a:pt x="9536076" y="3983823"/>
                  <a:pt x="9450381" y="4073417"/>
                  <a:pt x="9351875" y="4152929"/>
                </a:cubicBezTo>
                <a:cubicBezTo>
                  <a:pt x="9043970" y="4400188"/>
                  <a:pt x="8615743" y="4542339"/>
                  <a:pt x="8090797" y="4575498"/>
                </a:cubicBezTo>
                <a:lnTo>
                  <a:pt x="7882268" y="4582298"/>
                </a:lnTo>
                <a:lnTo>
                  <a:pt x="7901712" y="4518763"/>
                </a:lnTo>
                <a:lnTo>
                  <a:pt x="8079831" y="4513191"/>
                </a:lnTo>
                <a:cubicBezTo>
                  <a:pt x="8594169" y="4481450"/>
                  <a:pt x="9012463" y="4343367"/>
                  <a:pt x="9312396" y="4104115"/>
                </a:cubicBezTo>
                <a:cubicBezTo>
                  <a:pt x="9833210" y="3687678"/>
                  <a:pt x="9975940" y="2961579"/>
                  <a:pt x="9728440" y="2005146"/>
                </a:cubicBezTo>
                <a:cubicBezTo>
                  <a:pt x="9515863" y="1187524"/>
                  <a:pt x="9597857" y="603289"/>
                  <a:pt x="9972903" y="269224"/>
                </a:cubicBezTo>
                <a:cubicBezTo>
                  <a:pt x="10331247" y="-51113"/>
                  <a:pt x="11482959" y="44225"/>
                  <a:pt x="11782845" y="11428"/>
                </a:cubicBezTo>
                <a:cubicBezTo>
                  <a:pt x="12082731" y="-21369"/>
                  <a:pt x="12067042" y="21852"/>
                  <a:pt x="11772217" y="72445"/>
                </a:cubicBezTo>
                <a:cubicBezTo>
                  <a:pt x="11477393" y="123037"/>
                  <a:pt x="10442092" y="-66367"/>
                  <a:pt x="10013901" y="314987"/>
                </a:cubicBezTo>
                <a:cubicBezTo>
                  <a:pt x="9658594" y="632273"/>
                  <a:pt x="9582673" y="1196676"/>
                  <a:pt x="9787657" y="1989892"/>
                </a:cubicBezTo>
                <a:cubicBezTo>
                  <a:pt x="9918240" y="2494803"/>
                  <a:pt x="9944054" y="2937173"/>
                  <a:pt x="9863577" y="3306325"/>
                </a:cubicBezTo>
                <a:cubicBezTo>
                  <a:pt x="9815179" y="3525603"/>
                  <a:pt x="9730006" y="3718663"/>
                  <a:pt x="9608800" y="3884388"/>
                </a:cubicBezTo>
                <a:close/>
              </a:path>
            </a:pathLst>
          </a:custGeom>
          <a:gradFill>
            <a:gsLst>
              <a:gs pos="100000">
                <a:schemeClr val="accent2">
                  <a:alpha val="100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sp>
        <p:nvSpPr>
          <p:cNvPr id="11" name="Title 10">
            <a:extLst>
              <a:ext uri="{FF2B5EF4-FFF2-40B4-BE49-F238E27FC236}">
                <a16:creationId xmlns:a16="http://schemas.microsoft.com/office/drawing/2014/main" id="{CE5626D2-4B84-6929-D4F9-1F67489262B8}"/>
              </a:ext>
            </a:extLst>
          </p:cNvPr>
          <p:cNvSpPr>
            <a:spLocks noGrp="1"/>
          </p:cNvSpPr>
          <p:nvPr>
            <p:ph type="ctrTitle"/>
          </p:nvPr>
        </p:nvSpPr>
        <p:spPr>
          <a:xfrm>
            <a:off x="404811" y="1927185"/>
            <a:ext cx="10985149" cy="2123658"/>
          </a:xfrm>
        </p:spPr>
        <p:txBody>
          <a:bodyPr/>
          <a:lstStyle/>
          <a:p>
            <a:r>
              <a:rPr lang="en-GB"/>
              <a:t>Beazley </a:t>
            </a:r>
            <a:br>
              <a:rPr lang="en-GB"/>
            </a:br>
            <a:r>
              <a:rPr lang="en-GB" sz="4800"/>
              <a:t>gpas and Billing </a:t>
            </a:r>
            <a:br>
              <a:rPr lang="en-GB" sz="4800"/>
            </a:br>
            <a:r>
              <a:rPr lang="en-GB" sz="2400"/>
              <a:t>PO Capacity &amp; </a:t>
            </a:r>
            <a:r>
              <a:rPr lang="en-GB" sz="2400" err="1"/>
              <a:t>ba</a:t>
            </a:r>
            <a:r>
              <a:rPr lang="en-GB" sz="2400"/>
              <a:t> support</a:t>
            </a:r>
            <a:endParaRPr lang="en-GB"/>
          </a:p>
        </p:txBody>
      </p:sp>
    </p:spTree>
    <p:extLst>
      <p:ext uri="{BB962C8B-B14F-4D97-AF65-F5344CB8AC3E}">
        <p14:creationId xmlns:p14="http://schemas.microsoft.com/office/powerpoint/2010/main" val="1923745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Arrow: Curved Down 32">
            <a:extLst>
              <a:ext uri="{FF2B5EF4-FFF2-40B4-BE49-F238E27FC236}">
                <a16:creationId xmlns:a16="http://schemas.microsoft.com/office/drawing/2014/main" id="{3868DBCD-37D4-9B8A-E38E-88788A64E63D}"/>
              </a:ext>
            </a:extLst>
          </p:cNvPr>
          <p:cNvSpPr/>
          <p:nvPr/>
        </p:nvSpPr>
        <p:spPr>
          <a:xfrm rot="5882374">
            <a:off x="9154920" y="3108259"/>
            <a:ext cx="1511928" cy="534155"/>
          </a:xfrm>
          <a:prstGeom prst="curvedDownArrow">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9" name="Right Brace 38">
            <a:extLst>
              <a:ext uri="{FF2B5EF4-FFF2-40B4-BE49-F238E27FC236}">
                <a16:creationId xmlns:a16="http://schemas.microsoft.com/office/drawing/2014/main" id="{535B46E2-FE8F-9A62-47E6-92D2258ACF8A}"/>
              </a:ext>
            </a:extLst>
          </p:cNvPr>
          <p:cNvSpPr/>
          <p:nvPr/>
        </p:nvSpPr>
        <p:spPr>
          <a:xfrm rot="16200000">
            <a:off x="4965596" y="-3592147"/>
            <a:ext cx="418829" cy="1006465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4" name="Rectangle: Rounded Corners 3">
            <a:extLst>
              <a:ext uri="{FF2B5EF4-FFF2-40B4-BE49-F238E27FC236}">
                <a16:creationId xmlns:a16="http://schemas.microsoft.com/office/drawing/2014/main" id="{8BA5DD0B-3F4D-D29F-34CD-C52EAED6A6AB}"/>
              </a:ext>
            </a:extLst>
          </p:cNvPr>
          <p:cNvSpPr/>
          <p:nvPr/>
        </p:nvSpPr>
        <p:spPr>
          <a:xfrm>
            <a:off x="2455843" y="2356714"/>
            <a:ext cx="1294647" cy="439092"/>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t>Shere</a:t>
            </a:r>
          </a:p>
        </p:txBody>
      </p:sp>
      <p:sp>
        <p:nvSpPr>
          <p:cNvPr id="5" name="Rectangle: Rounded Corners 4">
            <a:extLst>
              <a:ext uri="{FF2B5EF4-FFF2-40B4-BE49-F238E27FC236}">
                <a16:creationId xmlns:a16="http://schemas.microsoft.com/office/drawing/2014/main" id="{066C7B44-BC71-7753-3D54-2938CED702C4}"/>
              </a:ext>
            </a:extLst>
          </p:cNvPr>
          <p:cNvSpPr/>
          <p:nvPr/>
        </p:nvSpPr>
        <p:spPr>
          <a:xfrm>
            <a:off x="5879375" y="3717068"/>
            <a:ext cx="1294647" cy="303288"/>
          </a:xfrm>
          <a:prstGeom prst="roundRect">
            <a:avLst/>
          </a:prstGeom>
          <a:solidFill>
            <a:srgbClr val="FF66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t>Oscar</a:t>
            </a:r>
          </a:p>
        </p:txBody>
      </p:sp>
      <p:sp>
        <p:nvSpPr>
          <p:cNvPr id="6" name="Rectangle: Rounded Corners 5">
            <a:extLst>
              <a:ext uri="{FF2B5EF4-FFF2-40B4-BE49-F238E27FC236}">
                <a16:creationId xmlns:a16="http://schemas.microsoft.com/office/drawing/2014/main" id="{E4F84E78-FAFF-A8DF-879F-FA1CB4E41456}"/>
              </a:ext>
            </a:extLst>
          </p:cNvPr>
          <p:cNvSpPr/>
          <p:nvPr/>
        </p:nvSpPr>
        <p:spPr>
          <a:xfrm>
            <a:off x="5879376" y="4165094"/>
            <a:ext cx="1294647" cy="303288"/>
          </a:xfrm>
          <a:prstGeom prst="roundRect">
            <a:avLst/>
          </a:prstGeom>
          <a:solidFill>
            <a:srgbClr val="FF66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dirty="0"/>
              <a:t>Yasmeen</a:t>
            </a:r>
          </a:p>
        </p:txBody>
      </p:sp>
      <p:sp>
        <p:nvSpPr>
          <p:cNvPr id="7" name="Rectangle: Rounded Corners 6">
            <a:extLst>
              <a:ext uri="{FF2B5EF4-FFF2-40B4-BE49-F238E27FC236}">
                <a16:creationId xmlns:a16="http://schemas.microsoft.com/office/drawing/2014/main" id="{8DD14235-5BDA-5249-E6CF-0A544D8374EC}"/>
              </a:ext>
            </a:extLst>
          </p:cNvPr>
          <p:cNvSpPr/>
          <p:nvPr/>
        </p:nvSpPr>
        <p:spPr>
          <a:xfrm>
            <a:off x="5879376" y="4613120"/>
            <a:ext cx="1294647" cy="303288"/>
          </a:xfrm>
          <a:prstGeom prst="roundRect">
            <a:avLst/>
          </a:prstGeom>
          <a:solidFill>
            <a:srgbClr val="FF66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t>Juliette</a:t>
            </a:r>
          </a:p>
        </p:txBody>
      </p:sp>
      <p:sp>
        <p:nvSpPr>
          <p:cNvPr id="8" name="Rectangle: Rounded Corners 7">
            <a:extLst>
              <a:ext uri="{FF2B5EF4-FFF2-40B4-BE49-F238E27FC236}">
                <a16:creationId xmlns:a16="http://schemas.microsoft.com/office/drawing/2014/main" id="{B5F8E3E9-B16D-5DC0-8663-C8C73DB850CD}"/>
              </a:ext>
            </a:extLst>
          </p:cNvPr>
          <p:cNvSpPr/>
          <p:nvPr/>
        </p:nvSpPr>
        <p:spPr>
          <a:xfrm>
            <a:off x="5879374" y="2356714"/>
            <a:ext cx="1294647" cy="439092"/>
          </a:xfrm>
          <a:prstGeom prst="roundRect">
            <a:avLst/>
          </a:prstGeom>
          <a:solidFill>
            <a:srgbClr val="FF66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t>Kim</a:t>
            </a:r>
          </a:p>
          <a:p>
            <a:pPr algn="ctr"/>
            <a:r>
              <a:rPr lang="en-GB" sz="1100" b="1"/>
              <a:t>Kerstin</a:t>
            </a:r>
          </a:p>
        </p:txBody>
      </p:sp>
      <p:sp>
        <p:nvSpPr>
          <p:cNvPr id="24" name="Rectangle: Rounded Corners 23">
            <a:extLst>
              <a:ext uri="{FF2B5EF4-FFF2-40B4-BE49-F238E27FC236}">
                <a16:creationId xmlns:a16="http://schemas.microsoft.com/office/drawing/2014/main" id="{EED867C1-3D11-536E-8497-753682015266}"/>
              </a:ext>
            </a:extLst>
          </p:cNvPr>
          <p:cNvSpPr/>
          <p:nvPr/>
        </p:nvSpPr>
        <p:spPr>
          <a:xfrm>
            <a:off x="5879375" y="5061146"/>
            <a:ext cx="1294647" cy="303288"/>
          </a:xfrm>
          <a:prstGeom prst="roundRect">
            <a:avLst/>
          </a:prstGeom>
          <a:solidFill>
            <a:srgbClr val="FF66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t>Manuel</a:t>
            </a:r>
          </a:p>
        </p:txBody>
      </p:sp>
      <p:sp>
        <p:nvSpPr>
          <p:cNvPr id="29" name="Rectangle: Rounded Corners 28">
            <a:extLst>
              <a:ext uri="{FF2B5EF4-FFF2-40B4-BE49-F238E27FC236}">
                <a16:creationId xmlns:a16="http://schemas.microsoft.com/office/drawing/2014/main" id="{AEFD9576-67F1-11D9-7CE8-478B3E01AF4C}"/>
              </a:ext>
            </a:extLst>
          </p:cNvPr>
          <p:cNvSpPr/>
          <p:nvPr/>
        </p:nvSpPr>
        <p:spPr>
          <a:xfrm>
            <a:off x="2455846" y="3717068"/>
            <a:ext cx="1294647" cy="303288"/>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t>Stuart</a:t>
            </a:r>
          </a:p>
        </p:txBody>
      </p:sp>
      <p:sp>
        <p:nvSpPr>
          <p:cNvPr id="30" name="Rectangle: Rounded Corners 29">
            <a:extLst>
              <a:ext uri="{FF2B5EF4-FFF2-40B4-BE49-F238E27FC236}">
                <a16:creationId xmlns:a16="http://schemas.microsoft.com/office/drawing/2014/main" id="{84FF66CB-0CD1-2294-7795-5986E56D517E}"/>
              </a:ext>
            </a:extLst>
          </p:cNvPr>
          <p:cNvSpPr/>
          <p:nvPr/>
        </p:nvSpPr>
        <p:spPr>
          <a:xfrm>
            <a:off x="2455846" y="4161224"/>
            <a:ext cx="1294647" cy="303288"/>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t>Sapna</a:t>
            </a:r>
          </a:p>
        </p:txBody>
      </p:sp>
      <p:sp>
        <p:nvSpPr>
          <p:cNvPr id="31" name="Rectangle: Rounded Corners 30">
            <a:extLst>
              <a:ext uri="{FF2B5EF4-FFF2-40B4-BE49-F238E27FC236}">
                <a16:creationId xmlns:a16="http://schemas.microsoft.com/office/drawing/2014/main" id="{36718F83-A39E-ED60-1BCD-8D2264440D69}"/>
              </a:ext>
            </a:extLst>
          </p:cNvPr>
          <p:cNvSpPr/>
          <p:nvPr/>
        </p:nvSpPr>
        <p:spPr>
          <a:xfrm>
            <a:off x="2455845" y="4605380"/>
            <a:ext cx="1294647" cy="303288"/>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t>Wayne</a:t>
            </a:r>
          </a:p>
        </p:txBody>
      </p:sp>
      <p:sp>
        <p:nvSpPr>
          <p:cNvPr id="32" name="Rectangle: Rounded Corners 31">
            <a:extLst>
              <a:ext uri="{FF2B5EF4-FFF2-40B4-BE49-F238E27FC236}">
                <a16:creationId xmlns:a16="http://schemas.microsoft.com/office/drawing/2014/main" id="{8027DA90-D6B0-971A-8501-289D3DDEEDC7}"/>
              </a:ext>
            </a:extLst>
          </p:cNvPr>
          <p:cNvSpPr/>
          <p:nvPr/>
        </p:nvSpPr>
        <p:spPr>
          <a:xfrm>
            <a:off x="2455844" y="5061146"/>
            <a:ext cx="1294647" cy="303288"/>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t>Sheila</a:t>
            </a:r>
          </a:p>
        </p:txBody>
      </p:sp>
      <p:sp>
        <p:nvSpPr>
          <p:cNvPr id="23" name="TextBox 22">
            <a:extLst>
              <a:ext uri="{FF2B5EF4-FFF2-40B4-BE49-F238E27FC236}">
                <a16:creationId xmlns:a16="http://schemas.microsoft.com/office/drawing/2014/main" id="{BF19FA62-C78F-BCF9-C2E5-93849BF20087}"/>
              </a:ext>
            </a:extLst>
          </p:cNvPr>
          <p:cNvSpPr txBox="1"/>
          <p:nvPr/>
        </p:nvSpPr>
        <p:spPr>
          <a:xfrm>
            <a:off x="214696" y="3717068"/>
            <a:ext cx="2082610" cy="2021066"/>
          </a:xfrm>
          <a:prstGeom prst="rect">
            <a:avLst/>
          </a:prstGeom>
          <a:noFill/>
        </p:spPr>
        <p:txBody>
          <a:bodyPr wrap="square" rtlCol="0">
            <a:spAutoFit/>
          </a:bodyPr>
          <a:lstStyle/>
          <a:p>
            <a:pPr marL="171450" marR="0" lvl="0" indent="-171450" fontAlgn="auto">
              <a:spcAft>
                <a:spcPts val="200"/>
              </a:spcAft>
              <a:buClr>
                <a:schemeClr val="accent1"/>
              </a:buClr>
              <a:buSzTx/>
              <a:buFont typeface="Arial" panose="020B0604020202020204" pitchFamily="34" charset="0"/>
              <a:buChar char="•"/>
              <a:tabLst/>
              <a:defRPr/>
            </a:pPr>
            <a:r>
              <a:rPr lang="en-US" sz="800"/>
              <a:t>Preparedness to Workshop topics.</a:t>
            </a:r>
          </a:p>
          <a:p>
            <a:pPr marL="171450" marR="0" lvl="0" indent="-171450" fontAlgn="auto">
              <a:spcAft>
                <a:spcPts val="200"/>
              </a:spcAft>
              <a:buClr>
                <a:schemeClr val="accent1"/>
              </a:buClr>
              <a:buSzTx/>
              <a:buFont typeface="Arial" panose="020B0604020202020204" pitchFamily="34" charset="0"/>
              <a:buChar char="•"/>
              <a:tabLst/>
              <a:defRPr/>
            </a:pPr>
            <a:r>
              <a:rPr lang="en-US" sz="800"/>
              <a:t>Facilitate &amp; Deep-dive into Business Requirements.</a:t>
            </a:r>
          </a:p>
          <a:p>
            <a:pPr marL="171450" marR="0" lvl="0" indent="-171450" fontAlgn="auto">
              <a:spcAft>
                <a:spcPts val="200"/>
              </a:spcAft>
              <a:buClr>
                <a:schemeClr val="accent1"/>
              </a:buClr>
              <a:buSzTx/>
              <a:buFont typeface="Arial" panose="020B0604020202020204" pitchFamily="34" charset="0"/>
              <a:buChar char="•"/>
              <a:tabLst/>
              <a:defRPr/>
            </a:pPr>
            <a:r>
              <a:rPr lang="en-US" sz="800"/>
              <a:t>Understand detailed business process.</a:t>
            </a:r>
          </a:p>
          <a:p>
            <a:pPr marL="171450" indent="-171450">
              <a:spcAft>
                <a:spcPts val="200"/>
              </a:spcAft>
              <a:buClr>
                <a:schemeClr val="accent1"/>
              </a:buClr>
              <a:buFont typeface="Arial" panose="020B0604020202020204" pitchFamily="34" charset="0"/>
              <a:buChar char="•"/>
              <a:defRPr/>
            </a:pPr>
            <a:r>
              <a:rPr lang="en-US" sz="800"/>
              <a:t>Demonstrate OOTB functionality.</a:t>
            </a:r>
          </a:p>
          <a:p>
            <a:pPr marL="171450" marR="0" lvl="0" indent="-171450" fontAlgn="auto">
              <a:spcAft>
                <a:spcPts val="200"/>
              </a:spcAft>
              <a:buClr>
                <a:schemeClr val="accent1"/>
              </a:buClr>
              <a:buSzTx/>
              <a:buFont typeface="Arial" panose="020B0604020202020204" pitchFamily="34" charset="0"/>
              <a:buChar char="•"/>
              <a:tabLst/>
              <a:defRPr/>
            </a:pPr>
            <a:r>
              <a:rPr lang="en-US" sz="800"/>
              <a:t>Identify areas of system change.</a:t>
            </a:r>
          </a:p>
          <a:p>
            <a:pPr marL="171450" marR="0" lvl="0" indent="-171450" fontAlgn="auto">
              <a:spcAft>
                <a:spcPts val="200"/>
              </a:spcAft>
              <a:buClr>
                <a:schemeClr val="accent1"/>
              </a:buClr>
              <a:buSzTx/>
              <a:buFont typeface="Arial" panose="020B0604020202020204" pitchFamily="34" charset="0"/>
              <a:buChar char="•"/>
              <a:tabLst/>
              <a:defRPr/>
            </a:pPr>
            <a:r>
              <a:rPr lang="en-US" sz="800"/>
              <a:t>Identify dependencies &amp; impacted systems.</a:t>
            </a:r>
          </a:p>
          <a:p>
            <a:pPr marL="171450" marR="0" lvl="0" indent="-171450" fontAlgn="auto">
              <a:spcAft>
                <a:spcPts val="200"/>
              </a:spcAft>
              <a:buClr>
                <a:schemeClr val="accent1"/>
              </a:buClr>
              <a:buSzTx/>
              <a:buFont typeface="Arial" panose="020B0604020202020204" pitchFamily="34" charset="0"/>
              <a:buChar char="•"/>
              <a:tabLst/>
              <a:defRPr/>
            </a:pPr>
            <a:r>
              <a:rPr lang="en-US" sz="800"/>
              <a:t>Capture requirements; Key decision, Actions &amp; Parking lot items.</a:t>
            </a:r>
          </a:p>
          <a:p>
            <a:pPr marL="171450" marR="0" lvl="0" indent="-171450" fontAlgn="auto">
              <a:spcAft>
                <a:spcPts val="200"/>
              </a:spcAft>
              <a:buClr>
                <a:schemeClr val="accent1"/>
              </a:buClr>
              <a:buSzTx/>
              <a:buFont typeface="Arial" panose="020B0604020202020204" pitchFamily="34" charset="0"/>
              <a:buChar char="•"/>
              <a:tabLst/>
              <a:defRPr/>
            </a:pPr>
            <a:r>
              <a:rPr lang="en-US" sz="800"/>
              <a:t>Own and close assigned actions in time.</a:t>
            </a:r>
          </a:p>
          <a:p>
            <a:pPr marL="171450" indent="-171450">
              <a:spcAft>
                <a:spcPts val="200"/>
              </a:spcAft>
              <a:buClr>
                <a:schemeClr val="accent1"/>
              </a:buClr>
              <a:buFont typeface="Arial" panose="020B0604020202020204" pitchFamily="34" charset="0"/>
              <a:buChar char="•"/>
              <a:defRPr/>
            </a:pPr>
            <a:r>
              <a:rPr lang="en-US" sz="800"/>
              <a:t>Capture workshop notes, detailed requirements &amp; failover conditions.</a:t>
            </a:r>
          </a:p>
        </p:txBody>
      </p:sp>
      <p:sp>
        <p:nvSpPr>
          <p:cNvPr id="26" name="TextBox 25">
            <a:extLst>
              <a:ext uri="{FF2B5EF4-FFF2-40B4-BE49-F238E27FC236}">
                <a16:creationId xmlns:a16="http://schemas.microsoft.com/office/drawing/2014/main" id="{AD4834E6-8318-04CD-DC68-3623B453052D}"/>
              </a:ext>
            </a:extLst>
          </p:cNvPr>
          <p:cNvSpPr txBox="1"/>
          <p:nvPr/>
        </p:nvSpPr>
        <p:spPr>
          <a:xfrm>
            <a:off x="7294461" y="3717068"/>
            <a:ext cx="2200174" cy="1277273"/>
          </a:xfrm>
          <a:prstGeom prst="rect">
            <a:avLst/>
          </a:prstGeom>
          <a:noFill/>
        </p:spPr>
        <p:txBody>
          <a:bodyPr wrap="square" rtlCol="0">
            <a:spAutoFit/>
          </a:bodyPr>
          <a:lstStyle/>
          <a:p>
            <a:pPr marL="171450" marR="0" lvl="0" indent="-171450" fontAlgn="auto">
              <a:spcAft>
                <a:spcPts val="200"/>
              </a:spcAft>
              <a:buClr>
                <a:schemeClr val="accent1"/>
              </a:buClr>
              <a:buSzTx/>
              <a:buFont typeface="Arial" panose="020B0604020202020204" pitchFamily="34" charset="0"/>
              <a:buChar char="•"/>
              <a:tabLst/>
              <a:defRPr/>
            </a:pPr>
            <a:r>
              <a:rPr lang="en-US" sz="800" dirty="0"/>
              <a:t>Preparedness to Workshop topics.</a:t>
            </a:r>
          </a:p>
          <a:p>
            <a:pPr marL="171450" indent="-171450">
              <a:spcAft>
                <a:spcPts val="200"/>
              </a:spcAft>
              <a:buClr>
                <a:schemeClr val="accent1"/>
              </a:buClr>
              <a:buFont typeface="Arial" panose="020B0604020202020204" pitchFamily="34" charset="0"/>
              <a:buChar char="•"/>
              <a:defRPr/>
            </a:pPr>
            <a:r>
              <a:rPr lang="en-GB" sz="800" dirty="0"/>
              <a:t>Own and bring forward correct topics and requirements and drive actions to closure by due dates.</a:t>
            </a:r>
          </a:p>
          <a:p>
            <a:pPr marL="171450" indent="-171450">
              <a:spcAft>
                <a:spcPts val="200"/>
              </a:spcAft>
              <a:buClr>
                <a:schemeClr val="accent1"/>
              </a:buClr>
              <a:buFont typeface="Arial" panose="020B0604020202020204" pitchFamily="34" charset="0"/>
              <a:buChar char="•"/>
              <a:defRPr/>
            </a:pPr>
            <a:r>
              <a:rPr lang="en-GB" sz="800" dirty="0"/>
              <a:t>Review sprint plans and all User Stories prior to elaboration and validate content (in JIRA) and any dependencies.</a:t>
            </a:r>
          </a:p>
          <a:p>
            <a:pPr marL="171450" indent="-171450">
              <a:spcAft>
                <a:spcPts val="200"/>
              </a:spcAft>
              <a:buClr>
                <a:schemeClr val="accent1"/>
              </a:buClr>
              <a:buFont typeface="Arial" panose="020B0604020202020204" pitchFamily="34" charset="0"/>
              <a:buChar char="•"/>
              <a:defRPr/>
            </a:pPr>
            <a:r>
              <a:rPr lang="en-GB" sz="800" dirty="0"/>
              <a:t>SME's identified by topic and attendance secured in advance.</a:t>
            </a:r>
          </a:p>
        </p:txBody>
      </p:sp>
      <p:sp>
        <p:nvSpPr>
          <p:cNvPr id="27" name="TextBox 26">
            <a:extLst>
              <a:ext uri="{FF2B5EF4-FFF2-40B4-BE49-F238E27FC236}">
                <a16:creationId xmlns:a16="http://schemas.microsoft.com/office/drawing/2014/main" id="{DF28C556-F651-E603-5DAD-DF4F8C285F05}"/>
              </a:ext>
            </a:extLst>
          </p:cNvPr>
          <p:cNvSpPr txBox="1"/>
          <p:nvPr/>
        </p:nvSpPr>
        <p:spPr>
          <a:xfrm>
            <a:off x="3226311" y="5835152"/>
            <a:ext cx="2082168" cy="630942"/>
          </a:xfrm>
          <a:prstGeom prst="rect">
            <a:avLst/>
          </a:prstGeom>
          <a:noFill/>
        </p:spPr>
        <p:txBody>
          <a:bodyPr wrap="square" rtlCol="0">
            <a:spAutoFit/>
          </a:bodyPr>
          <a:lstStyle/>
          <a:p>
            <a:pPr marL="171450" indent="-171450">
              <a:buFont typeface="Arial" panose="020B0604020202020204" pitchFamily="34" charset="0"/>
              <a:buChar char="•"/>
            </a:pPr>
            <a:r>
              <a:rPr lang="en-GB" sz="700"/>
              <a:t>Preparedness to Workshop</a:t>
            </a:r>
          </a:p>
          <a:p>
            <a:pPr marL="171450" indent="-171450">
              <a:buFont typeface="Arial" panose="020B0604020202020204" pitchFamily="34" charset="0"/>
              <a:buChar char="•"/>
            </a:pPr>
            <a:r>
              <a:rPr lang="en-GB" sz="700"/>
              <a:t>Active Participation</a:t>
            </a:r>
          </a:p>
          <a:p>
            <a:pPr marL="171450" indent="-171450">
              <a:buFont typeface="Arial" panose="020B0604020202020204" pitchFamily="34" charset="0"/>
              <a:buChar char="•"/>
            </a:pPr>
            <a:r>
              <a:rPr lang="en-GB" sz="700"/>
              <a:t>Provide detailed Business Requirements</a:t>
            </a:r>
          </a:p>
          <a:p>
            <a:pPr marL="171450" indent="-171450">
              <a:buFont typeface="Arial" panose="020B0604020202020204" pitchFamily="34" charset="0"/>
              <a:buChar char="•"/>
            </a:pPr>
            <a:r>
              <a:rPr lang="en-GB" sz="700"/>
              <a:t>Elaborate Current State Process / rationale</a:t>
            </a:r>
          </a:p>
          <a:p>
            <a:pPr marL="171450" indent="-171450">
              <a:buFont typeface="Arial" panose="020B0604020202020204" pitchFamily="34" charset="0"/>
              <a:buChar char="•"/>
            </a:pPr>
            <a:r>
              <a:rPr lang="en-GB" sz="700"/>
              <a:t>Make decisions quickly</a:t>
            </a:r>
          </a:p>
        </p:txBody>
      </p:sp>
      <p:sp>
        <p:nvSpPr>
          <p:cNvPr id="28" name="TextBox 27">
            <a:extLst>
              <a:ext uri="{FF2B5EF4-FFF2-40B4-BE49-F238E27FC236}">
                <a16:creationId xmlns:a16="http://schemas.microsoft.com/office/drawing/2014/main" id="{41A95F85-F41B-B1AE-E095-E708F66CBECE}"/>
              </a:ext>
            </a:extLst>
          </p:cNvPr>
          <p:cNvSpPr txBox="1"/>
          <p:nvPr/>
        </p:nvSpPr>
        <p:spPr>
          <a:xfrm>
            <a:off x="214696" y="2020659"/>
            <a:ext cx="2456604" cy="1107996"/>
          </a:xfrm>
          <a:prstGeom prst="rect">
            <a:avLst/>
          </a:prstGeom>
          <a:noFill/>
        </p:spPr>
        <p:txBody>
          <a:bodyPr wrap="square" rtlCol="0">
            <a:spAutoFit/>
          </a:bodyPr>
          <a:lstStyle/>
          <a:p>
            <a:pPr marL="171450" marR="0" lvl="0" indent="-171450" fontAlgn="auto">
              <a:spcAft>
                <a:spcPts val="200"/>
              </a:spcAft>
              <a:buClr>
                <a:schemeClr val="accent1"/>
              </a:buClr>
              <a:buSzTx/>
              <a:buFont typeface="Arial" panose="020B0604020202020204" pitchFamily="34" charset="0"/>
              <a:buChar char="•"/>
              <a:tabLst/>
              <a:defRPr/>
            </a:pPr>
            <a:r>
              <a:rPr lang="en-US" sz="800"/>
              <a:t>Coordinate scope of Sprint Elaboration.</a:t>
            </a:r>
          </a:p>
          <a:p>
            <a:pPr marL="171450" indent="-171450">
              <a:spcAft>
                <a:spcPts val="200"/>
              </a:spcAft>
              <a:buClr>
                <a:schemeClr val="accent1"/>
              </a:buClr>
              <a:buFont typeface="Arial" panose="020B0604020202020204" pitchFamily="34" charset="0"/>
              <a:buChar char="•"/>
              <a:defRPr/>
            </a:pPr>
            <a:r>
              <a:rPr lang="en-US" sz="800"/>
              <a:t>Drive the Elaboration plan / delivery.</a:t>
            </a:r>
          </a:p>
          <a:p>
            <a:pPr marL="171450" indent="-171450">
              <a:spcAft>
                <a:spcPts val="200"/>
              </a:spcAft>
              <a:buClr>
                <a:schemeClr val="accent1"/>
              </a:buClr>
              <a:buFont typeface="Arial" panose="020B0604020202020204" pitchFamily="34" charset="0"/>
              <a:buChar char="•"/>
              <a:defRPr/>
            </a:pPr>
            <a:r>
              <a:rPr lang="en-US" sz="800"/>
              <a:t>Updated Sprint Plan.</a:t>
            </a:r>
          </a:p>
          <a:p>
            <a:pPr marL="171450" indent="-171450">
              <a:spcAft>
                <a:spcPts val="200"/>
              </a:spcAft>
              <a:buClr>
                <a:schemeClr val="accent1"/>
              </a:buClr>
              <a:buFont typeface="Arial" panose="020B0604020202020204" pitchFamily="34" charset="0"/>
              <a:buChar char="•"/>
              <a:defRPr/>
            </a:pPr>
            <a:r>
              <a:rPr lang="en-US" sz="800"/>
              <a:t>Elaboration session Guardrails.</a:t>
            </a:r>
          </a:p>
          <a:p>
            <a:pPr marL="171450" indent="-171450">
              <a:spcAft>
                <a:spcPts val="200"/>
              </a:spcAft>
              <a:buClr>
                <a:schemeClr val="accent1"/>
              </a:buClr>
              <a:buFont typeface="Arial" panose="020B0604020202020204" pitchFamily="34" charset="0"/>
              <a:buChar char="•"/>
              <a:defRPr/>
            </a:pPr>
            <a:r>
              <a:rPr lang="en-US" sz="800"/>
              <a:t>Right Tools  &amp;  Signed-off Backlog.</a:t>
            </a:r>
          </a:p>
          <a:p>
            <a:pPr marL="171450" indent="-171450">
              <a:spcAft>
                <a:spcPts val="200"/>
              </a:spcAft>
              <a:buClr>
                <a:schemeClr val="accent1"/>
              </a:buClr>
              <a:buFont typeface="Arial" panose="020B0604020202020204" pitchFamily="34" charset="0"/>
              <a:buChar char="•"/>
              <a:defRPr/>
            </a:pPr>
            <a:r>
              <a:rPr lang="en-US" sz="800"/>
              <a:t>Preparedness to Workshop topics.</a:t>
            </a:r>
          </a:p>
          <a:p>
            <a:pPr marL="171450" indent="-171450">
              <a:spcAft>
                <a:spcPts val="200"/>
              </a:spcAft>
              <a:buClr>
                <a:schemeClr val="accent1"/>
              </a:buClr>
              <a:buFont typeface="Arial" panose="020B0604020202020204" pitchFamily="34" charset="0"/>
              <a:buChar char="•"/>
              <a:defRPr/>
            </a:pPr>
            <a:r>
              <a:rPr lang="en-US" sz="800"/>
              <a:t>Process during Implementation phase.</a:t>
            </a:r>
          </a:p>
        </p:txBody>
      </p:sp>
      <p:sp>
        <p:nvSpPr>
          <p:cNvPr id="36" name="TextBox 35">
            <a:extLst>
              <a:ext uri="{FF2B5EF4-FFF2-40B4-BE49-F238E27FC236}">
                <a16:creationId xmlns:a16="http://schemas.microsoft.com/office/drawing/2014/main" id="{A170F1CD-B077-CC4E-143F-39F3B847B186}"/>
              </a:ext>
            </a:extLst>
          </p:cNvPr>
          <p:cNvSpPr txBox="1"/>
          <p:nvPr/>
        </p:nvSpPr>
        <p:spPr>
          <a:xfrm>
            <a:off x="7960450" y="3316628"/>
            <a:ext cx="3243773" cy="430887"/>
          </a:xfrm>
          <a:prstGeom prst="rect">
            <a:avLst/>
          </a:prstGeom>
          <a:solidFill>
            <a:schemeClr val="bg1"/>
          </a:solidFill>
        </p:spPr>
        <p:txBody>
          <a:bodyPr wrap="square" rtlCol="0">
            <a:spAutoFit/>
          </a:bodyPr>
          <a:lstStyle/>
          <a:p>
            <a:pPr marL="228600" indent="-228600">
              <a:buFont typeface="+mj-lt"/>
              <a:buAutoNum type="arabicPeriod" startAt="9"/>
            </a:pPr>
            <a:r>
              <a:rPr lang="en-GB" sz="1100">
                <a:solidFill>
                  <a:schemeClr val="accent6"/>
                </a:solidFill>
              </a:rPr>
              <a:t>We shift red items to BAs (requires PO knowledge / experience imparted to BA’s)</a:t>
            </a:r>
          </a:p>
        </p:txBody>
      </p:sp>
      <p:sp>
        <p:nvSpPr>
          <p:cNvPr id="38" name="TextBox 37">
            <a:extLst>
              <a:ext uri="{FF2B5EF4-FFF2-40B4-BE49-F238E27FC236}">
                <a16:creationId xmlns:a16="http://schemas.microsoft.com/office/drawing/2014/main" id="{10AAAE12-4571-DE0E-1671-3E9F0D0B3EDD}"/>
              </a:ext>
            </a:extLst>
          </p:cNvPr>
          <p:cNvSpPr txBox="1"/>
          <p:nvPr/>
        </p:nvSpPr>
        <p:spPr>
          <a:xfrm>
            <a:off x="2538393" y="1007138"/>
            <a:ext cx="5151052" cy="1107996"/>
          </a:xfrm>
          <a:prstGeom prst="rect">
            <a:avLst/>
          </a:prstGeom>
          <a:solidFill>
            <a:schemeClr val="bg1"/>
          </a:solidFill>
        </p:spPr>
        <p:txBody>
          <a:bodyPr wrap="square" rtlCol="0">
            <a:spAutoFit/>
          </a:bodyPr>
          <a:lstStyle/>
          <a:p>
            <a:pPr marL="228600" indent="-228600">
              <a:buFont typeface="+mj-lt"/>
              <a:buAutoNum type="arabicPeriod"/>
            </a:pPr>
            <a:r>
              <a:rPr lang="en-GB" sz="1100">
                <a:solidFill>
                  <a:schemeClr val="accent6"/>
                </a:solidFill>
              </a:rPr>
              <a:t>We mandate consistent attendance and ‘cameras on’ for each Elaboration.</a:t>
            </a:r>
          </a:p>
          <a:p>
            <a:pPr marL="228600" indent="-228600">
              <a:buFont typeface="+mj-lt"/>
              <a:buAutoNum type="arabicPeriod"/>
            </a:pPr>
            <a:r>
              <a:rPr lang="en-GB" sz="1100">
                <a:solidFill>
                  <a:schemeClr val="accent6"/>
                </a:solidFill>
              </a:rPr>
              <a:t>We mandate review of actions on arrival and full completion by due dates.</a:t>
            </a:r>
          </a:p>
          <a:p>
            <a:pPr marL="228600" indent="-228600">
              <a:buFont typeface="+mj-lt"/>
              <a:buAutoNum type="arabicPeriod"/>
            </a:pPr>
            <a:r>
              <a:rPr lang="en-GB" sz="1100">
                <a:solidFill>
                  <a:schemeClr val="accent6"/>
                </a:solidFill>
              </a:rPr>
              <a:t>We capture action iterations / publish defaulters MI.</a:t>
            </a:r>
          </a:p>
          <a:p>
            <a:pPr marL="228600" indent="-228600">
              <a:buFont typeface="+mj-lt"/>
              <a:buAutoNum type="arabicPeriod"/>
            </a:pPr>
            <a:r>
              <a:rPr lang="en-GB" sz="1100">
                <a:solidFill>
                  <a:schemeClr val="accent6"/>
                </a:solidFill>
              </a:rPr>
              <a:t>We capture attendance and publish it weekly.</a:t>
            </a:r>
          </a:p>
          <a:p>
            <a:pPr marL="228600" indent="-228600">
              <a:buFont typeface="+mj-lt"/>
              <a:buAutoNum type="arabicPeriod"/>
            </a:pPr>
            <a:r>
              <a:rPr lang="en-GB" sz="1100">
                <a:solidFill>
                  <a:schemeClr val="accent6"/>
                </a:solidFill>
              </a:rPr>
              <a:t>We put all POs and BAs through GW training.</a:t>
            </a:r>
          </a:p>
          <a:p>
            <a:pPr marL="228600" indent="-228600">
              <a:buFont typeface="+mj-lt"/>
              <a:buAutoNum type="arabicPeriod"/>
            </a:pPr>
            <a:r>
              <a:rPr lang="en-GB" sz="1100">
                <a:solidFill>
                  <a:schemeClr val="accent6"/>
                </a:solidFill>
              </a:rPr>
              <a:t>We publish “One Team” Policy Elaboration Structure.</a:t>
            </a:r>
          </a:p>
        </p:txBody>
      </p:sp>
      <p:sp>
        <p:nvSpPr>
          <p:cNvPr id="22" name="TextBox 21">
            <a:extLst>
              <a:ext uri="{FF2B5EF4-FFF2-40B4-BE49-F238E27FC236}">
                <a16:creationId xmlns:a16="http://schemas.microsoft.com/office/drawing/2014/main" id="{5C36E069-EABE-28D6-78CC-394069D99381}"/>
              </a:ext>
            </a:extLst>
          </p:cNvPr>
          <p:cNvSpPr txBox="1"/>
          <p:nvPr/>
        </p:nvSpPr>
        <p:spPr>
          <a:xfrm>
            <a:off x="7294461" y="1808382"/>
            <a:ext cx="3777927" cy="1554272"/>
          </a:xfrm>
          <a:prstGeom prst="rect">
            <a:avLst/>
          </a:prstGeom>
          <a:noFill/>
        </p:spPr>
        <p:txBody>
          <a:bodyPr wrap="square" rtlCol="0">
            <a:spAutoFit/>
          </a:bodyPr>
          <a:lstStyle/>
          <a:p>
            <a:pPr marL="171450" indent="-171450">
              <a:spcAft>
                <a:spcPts val="200"/>
              </a:spcAft>
              <a:buClr>
                <a:schemeClr val="accent1"/>
              </a:buClr>
              <a:buFont typeface="Arial" panose="020B0604020202020204" pitchFamily="34" charset="0"/>
              <a:buChar char="•"/>
              <a:defRPr/>
            </a:pPr>
            <a:r>
              <a:rPr lang="en-US" sz="800"/>
              <a:t>Understand Release Scope and base Architecture.</a:t>
            </a:r>
          </a:p>
          <a:p>
            <a:pPr marL="171450" indent="-171450">
              <a:spcAft>
                <a:spcPts val="200"/>
              </a:spcAft>
              <a:buClr>
                <a:schemeClr val="accent1"/>
              </a:buClr>
              <a:buFont typeface="Arial" panose="020B0604020202020204" pitchFamily="34" charset="0"/>
              <a:buChar char="•"/>
              <a:defRPr/>
            </a:pPr>
            <a:r>
              <a:rPr lang="en-US" sz="800"/>
              <a:t>Moderate workshops and bring in Right participants.</a:t>
            </a:r>
          </a:p>
          <a:p>
            <a:pPr marL="171450" marR="0" lvl="0" indent="-171450" fontAlgn="auto">
              <a:spcAft>
                <a:spcPts val="200"/>
              </a:spcAft>
              <a:buClr>
                <a:schemeClr val="accent1"/>
              </a:buClr>
              <a:buSzTx/>
              <a:buFont typeface="Arial" panose="020B0604020202020204" pitchFamily="34" charset="0"/>
              <a:buChar char="•"/>
              <a:tabLst/>
              <a:defRPr/>
            </a:pPr>
            <a:r>
              <a:rPr lang="en-US" sz="800"/>
              <a:t>Make decisions quickly.</a:t>
            </a:r>
          </a:p>
          <a:p>
            <a:pPr marL="171450" indent="-171450">
              <a:spcAft>
                <a:spcPts val="200"/>
              </a:spcAft>
              <a:buClr>
                <a:schemeClr val="accent1"/>
              </a:buClr>
              <a:buFont typeface="Arial" panose="020B0604020202020204" pitchFamily="34" charset="0"/>
              <a:buChar char="•"/>
              <a:defRPr/>
            </a:pPr>
            <a:r>
              <a:rPr lang="en-US" sz="800"/>
              <a:t>Ensure workshop alignment with ‘Big Picture’.</a:t>
            </a:r>
          </a:p>
          <a:p>
            <a:pPr marL="171450" marR="0" lvl="0" indent="-171450" fontAlgn="auto">
              <a:spcAft>
                <a:spcPts val="200"/>
              </a:spcAft>
              <a:buClr>
                <a:srgbClr val="FF0000"/>
              </a:buClr>
              <a:buSzTx/>
              <a:buFont typeface="Arial" panose="020B0604020202020204" pitchFamily="34" charset="0"/>
              <a:buChar char="•"/>
              <a:tabLst/>
              <a:defRPr/>
            </a:pPr>
            <a:r>
              <a:rPr lang="en-US" sz="800">
                <a:solidFill>
                  <a:srgbClr val="FF0000"/>
                </a:solidFill>
              </a:rPr>
              <a:t>Encourage SMEs to make decisions.</a:t>
            </a:r>
          </a:p>
          <a:p>
            <a:pPr marL="171450" marR="0" lvl="0" indent="-171450" fontAlgn="auto">
              <a:spcAft>
                <a:spcPts val="200"/>
              </a:spcAft>
              <a:buClr>
                <a:srgbClr val="FF0000"/>
              </a:buClr>
              <a:buSzTx/>
              <a:buFont typeface="Arial" panose="020B0604020202020204" pitchFamily="34" charset="0"/>
              <a:buChar char="•"/>
              <a:tabLst/>
              <a:defRPr/>
            </a:pPr>
            <a:r>
              <a:rPr lang="en-US" sz="800">
                <a:solidFill>
                  <a:srgbClr val="FF0000"/>
                </a:solidFill>
              </a:rPr>
              <a:t>Identify action Owners &amp; resolve dependencies.</a:t>
            </a:r>
          </a:p>
          <a:p>
            <a:pPr marL="171450" marR="0" lvl="0" indent="-171450" fontAlgn="auto">
              <a:spcAft>
                <a:spcPts val="200"/>
              </a:spcAft>
              <a:buClr>
                <a:srgbClr val="FF0000"/>
              </a:buClr>
              <a:buSzTx/>
              <a:buFont typeface="Arial" panose="020B0604020202020204" pitchFamily="34" charset="0"/>
              <a:buChar char="•"/>
              <a:tabLst/>
              <a:defRPr/>
            </a:pPr>
            <a:r>
              <a:rPr lang="en-US" sz="800">
                <a:solidFill>
                  <a:srgbClr val="FF0000"/>
                </a:solidFill>
              </a:rPr>
              <a:t>Own and drive actions to closure.</a:t>
            </a:r>
          </a:p>
          <a:p>
            <a:pPr marL="171450" indent="-171450">
              <a:spcAft>
                <a:spcPts val="200"/>
              </a:spcAft>
              <a:buClr>
                <a:srgbClr val="FF0000"/>
              </a:buClr>
              <a:buFont typeface="Arial" panose="020B0604020202020204" pitchFamily="34" charset="0"/>
              <a:buChar char="•"/>
              <a:defRPr/>
            </a:pPr>
            <a:r>
              <a:rPr lang="en-US" sz="800">
                <a:solidFill>
                  <a:srgbClr val="FF0000"/>
                </a:solidFill>
              </a:rPr>
              <a:t>Understand Guidewire Product Capabilities.</a:t>
            </a:r>
          </a:p>
          <a:p>
            <a:pPr marL="171450" indent="-171450">
              <a:spcAft>
                <a:spcPts val="200"/>
              </a:spcAft>
              <a:buClr>
                <a:srgbClr val="FF0000"/>
              </a:buClr>
              <a:buFont typeface="Arial" panose="020B0604020202020204" pitchFamily="34" charset="0"/>
              <a:buChar char="•"/>
              <a:defRPr/>
            </a:pPr>
            <a:r>
              <a:rPr lang="en-US" sz="800">
                <a:solidFill>
                  <a:srgbClr val="FF0000"/>
                </a:solidFill>
              </a:rPr>
              <a:t>Understanding UWWB Scope, capabilities and plans.</a:t>
            </a:r>
          </a:p>
          <a:p>
            <a:pPr marL="171450" indent="-171450">
              <a:spcAft>
                <a:spcPts val="200"/>
              </a:spcAft>
              <a:buClr>
                <a:srgbClr val="FF0000"/>
              </a:buClr>
              <a:buFont typeface="Arial" panose="020B0604020202020204" pitchFamily="34" charset="0"/>
              <a:buChar char="•"/>
              <a:defRPr/>
            </a:pPr>
            <a:r>
              <a:rPr lang="en-US" sz="800">
                <a:solidFill>
                  <a:srgbClr val="FF0000"/>
                </a:solidFill>
              </a:rPr>
              <a:t>Supporting SMEs with authority to decide.</a:t>
            </a:r>
          </a:p>
        </p:txBody>
      </p:sp>
      <p:sp>
        <p:nvSpPr>
          <p:cNvPr id="40" name="Title 39">
            <a:extLst>
              <a:ext uri="{FF2B5EF4-FFF2-40B4-BE49-F238E27FC236}">
                <a16:creationId xmlns:a16="http://schemas.microsoft.com/office/drawing/2014/main" id="{436D3742-FB6D-8695-C2FF-44D7B715819B}"/>
              </a:ext>
            </a:extLst>
          </p:cNvPr>
          <p:cNvSpPr>
            <a:spLocks noGrp="1"/>
          </p:cNvSpPr>
          <p:nvPr>
            <p:ph type="title"/>
          </p:nvPr>
        </p:nvSpPr>
        <p:spPr>
          <a:xfrm>
            <a:off x="142683" y="139519"/>
            <a:ext cx="10515600" cy="470444"/>
          </a:xfrm>
        </p:spPr>
        <p:txBody>
          <a:bodyPr>
            <a:normAutofit fontScale="90000"/>
          </a:bodyPr>
          <a:lstStyle/>
          <a:p>
            <a:r>
              <a:rPr lang="en-GB" sz="3200"/>
              <a:t>IMPROVEMENTS TO ELABORATION WOW…</a:t>
            </a:r>
          </a:p>
        </p:txBody>
      </p:sp>
      <p:cxnSp>
        <p:nvCxnSpPr>
          <p:cNvPr id="46" name="Straight Arrow Connector 45">
            <a:extLst>
              <a:ext uri="{FF2B5EF4-FFF2-40B4-BE49-F238E27FC236}">
                <a16:creationId xmlns:a16="http://schemas.microsoft.com/office/drawing/2014/main" id="{C5F6F496-1D2D-6074-136C-E85F994EDDB8}"/>
              </a:ext>
            </a:extLst>
          </p:cNvPr>
          <p:cNvCxnSpPr>
            <a:cxnSpLocks/>
            <a:stCxn id="29" idx="3"/>
            <a:endCxn id="5" idx="1"/>
          </p:cNvCxnSpPr>
          <p:nvPr/>
        </p:nvCxnSpPr>
        <p:spPr>
          <a:xfrm>
            <a:off x="3750493" y="3868712"/>
            <a:ext cx="2128882"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060B7D01-449B-9D03-2925-4EDCF089D806}"/>
              </a:ext>
            </a:extLst>
          </p:cNvPr>
          <p:cNvCxnSpPr>
            <a:cxnSpLocks/>
            <a:stCxn id="30" idx="3"/>
            <a:endCxn id="6" idx="1"/>
          </p:cNvCxnSpPr>
          <p:nvPr/>
        </p:nvCxnSpPr>
        <p:spPr>
          <a:xfrm>
            <a:off x="3750493" y="4312868"/>
            <a:ext cx="2128883" cy="387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45F62FBC-25C4-9499-48AC-1BB6250FC804}"/>
              </a:ext>
            </a:extLst>
          </p:cNvPr>
          <p:cNvCxnSpPr>
            <a:cxnSpLocks/>
            <a:stCxn id="31" idx="3"/>
            <a:endCxn id="7" idx="1"/>
          </p:cNvCxnSpPr>
          <p:nvPr/>
        </p:nvCxnSpPr>
        <p:spPr>
          <a:xfrm>
            <a:off x="3750492" y="4757024"/>
            <a:ext cx="2128884" cy="774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91F87169-2E1B-75C3-C08C-FDCF994A49C1}"/>
              </a:ext>
            </a:extLst>
          </p:cNvPr>
          <p:cNvSpPr txBox="1"/>
          <p:nvPr/>
        </p:nvSpPr>
        <p:spPr>
          <a:xfrm>
            <a:off x="4076435" y="4121728"/>
            <a:ext cx="1384494" cy="769441"/>
          </a:xfrm>
          <a:prstGeom prst="rect">
            <a:avLst/>
          </a:prstGeom>
          <a:solidFill>
            <a:schemeClr val="bg1"/>
          </a:solidFill>
        </p:spPr>
        <p:txBody>
          <a:bodyPr wrap="square" rtlCol="0">
            <a:spAutoFit/>
          </a:bodyPr>
          <a:lstStyle/>
          <a:p>
            <a:pPr marL="228600" indent="-228600">
              <a:buFont typeface="+mj-lt"/>
              <a:buAutoNum type="arabicPeriod" startAt="8"/>
            </a:pPr>
            <a:r>
              <a:rPr lang="en-GB" sz="1100">
                <a:solidFill>
                  <a:schemeClr val="accent6"/>
                </a:solidFill>
              </a:rPr>
              <a:t>We ‘buddy-up’ CG &amp; BZ BAs &amp; assign topics to each team</a:t>
            </a:r>
          </a:p>
        </p:txBody>
      </p:sp>
      <p:cxnSp>
        <p:nvCxnSpPr>
          <p:cNvPr id="54" name="Straight Arrow Connector 53">
            <a:extLst>
              <a:ext uri="{FF2B5EF4-FFF2-40B4-BE49-F238E27FC236}">
                <a16:creationId xmlns:a16="http://schemas.microsoft.com/office/drawing/2014/main" id="{12B52A03-1E99-FF47-DD32-D1B4E908F2FB}"/>
              </a:ext>
            </a:extLst>
          </p:cNvPr>
          <p:cNvCxnSpPr>
            <a:cxnSpLocks/>
            <a:stCxn id="32" idx="3"/>
            <a:endCxn id="24" idx="1"/>
          </p:cNvCxnSpPr>
          <p:nvPr/>
        </p:nvCxnSpPr>
        <p:spPr>
          <a:xfrm>
            <a:off x="3750491" y="5212790"/>
            <a:ext cx="2128884"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57" name="Left Brace 56">
            <a:extLst>
              <a:ext uri="{FF2B5EF4-FFF2-40B4-BE49-F238E27FC236}">
                <a16:creationId xmlns:a16="http://schemas.microsoft.com/office/drawing/2014/main" id="{B2DFD0B1-EAE1-884A-1CD3-ED563389A561}"/>
              </a:ext>
            </a:extLst>
          </p:cNvPr>
          <p:cNvSpPr/>
          <p:nvPr/>
        </p:nvSpPr>
        <p:spPr>
          <a:xfrm rot="16200000">
            <a:off x="4768205" y="3171812"/>
            <a:ext cx="176362" cy="487615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34" name="Rectangle: Rounded Corners 33">
            <a:extLst>
              <a:ext uri="{FF2B5EF4-FFF2-40B4-BE49-F238E27FC236}">
                <a16:creationId xmlns:a16="http://schemas.microsoft.com/office/drawing/2014/main" id="{46C834AD-CF7B-8924-EB61-BFB6D77CC6FB}"/>
              </a:ext>
            </a:extLst>
          </p:cNvPr>
          <p:cNvSpPr/>
          <p:nvPr/>
        </p:nvSpPr>
        <p:spPr>
          <a:xfrm>
            <a:off x="4148560" y="5333113"/>
            <a:ext cx="1294647" cy="439092"/>
          </a:xfrm>
          <a:prstGeom prst="roundRect">
            <a:avLst/>
          </a:prstGeom>
          <a:solidFill>
            <a:srgbClr val="FF66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SMEs</a:t>
            </a:r>
          </a:p>
        </p:txBody>
      </p:sp>
      <p:sp>
        <p:nvSpPr>
          <p:cNvPr id="58" name="TextBox 57">
            <a:extLst>
              <a:ext uri="{FF2B5EF4-FFF2-40B4-BE49-F238E27FC236}">
                <a16:creationId xmlns:a16="http://schemas.microsoft.com/office/drawing/2014/main" id="{F79DA4C8-9F6B-209B-F4AE-7207C787B036}"/>
              </a:ext>
            </a:extLst>
          </p:cNvPr>
          <p:cNvSpPr txBox="1"/>
          <p:nvPr/>
        </p:nvSpPr>
        <p:spPr>
          <a:xfrm>
            <a:off x="5173333" y="5835152"/>
            <a:ext cx="2082168" cy="523220"/>
          </a:xfrm>
          <a:prstGeom prst="rect">
            <a:avLst/>
          </a:prstGeom>
          <a:noFill/>
        </p:spPr>
        <p:txBody>
          <a:bodyPr wrap="square" rtlCol="0">
            <a:spAutoFit/>
          </a:bodyPr>
          <a:lstStyle/>
          <a:p>
            <a:pPr marL="171450" indent="-171450">
              <a:buFont typeface="Arial" panose="020B0604020202020204" pitchFamily="34" charset="0"/>
              <a:buChar char="•"/>
            </a:pPr>
            <a:r>
              <a:rPr lang="en-GB" sz="700"/>
              <a:t>Own actions end to end</a:t>
            </a:r>
          </a:p>
          <a:p>
            <a:pPr marL="171450" indent="-171450">
              <a:buFont typeface="Arial" panose="020B0604020202020204" pitchFamily="34" charset="0"/>
              <a:buChar char="•"/>
            </a:pPr>
            <a:r>
              <a:rPr lang="en-GB" sz="700"/>
              <a:t>Close actions in time</a:t>
            </a:r>
          </a:p>
          <a:p>
            <a:pPr marL="171450" indent="-171450">
              <a:buFont typeface="Arial" panose="020B0604020202020204" pitchFamily="34" charset="0"/>
              <a:buChar char="•"/>
            </a:pPr>
            <a:r>
              <a:rPr lang="en-GB" sz="700"/>
              <a:t>80:20 rule</a:t>
            </a:r>
          </a:p>
          <a:p>
            <a:pPr marL="171450" indent="-171450">
              <a:buFont typeface="Arial" panose="020B0604020202020204" pitchFamily="34" charset="0"/>
              <a:buChar char="•"/>
            </a:pPr>
            <a:r>
              <a:rPr lang="en-GB" sz="700"/>
              <a:t>Adapt vs Adopt</a:t>
            </a:r>
          </a:p>
        </p:txBody>
      </p:sp>
      <p:cxnSp>
        <p:nvCxnSpPr>
          <p:cNvPr id="3" name="Straight Arrow Connector 2">
            <a:extLst>
              <a:ext uri="{FF2B5EF4-FFF2-40B4-BE49-F238E27FC236}">
                <a16:creationId xmlns:a16="http://schemas.microsoft.com/office/drawing/2014/main" id="{B8DC2964-7685-4E52-293A-20FC2F1E1FBA}"/>
              </a:ext>
            </a:extLst>
          </p:cNvPr>
          <p:cNvCxnSpPr>
            <a:cxnSpLocks/>
            <a:stCxn id="4" idx="3"/>
            <a:endCxn id="8" idx="1"/>
          </p:cNvCxnSpPr>
          <p:nvPr/>
        </p:nvCxnSpPr>
        <p:spPr>
          <a:xfrm>
            <a:off x="3750490" y="2576260"/>
            <a:ext cx="2128884"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1" name="Arrow: Right 10">
            <a:extLst>
              <a:ext uri="{FF2B5EF4-FFF2-40B4-BE49-F238E27FC236}">
                <a16:creationId xmlns:a16="http://schemas.microsoft.com/office/drawing/2014/main" id="{06D0DAA2-288B-BDC4-7C0D-6198FA40643E}"/>
              </a:ext>
            </a:extLst>
          </p:cNvPr>
          <p:cNvSpPr/>
          <p:nvPr/>
        </p:nvSpPr>
        <p:spPr>
          <a:xfrm rot="16200000">
            <a:off x="6262218" y="3096698"/>
            <a:ext cx="528958" cy="2464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Arrow: Right 11">
            <a:extLst>
              <a:ext uri="{FF2B5EF4-FFF2-40B4-BE49-F238E27FC236}">
                <a16:creationId xmlns:a16="http://schemas.microsoft.com/office/drawing/2014/main" id="{EF040204-7F44-2137-831B-770BA0FD1946}"/>
              </a:ext>
            </a:extLst>
          </p:cNvPr>
          <p:cNvSpPr/>
          <p:nvPr/>
        </p:nvSpPr>
        <p:spPr>
          <a:xfrm rot="16200000">
            <a:off x="2838687" y="3096698"/>
            <a:ext cx="528958" cy="2464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Left Brace 13">
            <a:extLst>
              <a:ext uri="{FF2B5EF4-FFF2-40B4-BE49-F238E27FC236}">
                <a16:creationId xmlns:a16="http://schemas.microsoft.com/office/drawing/2014/main" id="{689D8C12-D62C-F4F5-7856-61030412ACCC}"/>
              </a:ext>
            </a:extLst>
          </p:cNvPr>
          <p:cNvSpPr/>
          <p:nvPr/>
        </p:nvSpPr>
        <p:spPr>
          <a:xfrm rot="10800000">
            <a:off x="7254437" y="3696207"/>
            <a:ext cx="115491" cy="171777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5" name="Left Brace 14">
            <a:extLst>
              <a:ext uri="{FF2B5EF4-FFF2-40B4-BE49-F238E27FC236}">
                <a16:creationId xmlns:a16="http://schemas.microsoft.com/office/drawing/2014/main" id="{0CFC32CA-4ADA-A25D-CCF3-2EC28A1FB503}"/>
              </a:ext>
            </a:extLst>
          </p:cNvPr>
          <p:cNvSpPr/>
          <p:nvPr/>
        </p:nvSpPr>
        <p:spPr>
          <a:xfrm>
            <a:off x="2262595" y="3675999"/>
            <a:ext cx="115491" cy="171777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6" name="Left Brace 15">
            <a:extLst>
              <a:ext uri="{FF2B5EF4-FFF2-40B4-BE49-F238E27FC236}">
                <a16:creationId xmlns:a16="http://schemas.microsoft.com/office/drawing/2014/main" id="{1EDF0979-789B-BD6C-D704-BE862DE32F78}"/>
              </a:ext>
            </a:extLst>
          </p:cNvPr>
          <p:cNvSpPr/>
          <p:nvPr/>
        </p:nvSpPr>
        <p:spPr>
          <a:xfrm rot="10800000">
            <a:off x="2317684" y="1730560"/>
            <a:ext cx="115491" cy="171777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7" name="Left Brace 16">
            <a:extLst>
              <a:ext uri="{FF2B5EF4-FFF2-40B4-BE49-F238E27FC236}">
                <a16:creationId xmlns:a16="http://schemas.microsoft.com/office/drawing/2014/main" id="{BE8F8674-7F36-00BE-92D2-C684C97CFE7A}"/>
              </a:ext>
            </a:extLst>
          </p:cNvPr>
          <p:cNvSpPr/>
          <p:nvPr/>
        </p:nvSpPr>
        <p:spPr>
          <a:xfrm>
            <a:off x="7199806" y="1712581"/>
            <a:ext cx="115491" cy="171777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8" name="Rectangle: Rounded Corners 17">
            <a:extLst>
              <a:ext uri="{FF2B5EF4-FFF2-40B4-BE49-F238E27FC236}">
                <a16:creationId xmlns:a16="http://schemas.microsoft.com/office/drawing/2014/main" id="{505BD73A-5615-F18F-2A02-D35424EBFBE5}"/>
              </a:ext>
            </a:extLst>
          </p:cNvPr>
          <p:cNvSpPr/>
          <p:nvPr/>
        </p:nvSpPr>
        <p:spPr>
          <a:xfrm>
            <a:off x="7911749" y="5907819"/>
            <a:ext cx="2200174" cy="558275"/>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900">
                <a:solidFill>
                  <a:schemeClr val="accent6"/>
                </a:solidFill>
              </a:rPr>
              <a:t>Proposed improvements</a:t>
            </a:r>
          </a:p>
          <a:p>
            <a:r>
              <a:rPr lang="en-GB" sz="900">
                <a:solidFill>
                  <a:srgbClr val="FF0000"/>
                </a:solidFill>
              </a:rPr>
              <a:t>Proposed shift in responsibilities</a:t>
            </a:r>
          </a:p>
          <a:p>
            <a:r>
              <a:rPr lang="en-GB" sz="900">
                <a:solidFill>
                  <a:schemeClr val="tx1"/>
                </a:solidFill>
              </a:rPr>
              <a:t>Original responsibilities</a:t>
            </a:r>
          </a:p>
        </p:txBody>
      </p:sp>
      <p:sp>
        <p:nvSpPr>
          <p:cNvPr id="19" name="TextBox 18">
            <a:extLst>
              <a:ext uri="{FF2B5EF4-FFF2-40B4-BE49-F238E27FC236}">
                <a16:creationId xmlns:a16="http://schemas.microsoft.com/office/drawing/2014/main" id="{7BB865F9-BD76-F582-FA08-D64F0AD23D88}"/>
              </a:ext>
            </a:extLst>
          </p:cNvPr>
          <p:cNvSpPr txBox="1"/>
          <p:nvPr/>
        </p:nvSpPr>
        <p:spPr>
          <a:xfrm>
            <a:off x="7442419" y="6041106"/>
            <a:ext cx="483146" cy="276999"/>
          </a:xfrm>
          <a:prstGeom prst="rect">
            <a:avLst/>
          </a:prstGeom>
          <a:noFill/>
        </p:spPr>
        <p:txBody>
          <a:bodyPr wrap="none" rtlCol="0">
            <a:spAutoFit/>
          </a:bodyPr>
          <a:lstStyle/>
          <a:p>
            <a:r>
              <a:rPr lang="en-GB" sz="1200" b="1"/>
              <a:t>Key:</a:t>
            </a:r>
          </a:p>
        </p:txBody>
      </p:sp>
      <p:sp>
        <p:nvSpPr>
          <p:cNvPr id="20" name="Rectangle: Rounded Corners 19">
            <a:extLst>
              <a:ext uri="{FF2B5EF4-FFF2-40B4-BE49-F238E27FC236}">
                <a16:creationId xmlns:a16="http://schemas.microsoft.com/office/drawing/2014/main" id="{01673066-3820-7E08-F6F0-64FC93D636C3}"/>
              </a:ext>
            </a:extLst>
          </p:cNvPr>
          <p:cNvSpPr/>
          <p:nvPr/>
        </p:nvSpPr>
        <p:spPr>
          <a:xfrm>
            <a:off x="7442419" y="5907819"/>
            <a:ext cx="2669504" cy="5582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7">
            <a:extLst>
              <a:ext uri="{FF2B5EF4-FFF2-40B4-BE49-F238E27FC236}">
                <a16:creationId xmlns:a16="http://schemas.microsoft.com/office/drawing/2014/main" id="{2F6007DE-0DA6-795D-D2C4-879397A5B464}"/>
              </a:ext>
            </a:extLst>
          </p:cNvPr>
          <p:cNvSpPr/>
          <p:nvPr/>
        </p:nvSpPr>
        <p:spPr>
          <a:xfrm>
            <a:off x="404813" y="6517871"/>
            <a:ext cx="523398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PO Capacity &amp; BA Support | April 2025</a:t>
            </a:r>
          </a:p>
        </p:txBody>
      </p:sp>
      <p:sp>
        <p:nvSpPr>
          <p:cNvPr id="25" name="Retângulo 43">
            <a:extLst>
              <a:ext uri="{FF2B5EF4-FFF2-40B4-BE49-F238E27FC236}">
                <a16:creationId xmlns:a16="http://schemas.microsoft.com/office/drawing/2014/main" id="{BCCD87F8-4B37-7A10-4995-CFE3270BB66E}"/>
              </a:ext>
            </a:extLst>
          </p:cNvPr>
          <p:cNvSpPr/>
          <p:nvPr/>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2</a:t>
            </a:fld>
            <a:endParaRPr lang="en-US" sz="800">
              <a:solidFill>
                <a:srgbClr val="A6A6A6"/>
              </a:solidFill>
              <a:latin typeface="Ubuntu" panose="020B0504030602030204" pitchFamily="34" charset="0"/>
              <a:cs typeface="Arial" panose="020B0604020202020204" pitchFamily="34" charset="0"/>
            </a:endParaRPr>
          </a:p>
        </p:txBody>
      </p:sp>
      <p:sp>
        <p:nvSpPr>
          <p:cNvPr id="35" name="Rectangle 27">
            <a:extLst>
              <a:ext uri="{FF2B5EF4-FFF2-40B4-BE49-F238E27FC236}">
                <a16:creationId xmlns:a16="http://schemas.microsoft.com/office/drawing/2014/main" id="{844CF5EA-C761-54E5-E6B9-6FBE840FD218}"/>
              </a:ext>
            </a:extLst>
          </p:cNvPr>
          <p:cNvSpPr/>
          <p:nvPr/>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grpSp>
        <p:nvGrpSpPr>
          <p:cNvPr id="41" name="Groupe 1">
            <a:extLst>
              <a:ext uri="{FF2B5EF4-FFF2-40B4-BE49-F238E27FC236}">
                <a16:creationId xmlns:a16="http://schemas.microsoft.com/office/drawing/2014/main" id="{37CA7FCE-9814-3147-3D18-64D1F37F3081}"/>
              </a:ext>
            </a:extLst>
          </p:cNvPr>
          <p:cNvGrpSpPr>
            <a:grpSpLocks noChangeAspect="1"/>
          </p:cNvGrpSpPr>
          <p:nvPr/>
        </p:nvGrpSpPr>
        <p:grpSpPr>
          <a:xfrm>
            <a:off x="11562163" y="205059"/>
            <a:ext cx="419436" cy="388988"/>
            <a:chOff x="11501102" y="171573"/>
            <a:chExt cx="419436" cy="388988"/>
          </a:xfrm>
        </p:grpSpPr>
        <p:sp>
          <p:nvSpPr>
            <p:cNvPr id="42" name="Freeform 13">
              <a:extLst>
                <a:ext uri="{FF2B5EF4-FFF2-40B4-BE49-F238E27FC236}">
                  <a16:creationId xmlns:a16="http://schemas.microsoft.com/office/drawing/2014/main" id="{1BB85123-875C-E9BB-702F-E39AF0B6AEDD}"/>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3" name="Freeform 14">
              <a:extLst>
                <a:ext uri="{FF2B5EF4-FFF2-40B4-BE49-F238E27FC236}">
                  <a16:creationId xmlns:a16="http://schemas.microsoft.com/office/drawing/2014/main" id="{DA2271E2-77EC-F886-91EF-325418B45936}"/>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cxnSp>
        <p:nvCxnSpPr>
          <p:cNvPr id="44" name="Straight Connector 43">
            <a:extLst>
              <a:ext uri="{FF2B5EF4-FFF2-40B4-BE49-F238E27FC236}">
                <a16:creationId xmlns:a16="http://schemas.microsoft.com/office/drawing/2014/main" id="{E5523192-CA4D-9DEF-1276-92F604371F25}"/>
              </a:ext>
            </a:extLst>
          </p:cNvPr>
          <p:cNvCxnSpPr>
            <a:cxnSpLocks/>
          </p:cNvCxnSpPr>
          <p:nvPr/>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45" name="Picture 2" descr="Beazley launches new private equity liability insurance product -  Reinsurance News">
            <a:extLst>
              <a:ext uri="{FF2B5EF4-FFF2-40B4-BE49-F238E27FC236}">
                <a16:creationId xmlns:a16="http://schemas.microsoft.com/office/drawing/2014/main" id="{2F1AEBA5-0C20-AAD2-3074-9F33CD2A88DF}"/>
              </a:ext>
            </a:extLst>
          </p:cNvPr>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59C9B10-3935-0E55-87BF-71C7861D6F03}"/>
              </a:ext>
            </a:extLst>
          </p:cNvPr>
          <p:cNvSpPr txBox="1"/>
          <p:nvPr/>
        </p:nvSpPr>
        <p:spPr>
          <a:xfrm>
            <a:off x="3810601" y="2639208"/>
            <a:ext cx="1916161" cy="261610"/>
          </a:xfrm>
          <a:prstGeom prst="rect">
            <a:avLst/>
          </a:prstGeom>
          <a:solidFill>
            <a:schemeClr val="bg1"/>
          </a:solidFill>
        </p:spPr>
        <p:txBody>
          <a:bodyPr wrap="square" rtlCol="0">
            <a:spAutoFit/>
          </a:bodyPr>
          <a:lstStyle/>
          <a:p>
            <a:pPr marL="228600" indent="-228600">
              <a:buFont typeface="+mj-lt"/>
              <a:buAutoNum type="arabicPeriod" startAt="7"/>
            </a:pPr>
            <a:r>
              <a:rPr lang="en-GB" sz="1100">
                <a:solidFill>
                  <a:schemeClr val="accent6"/>
                </a:solidFill>
              </a:rPr>
              <a:t>We mandate weekly 1:1s</a:t>
            </a:r>
          </a:p>
        </p:txBody>
      </p:sp>
    </p:spTree>
    <p:extLst>
      <p:ext uri="{BB962C8B-B14F-4D97-AF65-F5344CB8AC3E}">
        <p14:creationId xmlns:p14="http://schemas.microsoft.com/office/powerpoint/2010/main" val="11819076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d6d1f02ff7955b5a74455c81c0826e63">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0e1ee9358fcf16fc9680f5c3c1684deb"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F5A11A1-C3E8-4E51-AB76-12070D8E2215}">
  <ds:schemaRefs>
    <ds:schemaRef ds:uri="http://purl.org/dc/terms/"/>
    <ds:schemaRef ds:uri="e2f04ce6-5625-4773-b511-ff6e32fd78d6"/>
    <ds:schemaRef ds:uri="886d0db5-4d18-497d-97ce-51cb0d7fa060"/>
    <ds:schemaRef ds:uri="http://schemas.microsoft.com/office/2006/documentManagement/types"/>
    <ds:schemaRef ds:uri="http://schemas.openxmlformats.org/package/2006/metadata/core-properti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0C5282D0-E9AD-4C45-84FF-7B5CAF809848}">
  <ds:schemaRefs>
    <ds:schemaRef ds:uri="886d0db5-4d18-497d-97ce-51cb0d7fa060"/>
    <ds:schemaRef ds:uri="e2f04ce6-5625-4773-b511-ff6e32fd78d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F9645DE-EB65-4EA3-BA31-AD7E5D70A35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1375</TotalTime>
  <Words>413</Words>
  <Application>Microsoft Office PowerPoint</Application>
  <PresentationFormat>Widescreen</PresentationFormat>
  <Paragraphs>70</Paragraphs>
  <Slides>2</Slides>
  <Notes>0</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2</vt:i4>
      </vt:variant>
    </vt:vector>
  </HeadingPairs>
  <TitlesOfParts>
    <vt:vector size="12" baseType="lpstr">
      <vt:lpstr>Aptos</vt:lpstr>
      <vt:lpstr>Aptos Display</vt:lpstr>
      <vt:lpstr>Arial</vt:lpstr>
      <vt:lpstr>Ubuntu</vt:lpstr>
      <vt:lpstr>Ubuntu Light</vt:lpstr>
      <vt:lpstr>Ubuntu Medium</vt:lpstr>
      <vt:lpstr>Wingdings</vt:lpstr>
      <vt:lpstr>Office Theme</vt:lpstr>
      <vt:lpstr>Capgemini Master 2021</vt:lpstr>
      <vt:lpstr>think-cell Slide</vt:lpstr>
      <vt:lpstr>Beazley  gpas and Billing  PO Capacity &amp; ba support</vt:lpstr>
      <vt:lpstr>IMPROVEMENTS TO ELABORATION WOW…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Cartwright, Max</dc:creator>
  <cp:lastModifiedBy>Kavanagh, Sarah</cp:lastModifiedBy>
  <cp:revision>1</cp:revision>
  <dcterms:created xsi:type="dcterms:W3CDTF">2025-04-24T14:12:57Z</dcterms:created>
  <dcterms:modified xsi:type="dcterms:W3CDTF">2025-05-28T13:25:53Z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ies>
</file>
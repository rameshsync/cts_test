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26.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slideLayouts/slideLayout27.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899" r:id="rId5"/>
    <p:sldMasterId id="2147484156" r:id="rId6"/>
  </p:sldMasterIdLst>
  <p:notesMasterIdLst>
    <p:notesMasterId r:id="rId21"/>
  </p:notesMasterIdLst>
  <p:sldIdLst>
    <p:sldId id="2147474097" r:id="rId7"/>
    <p:sldId id="2147474135" r:id="rId8"/>
    <p:sldId id="2147474136" r:id="rId9"/>
    <p:sldId id="2147474122" r:id="rId10"/>
    <p:sldId id="2147474134" r:id="rId11"/>
    <p:sldId id="2147474125" r:id="rId12"/>
    <p:sldId id="2147474132" r:id="rId13"/>
    <p:sldId id="2147474126" r:id="rId14"/>
    <p:sldId id="2147474129" r:id="rId15"/>
    <p:sldId id="2147474128" r:id="rId16"/>
    <p:sldId id="2147474123" r:id="rId17"/>
    <p:sldId id="2147474133" r:id="rId18"/>
    <p:sldId id="2147474119" r:id="rId19"/>
    <p:sldId id="214747412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C364469-9DE9-45E5-B497-E074675650BC}">
          <p14:sldIdLst>
            <p14:sldId id="2147474097"/>
            <p14:sldId id="2147474135"/>
            <p14:sldId id="2147474136"/>
            <p14:sldId id="2147474122"/>
            <p14:sldId id="2147474134"/>
            <p14:sldId id="2147474125"/>
            <p14:sldId id="2147474132"/>
            <p14:sldId id="2147474126"/>
            <p14:sldId id="2147474129"/>
            <p14:sldId id="2147474128"/>
            <p14:sldId id="2147474123"/>
            <p14:sldId id="2147474133"/>
            <p14:sldId id="2147474119"/>
            <p14:sldId id="21474741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7EF"/>
    <a:srgbClr val="DC199B"/>
    <a:srgbClr val="FDADF2"/>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73989A-27A4-4BEF-9BF9-9CC172B466F6}" v="7129" dt="2025-02-13T07:14:57.101"/>
    <p1510:client id="{E9B77C19-78DC-4E39-AB59-0B0CBD640B8C}" v="1623" dt="2025-02-11T09:51:09.9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LIDINDI, VIJAYA" userId="S::vijaya.pulidindi@capgemini.com::ec9d78bd-eaff-4dd4-ae99-d4ef13a4cf9f" providerId="AD" clId="Web-{C7AE9284-DD41-4038-A3DA-DB4E2595B42F}"/>
    <pc:docChg chg="modSld">
      <pc:chgData name="PULIDINDI, VIJAYA" userId="S::vijaya.pulidindi@capgemini.com::ec9d78bd-eaff-4dd4-ae99-d4ef13a4cf9f" providerId="AD" clId="Web-{C7AE9284-DD41-4038-A3DA-DB4E2595B42F}" dt="2025-02-07T17:46:33.056" v="4" actId="1076"/>
      <pc:docMkLst>
        <pc:docMk/>
      </pc:docMkLst>
      <pc:sldChg chg="modSp">
        <pc:chgData name="PULIDINDI, VIJAYA" userId="S::vijaya.pulidindi@capgemini.com::ec9d78bd-eaff-4dd4-ae99-d4ef13a4cf9f" providerId="AD" clId="Web-{C7AE9284-DD41-4038-A3DA-DB4E2595B42F}" dt="2025-02-07T17:46:33.056" v="4" actId="1076"/>
        <pc:sldMkLst>
          <pc:docMk/>
          <pc:sldMk cId="2467703338" sldId="2147474125"/>
        </pc:sldMkLst>
        <pc:spChg chg="mod">
          <ac:chgData name="PULIDINDI, VIJAYA" userId="S::vijaya.pulidindi@capgemini.com::ec9d78bd-eaff-4dd4-ae99-d4ef13a4cf9f" providerId="AD" clId="Web-{C7AE9284-DD41-4038-A3DA-DB4E2595B42F}" dt="2025-02-07T17:46:30.478" v="3" actId="1076"/>
          <ac:spMkLst>
            <pc:docMk/>
            <pc:sldMk cId="2467703338" sldId="2147474125"/>
            <ac:spMk id="3" creationId="{BE3E3E93-7D3F-E629-AA85-6B1773E423A5}"/>
          </ac:spMkLst>
        </pc:spChg>
        <pc:spChg chg="mod">
          <ac:chgData name="PULIDINDI, VIJAYA" userId="S::vijaya.pulidindi@capgemini.com::ec9d78bd-eaff-4dd4-ae99-d4ef13a4cf9f" providerId="AD" clId="Web-{C7AE9284-DD41-4038-A3DA-DB4E2595B42F}" dt="2025-02-07T17:46:33.056" v="4" actId="1076"/>
          <ac:spMkLst>
            <pc:docMk/>
            <pc:sldMk cId="2467703338" sldId="2147474125"/>
            <ac:spMk id="4" creationId="{483B2E8A-436F-A73E-D87A-301B46A16C43}"/>
          </ac:spMkLst>
        </pc:spChg>
      </pc:sldChg>
    </pc:docChg>
  </pc:docChgLst>
  <pc:docChgLst>
    <pc:chgData name="Upadhye, Ravi" userId="S::ravi.upadhye@capgemini.com::d6bf7ea2-d5f8-48a8-b96a-ef58ed893e2e" providerId="AD" clId="Web-{AB3A7D7B-3BFC-A792-D346-B26D1B4E3F81}"/>
    <pc:docChg chg="modSld">
      <pc:chgData name="Upadhye, Ravi" userId="S::ravi.upadhye@capgemini.com::d6bf7ea2-d5f8-48a8-b96a-ef58ed893e2e" providerId="AD" clId="Web-{AB3A7D7B-3BFC-A792-D346-B26D1B4E3F81}" dt="2025-02-10T08:01:14.711" v="9"/>
      <pc:docMkLst>
        <pc:docMk/>
      </pc:docMkLst>
      <pc:sldChg chg="modSp">
        <pc:chgData name="Upadhye, Ravi" userId="S::ravi.upadhye@capgemini.com::d6bf7ea2-d5f8-48a8-b96a-ef58ed893e2e" providerId="AD" clId="Web-{AB3A7D7B-3BFC-A792-D346-B26D1B4E3F81}" dt="2025-02-10T08:01:14.711" v="9"/>
        <pc:sldMkLst>
          <pc:docMk/>
          <pc:sldMk cId="3792586495" sldId="2147474126"/>
        </pc:sldMkLst>
        <pc:graphicFrameChg chg="mod modGraphic">
          <ac:chgData name="Upadhye, Ravi" userId="S::ravi.upadhye@capgemini.com::d6bf7ea2-d5f8-48a8-b96a-ef58ed893e2e" providerId="AD" clId="Web-{AB3A7D7B-3BFC-A792-D346-B26D1B4E3F81}" dt="2025-02-10T08:01:14.711" v="9"/>
          <ac:graphicFrameMkLst>
            <pc:docMk/>
            <pc:sldMk cId="3792586495" sldId="2147474126"/>
            <ac:graphicFrameMk id="2" creationId="{88B5223E-9341-760D-A543-9646D42E3D42}"/>
          </ac:graphicFrameMkLst>
        </pc:graphicFrameChg>
      </pc:sldChg>
    </pc:docChg>
  </pc:docChgLst>
  <pc:docChgLst>
    <pc:chgData name="Upadhye, Ravi" userId="S::ravi.upadhye@capgemini.com::d6bf7ea2-d5f8-48a8-b96a-ef58ed893e2e" providerId="AD" clId="Web-{43C6C413-3B18-2A24-0E62-623B057CEE6F}"/>
    <pc:docChg chg="addSld delSld modSld modSection">
      <pc:chgData name="Upadhye, Ravi" userId="S::ravi.upadhye@capgemini.com::d6bf7ea2-d5f8-48a8-b96a-ef58ed893e2e" providerId="AD" clId="Web-{43C6C413-3B18-2A24-0E62-623B057CEE6F}" dt="2025-02-09T23:15:01.076" v="688"/>
      <pc:docMkLst>
        <pc:docMk/>
      </pc:docMkLst>
      <pc:sldChg chg="addSp delSp modSp">
        <pc:chgData name="Upadhye, Ravi" userId="S::ravi.upadhye@capgemini.com::d6bf7ea2-d5f8-48a8-b96a-ef58ed893e2e" providerId="AD" clId="Web-{43C6C413-3B18-2A24-0E62-623B057CEE6F}" dt="2025-02-09T23:08:53.570" v="472"/>
        <pc:sldMkLst>
          <pc:docMk/>
          <pc:sldMk cId="3792586495" sldId="2147474126"/>
        </pc:sldMkLst>
      </pc:sldChg>
      <pc:sldChg chg="add replId">
        <pc:chgData name="Upadhye, Ravi" userId="S::ravi.upadhye@capgemini.com::d6bf7ea2-d5f8-48a8-b96a-ef58ed893e2e" providerId="AD" clId="Web-{43C6C413-3B18-2A24-0E62-623B057CEE6F}" dt="2025-02-09T22:47:12.792" v="13"/>
        <pc:sldMkLst>
          <pc:docMk/>
          <pc:sldMk cId="1372072461" sldId="2147474130"/>
        </pc:sldMkLst>
      </pc:sldChg>
      <pc:sldChg chg="modSp new del">
        <pc:chgData name="Upadhye, Ravi" userId="S::ravi.upadhye@capgemini.com::d6bf7ea2-d5f8-48a8-b96a-ef58ed893e2e" providerId="AD" clId="Web-{43C6C413-3B18-2A24-0E62-623B057CEE6F}" dt="2025-02-09T22:47:07.104" v="12"/>
        <pc:sldMkLst>
          <pc:docMk/>
          <pc:sldMk cId="2657338033" sldId="2147474130"/>
        </pc:sldMkLst>
      </pc:sldChg>
      <pc:sldChg chg="new del">
        <pc:chgData name="Upadhye, Ravi" userId="S::ravi.upadhye@capgemini.com::d6bf7ea2-d5f8-48a8-b96a-ef58ed893e2e" providerId="AD" clId="Web-{43C6C413-3B18-2A24-0E62-623B057CEE6F}" dt="2025-02-09T22:47:54.919" v="16"/>
        <pc:sldMkLst>
          <pc:docMk/>
          <pc:sldMk cId="95008578" sldId="2147474131"/>
        </pc:sldMkLst>
      </pc:sldChg>
      <pc:sldChg chg="add replId">
        <pc:chgData name="Upadhye, Ravi" userId="S::ravi.upadhye@capgemini.com::d6bf7ea2-d5f8-48a8-b96a-ef58ed893e2e" providerId="AD" clId="Web-{43C6C413-3B18-2A24-0E62-623B057CEE6F}" dt="2025-02-09T22:47:43.293" v="15"/>
        <pc:sldMkLst>
          <pc:docMk/>
          <pc:sldMk cId="117298727" sldId="2147474132"/>
        </pc:sldMkLst>
      </pc:sldChg>
      <pc:sldChg chg="modSp add replId">
        <pc:chgData name="Upadhye, Ravi" userId="S::ravi.upadhye@capgemini.com::d6bf7ea2-d5f8-48a8-b96a-ef58ed893e2e" providerId="AD" clId="Web-{43C6C413-3B18-2A24-0E62-623B057CEE6F}" dt="2025-02-09T23:15:01.076" v="688"/>
        <pc:sldMkLst>
          <pc:docMk/>
          <pc:sldMk cId="1767596566" sldId="2147474133"/>
        </pc:sldMkLst>
      </pc:sldChg>
    </pc:docChg>
  </pc:docChgLst>
  <pc:docChgLst>
    <pc:chgData name="Upadhye, Ravi" userId="S::ravi.upadhye@capgemini.com::d6bf7ea2-d5f8-48a8-b96a-ef58ed893e2e" providerId="AD" clId="Web-{86C30538-E014-7EE3-A3BF-2DAFA4518B34}"/>
    <pc:docChg chg="modSld">
      <pc:chgData name="Upadhye, Ravi" userId="S::ravi.upadhye@capgemini.com::d6bf7ea2-d5f8-48a8-b96a-ef58ed893e2e" providerId="AD" clId="Web-{86C30538-E014-7EE3-A3BF-2DAFA4518B34}" dt="2025-02-10T08:55:33.625" v="290"/>
      <pc:docMkLst>
        <pc:docMk/>
      </pc:docMkLst>
      <pc:sldChg chg="modSp">
        <pc:chgData name="Upadhye, Ravi" userId="S::ravi.upadhye@capgemini.com::d6bf7ea2-d5f8-48a8-b96a-ef58ed893e2e" providerId="AD" clId="Web-{86C30538-E014-7EE3-A3BF-2DAFA4518B34}" dt="2025-02-10T08:55:33.625" v="290"/>
        <pc:sldMkLst>
          <pc:docMk/>
          <pc:sldMk cId="3792586495" sldId="2147474126"/>
        </pc:sldMkLst>
        <pc:graphicFrameChg chg="mod modGraphic">
          <ac:chgData name="Upadhye, Ravi" userId="S::ravi.upadhye@capgemini.com::d6bf7ea2-d5f8-48a8-b96a-ef58ed893e2e" providerId="AD" clId="Web-{86C30538-E014-7EE3-A3BF-2DAFA4518B34}" dt="2025-02-10T08:55:33.625" v="290"/>
          <ac:graphicFrameMkLst>
            <pc:docMk/>
            <pc:sldMk cId="3792586495" sldId="2147474126"/>
            <ac:graphicFrameMk id="2" creationId="{88B5223E-9341-760D-A543-9646D42E3D42}"/>
          </ac:graphicFrameMkLst>
        </pc:graphicFrameChg>
      </pc:sldChg>
    </pc:docChg>
  </pc:docChgLst>
  <pc:docChgLst>
    <pc:chgData name="Solanki, Jigar" userId="S::jigar.solanki@capgemini.com::3f4ee6f3-26ac-4cf7-b06f-bbc51af815a3" providerId="AD" clId="Web-{20351501-FB79-CE27-4FEC-51687D103FB9}"/>
    <pc:docChg chg="modSld">
      <pc:chgData name="Solanki, Jigar" userId="S::jigar.solanki@capgemini.com::3f4ee6f3-26ac-4cf7-b06f-bbc51af815a3" providerId="AD" clId="Web-{20351501-FB79-CE27-4FEC-51687D103FB9}" dt="2025-02-04T17:32:03.755" v="315"/>
      <pc:docMkLst>
        <pc:docMk/>
      </pc:docMkLst>
      <pc:sldChg chg="modSp">
        <pc:chgData name="Solanki, Jigar" userId="S::jigar.solanki@capgemini.com::3f4ee6f3-26ac-4cf7-b06f-bbc51af815a3" providerId="AD" clId="Web-{20351501-FB79-CE27-4FEC-51687D103FB9}" dt="2025-02-04T17:32:03.755" v="315"/>
        <pc:sldMkLst>
          <pc:docMk/>
          <pc:sldMk cId="2406390864" sldId="2147474122"/>
        </pc:sldMkLst>
      </pc:sldChg>
    </pc:docChg>
  </pc:docChgLst>
  <pc:docChgLst>
    <pc:chgData name="Kavanagh, Sarah" userId="48611c9d-48bb-44eb-bdf4-1905d85d7307" providerId="ADAL" clId="{FE6FB9D4-AA1C-47D6-B5FB-C1B2982B9562}"/>
    <pc:docChg chg="undo custSel addSld delSld modSld sldOrd addMainMaster modSection">
      <pc:chgData name="Kavanagh, Sarah" userId="48611c9d-48bb-44eb-bdf4-1905d85d7307" providerId="ADAL" clId="{FE6FB9D4-AA1C-47D6-B5FB-C1B2982B9562}" dt="2025-02-05T10:41:13.001" v="3326" actId="1076"/>
      <pc:docMkLst>
        <pc:docMk/>
      </pc:docMkLst>
      <pc:sldChg chg="addSp delSp modSp mod ord">
        <pc:chgData name="Kavanagh, Sarah" userId="48611c9d-48bb-44eb-bdf4-1905d85d7307" providerId="ADAL" clId="{FE6FB9D4-AA1C-47D6-B5FB-C1B2982B9562}" dt="2025-02-04T16:09:33.535" v="497"/>
        <pc:sldMkLst>
          <pc:docMk/>
          <pc:sldMk cId="1200764303" sldId="2147474118"/>
        </pc:sldMkLst>
      </pc:sldChg>
      <pc:sldChg chg="delSp modSp del mod ord">
        <pc:chgData name="Kavanagh, Sarah" userId="48611c9d-48bb-44eb-bdf4-1905d85d7307" providerId="ADAL" clId="{FE6FB9D4-AA1C-47D6-B5FB-C1B2982B9562}" dt="2025-02-04T17:08:54.504" v="2686" actId="47"/>
        <pc:sldMkLst>
          <pc:docMk/>
          <pc:sldMk cId="1438281205" sldId="2147474120"/>
        </pc:sldMkLst>
      </pc:sldChg>
      <pc:sldChg chg="modSp del mod ord">
        <pc:chgData name="Kavanagh, Sarah" userId="48611c9d-48bb-44eb-bdf4-1905d85d7307" providerId="ADAL" clId="{FE6FB9D4-AA1C-47D6-B5FB-C1B2982B9562}" dt="2025-02-05T09:58:13.194" v="3275" actId="47"/>
        <pc:sldMkLst>
          <pc:docMk/>
          <pc:sldMk cId="2406390864" sldId="2147474122"/>
        </pc:sldMkLst>
      </pc:sldChg>
      <pc:sldChg chg="modSp add del mod">
        <pc:chgData name="Kavanagh, Sarah" userId="48611c9d-48bb-44eb-bdf4-1905d85d7307" providerId="ADAL" clId="{FE6FB9D4-AA1C-47D6-B5FB-C1B2982B9562}" dt="2025-02-04T17:08:51.286" v="2685" actId="47"/>
        <pc:sldMkLst>
          <pc:docMk/>
          <pc:sldMk cId="1535635386" sldId="2147474123"/>
        </pc:sldMkLst>
      </pc:sldChg>
      <pc:sldChg chg="modSp add del mod">
        <pc:chgData name="Kavanagh, Sarah" userId="48611c9d-48bb-44eb-bdf4-1905d85d7307" providerId="ADAL" clId="{FE6FB9D4-AA1C-47D6-B5FB-C1B2982B9562}" dt="2025-02-05T09:58:14.153" v="3276" actId="47"/>
        <pc:sldMkLst>
          <pc:docMk/>
          <pc:sldMk cId="3565295058" sldId="2147474124"/>
        </pc:sldMkLst>
      </pc:sldChg>
      <pc:sldChg chg="modSp add del mod ord">
        <pc:chgData name="Kavanagh, Sarah" userId="48611c9d-48bb-44eb-bdf4-1905d85d7307" providerId="ADAL" clId="{FE6FB9D4-AA1C-47D6-B5FB-C1B2982B9562}" dt="2025-02-05T09:57:14.822" v="3269" actId="47"/>
        <pc:sldMkLst>
          <pc:docMk/>
          <pc:sldMk cId="247172325" sldId="2147474132"/>
        </pc:sldMkLst>
      </pc:sldChg>
      <pc:sldChg chg="modSp add mod ord">
        <pc:chgData name="Kavanagh, Sarah" userId="48611c9d-48bb-44eb-bdf4-1905d85d7307" providerId="ADAL" clId="{FE6FB9D4-AA1C-47D6-B5FB-C1B2982B9562}" dt="2025-02-05T09:58:48.508" v="3314" actId="20577"/>
        <pc:sldMkLst>
          <pc:docMk/>
          <pc:sldMk cId="1306219851" sldId="2147474132"/>
        </pc:sldMkLst>
      </pc:sldChg>
      <pc:sldChg chg="modSp add mod ord">
        <pc:chgData name="Kavanagh, Sarah" userId="48611c9d-48bb-44eb-bdf4-1905d85d7307" providerId="ADAL" clId="{FE6FB9D4-AA1C-47D6-B5FB-C1B2982B9562}" dt="2025-02-05T09:59:10.223" v="3317" actId="33524"/>
        <pc:sldMkLst>
          <pc:docMk/>
          <pc:sldMk cId="331581289" sldId="2147474133"/>
        </pc:sldMkLst>
      </pc:sldChg>
      <pc:sldChg chg="add del ord">
        <pc:chgData name="Kavanagh, Sarah" userId="48611c9d-48bb-44eb-bdf4-1905d85d7307" providerId="ADAL" clId="{FE6FB9D4-AA1C-47D6-B5FB-C1B2982B9562}" dt="2025-02-05T09:57:15.805" v="3270" actId="47"/>
        <pc:sldMkLst>
          <pc:docMk/>
          <pc:sldMk cId="2657929260" sldId="2147474133"/>
        </pc:sldMkLst>
      </pc:sldChg>
      <pc:sldChg chg="modSp add mod ord">
        <pc:chgData name="Kavanagh, Sarah" userId="48611c9d-48bb-44eb-bdf4-1905d85d7307" providerId="ADAL" clId="{FE6FB9D4-AA1C-47D6-B5FB-C1B2982B9562}" dt="2025-02-05T10:41:13.001" v="3326" actId="1076"/>
        <pc:sldMkLst>
          <pc:docMk/>
          <pc:sldMk cId="247172325" sldId="2147474134"/>
        </pc:sldMkLst>
      </pc:sldChg>
      <pc:sldChg chg="add ord">
        <pc:chgData name="Kavanagh, Sarah" userId="48611c9d-48bb-44eb-bdf4-1905d85d7307" providerId="ADAL" clId="{FE6FB9D4-AA1C-47D6-B5FB-C1B2982B9562}" dt="2025-02-05T10:00:28.706" v="3325"/>
        <pc:sldMkLst>
          <pc:docMk/>
          <pc:sldMk cId="2657929260" sldId="2147474135"/>
        </pc:sldMkLst>
      </pc:sldChg>
      <pc:sldMasterChg chg="add addSldLayout">
        <pc:chgData name="Kavanagh, Sarah" userId="48611c9d-48bb-44eb-bdf4-1905d85d7307" providerId="ADAL" clId="{FE6FB9D4-AA1C-47D6-B5FB-C1B2982B9562}" dt="2025-02-05T09:28:12.137" v="3210" actId="27028"/>
        <pc:sldMasterMkLst>
          <pc:docMk/>
          <pc:sldMasterMk cId="3148905397" sldId="2147484156"/>
        </pc:sldMasterMkLst>
        <pc:sldLayoutChg chg="add">
          <pc:chgData name="Kavanagh, Sarah" userId="48611c9d-48bb-44eb-bdf4-1905d85d7307" providerId="ADAL" clId="{FE6FB9D4-AA1C-47D6-B5FB-C1B2982B9562}" dt="2025-02-05T09:28:12.137" v="3210" actId="27028"/>
          <pc:sldLayoutMkLst>
            <pc:docMk/>
            <pc:sldMasterMk cId="3148905397" sldId="2147484156"/>
            <pc:sldLayoutMk cId="550818097" sldId="2147483900"/>
          </pc:sldLayoutMkLst>
        </pc:sldLayoutChg>
      </pc:sldMasterChg>
    </pc:docChg>
  </pc:docChgLst>
  <pc:docChgLst>
    <pc:chgData name="PULIDINDI, VIJAYA" userId="ec9d78bd-eaff-4dd4-ae99-d4ef13a4cf9f" providerId="ADAL" clId="{4454BEEC-2EBB-41AD-9549-87044B411F4A}"/>
    <pc:docChg chg="undo custSel modSld">
      <pc:chgData name="PULIDINDI, VIJAYA" userId="ec9d78bd-eaff-4dd4-ae99-d4ef13a4cf9f" providerId="ADAL" clId="{4454BEEC-2EBB-41AD-9549-87044B411F4A}" dt="2025-02-11T11:52:59.604" v="1050" actId="14100"/>
      <pc:docMkLst>
        <pc:docMk/>
      </pc:docMkLst>
      <pc:sldChg chg="addSp modSp mod">
        <pc:chgData name="PULIDINDI, VIJAYA" userId="ec9d78bd-eaff-4dd4-ae99-d4ef13a4cf9f" providerId="ADAL" clId="{4454BEEC-2EBB-41AD-9549-87044B411F4A}" dt="2025-02-11T11:50:44.214" v="1029" actId="313"/>
        <pc:sldMkLst>
          <pc:docMk/>
          <pc:sldMk cId="2467703338" sldId="2147474125"/>
        </pc:sldMkLst>
        <pc:spChg chg="mod">
          <ac:chgData name="PULIDINDI, VIJAYA" userId="ec9d78bd-eaff-4dd4-ae99-d4ef13a4cf9f" providerId="ADAL" clId="{4454BEEC-2EBB-41AD-9549-87044B411F4A}" dt="2025-02-10T13:26:10.374" v="175" actId="1076"/>
          <ac:spMkLst>
            <pc:docMk/>
            <pc:sldMk cId="2467703338" sldId="2147474125"/>
            <ac:spMk id="3" creationId="{BE3E3E93-7D3F-E629-AA85-6B1773E423A5}"/>
          </ac:spMkLst>
        </pc:spChg>
        <pc:spChg chg="mod">
          <ac:chgData name="PULIDINDI, VIJAYA" userId="ec9d78bd-eaff-4dd4-ae99-d4ef13a4cf9f" providerId="ADAL" clId="{4454BEEC-2EBB-41AD-9549-87044B411F4A}" dt="2025-02-10T13:29:21.008" v="423" actId="1076"/>
          <ac:spMkLst>
            <pc:docMk/>
            <pc:sldMk cId="2467703338" sldId="2147474125"/>
            <ac:spMk id="4" creationId="{483B2E8A-436F-A73E-D87A-301B46A16C43}"/>
          </ac:spMkLst>
        </pc:spChg>
        <pc:spChg chg="mod">
          <ac:chgData name="PULIDINDI, VIJAYA" userId="ec9d78bd-eaff-4dd4-ae99-d4ef13a4cf9f" providerId="ADAL" clId="{4454BEEC-2EBB-41AD-9549-87044B411F4A}" dt="2025-02-10T13:30:47.192" v="535" actId="1076"/>
          <ac:spMkLst>
            <pc:docMk/>
            <pc:sldMk cId="2467703338" sldId="2147474125"/>
            <ac:spMk id="5" creationId="{CC4B2688-588C-E0E4-4921-BBA165B083D1}"/>
          </ac:spMkLst>
        </pc:spChg>
        <pc:spChg chg="mod">
          <ac:chgData name="PULIDINDI, VIJAYA" userId="ec9d78bd-eaff-4dd4-ae99-d4ef13a4cf9f" providerId="ADAL" clId="{4454BEEC-2EBB-41AD-9549-87044B411F4A}" dt="2025-02-10T13:30:22.288" v="531" actId="1035"/>
          <ac:spMkLst>
            <pc:docMk/>
            <pc:sldMk cId="2467703338" sldId="2147474125"/>
            <ac:spMk id="6" creationId="{9243D5F9-91ED-0659-A3C6-9AB6C85CA6F9}"/>
          </ac:spMkLst>
        </pc:spChg>
        <pc:spChg chg="add mod">
          <ac:chgData name="PULIDINDI, VIJAYA" userId="ec9d78bd-eaff-4dd4-ae99-d4ef13a4cf9f" providerId="ADAL" clId="{4454BEEC-2EBB-41AD-9549-87044B411F4A}" dt="2025-02-11T11:50:44.214" v="1029" actId="313"/>
          <ac:spMkLst>
            <pc:docMk/>
            <pc:sldMk cId="2467703338" sldId="2147474125"/>
            <ac:spMk id="7" creationId="{A0842748-28EC-6835-226F-BAA854C0EF20}"/>
          </ac:spMkLst>
        </pc:spChg>
        <pc:spChg chg="add mod">
          <ac:chgData name="PULIDINDI, VIJAYA" userId="ec9d78bd-eaff-4dd4-ae99-d4ef13a4cf9f" providerId="ADAL" clId="{4454BEEC-2EBB-41AD-9549-87044B411F4A}" dt="2025-02-10T13:31:53.284" v="598" actId="313"/>
          <ac:spMkLst>
            <pc:docMk/>
            <pc:sldMk cId="2467703338" sldId="2147474125"/>
            <ac:spMk id="8" creationId="{767B2EC0-3B9F-A2CA-A325-C14A45D6817C}"/>
          </ac:spMkLst>
        </pc:spChg>
        <pc:spChg chg="add mod">
          <ac:chgData name="PULIDINDI, VIJAYA" userId="ec9d78bd-eaff-4dd4-ae99-d4ef13a4cf9f" providerId="ADAL" clId="{4454BEEC-2EBB-41AD-9549-87044B411F4A}" dt="2025-02-10T13:29:29.843" v="432" actId="1036"/>
          <ac:spMkLst>
            <pc:docMk/>
            <pc:sldMk cId="2467703338" sldId="2147474125"/>
            <ac:spMk id="9" creationId="{55E08401-3782-7018-E747-B194F263412E}"/>
          </ac:spMkLst>
        </pc:spChg>
        <pc:spChg chg="add mod">
          <ac:chgData name="PULIDINDI, VIJAYA" userId="ec9d78bd-eaff-4dd4-ae99-d4ef13a4cf9f" providerId="ADAL" clId="{4454BEEC-2EBB-41AD-9549-87044B411F4A}" dt="2025-02-10T13:29:55.406" v="497" actId="1036"/>
          <ac:spMkLst>
            <pc:docMk/>
            <pc:sldMk cId="2467703338" sldId="2147474125"/>
            <ac:spMk id="11" creationId="{7E672F11-A731-5C7D-5941-3DFD6CB82492}"/>
          </ac:spMkLst>
        </pc:spChg>
        <pc:spChg chg="add mod">
          <ac:chgData name="PULIDINDI, VIJAYA" userId="ec9d78bd-eaff-4dd4-ae99-d4ef13a4cf9f" providerId="ADAL" clId="{4454BEEC-2EBB-41AD-9549-87044B411F4A}" dt="2025-02-10T13:36:12.397" v="852" actId="20577"/>
          <ac:spMkLst>
            <pc:docMk/>
            <pc:sldMk cId="2467703338" sldId="2147474125"/>
            <ac:spMk id="12" creationId="{36C89D71-8ADD-8A67-2D2C-B3B4CACA46FF}"/>
          </ac:spMkLst>
        </pc:spChg>
        <pc:spChg chg="add mod">
          <ac:chgData name="PULIDINDI, VIJAYA" userId="ec9d78bd-eaff-4dd4-ae99-d4ef13a4cf9f" providerId="ADAL" clId="{4454BEEC-2EBB-41AD-9549-87044B411F4A}" dt="2025-02-10T13:33:46.324" v="652" actId="1036"/>
          <ac:spMkLst>
            <pc:docMk/>
            <pc:sldMk cId="2467703338" sldId="2147474125"/>
            <ac:spMk id="13" creationId="{7A93DE6E-CC79-6475-D4E7-3BE9ABDB056E}"/>
          </ac:spMkLst>
        </pc:spChg>
        <pc:spChg chg="add mod">
          <ac:chgData name="PULIDINDI, VIJAYA" userId="ec9d78bd-eaff-4dd4-ae99-d4ef13a4cf9f" providerId="ADAL" clId="{4454BEEC-2EBB-41AD-9549-87044B411F4A}" dt="2025-02-10T13:38:07.130" v="989" actId="20577"/>
          <ac:spMkLst>
            <pc:docMk/>
            <pc:sldMk cId="2467703338" sldId="2147474125"/>
            <ac:spMk id="14" creationId="{2AE8CDC1-7495-12A5-A2FF-034932583658}"/>
          </ac:spMkLst>
        </pc:spChg>
      </pc:sldChg>
      <pc:sldChg chg="addSp delSp modSp mod">
        <pc:chgData name="PULIDINDI, VIJAYA" userId="ec9d78bd-eaff-4dd4-ae99-d4ef13a4cf9f" providerId="ADAL" clId="{4454BEEC-2EBB-41AD-9549-87044B411F4A}" dt="2025-02-11T11:52:59.604" v="1050" actId="14100"/>
        <pc:sldMkLst>
          <pc:docMk/>
          <pc:sldMk cId="2849761354" sldId="2147474133"/>
        </pc:sldMkLst>
        <pc:spChg chg="mod">
          <ac:chgData name="PULIDINDI, VIJAYA" userId="ec9d78bd-eaff-4dd4-ae99-d4ef13a4cf9f" providerId="ADAL" clId="{4454BEEC-2EBB-41AD-9549-87044B411F4A}" dt="2025-02-11T11:51:50.218" v="1043" actId="20577"/>
          <ac:spMkLst>
            <pc:docMk/>
            <pc:sldMk cId="2849761354" sldId="2147474133"/>
            <ac:spMk id="12" creationId="{75436263-66F5-273D-8892-3943DF9C6997}"/>
          </ac:spMkLst>
        </pc:spChg>
        <pc:picChg chg="add del">
          <ac:chgData name="PULIDINDI, VIJAYA" userId="ec9d78bd-eaff-4dd4-ae99-d4ef13a4cf9f" providerId="ADAL" clId="{4454BEEC-2EBB-41AD-9549-87044B411F4A}" dt="2025-02-11T11:50:41.178" v="1028" actId="22"/>
          <ac:picMkLst>
            <pc:docMk/>
            <pc:sldMk cId="2849761354" sldId="2147474133"/>
            <ac:picMk id="5" creationId="{BEAA1D6C-7940-2BA7-72B1-D1C3B3F7969D}"/>
          </ac:picMkLst>
        </pc:picChg>
        <pc:picChg chg="add mod">
          <ac:chgData name="PULIDINDI, VIJAYA" userId="ec9d78bd-eaff-4dd4-ae99-d4ef13a4cf9f" providerId="ADAL" clId="{4454BEEC-2EBB-41AD-9549-87044B411F4A}" dt="2025-02-11T11:52:59.604" v="1050" actId="14100"/>
          <ac:picMkLst>
            <pc:docMk/>
            <pc:sldMk cId="2849761354" sldId="2147474133"/>
            <ac:picMk id="9" creationId="{80A11BDA-DC5F-6B5A-CB1C-E8AA97893FE0}"/>
          </ac:picMkLst>
        </pc:picChg>
      </pc:sldChg>
    </pc:docChg>
  </pc:docChgLst>
  <pc:docChgLst>
    <pc:chgData name="Upadhye, Ravi" userId="S::ravi.upadhye@capgemini.com::d6bf7ea2-d5f8-48a8-b96a-ef58ed893e2e" providerId="AD" clId="Web-{9989A629-8BBB-DB48-F5FC-0F14B166A675}"/>
    <pc:docChg chg="modSld">
      <pc:chgData name="Upadhye, Ravi" userId="S::ravi.upadhye@capgemini.com::d6bf7ea2-d5f8-48a8-b96a-ef58ed893e2e" providerId="AD" clId="Web-{9989A629-8BBB-DB48-F5FC-0F14B166A675}" dt="2025-02-10T10:31:58.019" v="335"/>
      <pc:docMkLst>
        <pc:docMk/>
      </pc:docMkLst>
      <pc:sldChg chg="modSp">
        <pc:chgData name="Upadhye, Ravi" userId="S::ravi.upadhye@capgemini.com::d6bf7ea2-d5f8-48a8-b96a-ef58ed893e2e" providerId="AD" clId="Web-{9989A629-8BBB-DB48-F5FC-0F14B166A675}" dt="2025-02-10T10:31:58.019" v="335"/>
        <pc:sldMkLst>
          <pc:docMk/>
          <pc:sldMk cId="3792586495" sldId="2147474126"/>
        </pc:sldMkLst>
        <pc:graphicFrameChg chg="mod modGraphic">
          <ac:chgData name="Upadhye, Ravi" userId="S::ravi.upadhye@capgemini.com::d6bf7ea2-d5f8-48a8-b96a-ef58ed893e2e" providerId="AD" clId="Web-{9989A629-8BBB-DB48-F5FC-0F14B166A675}" dt="2025-02-10T10:31:58.019" v="335"/>
          <ac:graphicFrameMkLst>
            <pc:docMk/>
            <pc:sldMk cId="3792586495" sldId="2147474126"/>
            <ac:graphicFrameMk id="2" creationId="{88B5223E-9341-760D-A543-9646D42E3D42}"/>
          </ac:graphicFrameMkLst>
        </pc:graphicFrameChg>
      </pc:sldChg>
    </pc:docChg>
  </pc:docChgLst>
  <pc:docChgLst>
    <pc:chgData name="Illinda, Sridhar" userId="fc3ae19c-f6eb-478b-b319-2a561336655c" providerId="ADAL" clId="{E9B77C19-78DC-4E39-AB59-0B0CBD640B8C}"/>
    <pc:docChg chg="custSel addSld modSld">
      <pc:chgData name="Illinda, Sridhar" userId="fc3ae19c-f6eb-478b-b319-2a561336655c" providerId="ADAL" clId="{E9B77C19-78DC-4E39-AB59-0B0CBD640B8C}" dt="2025-02-12T06:36:53.423" v="1668" actId="14100"/>
      <pc:docMkLst>
        <pc:docMk/>
      </pc:docMkLst>
      <pc:sldChg chg="addSp modSp mod">
        <pc:chgData name="Illinda, Sridhar" userId="fc3ae19c-f6eb-478b-b319-2a561336655c" providerId="ADAL" clId="{E9B77C19-78DC-4E39-AB59-0B0CBD640B8C}" dt="2025-02-12T06:36:53.423" v="1668" actId="14100"/>
        <pc:sldMkLst>
          <pc:docMk/>
          <pc:sldMk cId="2849761354" sldId="2147474133"/>
        </pc:sldMkLst>
        <pc:spChg chg="mod">
          <ac:chgData name="Illinda, Sridhar" userId="fc3ae19c-f6eb-478b-b319-2a561336655c" providerId="ADAL" clId="{E9B77C19-78DC-4E39-AB59-0B0CBD640B8C}" dt="2025-02-12T06:36:37.296" v="1665" actId="20577"/>
          <ac:spMkLst>
            <pc:docMk/>
            <pc:sldMk cId="2849761354" sldId="2147474133"/>
            <ac:spMk id="2" creationId="{7CD8D40F-887A-D0D3-17B1-1859080815B7}"/>
          </ac:spMkLst>
        </pc:spChg>
        <pc:spChg chg="mod">
          <ac:chgData name="Illinda, Sridhar" userId="fc3ae19c-f6eb-478b-b319-2a561336655c" providerId="ADAL" clId="{E9B77C19-78DC-4E39-AB59-0B0CBD640B8C}" dt="2025-02-11T08:39:10.735" v="1520" actId="20577"/>
          <ac:spMkLst>
            <pc:docMk/>
            <pc:sldMk cId="2849761354" sldId="2147474133"/>
            <ac:spMk id="11" creationId="{4E8C7AEB-0098-469A-7D92-FC41FBF7BC6F}"/>
          </ac:spMkLst>
        </pc:spChg>
        <pc:spChg chg="mod">
          <ac:chgData name="Illinda, Sridhar" userId="fc3ae19c-f6eb-478b-b319-2a561336655c" providerId="ADAL" clId="{E9B77C19-78DC-4E39-AB59-0B0CBD640B8C}" dt="2025-02-11T09:48:49.173" v="1592" actId="20577"/>
          <ac:spMkLst>
            <pc:docMk/>
            <pc:sldMk cId="2849761354" sldId="2147474133"/>
            <ac:spMk id="18" creationId="{6AFAE938-C36C-B824-6E24-A7094B8F137A}"/>
          </ac:spMkLst>
        </pc:spChg>
        <pc:spChg chg="mod">
          <ac:chgData name="Illinda, Sridhar" userId="fc3ae19c-f6eb-478b-b319-2a561336655c" providerId="ADAL" clId="{E9B77C19-78DC-4E39-AB59-0B0CBD640B8C}" dt="2025-02-11T08:45:15.356" v="1557" actId="20577"/>
          <ac:spMkLst>
            <pc:docMk/>
            <pc:sldMk cId="2849761354" sldId="2147474133"/>
            <ac:spMk id="19" creationId="{05A22F5A-E09A-9797-A45E-0B4F0868C547}"/>
          </ac:spMkLst>
        </pc:spChg>
        <pc:spChg chg="mod">
          <ac:chgData name="Illinda, Sridhar" userId="fc3ae19c-f6eb-478b-b319-2a561336655c" providerId="ADAL" clId="{E9B77C19-78DC-4E39-AB59-0B0CBD640B8C}" dt="2025-02-11T08:41:21.392" v="1532" actId="20577"/>
          <ac:spMkLst>
            <pc:docMk/>
            <pc:sldMk cId="2849761354" sldId="2147474133"/>
            <ac:spMk id="24" creationId="{CD781470-18EE-9BDF-7CD0-F68372408302}"/>
          </ac:spMkLst>
        </pc:spChg>
        <pc:spChg chg="mod">
          <ac:chgData name="Illinda, Sridhar" userId="fc3ae19c-f6eb-478b-b319-2a561336655c" providerId="ADAL" clId="{E9B77C19-78DC-4E39-AB59-0B0CBD640B8C}" dt="2025-02-11T09:50:27.681" v="1605" actId="20577"/>
          <ac:spMkLst>
            <pc:docMk/>
            <pc:sldMk cId="2849761354" sldId="2147474133"/>
            <ac:spMk id="29" creationId="{173201C3-6832-55B5-6586-C5BE62A8A020}"/>
          </ac:spMkLst>
        </pc:spChg>
        <pc:spChg chg="mod">
          <ac:chgData name="Illinda, Sridhar" userId="fc3ae19c-f6eb-478b-b319-2a561336655c" providerId="ADAL" clId="{E9B77C19-78DC-4E39-AB59-0B0CBD640B8C}" dt="2025-02-11T09:04:30.292" v="1578" actId="20577"/>
          <ac:spMkLst>
            <pc:docMk/>
            <pc:sldMk cId="2849761354" sldId="2147474133"/>
            <ac:spMk id="30" creationId="{B784A6CB-14C7-13BE-AD90-0623D9D5941B}"/>
          </ac:spMkLst>
        </pc:spChg>
        <pc:picChg chg="add mod">
          <ac:chgData name="Illinda, Sridhar" userId="fc3ae19c-f6eb-478b-b319-2a561336655c" providerId="ADAL" clId="{E9B77C19-78DC-4E39-AB59-0B0CBD640B8C}" dt="2025-02-11T09:51:09.973" v="1622" actId="14100"/>
          <ac:picMkLst>
            <pc:docMk/>
            <pc:sldMk cId="2849761354" sldId="2147474133"/>
            <ac:picMk id="4" creationId="{F6103F0F-2A9E-BD05-FEAD-1E65CE7A4FE3}"/>
          </ac:picMkLst>
        </pc:picChg>
        <pc:picChg chg="add mod">
          <ac:chgData name="Illinda, Sridhar" userId="fc3ae19c-f6eb-478b-b319-2a561336655c" providerId="ADAL" clId="{E9B77C19-78DC-4E39-AB59-0B0CBD640B8C}" dt="2025-02-11T08:41:41.544" v="1542" actId="1038"/>
          <ac:picMkLst>
            <pc:docMk/>
            <pc:sldMk cId="2849761354" sldId="2147474133"/>
            <ac:picMk id="6" creationId="{B9F299F5-A99D-3033-4B59-47CA02ACE7AC}"/>
          </ac:picMkLst>
        </pc:picChg>
        <pc:picChg chg="add mod">
          <ac:chgData name="Illinda, Sridhar" userId="fc3ae19c-f6eb-478b-b319-2a561336655c" providerId="ADAL" clId="{E9B77C19-78DC-4E39-AB59-0B0CBD640B8C}" dt="2025-02-11T08:45:36.496" v="1562" actId="14100"/>
          <ac:picMkLst>
            <pc:docMk/>
            <pc:sldMk cId="2849761354" sldId="2147474133"/>
            <ac:picMk id="8" creationId="{46E9E950-127E-CA58-1D39-EE251B0B6C3B}"/>
          </ac:picMkLst>
        </pc:picChg>
        <pc:picChg chg="add mod">
          <ac:chgData name="Illinda, Sridhar" userId="fc3ae19c-f6eb-478b-b319-2a561336655c" providerId="ADAL" clId="{E9B77C19-78DC-4E39-AB59-0B0CBD640B8C}" dt="2025-02-11T09:04:49.794" v="1586" actId="1036"/>
          <ac:picMkLst>
            <pc:docMk/>
            <pc:sldMk cId="2849761354" sldId="2147474133"/>
            <ac:picMk id="13" creationId="{7527AFA8-C394-2020-4461-684B146732FB}"/>
          </ac:picMkLst>
        </pc:picChg>
        <pc:picChg chg="add mod">
          <ac:chgData name="Illinda, Sridhar" userId="fc3ae19c-f6eb-478b-b319-2a561336655c" providerId="ADAL" clId="{E9B77C19-78DC-4E39-AB59-0B0CBD640B8C}" dt="2025-02-11T09:51:04.341" v="1621" actId="14100"/>
          <ac:picMkLst>
            <pc:docMk/>
            <pc:sldMk cId="2849761354" sldId="2147474133"/>
            <ac:picMk id="15" creationId="{3ECF9878-3D7F-E7B1-08A2-4235675CB5BD}"/>
          </ac:picMkLst>
        </pc:picChg>
        <pc:picChg chg="add mod">
          <ac:chgData name="Illinda, Sridhar" userId="fc3ae19c-f6eb-478b-b319-2a561336655c" providerId="ADAL" clId="{E9B77C19-78DC-4E39-AB59-0B0CBD640B8C}" dt="2025-02-11T09:50:54.499" v="1620" actId="1037"/>
          <ac:picMkLst>
            <pc:docMk/>
            <pc:sldMk cId="2849761354" sldId="2147474133"/>
            <ac:picMk id="20" creationId="{A1DB5B60-67DC-FE63-838F-808E1D2FAEA4}"/>
          </ac:picMkLst>
        </pc:picChg>
        <pc:picChg chg="add mod">
          <ac:chgData name="Illinda, Sridhar" userId="fc3ae19c-f6eb-478b-b319-2a561336655c" providerId="ADAL" clId="{E9B77C19-78DC-4E39-AB59-0B0CBD640B8C}" dt="2025-02-12T06:36:53.423" v="1668" actId="14100"/>
          <ac:picMkLst>
            <pc:docMk/>
            <pc:sldMk cId="2849761354" sldId="2147474133"/>
            <ac:picMk id="22" creationId="{408C83DE-5E73-B513-C412-41BFBDDF2FE8}"/>
          </ac:picMkLst>
        </pc:picChg>
      </pc:sldChg>
      <pc:sldChg chg="modSp add mod">
        <pc:chgData name="Illinda, Sridhar" userId="fc3ae19c-f6eb-478b-b319-2a561336655c" providerId="ADAL" clId="{E9B77C19-78DC-4E39-AB59-0B0CBD640B8C}" dt="2025-02-12T04:53:01.709" v="1659" actId="20577"/>
        <pc:sldMkLst>
          <pc:docMk/>
          <pc:sldMk cId="283553165" sldId="2147474134"/>
        </pc:sldMkLst>
        <pc:spChg chg="mod">
          <ac:chgData name="Illinda, Sridhar" userId="fc3ae19c-f6eb-478b-b319-2a561336655c" providerId="ADAL" clId="{E9B77C19-78DC-4E39-AB59-0B0CBD640B8C}" dt="2025-02-10T10:20:39.209" v="692" actId="20577"/>
          <ac:spMkLst>
            <pc:docMk/>
            <pc:sldMk cId="283553165" sldId="2147474134"/>
            <ac:spMk id="11" creationId="{8248BD2D-5E82-8D16-12EC-DE7838B52A24}"/>
          </ac:spMkLst>
        </pc:spChg>
        <pc:spChg chg="mod">
          <ac:chgData name="Illinda, Sridhar" userId="fc3ae19c-f6eb-478b-b319-2a561336655c" providerId="ADAL" clId="{E9B77C19-78DC-4E39-AB59-0B0CBD640B8C}" dt="2025-02-10T10:22:24.439" v="881" actId="20577"/>
          <ac:spMkLst>
            <pc:docMk/>
            <pc:sldMk cId="283553165" sldId="2147474134"/>
            <ac:spMk id="12" creationId="{BBB47942-416C-EB75-EE46-8CB30E05A8BC}"/>
          </ac:spMkLst>
        </pc:spChg>
        <pc:spChg chg="mod">
          <ac:chgData name="Illinda, Sridhar" userId="fc3ae19c-f6eb-478b-b319-2a561336655c" providerId="ADAL" clId="{E9B77C19-78DC-4E39-AB59-0B0CBD640B8C}" dt="2025-02-10T10:28:43.495" v="1202" actId="21"/>
          <ac:spMkLst>
            <pc:docMk/>
            <pc:sldMk cId="283553165" sldId="2147474134"/>
            <ac:spMk id="13" creationId="{6DB6DB66-7526-01EA-F738-862BB264640A}"/>
          </ac:spMkLst>
        </pc:spChg>
        <pc:spChg chg="mod">
          <ac:chgData name="Illinda, Sridhar" userId="fc3ae19c-f6eb-478b-b319-2a561336655c" providerId="ADAL" clId="{E9B77C19-78DC-4E39-AB59-0B0CBD640B8C}" dt="2025-02-10T11:54:27.928" v="1473" actId="20577"/>
          <ac:spMkLst>
            <pc:docMk/>
            <pc:sldMk cId="283553165" sldId="2147474134"/>
            <ac:spMk id="14" creationId="{D0ADA063-BEAB-BD9E-FFED-812BFECDCC74}"/>
          </ac:spMkLst>
        </pc:spChg>
        <pc:graphicFrameChg chg="modGraphic">
          <ac:chgData name="Illinda, Sridhar" userId="fc3ae19c-f6eb-478b-b319-2a561336655c" providerId="ADAL" clId="{E9B77C19-78DC-4E39-AB59-0B0CBD640B8C}" dt="2025-02-12T04:53:01.709" v="1659" actId="20577"/>
          <ac:graphicFrameMkLst>
            <pc:docMk/>
            <pc:sldMk cId="283553165" sldId="2147474134"/>
            <ac:graphicFrameMk id="19" creationId="{EF5A1218-70BC-894C-9DBE-7468292480EF}"/>
          </ac:graphicFrameMkLst>
        </pc:graphicFrameChg>
        <pc:graphicFrameChg chg="modGraphic">
          <ac:chgData name="Illinda, Sridhar" userId="fc3ae19c-f6eb-478b-b319-2a561336655c" providerId="ADAL" clId="{E9B77C19-78DC-4E39-AB59-0B0CBD640B8C}" dt="2025-02-12T03:30:54.473" v="1640" actId="20577"/>
          <ac:graphicFrameMkLst>
            <pc:docMk/>
            <pc:sldMk cId="283553165" sldId="2147474134"/>
            <ac:graphicFrameMk id="20" creationId="{E0F3FD63-124C-0BA2-CCF2-54E9EC4F9C08}"/>
          </ac:graphicFrameMkLst>
        </pc:graphicFrameChg>
      </pc:sldChg>
    </pc:docChg>
  </pc:docChgLst>
  <pc:docChgLst>
    <pc:chgData name="Dixon, Peter" userId="157dab50-21ce-4266-8b26-caaaf77ba269" providerId="ADAL" clId="{8B95A7F0-75E4-4381-9F5D-9739AD09693B}"/>
    <pc:docChg chg="modSld">
      <pc:chgData name="Dixon, Peter" userId="157dab50-21ce-4266-8b26-caaaf77ba269" providerId="ADAL" clId="{8B95A7F0-75E4-4381-9F5D-9739AD09693B}" dt="2025-02-04T16:52:07.256" v="188" actId="20577"/>
      <pc:docMkLst>
        <pc:docMk/>
      </pc:docMkLst>
      <pc:sldChg chg="modSp mod">
        <pc:chgData name="Dixon, Peter" userId="157dab50-21ce-4266-8b26-caaaf77ba269" providerId="ADAL" clId="{8B95A7F0-75E4-4381-9F5D-9739AD09693B}" dt="2025-02-04T16:52:07.256" v="188" actId="20577"/>
        <pc:sldMkLst>
          <pc:docMk/>
          <pc:sldMk cId="2406390864" sldId="2147474122"/>
        </pc:sldMkLst>
      </pc:sldChg>
    </pc:docChg>
  </pc:docChgLst>
  <pc:docChgLst>
    <pc:chgData name="Durve, Ninad" userId="9aa7579a-43ac-48f6-802e-7696b304836f" providerId="ADAL" clId="{7476C173-A332-4D54-A1CB-9569281EADCB}"/>
    <pc:docChg chg="undo custSel addSld delSld modSld sldOrd delMainMaster modMainMaster modSection">
      <pc:chgData name="Durve, Ninad" userId="9aa7579a-43ac-48f6-802e-7696b304836f" providerId="ADAL" clId="{7476C173-A332-4D54-A1CB-9569281EADCB}" dt="2025-02-07T13:12:24.744" v="1774" actId="478"/>
      <pc:docMkLst>
        <pc:docMk/>
      </pc:docMkLst>
      <pc:sldChg chg="modSp mod">
        <pc:chgData name="Durve, Ninad" userId="9aa7579a-43ac-48f6-802e-7696b304836f" providerId="ADAL" clId="{7476C173-A332-4D54-A1CB-9569281EADCB}" dt="2025-02-07T10:35:14.577" v="65" actId="20577"/>
        <pc:sldMkLst>
          <pc:docMk/>
          <pc:sldMk cId="1923745520" sldId="2147474097"/>
        </pc:sldMkLst>
        <pc:spChg chg="mod">
          <ac:chgData name="Durve, Ninad" userId="9aa7579a-43ac-48f6-802e-7696b304836f" providerId="ADAL" clId="{7476C173-A332-4D54-A1CB-9569281EADCB}" dt="2025-02-07T10:35:14.577" v="65" actId="20577"/>
          <ac:spMkLst>
            <pc:docMk/>
            <pc:sldMk cId="1923745520" sldId="2147474097"/>
            <ac:spMk id="11" creationId="{CE5626D2-4B84-6929-D4F9-1F67489262B8}"/>
          </ac:spMkLst>
        </pc:spChg>
      </pc:sldChg>
      <pc:sldChg chg="del">
        <pc:chgData name="Durve, Ninad" userId="9aa7579a-43ac-48f6-802e-7696b304836f" providerId="ADAL" clId="{7476C173-A332-4D54-A1CB-9569281EADCB}" dt="2025-02-07T10:34:55.278" v="9" actId="47"/>
        <pc:sldMkLst>
          <pc:docMk/>
          <pc:sldMk cId="1621265018" sldId="2147474105"/>
        </pc:sldMkLst>
      </pc:sldChg>
      <pc:sldChg chg="del">
        <pc:chgData name="Durve, Ninad" userId="9aa7579a-43ac-48f6-802e-7696b304836f" providerId="ADAL" clId="{7476C173-A332-4D54-A1CB-9569281EADCB}" dt="2025-02-07T10:34:55.278" v="9" actId="47"/>
        <pc:sldMkLst>
          <pc:docMk/>
          <pc:sldMk cId="4027224524" sldId="2147474110"/>
        </pc:sldMkLst>
      </pc:sldChg>
      <pc:sldChg chg="del">
        <pc:chgData name="Durve, Ninad" userId="9aa7579a-43ac-48f6-802e-7696b304836f" providerId="ADAL" clId="{7476C173-A332-4D54-A1CB-9569281EADCB}" dt="2025-02-07T10:34:55.278" v="9" actId="47"/>
        <pc:sldMkLst>
          <pc:docMk/>
          <pc:sldMk cId="2353993937" sldId="2147474111"/>
        </pc:sldMkLst>
      </pc:sldChg>
      <pc:sldChg chg="del">
        <pc:chgData name="Durve, Ninad" userId="9aa7579a-43ac-48f6-802e-7696b304836f" providerId="ADAL" clId="{7476C173-A332-4D54-A1CB-9569281EADCB}" dt="2025-02-07T10:34:55.278" v="9" actId="47"/>
        <pc:sldMkLst>
          <pc:docMk/>
          <pc:sldMk cId="47103576" sldId="2147474112"/>
        </pc:sldMkLst>
      </pc:sldChg>
      <pc:sldChg chg="del">
        <pc:chgData name="Durve, Ninad" userId="9aa7579a-43ac-48f6-802e-7696b304836f" providerId="ADAL" clId="{7476C173-A332-4D54-A1CB-9569281EADCB}" dt="2025-02-07T10:34:55.278" v="9" actId="47"/>
        <pc:sldMkLst>
          <pc:docMk/>
          <pc:sldMk cId="298141180" sldId="2147474113"/>
        </pc:sldMkLst>
      </pc:sldChg>
      <pc:sldChg chg="del">
        <pc:chgData name="Durve, Ninad" userId="9aa7579a-43ac-48f6-802e-7696b304836f" providerId="ADAL" clId="{7476C173-A332-4D54-A1CB-9569281EADCB}" dt="2025-02-07T10:34:55.278" v="9" actId="47"/>
        <pc:sldMkLst>
          <pc:docMk/>
          <pc:sldMk cId="2419817016" sldId="2147474114"/>
        </pc:sldMkLst>
      </pc:sldChg>
      <pc:sldChg chg="del">
        <pc:chgData name="Durve, Ninad" userId="9aa7579a-43ac-48f6-802e-7696b304836f" providerId="ADAL" clId="{7476C173-A332-4D54-A1CB-9569281EADCB}" dt="2025-02-07T10:34:55.278" v="9" actId="47"/>
        <pc:sldMkLst>
          <pc:docMk/>
          <pc:sldMk cId="1247728009" sldId="2147474115"/>
        </pc:sldMkLst>
      </pc:sldChg>
      <pc:sldChg chg="add del">
        <pc:chgData name="Durve, Ninad" userId="9aa7579a-43ac-48f6-802e-7696b304836f" providerId="ADAL" clId="{7476C173-A332-4D54-A1CB-9569281EADCB}" dt="2025-02-07T10:32:27.901" v="3" actId="47"/>
        <pc:sldMkLst>
          <pc:docMk/>
          <pc:sldMk cId="2042885715" sldId="2147474116"/>
        </pc:sldMkLst>
      </pc:sldChg>
      <pc:sldChg chg="add del">
        <pc:chgData name="Durve, Ninad" userId="9aa7579a-43ac-48f6-802e-7696b304836f" providerId="ADAL" clId="{7476C173-A332-4D54-A1CB-9569281EADCB}" dt="2025-02-07T10:32:27.901" v="3" actId="47"/>
        <pc:sldMkLst>
          <pc:docMk/>
          <pc:sldMk cId="3450465591" sldId="2147474117"/>
        </pc:sldMkLst>
      </pc:sldChg>
      <pc:sldChg chg="add del">
        <pc:chgData name="Durve, Ninad" userId="9aa7579a-43ac-48f6-802e-7696b304836f" providerId="ADAL" clId="{7476C173-A332-4D54-A1CB-9569281EADCB}" dt="2025-02-07T10:32:27.901" v="3" actId="47"/>
        <pc:sldMkLst>
          <pc:docMk/>
          <pc:sldMk cId="1200764303" sldId="2147474118"/>
        </pc:sldMkLst>
      </pc:sldChg>
      <pc:sldChg chg="addSp delSp modSp add mod">
        <pc:chgData name="Durve, Ninad" userId="9aa7579a-43ac-48f6-802e-7696b304836f" providerId="ADAL" clId="{7476C173-A332-4D54-A1CB-9569281EADCB}" dt="2025-02-07T13:12:24.744" v="1774" actId="478"/>
        <pc:sldMkLst>
          <pc:docMk/>
          <pc:sldMk cId="4068842122" sldId="2147474122"/>
        </pc:sldMkLst>
        <pc:spChg chg="mod">
          <ac:chgData name="Durve, Ninad" userId="9aa7579a-43ac-48f6-802e-7696b304836f" providerId="ADAL" clId="{7476C173-A332-4D54-A1CB-9569281EADCB}" dt="2025-02-07T10:37:10.056" v="102" actId="1076"/>
          <ac:spMkLst>
            <pc:docMk/>
            <pc:sldMk cId="4068842122" sldId="2147474122"/>
            <ac:spMk id="10" creationId="{E98B9B0E-5B5A-42BB-B0F0-FF05C1670C5B}"/>
          </ac:spMkLst>
        </pc:spChg>
        <pc:spChg chg="add mod">
          <ac:chgData name="Durve, Ninad" userId="9aa7579a-43ac-48f6-802e-7696b304836f" providerId="ADAL" clId="{7476C173-A332-4D54-A1CB-9569281EADCB}" dt="2025-02-07T13:11:53.818" v="1724" actId="1036"/>
          <ac:spMkLst>
            <pc:docMk/>
            <pc:sldMk cId="4068842122" sldId="2147474122"/>
            <ac:spMk id="18" creationId="{5D367CE5-3FD2-8E0A-C0BA-413FBA91D0DD}"/>
          </ac:spMkLst>
        </pc:spChg>
        <pc:spChg chg="add mod">
          <ac:chgData name="Durve, Ninad" userId="9aa7579a-43ac-48f6-802e-7696b304836f" providerId="ADAL" clId="{7476C173-A332-4D54-A1CB-9569281EADCB}" dt="2025-02-07T13:11:53.818" v="1724" actId="1036"/>
          <ac:spMkLst>
            <pc:docMk/>
            <pc:sldMk cId="4068842122" sldId="2147474122"/>
            <ac:spMk id="19" creationId="{2901FB73-FD29-E62E-6709-411298E474EB}"/>
          </ac:spMkLst>
        </pc:spChg>
        <pc:spChg chg="add mod">
          <ac:chgData name="Durve, Ninad" userId="9aa7579a-43ac-48f6-802e-7696b304836f" providerId="ADAL" clId="{7476C173-A332-4D54-A1CB-9569281EADCB}" dt="2025-02-07T13:11:53.818" v="1724" actId="1036"/>
          <ac:spMkLst>
            <pc:docMk/>
            <pc:sldMk cId="4068842122" sldId="2147474122"/>
            <ac:spMk id="24" creationId="{CF6B76C8-88A0-B0C0-D745-44EA426D2CE7}"/>
          </ac:spMkLst>
        </pc:spChg>
        <pc:spChg chg="add mod">
          <ac:chgData name="Durve, Ninad" userId="9aa7579a-43ac-48f6-802e-7696b304836f" providerId="ADAL" clId="{7476C173-A332-4D54-A1CB-9569281EADCB}" dt="2025-02-07T13:11:53.818" v="1724" actId="1036"/>
          <ac:spMkLst>
            <pc:docMk/>
            <pc:sldMk cId="4068842122" sldId="2147474122"/>
            <ac:spMk id="29" creationId="{E34345F7-29F8-C95B-2481-92A6B076974B}"/>
          </ac:spMkLst>
        </pc:spChg>
        <pc:spChg chg="add mod">
          <ac:chgData name="Durve, Ninad" userId="9aa7579a-43ac-48f6-802e-7696b304836f" providerId="ADAL" clId="{7476C173-A332-4D54-A1CB-9569281EADCB}" dt="2025-02-07T13:11:59.831" v="1725" actId="1076"/>
          <ac:spMkLst>
            <pc:docMk/>
            <pc:sldMk cId="4068842122" sldId="2147474122"/>
            <ac:spMk id="30" creationId="{B2F658F8-C407-BD3A-BE28-AD3753C6495C}"/>
          </ac:spMkLst>
        </pc:spChg>
        <pc:spChg chg="add mod">
          <ac:chgData name="Durve, Ninad" userId="9aa7579a-43ac-48f6-802e-7696b304836f" providerId="ADAL" clId="{7476C173-A332-4D54-A1CB-9569281EADCB}" dt="2025-02-07T13:11:53.818" v="1724" actId="1036"/>
          <ac:spMkLst>
            <pc:docMk/>
            <pc:sldMk cId="4068842122" sldId="2147474122"/>
            <ac:spMk id="31" creationId="{621776CA-8F5F-CDB4-008B-BD48F00718C9}"/>
          </ac:spMkLst>
        </pc:spChg>
        <pc:spChg chg="add mod">
          <ac:chgData name="Durve, Ninad" userId="9aa7579a-43ac-48f6-802e-7696b304836f" providerId="ADAL" clId="{7476C173-A332-4D54-A1CB-9569281EADCB}" dt="2025-02-07T13:11:53.818" v="1724" actId="1036"/>
          <ac:spMkLst>
            <pc:docMk/>
            <pc:sldMk cId="4068842122" sldId="2147474122"/>
            <ac:spMk id="32" creationId="{F782F246-7997-3008-9905-99AB7AA92F69}"/>
          </ac:spMkLst>
        </pc:spChg>
        <pc:spChg chg="add mod">
          <ac:chgData name="Durve, Ninad" userId="9aa7579a-43ac-48f6-802e-7696b304836f" providerId="ADAL" clId="{7476C173-A332-4D54-A1CB-9569281EADCB}" dt="2025-02-07T13:11:53.818" v="1724" actId="1036"/>
          <ac:spMkLst>
            <pc:docMk/>
            <pc:sldMk cId="4068842122" sldId="2147474122"/>
            <ac:spMk id="33" creationId="{9734A3EB-AF15-D345-F95B-73EF172A3A1B}"/>
          </ac:spMkLst>
        </pc:spChg>
        <pc:spChg chg="add mod">
          <ac:chgData name="Durve, Ninad" userId="9aa7579a-43ac-48f6-802e-7696b304836f" providerId="ADAL" clId="{7476C173-A332-4D54-A1CB-9569281EADCB}" dt="2025-02-07T13:11:53.818" v="1724" actId="1036"/>
          <ac:spMkLst>
            <pc:docMk/>
            <pc:sldMk cId="4068842122" sldId="2147474122"/>
            <ac:spMk id="34" creationId="{FCA377BC-18A2-EC04-EBC6-179B17862B35}"/>
          </ac:spMkLst>
        </pc:spChg>
        <pc:spChg chg="add mod">
          <ac:chgData name="Durve, Ninad" userId="9aa7579a-43ac-48f6-802e-7696b304836f" providerId="ADAL" clId="{7476C173-A332-4D54-A1CB-9569281EADCB}" dt="2025-02-07T13:11:53.818" v="1724" actId="1036"/>
          <ac:spMkLst>
            <pc:docMk/>
            <pc:sldMk cId="4068842122" sldId="2147474122"/>
            <ac:spMk id="35" creationId="{5DE92D9B-0F74-DEAE-2AC0-DA30D1D3E840}"/>
          </ac:spMkLst>
        </pc:spChg>
        <pc:spChg chg="add mod">
          <ac:chgData name="Durve, Ninad" userId="9aa7579a-43ac-48f6-802e-7696b304836f" providerId="ADAL" clId="{7476C173-A332-4D54-A1CB-9569281EADCB}" dt="2025-02-07T13:11:53.818" v="1724" actId="1036"/>
          <ac:spMkLst>
            <pc:docMk/>
            <pc:sldMk cId="4068842122" sldId="2147474122"/>
            <ac:spMk id="36" creationId="{F52ADD9D-7092-6B58-5EAE-323299F24213}"/>
          </ac:spMkLst>
        </pc:spChg>
        <pc:cxnChg chg="add mod">
          <ac:chgData name="Durve, Ninad" userId="9aa7579a-43ac-48f6-802e-7696b304836f" providerId="ADAL" clId="{7476C173-A332-4D54-A1CB-9569281EADCB}" dt="2025-02-07T13:11:53.818" v="1724" actId="1036"/>
          <ac:cxnSpMkLst>
            <pc:docMk/>
            <pc:sldMk cId="4068842122" sldId="2147474122"/>
            <ac:cxnSpMk id="11" creationId="{C68BB762-DABF-7E86-2617-AF273F0451E4}"/>
          </ac:cxnSpMkLst>
        </pc:cxnChg>
        <pc:cxnChg chg="add mod">
          <ac:chgData name="Durve, Ninad" userId="9aa7579a-43ac-48f6-802e-7696b304836f" providerId="ADAL" clId="{7476C173-A332-4D54-A1CB-9569281EADCB}" dt="2025-02-07T13:11:53.818" v="1724" actId="1036"/>
          <ac:cxnSpMkLst>
            <pc:docMk/>
            <pc:sldMk cId="4068842122" sldId="2147474122"/>
            <ac:cxnSpMk id="12" creationId="{13A32AB6-FA2B-3662-D50F-590222B33F76}"/>
          </ac:cxnSpMkLst>
        </pc:cxnChg>
      </pc:sldChg>
      <pc:sldChg chg="del">
        <pc:chgData name="Durve, Ninad" userId="9aa7579a-43ac-48f6-802e-7696b304836f" providerId="ADAL" clId="{7476C173-A332-4D54-A1CB-9569281EADCB}" dt="2025-02-07T10:34:55.278" v="9" actId="47"/>
        <pc:sldMkLst>
          <pc:docMk/>
          <pc:sldMk cId="723203984" sldId="2147474123"/>
        </pc:sldMkLst>
      </pc:sldChg>
      <pc:sldChg chg="delSp modSp add mod">
        <pc:chgData name="Durve, Ninad" userId="9aa7579a-43ac-48f6-802e-7696b304836f" providerId="ADAL" clId="{7476C173-A332-4D54-A1CB-9569281EADCB}" dt="2025-02-07T11:48:05.113" v="565" actId="20577"/>
        <pc:sldMkLst>
          <pc:docMk/>
          <pc:sldMk cId="3141646664" sldId="2147474123"/>
        </pc:sldMkLst>
        <pc:spChg chg="mod">
          <ac:chgData name="Durve, Ninad" userId="9aa7579a-43ac-48f6-802e-7696b304836f" providerId="ADAL" clId="{7476C173-A332-4D54-A1CB-9569281EADCB}" dt="2025-02-07T11:48:05.113" v="565" actId="20577"/>
          <ac:spMkLst>
            <pc:docMk/>
            <pc:sldMk cId="3141646664" sldId="2147474123"/>
            <ac:spMk id="10" creationId="{268B7E0B-53D5-7B9E-3DB9-2E8AB9A4D8DD}"/>
          </ac:spMkLst>
        </pc:spChg>
      </pc:sldChg>
      <pc:sldChg chg="addSp delSp modSp add mod">
        <pc:chgData name="Durve, Ninad" userId="9aa7579a-43ac-48f6-802e-7696b304836f" providerId="ADAL" clId="{7476C173-A332-4D54-A1CB-9569281EADCB}" dt="2025-02-07T13:08:05.227" v="1614" actId="20577"/>
        <pc:sldMkLst>
          <pc:docMk/>
          <pc:sldMk cId="579953838" sldId="2147474124"/>
        </pc:sldMkLst>
      </pc:sldChg>
      <pc:sldChg chg="addSp delSp modSp add mod">
        <pc:chgData name="Durve, Ninad" userId="9aa7579a-43ac-48f6-802e-7696b304836f" providerId="ADAL" clId="{7476C173-A332-4D54-A1CB-9569281EADCB}" dt="2025-02-07T13:08:59.447" v="1683" actId="20577"/>
        <pc:sldMkLst>
          <pc:docMk/>
          <pc:sldMk cId="2467703338" sldId="2147474125"/>
        </pc:sldMkLst>
        <pc:spChg chg="add mod">
          <ac:chgData name="Durve, Ninad" userId="9aa7579a-43ac-48f6-802e-7696b304836f" providerId="ADAL" clId="{7476C173-A332-4D54-A1CB-9569281EADCB}" dt="2025-02-07T13:06:46.813" v="1493" actId="20577"/>
          <ac:spMkLst>
            <pc:docMk/>
            <pc:sldMk cId="2467703338" sldId="2147474125"/>
            <ac:spMk id="3" creationId="{BE3E3E93-7D3F-E629-AA85-6B1773E423A5}"/>
          </ac:spMkLst>
        </pc:spChg>
        <pc:spChg chg="add mod">
          <ac:chgData name="Durve, Ninad" userId="9aa7579a-43ac-48f6-802e-7696b304836f" providerId="ADAL" clId="{7476C173-A332-4D54-A1CB-9569281EADCB}" dt="2025-02-07T13:08:25.313" v="1637" actId="20577"/>
          <ac:spMkLst>
            <pc:docMk/>
            <pc:sldMk cId="2467703338" sldId="2147474125"/>
            <ac:spMk id="4" creationId="{483B2E8A-436F-A73E-D87A-301B46A16C43}"/>
          </ac:spMkLst>
        </pc:spChg>
        <pc:spChg chg="add mod">
          <ac:chgData name="Durve, Ninad" userId="9aa7579a-43ac-48f6-802e-7696b304836f" providerId="ADAL" clId="{7476C173-A332-4D54-A1CB-9569281EADCB}" dt="2025-02-07T13:08:42.946" v="1663" actId="20577"/>
          <ac:spMkLst>
            <pc:docMk/>
            <pc:sldMk cId="2467703338" sldId="2147474125"/>
            <ac:spMk id="5" creationId="{CC4B2688-588C-E0E4-4921-BBA165B083D1}"/>
          </ac:spMkLst>
        </pc:spChg>
        <pc:spChg chg="add mod">
          <ac:chgData name="Durve, Ninad" userId="9aa7579a-43ac-48f6-802e-7696b304836f" providerId="ADAL" clId="{7476C173-A332-4D54-A1CB-9569281EADCB}" dt="2025-02-07T13:08:59.447" v="1683" actId="20577"/>
          <ac:spMkLst>
            <pc:docMk/>
            <pc:sldMk cId="2467703338" sldId="2147474125"/>
            <ac:spMk id="6" creationId="{9243D5F9-91ED-0659-A3C6-9AB6C85CA6F9}"/>
          </ac:spMkLst>
        </pc:spChg>
        <pc:spChg chg="mod">
          <ac:chgData name="Durve, Ninad" userId="9aa7579a-43ac-48f6-802e-7696b304836f" providerId="ADAL" clId="{7476C173-A332-4D54-A1CB-9569281EADCB}" dt="2025-02-07T12:49:42.676" v="586" actId="20577"/>
          <ac:spMkLst>
            <pc:docMk/>
            <pc:sldMk cId="2467703338" sldId="2147474125"/>
            <ac:spMk id="10" creationId="{4D31AD79-526F-A144-071C-3AFFA3F89ABD}"/>
          </ac:spMkLst>
        </pc:spChg>
      </pc:sldChg>
      <pc:sldChg chg="add del">
        <pc:chgData name="Durve, Ninad" userId="9aa7579a-43ac-48f6-802e-7696b304836f" providerId="ADAL" clId="{7476C173-A332-4D54-A1CB-9569281EADCB}" dt="2025-02-07T12:49:20.885" v="571" actId="47"/>
        <pc:sldMkLst>
          <pc:docMk/>
          <pc:sldMk cId="2618435416" sldId="2147474125"/>
        </pc:sldMkLst>
      </pc:sldChg>
      <pc:sldChg chg="modSp add mod">
        <pc:chgData name="Durve, Ninad" userId="9aa7579a-43ac-48f6-802e-7696b304836f" providerId="ADAL" clId="{7476C173-A332-4D54-A1CB-9569281EADCB}" dt="2025-02-07T12:50:18.201" v="593"/>
        <pc:sldMkLst>
          <pc:docMk/>
          <pc:sldMk cId="3792586495" sldId="2147474126"/>
        </pc:sldMkLst>
      </pc:sldChg>
      <pc:sldChg chg="modSp add mod">
        <pc:chgData name="Durve, Ninad" userId="9aa7579a-43ac-48f6-802e-7696b304836f" providerId="ADAL" clId="{7476C173-A332-4D54-A1CB-9569281EADCB}" dt="2025-02-07T12:50:29.493" v="596"/>
        <pc:sldMkLst>
          <pc:docMk/>
          <pc:sldMk cId="1052954962" sldId="2147474127"/>
        </pc:sldMkLst>
      </pc:sldChg>
      <pc:sldChg chg="modSp add mod">
        <pc:chgData name="Durve, Ninad" userId="9aa7579a-43ac-48f6-802e-7696b304836f" providerId="ADAL" clId="{7476C173-A332-4D54-A1CB-9569281EADCB}" dt="2025-02-07T12:51:25.129" v="603"/>
        <pc:sldMkLst>
          <pc:docMk/>
          <pc:sldMk cId="661064657" sldId="2147474128"/>
        </pc:sldMkLst>
        <pc:spChg chg="mod">
          <ac:chgData name="Durve, Ninad" userId="9aa7579a-43ac-48f6-802e-7696b304836f" providerId="ADAL" clId="{7476C173-A332-4D54-A1CB-9569281EADCB}" dt="2025-02-07T12:51:25.129" v="603"/>
          <ac:spMkLst>
            <pc:docMk/>
            <pc:sldMk cId="661064657" sldId="2147474128"/>
            <ac:spMk id="10" creationId="{A32B4863-4D3C-E38C-9FFD-374DFDF6F7D9}"/>
          </ac:spMkLst>
        </pc:spChg>
      </pc:sldChg>
      <pc:sldChg chg="modSp add mod ord">
        <pc:chgData name="Durve, Ninad" userId="9aa7579a-43ac-48f6-802e-7696b304836f" providerId="ADAL" clId="{7476C173-A332-4D54-A1CB-9569281EADCB}" dt="2025-02-07T12:51:29.557" v="605"/>
        <pc:sldMkLst>
          <pc:docMk/>
          <pc:sldMk cId="1583759801" sldId="2147474129"/>
        </pc:sldMkLst>
        <pc:spChg chg="mod">
          <ac:chgData name="Durve, Ninad" userId="9aa7579a-43ac-48f6-802e-7696b304836f" providerId="ADAL" clId="{7476C173-A332-4D54-A1CB-9569281EADCB}" dt="2025-02-07T12:50:51.361" v="599"/>
          <ac:spMkLst>
            <pc:docMk/>
            <pc:sldMk cId="1583759801" sldId="2147474129"/>
            <ac:spMk id="10" creationId="{0701276E-FF02-C683-D98C-A5A382769FBB}"/>
          </ac:spMkLst>
        </pc:spChg>
      </pc:sldChg>
      <pc:sldChg chg="del">
        <pc:chgData name="Durve, Ninad" userId="9aa7579a-43ac-48f6-802e-7696b304836f" providerId="ADAL" clId="{7476C173-A332-4D54-A1CB-9569281EADCB}" dt="2025-02-07T10:34:55.278" v="9" actId="47"/>
        <pc:sldMkLst>
          <pc:docMk/>
          <pc:sldMk cId="2784020250" sldId="2147474130"/>
        </pc:sldMkLst>
      </pc:sldChg>
      <pc:sldChg chg="del">
        <pc:chgData name="Durve, Ninad" userId="9aa7579a-43ac-48f6-802e-7696b304836f" providerId="ADAL" clId="{7476C173-A332-4D54-A1CB-9569281EADCB}" dt="2025-02-07T10:34:55.278" v="9" actId="47"/>
        <pc:sldMkLst>
          <pc:docMk/>
          <pc:sldMk cId="3407876722" sldId="2147474131"/>
        </pc:sldMkLst>
      </pc:sldChg>
      <pc:sldChg chg="del">
        <pc:chgData name="Durve, Ninad" userId="9aa7579a-43ac-48f6-802e-7696b304836f" providerId="ADAL" clId="{7476C173-A332-4D54-A1CB-9569281EADCB}" dt="2025-02-07T10:34:55.278" v="9" actId="47"/>
        <pc:sldMkLst>
          <pc:docMk/>
          <pc:sldMk cId="1306219851" sldId="2147474132"/>
        </pc:sldMkLst>
      </pc:sldChg>
      <pc:sldChg chg="del">
        <pc:chgData name="Durve, Ninad" userId="9aa7579a-43ac-48f6-802e-7696b304836f" providerId="ADAL" clId="{7476C173-A332-4D54-A1CB-9569281EADCB}" dt="2025-02-07T10:34:50.607" v="8" actId="47"/>
        <pc:sldMkLst>
          <pc:docMk/>
          <pc:sldMk cId="331581289" sldId="2147474133"/>
        </pc:sldMkLst>
      </pc:sldChg>
      <pc:sldChg chg="del">
        <pc:chgData name="Durve, Ninad" userId="9aa7579a-43ac-48f6-802e-7696b304836f" providerId="ADAL" clId="{7476C173-A332-4D54-A1CB-9569281EADCB}" dt="2025-02-07T10:31:51.090" v="0" actId="47"/>
        <pc:sldMkLst>
          <pc:docMk/>
          <pc:sldMk cId="247172325" sldId="2147474134"/>
        </pc:sldMkLst>
      </pc:sldChg>
      <pc:sldChg chg="add del">
        <pc:chgData name="Durve, Ninad" userId="9aa7579a-43ac-48f6-802e-7696b304836f" providerId="ADAL" clId="{7476C173-A332-4D54-A1CB-9569281EADCB}" dt="2025-02-07T10:32:27.901" v="3" actId="47"/>
        <pc:sldMkLst>
          <pc:docMk/>
          <pc:sldMk cId="2657929260" sldId="2147474135"/>
        </pc:sldMkLst>
      </pc:sldChg>
      <pc:sldMasterChg chg="del delSldLayout">
        <pc:chgData name="Durve, Ninad" userId="9aa7579a-43ac-48f6-802e-7696b304836f" providerId="ADAL" clId="{7476C173-A332-4D54-A1CB-9569281EADCB}" dt="2025-02-07T10:34:55.278" v="9" actId="47"/>
        <pc:sldMasterMkLst>
          <pc:docMk/>
          <pc:sldMasterMk cId="2173532334" sldId="2147483648"/>
        </pc:sldMasterMkLst>
        <pc:sldLayoutChg chg="del">
          <pc:chgData name="Durve, Ninad" userId="9aa7579a-43ac-48f6-802e-7696b304836f" providerId="ADAL" clId="{7476C173-A332-4D54-A1CB-9569281EADCB}" dt="2025-02-07T10:34:55.278" v="9" actId="47"/>
          <pc:sldLayoutMkLst>
            <pc:docMk/>
            <pc:sldMasterMk cId="2173532334" sldId="2147483648"/>
            <pc:sldLayoutMk cId="1628381106" sldId="2147483649"/>
          </pc:sldLayoutMkLst>
        </pc:sldLayoutChg>
        <pc:sldLayoutChg chg="del">
          <pc:chgData name="Durve, Ninad" userId="9aa7579a-43ac-48f6-802e-7696b304836f" providerId="ADAL" clId="{7476C173-A332-4D54-A1CB-9569281EADCB}" dt="2025-02-07T10:34:55.278" v="9" actId="47"/>
          <pc:sldLayoutMkLst>
            <pc:docMk/>
            <pc:sldMasterMk cId="2173532334" sldId="2147483648"/>
            <pc:sldLayoutMk cId="1097804786" sldId="2147483650"/>
          </pc:sldLayoutMkLst>
        </pc:sldLayoutChg>
        <pc:sldLayoutChg chg="del">
          <pc:chgData name="Durve, Ninad" userId="9aa7579a-43ac-48f6-802e-7696b304836f" providerId="ADAL" clId="{7476C173-A332-4D54-A1CB-9569281EADCB}" dt="2025-02-07T10:34:55.278" v="9" actId="47"/>
          <pc:sldLayoutMkLst>
            <pc:docMk/>
            <pc:sldMasterMk cId="2173532334" sldId="2147483648"/>
            <pc:sldLayoutMk cId="4193658893" sldId="2147483651"/>
          </pc:sldLayoutMkLst>
        </pc:sldLayoutChg>
        <pc:sldLayoutChg chg="del">
          <pc:chgData name="Durve, Ninad" userId="9aa7579a-43ac-48f6-802e-7696b304836f" providerId="ADAL" clId="{7476C173-A332-4D54-A1CB-9569281EADCB}" dt="2025-02-07T10:34:55.278" v="9" actId="47"/>
          <pc:sldLayoutMkLst>
            <pc:docMk/>
            <pc:sldMasterMk cId="2173532334" sldId="2147483648"/>
            <pc:sldLayoutMk cId="1266782098" sldId="2147483652"/>
          </pc:sldLayoutMkLst>
        </pc:sldLayoutChg>
        <pc:sldLayoutChg chg="del">
          <pc:chgData name="Durve, Ninad" userId="9aa7579a-43ac-48f6-802e-7696b304836f" providerId="ADAL" clId="{7476C173-A332-4D54-A1CB-9569281EADCB}" dt="2025-02-07T10:34:55.278" v="9" actId="47"/>
          <pc:sldLayoutMkLst>
            <pc:docMk/>
            <pc:sldMasterMk cId="2173532334" sldId="2147483648"/>
            <pc:sldLayoutMk cId="152924526" sldId="2147483653"/>
          </pc:sldLayoutMkLst>
        </pc:sldLayoutChg>
        <pc:sldLayoutChg chg="del">
          <pc:chgData name="Durve, Ninad" userId="9aa7579a-43ac-48f6-802e-7696b304836f" providerId="ADAL" clId="{7476C173-A332-4D54-A1CB-9569281EADCB}" dt="2025-02-07T10:34:55.278" v="9" actId="47"/>
          <pc:sldLayoutMkLst>
            <pc:docMk/>
            <pc:sldMasterMk cId="2173532334" sldId="2147483648"/>
            <pc:sldLayoutMk cId="2300924876" sldId="2147483654"/>
          </pc:sldLayoutMkLst>
        </pc:sldLayoutChg>
        <pc:sldLayoutChg chg="del">
          <pc:chgData name="Durve, Ninad" userId="9aa7579a-43ac-48f6-802e-7696b304836f" providerId="ADAL" clId="{7476C173-A332-4D54-A1CB-9569281EADCB}" dt="2025-02-07T10:34:55.278" v="9" actId="47"/>
          <pc:sldLayoutMkLst>
            <pc:docMk/>
            <pc:sldMasterMk cId="2173532334" sldId="2147483648"/>
            <pc:sldLayoutMk cId="3725338051" sldId="2147483655"/>
          </pc:sldLayoutMkLst>
        </pc:sldLayoutChg>
        <pc:sldLayoutChg chg="del">
          <pc:chgData name="Durve, Ninad" userId="9aa7579a-43ac-48f6-802e-7696b304836f" providerId="ADAL" clId="{7476C173-A332-4D54-A1CB-9569281EADCB}" dt="2025-02-07T10:34:55.278" v="9" actId="47"/>
          <pc:sldLayoutMkLst>
            <pc:docMk/>
            <pc:sldMasterMk cId="2173532334" sldId="2147483648"/>
            <pc:sldLayoutMk cId="916294182" sldId="2147483656"/>
          </pc:sldLayoutMkLst>
        </pc:sldLayoutChg>
        <pc:sldLayoutChg chg="del">
          <pc:chgData name="Durve, Ninad" userId="9aa7579a-43ac-48f6-802e-7696b304836f" providerId="ADAL" clId="{7476C173-A332-4D54-A1CB-9569281EADCB}" dt="2025-02-07T10:34:55.278" v="9" actId="47"/>
          <pc:sldLayoutMkLst>
            <pc:docMk/>
            <pc:sldMasterMk cId="2173532334" sldId="2147483648"/>
            <pc:sldLayoutMk cId="3508554310" sldId="2147483657"/>
          </pc:sldLayoutMkLst>
        </pc:sldLayoutChg>
        <pc:sldLayoutChg chg="del">
          <pc:chgData name="Durve, Ninad" userId="9aa7579a-43ac-48f6-802e-7696b304836f" providerId="ADAL" clId="{7476C173-A332-4D54-A1CB-9569281EADCB}" dt="2025-02-07T10:34:55.278" v="9" actId="47"/>
          <pc:sldLayoutMkLst>
            <pc:docMk/>
            <pc:sldMasterMk cId="2173532334" sldId="2147483648"/>
            <pc:sldLayoutMk cId="1035769159" sldId="2147483658"/>
          </pc:sldLayoutMkLst>
        </pc:sldLayoutChg>
        <pc:sldLayoutChg chg="del">
          <pc:chgData name="Durve, Ninad" userId="9aa7579a-43ac-48f6-802e-7696b304836f" providerId="ADAL" clId="{7476C173-A332-4D54-A1CB-9569281EADCB}" dt="2025-02-07T10:34:55.278" v="9" actId="47"/>
          <pc:sldLayoutMkLst>
            <pc:docMk/>
            <pc:sldMasterMk cId="2173532334" sldId="2147483648"/>
            <pc:sldLayoutMk cId="422159269" sldId="2147483659"/>
          </pc:sldLayoutMkLst>
        </pc:sldLayoutChg>
      </pc:sldMasterChg>
      <pc:sldMasterChg chg="delSp modSp mod">
        <pc:chgData name="Durve, Ninad" userId="9aa7579a-43ac-48f6-802e-7696b304836f" providerId="ADAL" clId="{7476C173-A332-4D54-A1CB-9569281EADCB}" dt="2025-02-07T10:33:53.509" v="7" actId="20577"/>
        <pc:sldMasterMkLst>
          <pc:docMk/>
          <pc:sldMasterMk cId="3148905397" sldId="2147483899"/>
        </pc:sldMasterMkLst>
        <pc:spChg chg="mod">
          <ac:chgData name="Durve, Ninad" userId="9aa7579a-43ac-48f6-802e-7696b304836f" providerId="ADAL" clId="{7476C173-A332-4D54-A1CB-9569281EADCB}" dt="2025-02-07T10:33:53.509" v="7" actId="20577"/>
          <ac:spMkLst>
            <pc:docMk/>
            <pc:sldMasterMk cId="3148905397" sldId="2147483899"/>
            <ac:spMk id="65" creationId="{5B538C81-213B-41EC-BB81-FEF313C9D880}"/>
          </ac:spMkLst>
        </pc:spChg>
        <pc:spChg chg="mod">
          <ac:chgData name="Durve, Ninad" userId="9aa7579a-43ac-48f6-802e-7696b304836f" providerId="ADAL" clId="{7476C173-A332-4D54-A1CB-9569281EADCB}" dt="2025-02-07T10:33:42.452" v="5" actId="20577"/>
          <ac:spMkLst>
            <pc:docMk/>
            <pc:sldMasterMk cId="3148905397" sldId="2147483899"/>
            <ac:spMk id="89" creationId="{01D50803-B26A-4936-A06C-6E086A6DD719}"/>
          </ac:spMkLst>
        </pc:spChg>
      </pc:sldMasterChg>
      <pc:sldMasterChg chg="modSp mod">
        <pc:chgData name="Durve, Ninad" userId="9aa7579a-43ac-48f6-802e-7696b304836f" providerId="ADAL" clId="{7476C173-A332-4D54-A1CB-9569281EADCB}" dt="2025-02-07T10:33:32.732" v="4" actId="20577"/>
        <pc:sldMasterMkLst>
          <pc:docMk/>
          <pc:sldMasterMk cId="3148905397" sldId="2147484156"/>
        </pc:sldMasterMkLst>
        <pc:spChg chg="mod">
          <ac:chgData name="Durve, Ninad" userId="9aa7579a-43ac-48f6-802e-7696b304836f" providerId="ADAL" clId="{7476C173-A332-4D54-A1CB-9569281EADCB}" dt="2025-02-07T10:33:32.732" v="4" actId="20577"/>
          <ac:spMkLst>
            <pc:docMk/>
            <pc:sldMasterMk cId="3148905397" sldId="2147484156"/>
            <ac:spMk id="89" creationId="{01D50803-B26A-4936-A06C-6E086A6DD719}"/>
          </ac:spMkLst>
        </pc:spChg>
      </pc:sldMasterChg>
    </pc:docChg>
  </pc:docChgLst>
  <pc:docChgLst>
    <pc:chgData name="Jerome, Stuart" userId="S::stuart.jerome@capgemini.com::b6579a3a-37ec-4df8-ad05-a2b24de420fb" providerId="AD" clId="Web-{71FD7D8A-C509-606E-959D-5C800C6A0897}"/>
    <pc:docChg chg="modSld">
      <pc:chgData name="Jerome, Stuart" userId="S::stuart.jerome@capgemini.com::b6579a3a-37ec-4df8-ad05-a2b24de420fb" providerId="AD" clId="Web-{71FD7D8A-C509-606E-959D-5C800C6A0897}" dt="2025-02-05T10:39:17.501" v="1089" actId="14100"/>
      <pc:docMkLst>
        <pc:docMk/>
      </pc:docMkLst>
      <pc:sldChg chg="modSp">
        <pc:chgData name="Jerome, Stuart" userId="S::stuart.jerome@capgemini.com::b6579a3a-37ec-4df8-ad05-a2b24de420fb" providerId="AD" clId="Web-{71FD7D8A-C509-606E-959D-5C800C6A0897}" dt="2025-02-05T10:35:33.712" v="771" actId="20577"/>
        <pc:sldMkLst>
          <pc:docMk/>
          <pc:sldMk cId="298141180" sldId="2147474113"/>
        </pc:sldMkLst>
      </pc:sldChg>
      <pc:sldChg chg="addSp delSp modSp">
        <pc:chgData name="Jerome, Stuart" userId="S::stuart.jerome@capgemini.com::b6579a3a-37ec-4df8-ad05-a2b24de420fb" providerId="AD" clId="Web-{71FD7D8A-C509-606E-959D-5C800C6A0897}" dt="2025-02-05T10:39:17.501" v="1089" actId="14100"/>
        <pc:sldMkLst>
          <pc:docMk/>
          <pc:sldMk cId="3407876722" sldId="2147474131"/>
        </pc:sldMkLst>
      </pc:sldChg>
    </pc:docChg>
  </pc:docChgLst>
  <pc:docChgLst>
    <pc:chgData name="Srivastava, Sapna" userId="S::sapna.srivastava@capgemini.com::4fa95a0c-8b88-4f7e-900d-124e41eb8268" providerId="AD" clId="Web-{F181C90F-5BBC-3013-B91E-600185B8D5F6}"/>
    <pc:docChg chg="addSld delSld modSld modSection">
      <pc:chgData name="Srivastava, Sapna" userId="S::sapna.srivastava@capgemini.com::4fa95a0c-8b88-4f7e-900d-124e41eb8268" providerId="AD" clId="Web-{F181C90F-5BBC-3013-B91E-600185B8D5F6}" dt="2025-02-04T17:44:01.448" v="88" actId="20577"/>
      <pc:docMkLst>
        <pc:docMk/>
      </pc:docMkLst>
      <pc:sldChg chg="add del">
        <pc:chgData name="Srivastava, Sapna" userId="S::sapna.srivastava@capgemini.com::4fa95a0c-8b88-4f7e-900d-124e41eb8268" providerId="AD" clId="Web-{F181C90F-5BBC-3013-B91E-600185B8D5F6}" dt="2025-02-04T17:19:16.697" v="5"/>
        <pc:sldMkLst>
          <pc:docMk/>
          <pc:sldMk cId="47103576" sldId="2147474112"/>
        </pc:sldMkLst>
      </pc:sldChg>
      <pc:sldChg chg="add del">
        <pc:chgData name="Srivastava, Sapna" userId="S::sapna.srivastava@capgemini.com::4fa95a0c-8b88-4f7e-900d-124e41eb8268" providerId="AD" clId="Web-{F181C90F-5BBC-3013-B91E-600185B8D5F6}" dt="2025-02-04T17:19:47.822" v="7"/>
        <pc:sldMkLst>
          <pc:docMk/>
          <pc:sldMk cId="298141180" sldId="2147474113"/>
        </pc:sldMkLst>
      </pc:sldChg>
      <pc:sldChg chg="add">
        <pc:chgData name="Srivastava, Sapna" userId="S::sapna.srivastava@capgemini.com::4fa95a0c-8b88-4f7e-900d-124e41eb8268" providerId="AD" clId="Web-{F181C90F-5BBC-3013-B91E-600185B8D5F6}" dt="2025-02-04T17:20:14.401" v="9"/>
        <pc:sldMkLst>
          <pc:docMk/>
          <pc:sldMk cId="723203984" sldId="2147474123"/>
        </pc:sldMkLst>
      </pc:sldChg>
      <pc:sldChg chg="del">
        <pc:chgData name="Srivastava, Sapna" userId="S::sapna.srivastava@capgemini.com::4fa95a0c-8b88-4f7e-900d-124e41eb8268" providerId="AD" clId="Web-{F181C90F-5BBC-3013-B91E-600185B8D5F6}" dt="2025-02-04T17:19:27.103" v="6"/>
        <pc:sldMkLst>
          <pc:docMk/>
          <pc:sldMk cId="3117367519" sldId="2147474125"/>
        </pc:sldMkLst>
      </pc:sldChg>
      <pc:sldChg chg="modSp del">
        <pc:chgData name="Srivastava, Sapna" userId="S::sapna.srivastava@capgemini.com::4fa95a0c-8b88-4f7e-900d-124e41eb8268" providerId="AD" clId="Web-{F181C90F-5BBC-3013-B91E-600185B8D5F6}" dt="2025-02-04T17:19:55.416" v="8"/>
        <pc:sldMkLst>
          <pc:docMk/>
          <pc:sldMk cId="3368478820" sldId="2147474126"/>
        </pc:sldMkLst>
      </pc:sldChg>
      <pc:sldChg chg="del">
        <pc:chgData name="Srivastava, Sapna" userId="S::sapna.srivastava@capgemini.com::4fa95a0c-8b88-4f7e-900d-124e41eb8268" providerId="AD" clId="Web-{F181C90F-5BBC-3013-B91E-600185B8D5F6}" dt="2025-02-04T17:20:23.385" v="10"/>
        <pc:sldMkLst>
          <pc:docMk/>
          <pc:sldMk cId="723203984" sldId="2147474127"/>
        </pc:sldMkLst>
      </pc:sldChg>
      <pc:sldChg chg="del">
        <pc:chgData name="Srivastava, Sapna" userId="S::sapna.srivastava@capgemini.com::4fa95a0c-8b88-4f7e-900d-124e41eb8268" providerId="AD" clId="Web-{F181C90F-5BBC-3013-B91E-600185B8D5F6}" dt="2025-02-04T17:20:55.026" v="12"/>
        <pc:sldMkLst>
          <pc:docMk/>
          <pc:sldMk cId="337549319" sldId="2147474128"/>
        </pc:sldMkLst>
      </pc:sldChg>
      <pc:sldChg chg="del">
        <pc:chgData name="Srivastava, Sapna" userId="S::sapna.srivastava@capgemini.com::4fa95a0c-8b88-4f7e-900d-124e41eb8268" providerId="AD" clId="Web-{F181C90F-5BBC-3013-B91E-600185B8D5F6}" dt="2025-02-04T17:21:20.339" v="14"/>
        <pc:sldMkLst>
          <pc:docMk/>
          <pc:sldMk cId="3101907522" sldId="2147474129"/>
        </pc:sldMkLst>
      </pc:sldChg>
      <pc:sldChg chg="modSp add">
        <pc:chgData name="Srivastava, Sapna" userId="S::sapna.srivastava@capgemini.com::4fa95a0c-8b88-4f7e-900d-124e41eb8268" providerId="AD" clId="Web-{F181C90F-5BBC-3013-B91E-600185B8D5F6}" dt="2025-02-04T17:44:01.448" v="88" actId="20577"/>
        <pc:sldMkLst>
          <pc:docMk/>
          <pc:sldMk cId="2784020250" sldId="2147474130"/>
        </pc:sldMkLst>
      </pc:sldChg>
      <pc:sldChg chg="add">
        <pc:chgData name="Srivastava, Sapna" userId="S::sapna.srivastava@capgemini.com::4fa95a0c-8b88-4f7e-900d-124e41eb8268" providerId="AD" clId="Web-{F181C90F-5BBC-3013-B91E-600185B8D5F6}" dt="2025-02-04T17:21:14.104" v="13"/>
        <pc:sldMkLst>
          <pc:docMk/>
          <pc:sldMk cId="3407876722" sldId="2147474131"/>
        </pc:sldMkLst>
      </pc:sldChg>
    </pc:docChg>
  </pc:docChgLst>
  <pc:docChgLst>
    <pc:chgData name="Upadhye, Ravi" userId="S::ravi.upadhye@capgemini.com::d6bf7ea2-d5f8-48a8-b96a-ef58ed893e2e" providerId="AD" clId="Web-{68FFADFF-AD93-9B2C-1C70-FD6949E176E0}"/>
    <pc:docChg chg="modSld">
      <pc:chgData name="Upadhye, Ravi" userId="S::ravi.upadhye@capgemini.com::d6bf7ea2-d5f8-48a8-b96a-ef58ed893e2e" providerId="AD" clId="Web-{68FFADFF-AD93-9B2C-1C70-FD6949E176E0}" dt="2025-02-10T14:38:44.974" v="49" actId="20577"/>
      <pc:docMkLst>
        <pc:docMk/>
      </pc:docMkLst>
      <pc:sldChg chg="modSp">
        <pc:chgData name="Upadhye, Ravi" userId="S::ravi.upadhye@capgemini.com::d6bf7ea2-d5f8-48a8-b96a-ef58ed893e2e" providerId="AD" clId="Web-{68FFADFF-AD93-9B2C-1C70-FD6949E176E0}" dt="2025-02-10T14:38:44.974" v="49" actId="20577"/>
        <pc:sldMkLst>
          <pc:docMk/>
          <pc:sldMk cId="1583759801" sldId="2147474129"/>
        </pc:sldMkLst>
        <pc:spChg chg="mod">
          <ac:chgData name="Upadhye, Ravi" userId="S::ravi.upadhye@capgemini.com::d6bf7ea2-d5f8-48a8-b96a-ef58ed893e2e" providerId="AD" clId="Web-{68FFADFF-AD93-9B2C-1C70-FD6949E176E0}" dt="2025-02-10T14:38:44.974" v="49" actId="20577"/>
          <ac:spMkLst>
            <pc:docMk/>
            <pc:sldMk cId="1583759801" sldId="2147474129"/>
            <ac:spMk id="5" creationId="{C1F306BA-DE13-A948-B062-5EDC2F556BF7}"/>
          </ac:spMkLst>
        </pc:spChg>
      </pc:sldChg>
    </pc:docChg>
  </pc:docChgLst>
  <pc:docChgLst>
    <pc:chgData name="Jagannathan, Sriram" userId="236b5667-ca83-49ab-8d62-d9e392a93f76" providerId="ADAL" clId="{9A6D33D9-940B-436F-99B8-002C1AA677EB}"/>
    <pc:docChg chg="undo custSel modSld">
      <pc:chgData name="Jagannathan, Sriram" userId="236b5667-ca83-49ab-8d62-d9e392a93f76" providerId="ADAL" clId="{9A6D33D9-940B-436F-99B8-002C1AA677EB}" dt="2025-02-04T17:16:37.312" v="2594" actId="20577"/>
      <pc:docMkLst>
        <pc:docMk/>
      </pc:docMkLst>
      <pc:sldChg chg="modSp mod">
        <pc:chgData name="Jagannathan, Sriram" userId="236b5667-ca83-49ab-8d62-d9e392a93f76" providerId="ADAL" clId="{9A6D33D9-940B-436F-99B8-002C1AA677EB}" dt="2025-02-04T16:18:14.817" v="123"/>
        <pc:sldMkLst>
          <pc:docMk/>
          <pc:sldMk cId="4027224524" sldId="2147474110"/>
        </pc:sldMkLst>
      </pc:sldChg>
      <pc:sldChg chg="modSp mod">
        <pc:chgData name="Jagannathan, Sriram" userId="236b5667-ca83-49ab-8d62-d9e392a93f76" providerId="ADAL" clId="{9A6D33D9-940B-436F-99B8-002C1AA677EB}" dt="2025-02-04T16:14:04.996" v="118" actId="20577"/>
        <pc:sldMkLst>
          <pc:docMk/>
          <pc:sldMk cId="2419817016" sldId="2147474114"/>
        </pc:sldMkLst>
      </pc:sldChg>
      <pc:sldChg chg="modSp mod">
        <pc:chgData name="Jagannathan, Sriram" userId="236b5667-ca83-49ab-8d62-d9e392a93f76" providerId="ADAL" clId="{9A6D33D9-940B-436F-99B8-002C1AA677EB}" dt="2025-02-04T17:02:27.506" v="2086" actId="20577"/>
        <pc:sldMkLst>
          <pc:docMk/>
          <pc:sldMk cId="1535635386" sldId="2147474123"/>
        </pc:sldMkLst>
      </pc:sldChg>
      <pc:sldChg chg="modSp mod">
        <pc:chgData name="Jagannathan, Sriram" userId="236b5667-ca83-49ab-8d62-d9e392a93f76" providerId="ADAL" clId="{9A6D33D9-940B-436F-99B8-002C1AA677EB}" dt="2025-02-04T17:16:37.312" v="2594" actId="20577"/>
        <pc:sldMkLst>
          <pc:docMk/>
          <pc:sldMk cId="3565295058" sldId="2147474124"/>
        </pc:sldMkLst>
      </pc:sldChg>
    </pc:docChg>
  </pc:docChgLst>
  <pc:docChgLst>
    <pc:chgData name="Upadhye, Ravi" userId="S::ravi.upadhye@capgemini.com::d6bf7ea2-d5f8-48a8-b96a-ef58ed893e2e" providerId="AD" clId="Web-{EED1FB47-7D74-4A91-402A-E40F44E81981}"/>
    <pc:docChg chg="modSld">
      <pc:chgData name="Upadhye, Ravi" userId="S::ravi.upadhye@capgemini.com::d6bf7ea2-d5f8-48a8-b96a-ef58ed893e2e" providerId="AD" clId="Web-{EED1FB47-7D74-4A91-402A-E40F44E81981}" dt="2025-02-10T10:39:04.425" v="45"/>
      <pc:docMkLst>
        <pc:docMk/>
      </pc:docMkLst>
      <pc:sldChg chg="modSp">
        <pc:chgData name="Upadhye, Ravi" userId="S::ravi.upadhye@capgemini.com::d6bf7ea2-d5f8-48a8-b96a-ef58ed893e2e" providerId="AD" clId="Web-{EED1FB47-7D74-4A91-402A-E40F44E81981}" dt="2025-02-10T10:39:04.425" v="45"/>
        <pc:sldMkLst>
          <pc:docMk/>
          <pc:sldMk cId="3792586495" sldId="2147474126"/>
        </pc:sldMkLst>
        <pc:graphicFrameChg chg="mod modGraphic">
          <ac:chgData name="Upadhye, Ravi" userId="S::ravi.upadhye@capgemini.com::d6bf7ea2-d5f8-48a8-b96a-ef58ed893e2e" providerId="AD" clId="Web-{EED1FB47-7D74-4A91-402A-E40F44E81981}" dt="2025-02-10T10:39:04.425" v="45"/>
          <ac:graphicFrameMkLst>
            <pc:docMk/>
            <pc:sldMk cId="3792586495" sldId="2147474126"/>
            <ac:graphicFrameMk id="2" creationId="{88B5223E-9341-760D-A543-9646D42E3D42}"/>
          </ac:graphicFrameMkLst>
        </pc:graphicFrameChg>
      </pc:sldChg>
    </pc:docChg>
  </pc:docChgLst>
  <pc:docChgLst>
    <pc:chgData name="Bohidar, Anchal" userId="S::anchal.bohidar@capgemini.com::bd82c888-327e-4a28-9407-5d1f2c7431c6" providerId="AD" clId="Web-{C9073E47-7749-830A-8148-2F5848EE7D19}"/>
    <pc:docChg chg="sldOrd">
      <pc:chgData name="Bohidar, Anchal" userId="S::anchal.bohidar@capgemini.com::bd82c888-327e-4a28-9407-5d1f2c7431c6" providerId="AD" clId="Web-{C9073E47-7749-830A-8148-2F5848EE7D19}" dt="2025-02-10T09:01:21.263" v="0"/>
      <pc:docMkLst>
        <pc:docMk/>
      </pc:docMkLst>
      <pc:sldChg chg="ord">
        <pc:chgData name="Bohidar, Anchal" userId="S::anchal.bohidar@capgemini.com::bd82c888-327e-4a28-9407-5d1f2c7431c6" providerId="AD" clId="Web-{C9073E47-7749-830A-8148-2F5848EE7D19}" dt="2025-02-10T09:01:21.263" v="0"/>
        <pc:sldMkLst>
          <pc:docMk/>
          <pc:sldMk cId="2467703338" sldId="2147474125"/>
        </pc:sldMkLst>
      </pc:sldChg>
    </pc:docChg>
  </pc:docChgLst>
  <pc:docChgLst>
    <pc:chgData name="Durve, Ninad" userId="9aa7579a-43ac-48f6-802e-7696b304836f" providerId="ADAL" clId="{9373989A-27A4-4BEF-9BF9-9CC172B466F6}"/>
    <pc:docChg chg="undo redo custSel addSld delSld modSld sldOrd modSection">
      <pc:chgData name="Durve, Ninad" userId="9aa7579a-43ac-48f6-802e-7696b304836f" providerId="ADAL" clId="{9373989A-27A4-4BEF-9BF9-9CC172B466F6}" dt="2025-02-13T07:14:57.101" v="8576" actId="15"/>
      <pc:docMkLst>
        <pc:docMk/>
      </pc:docMkLst>
      <pc:sldChg chg="add del">
        <pc:chgData name="Durve, Ninad" userId="9aa7579a-43ac-48f6-802e-7696b304836f" providerId="ADAL" clId="{9373989A-27A4-4BEF-9BF9-9CC172B466F6}" dt="2025-02-10T16:01:17.926" v="5189" actId="47"/>
        <pc:sldMkLst>
          <pc:docMk/>
          <pc:sldMk cId="3918642910" sldId="2147474121"/>
        </pc:sldMkLst>
      </pc:sldChg>
      <pc:sldChg chg="addSp delSp modSp mod">
        <pc:chgData name="Durve, Ninad" userId="9aa7579a-43ac-48f6-802e-7696b304836f" providerId="ADAL" clId="{9373989A-27A4-4BEF-9BF9-9CC172B466F6}" dt="2025-02-11T07:59:14.106" v="5207" actId="20577"/>
        <pc:sldMkLst>
          <pc:docMk/>
          <pc:sldMk cId="4068842122" sldId="2147474122"/>
        </pc:sldMkLst>
        <pc:spChg chg="add mod">
          <ac:chgData name="Durve, Ninad" userId="9aa7579a-43ac-48f6-802e-7696b304836f" providerId="ADAL" clId="{9373989A-27A4-4BEF-9BF9-9CC172B466F6}" dt="2025-02-10T11:14:15.830" v="1901" actId="20577"/>
          <ac:spMkLst>
            <pc:docMk/>
            <pc:sldMk cId="4068842122" sldId="2147474122"/>
            <ac:spMk id="5" creationId="{FB24089A-F7EE-A4A9-11F8-56C54054200A}"/>
          </ac:spMkLst>
        </pc:spChg>
        <pc:spChg chg="add mod">
          <ac:chgData name="Durve, Ninad" userId="9aa7579a-43ac-48f6-802e-7696b304836f" providerId="ADAL" clId="{9373989A-27A4-4BEF-9BF9-9CC172B466F6}" dt="2025-02-10T11:15:47.492" v="1995" actId="20577"/>
          <ac:spMkLst>
            <pc:docMk/>
            <pc:sldMk cId="4068842122" sldId="2147474122"/>
            <ac:spMk id="6" creationId="{13ADBFB1-1CCB-353A-E41D-916BBF2C9D0D}"/>
          </ac:spMkLst>
        </pc:spChg>
        <pc:spChg chg="add mod">
          <ac:chgData name="Durve, Ninad" userId="9aa7579a-43ac-48f6-802e-7696b304836f" providerId="ADAL" clId="{9373989A-27A4-4BEF-9BF9-9CC172B466F6}" dt="2025-02-10T11:16:06.341" v="1999" actId="20577"/>
          <ac:spMkLst>
            <pc:docMk/>
            <pc:sldMk cId="4068842122" sldId="2147474122"/>
            <ac:spMk id="7" creationId="{989823EF-3A0F-DC9B-6497-F9A30F311558}"/>
          </ac:spMkLst>
        </pc:spChg>
        <pc:spChg chg="add mod">
          <ac:chgData name="Durve, Ninad" userId="9aa7579a-43ac-48f6-802e-7696b304836f" providerId="ADAL" clId="{9373989A-27A4-4BEF-9BF9-9CC172B466F6}" dt="2025-02-10T07:44:22.235" v="1215" actId="20577"/>
          <ac:spMkLst>
            <pc:docMk/>
            <pc:sldMk cId="4068842122" sldId="2147474122"/>
            <ac:spMk id="8" creationId="{764CF811-6479-002E-840C-8F736E14B744}"/>
          </ac:spMkLst>
        </pc:spChg>
        <pc:spChg chg="add mod">
          <ac:chgData name="Durve, Ninad" userId="9aa7579a-43ac-48f6-802e-7696b304836f" providerId="ADAL" clId="{9373989A-27A4-4BEF-9BF9-9CC172B466F6}" dt="2025-02-10T09:33:59.686" v="1799" actId="20577"/>
          <ac:spMkLst>
            <pc:docMk/>
            <pc:sldMk cId="4068842122" sldId="2147474122"/>
            <ac:spMk id="9" creationId="{65717057-249D-39A3-1141-54029688632E}"/>
          </ac:spMkLst>
        </pc:spChg>
        <pc:spChg chg="mod">
          <ac:chgData name="Durve, Ninad" userId="9aa7579a-43ac-48f6-802e-7696b304836f" providerId="ADAL" clId="{9373989A-27A4-4BEF-9BF9-9CC172B466F6}" dt="2025-02-11T07:59:14.106" v="5207" actId="20577"/>
          <ac:spMkLst>
            <pc:docMk/>
            <pc:sldMk cId="4068842122" sldId="2147474122"/>
            <ac:spMk id="10" creationId="{E98B9B0E-5B5A-42BB-B0F0-FF05C1670C5B}"/>
          </ac:spMkLst>
        </pc:spChg>
        <pc:spChg chg="add mod">
          <ac:chgData name="Durve, Ninad" userId="9aa7579a-43ac-48f6-802e-7696b304836f" providerId="ADAL" clId="{9373989A-27A4-4BEF-9BF9-9CC172B466F6}" dt="2025-02-10T07:47:56.671" v="1651" actId="20577"/>
          <ac:spMkLst>
            <pc:docMk/>
            <pc:sldMk cId="4068842122" sldId="2147474122"/>
            <ac:spMk id="13" creationId="{5FF572BA-26FA-9117-E72F-D58ED9C1FB4E}"/>
          </ac:spMkLst>
        </pc:spChg>
        <pc:spChg chg="mod">
          <ac:chgData name="Durve, Ninad" userId="9aa7579a-43ac-48f6-802e-7696b304836f" providerId="ADAL" clId="{9373989A-27A4-4BEF-9BF9-9CC172B466F6}" dt="2025-02-10T13:17:43.247" v="3345" actId="948"/>
          <ac:spMkLst>
            <pc:docMk/>
            <pc:sldMk cId="4068842122" sldId="2147474122"/>
            <ac:spMk id="30" creationId="{B2F658F8-C407-BD3A-BE28-AD3753C6495C}"/>
          </ac:spMkLst>
        </pc:spChg>
        <pc:spChg chg="mod">
          <ac:chgData name="Durve, Ninad" userId="9aa7579a-43ac-48f6-802e-7696b304836f" providerId="ADAL" clId="{9373989A-27A4-4BEF-9BF9-9CC172B466F6}" dt="2025-02-10T09:32:55.292" v="1703" actId="20577"/>
          <ac:spMkLst>
            <pc:docMk/>
            <pc:sldMk cId="4068842122" sldId="2147474122"/>
            <ac:spMk id="31" creationId="{621776CA-8F5F-CDB4-008B-BD48F00718C9}"/>
          </ac:spMkLst>
        </pc:spChg>
        <pc:spChg chg="mod">
          <ac:chgData name="Durve, Ninad" userId="9aa7579a-43ac-48f6-802e-7696b304836f" providerId="ADAL" clId="{9373989A-27A4-4BEF-9BF9-9CC172B466F6}" dt="2025-02-10T09:33:10.176" v="1724" actId="20577"/>
          <ac:spMkLst>
            <pc:docMk/>
            <pc:sldMk cId="4068842122" sldId="2147474122"/>
            <ac:spMk id="32" creationId="{F782F246-7997-3008-9905-99AB7AA92F69}"/>
          </ac:spMkLst>
        </pc:spChg>
        <pc:spChg chg="mod">
          <ac:chgData name="Durve, Ninad" userId="9aa7579a-43ac-48f6-802e-7696b304836f" providerId="ADAL" clId="{9373989A-27A4-4BEF-9BF9-9CC172B466F6}" dt="2025-02-10T07:16:04.194" v="203"/>
          <ac:spMkLst>
            <pc:docMk/>
            <pc:sldMk cId="4068842122" sldId="2147474122"/>
            <ac:spMk id="33" creationId="{9734A3EB-AF15-D345-F95B-73EF172A3A1B}"/>
          </ac:spMkLst>
        </pc:spChg>
        <pc:spChg chg="mod">
          <ac:chgData name="Durve, Ninad" userId="9aa7579a-43ac-48f6-802e-7696b304836f" providerId="ADAL" clId="{9373989A-27A4-4BEF-9BF9-9CC172B466F6}" dt="2025-02-10T07:16:12.322" v="204"/>
          <ac:spMkLst>
            <pc:docMk/>
            <pc:sldMk cId="4068842122" sldId="2147474122"/>
            <ac:spMk id="34" creationId="{FCA377BC-18A2-EC04-EBC6-179B17862B35}"/>
          </ac:spMkLst>
        </pc:spChg>
        <pc:spChg chg="mod">
          <ac:chgData name="Durve, Ninad" userId="9aa7579a-43ac-48f6-802e-7696b304836f" providerId="ADAL" clId="{9373989A-27A4-4BEF-9BF9-9CC172B466F6}" dt="2025-02-10T07:23:11.005" v="384"/>
          <ac:spMkLst>
            <pc:docMk/>
            <pc:sldMk cId="4068842122" sldId="2147474122"/>
            <ac:spMk id="35" creationId="{5DE92D9B-0F74-DEAE-2AC0-DA30D1D3E840}"/>
          </ac:spMkLst>
        </pc:spChg>
        <pc:spChg chg="mod">
          <ac:chgData name="Durve, Ninad" userId="9aa7579a-43ac-48f6-802e-7696b304836f" providerId="ADAL" clId="{9373989A-27A4-4BEF-9BF9-9CC172B466F6}" dt="2025-02-10T07:23:22.380" v="385"/>
          <ac:spMkLst>
            <pc:docMk/>
            <pc:sldMk cId="4068842122" sldId="2147474122"/>
            <ac:spMk id="36" creationId="{F52ADD9D-7092-6B58-5EAE-323299F24213}"/>
          </ac:spMkLst>
        </pc:spChg>
      </pc:sldChg>
      <pc:sldChg chg="addSp modSp del mod">
        <pc:chgData name="Durve, Ninad" userId="9aa7579a-43ac-48f6-802e-7696b304836f" providerId="ADAL" clId="{9373989A-27A4-4BEF-9BF9-9CC172B466F6}" dt="2025-02-10T13:18:15.305" v="3346" actId="47"/>
        <pc:sldMkLst>
          <pc:docMk/>
          <pc:sldMk cId="579953838" sldId="2147474124"/>
        </pc:sldMkLst>
      </pc:sldChg>
      <pc:sldChg chg="addSp modSp">
        <pc:chgData name="Durve, Ninad" userId="9aa7579a-43ac-48f6-802e-7696b304836f" providerId="ADAL" clId="{9373989A-27A4-4BEF-9BF9-9CC172B466F6}" dt="2025-02-10T07:17:50.292" v="226"/>
        <pc:sldMkLst>
          <pc:docMk/>
          <pc:sldMk cId="2467703338" sldId="2147474125"/>
        </pc:sldMkLst>
        <pc:spChg chg="add mod">
          <ac:chgData name="Durve, Ninad" userId="9aa7579a-43ac-48f6-802e-7696b304836f" providerId="ADAL" clId="{9373989A-27A4-4BEF-9BF9-9CC172B466F6}" dt="2025-02-10T07:17:50.292" v="226"/>
          <ac:spMkLst>
            <pc:docMk/>
            <pc:sldMk cId="2467703338" sldId="2147474125"/>
            <ac:spMk id="2" creationId="{5EFF5A59-AF96-D0FD-3CC8-094316C92225}"/>
          </ac:spMkLst>
        </pc:spChg>
      </pc:sldChg>
      <pc:sldChg chg="addSp delSp modSp mod">
        <pc:chgData name="Durve, Ninad" userId="9aa7579a-43ac-48f6-802e-7696b304836f" providerId="ADAL" clId="{9373989A-27A4-4BEF-9BF9-9CC172B466F6}" dt="2025-02-10T10:22:58.197" v="1801" actId="2161"/>
        <pc:sldMkLst>
          <pc:docMk/>
          <pc:sldMk cId="3792586495" sldId="2147474126"/>
        </pc:sldMkLst>
        <pc:spChg chg="add mod">
          <ac:chgData name="Durve, Ninad" userId="9aa7579a-43ac-48f6-802e-7696b304836f" providerId="ADAL" clId="{9373989A-27A4-4BEF-9BF9-9CC172B466F6}" dt="2025-02-10T07:17:59.111" v="228"/>
          <ac:spMkLst>
            <pc:docMk/>
            <pc:sldMk cId="3792586495" sldId="2147474126"/>
            <ac:spMk id="3" creationId="{DAA7AA13-7FDA-93FC-935C-B64F7BD2BB23}"/>
          </ac:spMkLst>
        </pc:spChg>
        <pc:spChg chg="add mod">
          <ac:chgData name="Durve, Ninad" userId="9aa7579a-43ac-48f6-802e-7696b304836f" providerId="ADAL" clId="{9373989A-27A4-4BEF-9BF9-9CC172B466F6}" dt="2025-02-10T07:23:01.243" v="383" actId="20577"/>
          <ac:spMkLst>
            <pc:docMk/>
            <pc:sldMk cId="3792586495" sldId="2147474126"/>
            <ac:spMk id="5" creationId="{BA237CB8-A03C-97F1-227B-6C0314098276}"/>
          </ac:spMkLst>
        </pc:spChg>
        <pc:graphicFrameChg chg="add mod modGraphic">
          <ac:chgData name="Durve, Ninad" userId="9aa7579a-43ac-48f6-802e-7696b304836f" providerId="ADAL" clId="{9373989A-27A4-4BEF-9BF9-9CC172B466F6}" dt="2025-02-10T10:22:58.197" v="1801" actId="2161"/>
          <ac:graphicFrameMkLst>
            <pc:docMk/>
            <pc:sldMk cId="3792586495" sldId="2147474126"/>
            <ac:graphicFrameMk id="2" creationId="{88B5223E-9341-760D-A543-9646D42E3D42}"/>
          </ac:graphicFrameMkLst>
        </pc:graphicFrameChg>
      </pc:sldChg>
      <pc:sldChg chg="del">
        <pc:chgData name="Durve, Ninad" userId="9aa7579a-43ac-48f6-802e-7696b304836f" providerId="ADAL" clId="{9373989A-27A4-4BEF-9BF9-9CC172B466F6}" dt="2025-02-10T07:10:15.887" v="87" actId="47"/>
        <pc:sldMkLst>
          <pc:docMk/>
          <pc:sldMk cId="1052954962" sldId="2147474127"/>
        </pc:sldMkLst>
      </pc:sldChg>
      <pc:sldChg chg="addSp delSp modSp mod">
        <pc:chgData name="Durve, Ninad" userId="9aa7579a-43ac-48f6-802e-7696b304836f" providerId="ADAL" clId="{9373989A-27A4-4BEF-9BF9-9CC172B466F6}" dt="2025-02-10T11:19:42.712" v="2100" actId="1076"/>
        <pc:sldMkLst>
          <pc:docMk/>
          <pc:sldMk cId="661064657" sldId="2147474128"/>
        </pc:sldMkLst>
        <pc:spChg chg="add mod">
          <ac:chgData name="Durve, Ninad" userId="9aa7579a-43ac-48f6-802e-7696b304836f" providerId="ADAL" clId="{9373989A-27A4-4BEF-9BF9-9CC172B466F6}" dt="2025-02-10T07:18:06.158" v="231"/>
          <ac:spMkLst>
            <pc:docMk/>
            <pc:sldMk cId="661064657" sldId="2147474128"/>
            <ac:spMk id="2" creationId="{0A494266-3E1D-E7F3-C4DC-2AAC2091C5EE}"/>
          </ac:spMkLst>
        </pc:spChg>
        <pc:spChg chg="add mod">
          <ac:chgData name="Durve, Ninad" userId="9aa7579a-43ac-48f6-802e-7696b304836f" providerId="ADAL" clId="{9373989A-27A4-4BEF-9BF9-9CC172B466F6}" dt="2025-02-10T11:18:48.151" v="2046" actId="1036"/>
          <ac:spMkLst>
            <pc:docMk/>
            <pc:sldMk cId="661064657" sldId="2147474128"/>
            <ac:spMk id="21" creationId="{13BF715E-4943-DF48-FAA7-13ACE17B61AD}"/>
          </ac:spMkLst>
        </pc:spChg>
        <pc:spChg chg="add mod">
          <ac:chgData name="Durve, Ninad" userId="9aa7579a-43ac-48f6-802e-7696b304836f" providerId="ADAL" clId="{9373989A-27A4-4BEF-9BF9-9CC172B466F6}" dt="2025-02-10T11:18:48.151" v="2046" actId="1036"/>
          <ac:spMkLst>
            <pc:docMk/>
            <pc:sldMk cId="661064657" sldId="2147474128"/>
            <ac:spMk id="22" creationId="{5EFC285D-0B6C-DD11-04BC-DBE83CD5DEDF}"/>
          </ac:spMkLst>
        </pc:spChg>
        <pc:spChg chg="add mod">
          <ac:chgData name="Durve, Ninad" userId="9aa7579a-43ac-48f6-802e-7696b304836f" providerId="ADAL" clId="{9373989A-27A4-4BEF-9BF9-9CC172B466F6}" dt="2025-02-10T11:18:48.151" v="2046" actId="1036"/>
          <ac:spMkLst>
            <pc:docMk/>
            <pc:sldMk cId="661064657" sldId="2147474128"/>
            <ac:spMk id="23" creationId="{02B3848F-4D1D-70EA-4C37-6692592CED91}"/>
          </ac:spMkLst>
        </pc:spChg>
        <pc:spChg chg="add mod">
          <ac:chgData name="Durve, Ninad" userId="9aa7579a-43ac-48f6-802e-7696b304836f" providerId="ADAL" clId="{9373989A-27A4-4BEF-9BF9-9CC172B466F6}" dt="2025-02-10T11:18:48.151" v="2046" actId="1036"/>
          <ac:spMkLst>
            <pc:docMk/>
            <pc:sldMk cId="661064657" sldId="2147474128"/>
            <ac:spMk id="26" creationId="{BC356642-EDEC-32A3-6A32-78E562F3B036}"/>
          </ac:spMkLst>
        </pc:spChg>
        <pc:spChg chg="add mod">
          <ac:chgData name="Durve, Ninad" userId="9aa7579a-43ac-48f6-802e-7696b304836f" providerId="ADAL" clId="{9373989A-27A4-4BEF-9BF9-9CC172B466F6}" dt="2025-02-10T11:18:48.151" v="2046" actId="1036"/>
          <ac:spMkLst>
            <pc:docMk/>
            <pc:sldMk cId="661064657" sldId="2147474128"/>
            <ac:spMk id="28" creationId="{BA30CE32-3E45-8B56-9562-B4B8E09CBD54}"/>
          </ac:spMkLst>
        </pc:spChg>
        <pc:spChg chg="add mod">
          <ac:chgData name="Durve, Ninad" userId="9aa7579a-43ac-48f6-802e-7696b304836f" providerId="ADAL" clId="{9373989A-27A4-4BEF-9BF9-9CC172B466F6}" dt="2025-02-10T11:17:45.862" v="2001"/>
          <ac:spMkLst>
            <pc:docMk/>
            <pc:sldMk cId="661064657" sldId="2147474128"/>
            <ac:spMk id="34" creationId="{0DEBF5EB-0544-6181-123B-66C8E34BBC1D}"/>
          </ac:spMkLst>
        </pc:spChg>
        <pc:spChg chg="add mod">
          <ac:chgData name="Durve, Ninad" userId="9aa7579a-43ac-48f6-802e-7696b304836f" providerId="ADAL" clId="{9373989A-27A4-4BEF-9BF9-9CC172B466F6}" dt="2025-02-10T11:17:45.862" v="2001"/>
          <ac:spMkLst>
            <pc:docMk/>
            <pc:sldMk cId="661064657" sldId="2147474128"/>
            <ac:spMk id="35" creationId="{A77C8D76-01D9-14FA-4216-1E9813C16ECF}"/>
          </ac:spMkLst>
        </pc:spChg>
        <pc:spChg chg="add mod">
          <ac:chgData name="Durve, Ninad" userId="9aa7579a-43ac-48f6-802e-7696b304836f" providerId="ADAL" clId="{9373989A-27A4-4BEF-9BF9-9CC172B466F6}" dt="2025-02-10T11:18:48.151" v="2046" actId="1036"/>
          <ac:spMkLst>
            <pc:docMk/>
            <pc:sldMk cId="661064657" sldId="2147474128"/>
            <ac:spMk id="37" creationId="{6EF06A19-E2A3-EC94-118B-F9BE552C8FC0}"/>
          </ac:spMkLst>
        </pc:spChg>
        <pc:spChg chg="add mod">
          <ac:chgData name="Durve, Ninad" userId="9aa7579a-43ac-48f6-802e-7696b304836f" providerId="ADAL" clId="{9373989A-27A4-4BEF-9BF9-9CC172B466F6}" dt="2025-02-10T11:19:00.420" v="2069" actId="1036"/>
          <ac:spMkLst>
            <pc:docMk/>
            <pc:sldMk cId="661064657" sldId="2147474128"/>
            <ac:spMk id="40" creationId="{D07E39CB-3269-B677-499F-E96C5B98FE24}"/>
          </ac:spMkLst>
        </pc:spChg>
        <pc:spChg chg="add mod">
          <ac:chgData name="Durve, Ninad" userId="9aa7579a-43ac-48f6-802e-7696b304836f" providerId="ADAL" clId="{9373989A-27A4-4BEF-9BF9-9CC172B466F6}" dt="2025-02-10T11:19:00.420" v="2069" actId="1036"/>
          <ac:spMkLst>
            <pc:docMk/>
            <pc:sldMk cId="661064657" sldId="2147474128"/>
            <ac:spMk id="41" creationId="{C387DC18-7242-65EE-1D34-AF4D86D276D9}"/>
          </ac:spMkLst>
        </pc:spChg>
        <pc:spChg chg="add mod">
          <ac:chgData name="Durve, Ninad" userId="9aa7579a-43ac-48f6-802e-7696b304836f" providerId="ADAL" clId="{9373989A-27A4-4BEF-9BF9-9CC172B466F6}" dt="2025-02-10T11:19:31.259" v="2098" actId="1035"/>
          <ac:spMkLst>
            <pc:docMk/>
            <pc:sldMk cId="661064657" sldId="2147474128"/>
            <ac:spMk id="42" creationId="{7580392A-2D84-83E8-AE47-E667E52C883B}"/>
          </ac:spMkLst>
        </pc:spChg>
        <pc:picChg chg="add mod">
          <ac:chgData name="Durve, Ninad" userId="9aa7579a-43ac-48f6-802e-7696b304836f" providerId="ADAL" clId="{9373989A-27A4-4BEF-9BF9-9CC172B466F6}" dt="2025-02-10T11:18:48.151" v="2046" actId="1036"/>
          <ac:picMkLst>
            <pc:docMk/>
            <pc:sldMk cId="661064657" sldId="2147474128"/>
            <ac:picMk id="24" creationId="{B5CB9385-1424-6DD9-77E7-9763D9E87FCF}"/>
          </ac:picMkLst>
        </pc:picChg>
        <pc:picChg chg="add mod">
          <ac:chgData name="Durve, Ninad" userId="9aa7579a-43ac-48f6-802e-7696b304836f" providerId="ADAL" clId="{9373989A-27A4-4BEF-9BF9-9CC172B466F6}" dt="2025-02-10T11:19:42.712" v="2100" actId="1076"/>
          <ac:picMkLst>
            <pc:docMk/>
            <pc:sldMk cId="661064657" sldId="2147474128"/>
            <ac:picMk id="25" creationId="{2839A5D5-2DDF-B1BD-2A57-0CE8683B622E}"/>
          </ac:picMkLst>
        </pc:picChg>
        <pc:picChg chg="add mod">
          <ac:chgData name="Durve, Ninad" userId="9aa7579a-43ac-48f6-802e-7696b304836f" providerId="ADAL" clId="{9373989A-27A4-4BEF-9BF9-9CC172B466F6}" dt="2025-02-10T11:18:48.151" v="2046" actId="1036"/>
          <ac:picMkLst>
            <pc:docMk/>
            <pc:sldMk cId="661064657" sldId="2147474128"/>
            <ac:picMk id="27" creationId="{2F1818FC-CA81-5578-E57B-30E7773C7B35}"/>
          </ac:picMkLst>
        </pc:picChg>
        <pc:picChg chg="add mod">
          <ac:chgData name="Durve, Ninad" userId="9aa7579a-43ac-48f6-802e-7696b304836f" providerId="ADAL" clId="{9373989A-27A4-4BEF-9BF9-9CC172B466F6}" dt="2025-02-10T11:18:48.151" v="2046" actId="1036"/>
          <ac:picMkLst>
            <pc:docMk/>
            <pc:sldMk cId="661064657" sldId="2147474128"/>
            <ac:picMk id="29" creationId="{18B1255B-469D-C69F-C233-99DAA427256F}"/>
          </ac:picMkLst>
        </pc:picChg>
        <pc:cxnChg chg="add mod">
          <ac:chgData name="Durve, Ninad" userId="9aa7579a-43ac-48f6-802e-7696b304836f" providerId="ADAL" clId="{9373989A-27A4-4BEF-9BF9-9CC172B466F6}" dt="2025-02-10T11:18:48.151" v="2046" actId="1036"/>
          <ac:cxnSpMkLst>
            <pc:docMk/>
            <pc:sldMk cId="661064657" sldId="2147474128"/>
            <ac:cxnSpMk id="36" creationId="{02AC8ADB-B404-2974-64D6-2958D5E50A3E}"/>
          </ac:cxnSpMkLst>
        </pc:cxnChg>
        <pc:cxnChg chg="add mod">
          <ac:chgData name="Durve, Ninad" userId="9aa7579a-43ac-48f6-802e-7696b304836f" providerId="ADAL" clId="{9373989A-27A4-4BEF-9BF9-9CC172B466F6}" dt="2025-02-10T11:19:00.420" v="2069" actId="1036"/>
          <ac:cxnSpMkLst>
            <pc:docMk/>
            <pc:sldMk cId="661064657" sldId="2147474128"/>
            <ac:cxnSpMk id="38" creationId="{14C1B31E-777C-D3A9-EC37-8589341F85C5}"/>
          </ac:cxnSpMkLst>
        </pc:cxnChg>
        <pc:cxnChg chg="add mod">
          <ac:chgData name="Durve, Ninad" userId="9aa7579a-43ac-48f6-802e-7696b304836f" providerId="ADAL" clId="{9373989A-27A4-4BEF-9BF9-9CC172B466F6}" dt="2025-02-10T11:19:00.420" v="2069" actId="1036"/>
          <ac:cxnSpMkLst>
            <pc:docMk/>
            <pc:sldMk cId="661064657" sldId="2147474128"/>
            <ac:cxnSpMk id="39" creationId="{EAFFE16B-6132-7779-C7A9-8D65B9B7B9F5}"/>
          </ac:cxnSpMkLst>
        </pc:cxnChg>
      </pc:sldChg>
      <pc:sldChg chg="addSp delSp modSp mod">
        <pc:chgData name="Durve, Ninad" userId="9aa7579a-43ac-48f6-802e-7696b304836f" providerId="ADAL" clId="{9373989A-27A4-4BEF-9BF9-9CC172B466F6}" dt="2025-02-10T15:32:39.647" v="5187" actId="14100"/>
        <pc:sldMkLst>
          <pc:docMk/>
          <pc:sldMk cId="1583759801" sldId="2147474129"/>
        </pc:sldMkLst>
        <pc:spChg chg="add mod">
          <ac:chgData name="Durve, Ninad" userId="9aa7579a-43ac-48f6-802e-7696b304836f" providerId="ADAL" clId="{9373989A-27A4-4BEF-9BF9-9CC172B466F6}" dt="2025-02-10T07:18:04.206" v="230"/>
          <ac:spMkLst>
            <pc:docMk/>
            <pc:sldMk cId="1583759801" sldId="2147474129"/>
            <ac:spMk id="2" creationId="{62F6E6AF-9B14-119B-29C2-D21035F8A871}"/>
          </ac:spMkLst>
        </pc:spChg>
        <pc:spChg chg="add mod">
          <ac:chgData name="Durve, Ninad" userId="9aa7579a-43ac-48f6-802e-7696b304836f" providerId="ADAL" clId="{9373989A-27A4-4BEF-9BF9-9CC172B466F6}" dt="2025-02-10T13:49:58.048" v="4040" actId="14100"/>
          <ac:spMkLst>
            <pc:docMk/>
            <pc:sldMk cId="1583759801" sldId="2147474129"/>
            <ac:spMk id="4" creationId="{CCE28D61-8D7B-11F1-A17C-21DB6CFD31BD}"/>
          </ac:spMkLst>
        </pc:spChg>
        <pc:spChg chg="add mod">
          <ac:chgData name="Durve, Ninad" userId="9aa7579a-43ac-48f6-802e-7696b304836f" providerId="ADAL" clId="{9373989A-27A4-4BEF-9BF9-9CC172B466F6}" dt="2025-02-10T14:48:18.529" v="4805" actId="14100"/>
          <ac:spMkLst>
            <pc:docMk/>
            <pc:sldMk cId="1583759801" sldId="2147474129"/>
            <ac:spMk id="5" creationId="{C1F306BA-DE13-A948-B062-5EDC2F556BF7}"/>
          </ac:spMkLst>
        </pc:spChg>
        <pc:spChg chg="add mod">
          <ac:chgData name="Durve, Ninad" userId="9aa7579a-43ac-48f6-802e-7696b304836f" providerId="ADAL" clId="{9373989A-27A4-4BEF-9BF9-9CC172B466F6}" dt="2025-02-10T14:48:48.347" v="4809" actId="1076"/>
          <ac:spMkLst>
            <pc:docMk/>
            <pc:sldMk cId="1583759801" sldId="2147474129"/>
            <ac:spMk id="6" creationId="{D3D1DED6-4211-CC71-79EA-8AEC9DE2F1AE}"/>
          </ac:spMkLst>
        </pc:spChg>
        <pc:spChg chg="add mod">
          <ac:chgData name="Durve, Ninad" userId="9aa7579a-43ac-48f6-802e-7696b304836f" providerId="ADAL" clId="{9373989A-27A4-4BEF-9BF9-9CC172B466F6}" dt="2025-02-10T14:50:14.846" v="4893" actId="20577"/>
          <ac:spMkLst>
            <pc:docMk/>
            <pc:sldMk cId="1583759801" sldId="2147474129"/>
            <ac:spMk id="7" creationId="{39B389C1-63B4-EEE1-5DB3-F3F7752569D5}"/>
          </ac:spMkLst>
        </pc:spChg>
        <pc:spChg chg="add mod">
          <ac:chgData name="Durve, Ninad" userId="9aa7579a-43ac-48f6-802e-7696b304836f" providerId="ADAL" clId="{9373989A-27A4-4BEF-9BF9-9CC172B466F6}" dt="2025-02-10T14:48:55.728" v="4810" actId="1076"/>
          <ac:spMkLst>
            <pc:docMk/>
            <pc:sldMk cId="1583759801" sldId="2147474129"/>
            <ac:spMk id="8" creationId="{8DAF8CE9-6D0F-1A12-600D-E45926758DDF}"/>
          </ac:spMkLst>
        </pc:spChg>
        <pc:spChg chg="add mod">
          <ac:chgData name="Durve, Ninad" userId="9aa7579a-43ac-48f6-802e-7696b304836f" providerId="ADAL" clId="{9373989A-27A4-4BEF-9BF9-9CC172B466F6}" dt="2025-02-10T15:14:04.785" v="4940" actId="20577"/>
          <ac:spMkLst>
            <pc:docMk/>
            <pc:sldMk cId="1583759801" sldId="2147474129"/>
            <ac:spMk id="9" creationId="{E43FE942-9F64-9838-4BEE-DAE0389F49A0}"/>
          </ac:spMkLst>
        </pc:spChg>
        <pc:spChg chg="add mod">
          <ac:chgData name="Durve, Ninad" userId="9aa7579a-43ac-48f6-802e-7696b304836f" providerId="ADAL" clId="{9373989A-27A4-4BEF-9BF9-9CC172B466F6}" dt="2025-02-10T14:39:56.048" v="4622" actId="1076"/>
          <ac:spMkLst>
            <pc:docMk/>
            <pc:sldMk cId="1583759801" sldId="2147474129"/>
            <ac:spMk id="11" creationId="{AECC984A-1840-98E7-0F00-29388AEB8D5B}"/>
          </ac:spMkLst>
        </pc:spChg>
        <pc:spChg chg="add mod">
          <ac:chgData name="Durve, Ninad" userId="9aa7579a-43ac-48f6-802e-7696b304836f" providerId="ADAL" clId="{9373989A-27A4-4BEF-9BF9-9CC172B466F6}" dt="2025-02-10T15:32:39.647" v="5187" actId="14100"/>
          <ac:spMkLst>
            <pc:docMk/>
            <pc:sldMk cId="1583759801" sldId="2147474129"/>
            <ac:spMk id="12" creationId="{E0D74C87-096B-3C7E-2A0E-A553D433A5A5}"/>
          </ac:spMkLst>
        </pc:spChg>
        <pc:spChg chg="add mod">
          <ac:chgData name="Durve, Ninad" userId="9aa7579a-43ac-48f6-802e-7696b304836f" providerId="ADAL" clId="{9373989A-27A4-4BEF-9BF9-9CC172B466F6}" dt="2025-02-10T14:50:32.404" v="4926" actId="20577"/>
          <ac:spMkLst>
            <pc:docMk/>
            <pc:sldMk cId="1583759801" sldId="2147474129"/>
            <ac:spMk id="13" creationId="{C1BD8EB6-5827-0C20-A793-DE590CD43EBF}"/>
          </ac:spMkLst>
        </pc:spChg>
      </pc:sldChg>
      <pc:sldChg chg="addSp modSp del">
        <pc:chgData name="Durve, Ninad" userId="9aa7579a-43ac-48f6-802e-7696b304836f" providerId="ADAL" clId="{9373989A-27A4-4BEF-9BF9-9CC172B466F6}" dt="2025-02-10T07:22:46.480" v="356" actId="47"/>
        <pc:sldMkLst>
          <pc:docMk/>
          <pc:sldMk cId="1372072461" sldId="2147474130"/>
        </pc:sldMkLst>
      </pc:sldChg>
      <pc:sldChg chg="addSp delSp modSp mod ord">
        <pc:chgData name="Durve, Ninad" userId="9aa7579a-43ac-48f6-802e-7696b304836f" providerId="ADAL" clId="{9373989A-27A4-4BEF-9BF9-9CC172B466F6}" dt="2025-02-11T14:06:27.431" v="6475" actId="14734"/>
        <pc:sldMkLst>
          <pc:docMk/>
          <pc:sldMk cId="117298727" sldId="2147474132"/>
        </pc:sldMkLst>
        <pc:spChg chg="add mod">
          <ac:chgData name="Durve, Ninad" userId="9aa7579a-43ac-48f6-802e-7696b304836f" providerId="ADAL" clId="{9373989A-27A4-4BEF-9BF9-9CC172B466F6}" dt="2025-02-10T07:17:56.800" v="227"/>
          <ac:spMkLst>
            <pc:docMk/>
            <pc:sldMk cId="117298727" sldId="2147474132"/>
            <ac:spMk id="2" creationId="{C3790301-52C2-4F92-E656-D713AC5C7A74}"/>
          </ac:spMkLst>
        </pc:spChg>
        <pc:spChg chg="add mod">
          <ac:chgData name="Durve, Ninad" userId="9aa7579a-43ac-48f6-802e-7696b304836f" providerId="ADAL" clId="{9373989A-27A4-4BEF-9BF9-9CC172B466F6}" dt="2025-02-10T10:48:44.521" v="1868" actId="1076"/>
          <ac:spMkLst>
            <pc:docMk/>
            <pc:sldMk cId="117298727" sldId="2147474132"/>
            <ac:spMk id="4" creationId="{74C8D19A-BB2B-9C37-BA29-180F0C88A18B}"/>
          </ac:spMkLst>
        </pc:spChg>
        <pc:spChg chg="add mod">
          <ac:chgData name="Durve, Ninad" userId="9aa7579a-43ac-48f6-802e-7696b304836f" providerId="ADAL" clId="{9373989A-27A4-4BEF-9BF9-9CC172B466F6}" dt="2025-02-11T09:14:51.761" v="6247" actId="20577"/>
          <ac:spMkLst>
            <pc:docMk/>
            <pc:sldMk cId="117298727" sldId="2147474132"/>
            <ac:spMk id="5" creationId="{05072EE4-5638-00A5-55D2-E9276846CB21}"/>
          </ac:spMkLst>
        </pc:spChg>
        <pc:spChg chg="add mod">
          <ac:chgData name="Durve, Ninad" userId="9aa7579a-43ac-48f6-802e-7696b304836f" providerId="ADAL" clId="{9373989A-27A4-4BEF-9BF9-9CC172B466F6}" dt="2025-02-10T13:36:42.074" v="3684" actId="113"/>
          <ac:spMkLst>
            <pc:docMk/>
            <pc:sldMk cId="117298727" sldId="2147474132"/>
            <ac:spMk id="8" creationId="{B69407A4-BA90-5470-4392-E281D2DE93BB}"/>
          </ac:spMkLst>
        </pc:spChg>
        <pc:spChg chg="add mod topLvl">
          <ac:chgData name="Durve, Ninad" userId="9aa7579a-43ac-48f6-802e-7696b304836f" providerId="ADAL" clId="{9373989A-27A4-4BEF-9BF9-9CC172B466F6}" dt="2025-02-10T10:47:45.988" v="1862" actId="164"/>
          <ac:spMkLst>
            <pc:docMk/>
            <pc:sldMk cId="117298727" sldId="2147474132"/>
            <ac:spMk id="13" creationId="{6500FE5B-4B0F-C579-D868-C2DA2BD6A03D}"/>
          </ac:spMkLst>
        </pc:spChg>
        <pc:spChg chg="add mod topLvl">
          <ac:chgData name="Durve, Ninad" userId="9aa7579a-43ac-48f6-802e-7696b304836f" providerId="ADAL" clId="{9373989A-27A4-4BEF-9BF9-9CC172B466F6}" dt="2025-02-10T10:47:45.988" v="1862" actId="164"/>
          <ac:spMkLst>
            <pc:docMk/>
            <pc:sldMk cId="117298727" sldId="2147474132"/>
            <ac:spMk id="15" creationId="{DDB5463C-AA88-B851-3B07-966493BEFFF1}"/>
          </ac:spMkLst>
        </pc:spChg>
        <pc:spChg chg="add mod topLvl">
          <ac:chgData name="Durve, Ninad" userId="9aa7579a-43ac-48f6-802e-7696b304836f" providerId="ADAL" clId="{9373989A-27A4-4BEF-9BF9-9CC172B466F6}" dt="2025-02-10T10:47:45.988" v="1862" actId="164"/>
          <ac:spMkLst>
            <pc:docMk/>
            <pc:sldMk cId="117298727" sldId="2147474132"/>
            <ac:spMk id="18" creationId="{4382D554-0ACF-08A6-8B3A-7A2344B7E48B}"/>
          </ac:spMkLst>
        </pc:spChg>
        <pc:spChg chg="add mod topLvl">
          <ac:chgData name="Durve, Ninad" userId="9aa7579a-43ac-48f6-802e-7696b304836f" providerId="ADAL" clId="{9373989A-27A4-4BEF-9BF9-9CC172B466F6}" dt="2025-02-10T10:47:45.988" v="1862" actId="164"/>
          <ac:spMkLst>
            <pc:docMk/>
            <pc:sldMk cId="117298727" sldId="2147474132"/>
            <ac:spMk id="19" creationId="{803EA5DD-E773-2C98-94B2-BABFA482E7BF}"/>
          </ac:spMkLst>
        </pc:spChg>
        <pc:spChg chg="add mod topLvl">
          <ac:chgData name="Durve, Ninad" userId="9aa7579a-43ac-48f6-802e-7696b304836f" providerId="ADAL" clId="{9373989A-27A4-4BEF-9BF9-9CC172B466F6}" dt="2025-02-10T10:47:45.988" v="1862" actId="164"/>
          <ac:spMkLst>
            <pc:docMk/>
            <pc:sldMk cId="117298727" sldId="2147474132"/>
            <ac:spMk id="21" creationId="{FA2756F5-9E5A-8059-72D0-2D0EFA5E3869}"/>
          </ac:spMkLst>
        </pc:spChg>
        <pc:spChg chg="add mod topLvl">
          <ac:chgData name="Durve, Ninad" userId="9aa7579a-43ac-48f6-802e-7696b304836f" providerId="ADAL" clId="{9373989A-27A4-4BEF-9BF9-9CC172B466F6}" dt="2025-02-10T10:47:45.988" v="1862" actId="164"/>
          <ac:spMkLst>
            <pc:docMk/>
            <pc:sldMk cId="117298727" sldId="2147474132"/>
            <ac:spMk id="22" creationId="{094AFAC0-F4A9-3C20-56B0-291A0E0CF475}"/>
          </ac:spMkLst>
        </pc:spChg>
        <pc:spChg chg="add mod ord">
          <ac:chgData name="Durve, Ninad" userId="9aa7579a-43ac-48f6-802e-7696b304836f" providerId="ADAL" clId="{9373989A-27A4-4BEF-9BF9-9CC172B466F6}" dt="2025-02-10T13:35:28.840" v="3676" actId="14100"/>
          <ac:spMkLst>
            <pc:docMk/>
            <pc:sldMk cId="117298727" sldId="2147474132"/>
            <ac:spMk id="24" creationId="{78B16C71-1EC6-8E5E-7CF3-4730B9E8331E}"/>
          </ac:spMkLst>
        </pc:spChg>
        <pc:spChg chg="add mod">
          <ac:chgData name="Durve, Ninad" userId="9aa7579a-43ac-48f6-802e-7696b304836f" providerId="ADAL" clId="{9373989A-27A4-4BEF-9BF9-9CC172B466F6}" dt="2025-02-10T13:35:35.339" v="3677" actId="14100"/>
          <ac:spMkLst>
            <pc:docMk/>
            <pc:sldMk cId="117298727" sldId="2147474132"/>
            <ac:spMk id="25" creationId="{C995DEF6-1772-70E5-B0A2-44E39802CECC}"/>
          </ac:spMkLst>
        </pc:spChg>
        <pc:grpChg chg="add mod">
          <ac:chgData name="Durve, Ninad" userId="9aa7579a-43ac-48f6-802e-7696b304836f" providerId="ADAL" clId="{9373989A-27A4-4BEF-9BF9-9CC172B466F6}" dt="2025-02-10T13:35:21.704" v="3675" actId="1036"/>
          <ac:grpSpMkLst>
            <pc:docMk/>
            <pc:sldMk cId="117298727" sldId="2147474132"/>
            <ac:grpSpMk id="26" creationId="{AC4D82F6-18E4-3C99-4D84-1B3E80ED2ECF}"/>
          </ac:grpSpMkLst>
        </pc:grpChg>
        <pc:graphicFrameChg chg="add mod modGraphic">
          <ac:chgData name="Durve, Ninad" userId="9aa7579a-43ac-48f6-802e-7696b304836f" providerId="ADAL" clId="{9373989A-27A4-4BEF-9BF9-9CC172B466F6}" dt="2025-02-11T14:06:27.431" v="6475" actId="14734"/>
          <ac:graphicFrameMkLst>
            <pc:docMk/>
            <pc:sldMk cId="117298727" sldId="2147474132"/>
            <ac:graphicFrameMk id="6" creationId="{38F8B45B-00DB-EABE-A882-4C74FF21388A}"/>
          </ac:graphicFrameMkLst>
        </pc:graphicFrameChg>
        <pc:graphicFrameChg chg="add mod modGraphic">
          <ac:chgData name="Durve, Ninad" userId="9aa7579a-43ac-48f6-802e-7696b304836f" providerId="ADAL" clId="{9373989A-27A4-4BEF-9BF9-9CC172B466F6}" dt="2025-02-11T09:15:58.750" v="6255" actId="20577"/>
          <ac:graphicFrameMkLst>
            <pc:docMk/>
            <pc:sldMk cId="117298727" sldId="2147474132"/>
            <ac:graphicFrameMk id="7" creationId="{D58A86D6-53D3-1C95-1431-81DF391A762E}"/>
          </ac:graphicFrameMkLst>
        </pc:graphicFrameChg>
        <pc:graphicFrameChg chg="add mod modGraphic">
          <ac:chgData name="Durve, Ninad" userId="9aa7579a-43ac-48f6-802e-7696b304836f" providerId="ADAL" clId="{9373989A-27A4-4BEF-9BF9-9CC172B466F6}" dt="2025-02-10T13:36:20.844" v="3683" actId="207"/>
          <ac:graphicFrameMkLst>
            <pc:docMk/>
            <pc:sldMk cId="117298727" sldId="2147474132"/>
            <ac:graphicFrameMk id="27" creationId="{5B4D2343-02D2-7B2E-ABF5-3D14E565C12D}"/>
          </ac:graphicFrameMkLst>
        </pc:graphicFrameChg>
        <pc:picChg chg="add mod topLvl">
          <ac:chgData name="Durve, Ninad" userId="9aa7579a-43ac-48f6-802e-7696b304836f" providerId="ADAL" clId="{9373989A-27A4-4BEF-9BF9-9CC172B466F6}" dt="2025-02-10T10:47:45.988" v="1862" actId="164"/>
          <ac:picMkLst>
            <pc:docMk/>
            <pc:sldMk cId="117298727" sldId="2147474132"/>
            <ac:picMk id="9" creationId="{652432B7-4922-D128-C1D5-186A0E6B546D}"/>
          </ac:picMkLst>
        </pc:picChg>
        <pc:picChg chg="add mod topLvl">
          <ac:chgData name="Durve, Ninad" userId="9aa7579a-43ac-48f6-802e-7696b304836f" providerId="ADAL" clId="{9373989A-27A4-4BEF-9BF9-9CC172B466F6}" dt="2025-02-10T10:47:45.988" v="1862" actId="164"/>
          <ac:picMkLst>
            <pc:docMk/>
            <pc:sldMk cId="117298727" sldId="2147474132"/>
            <ac:picMk id="12" creationId="{095ADC4C-295F-AFD0-884A-53773D3D09D5}"/>
          </ac:picMkLst>
        </pc:picChg>
        <pc:picChg chg="add mod topLvl">
          <ac:chgData name="Durve, Ninad" userId="9aa7579a-43ac-48f6-802e-7696b304836f" providerId="ADAL" clId="{9373989A-27A4-4BEF-9BF9-9CC172B466F6}" dt="2025-02-10T10:47:45.988" v="1862" actId="164"/>
          <ac:picMkLst>
            <pc:docMk/>
            <pc:sldMk cId="117298727" sldId="2147474132"/>
            <ac:picMk id="14" creationId="{1C1546F9-BEFC-E41F-3E9B-1CD05E176D3E}"/>
          </ac:picMkLst>
        </pc:picChg>
        <pc:cxnChg chg="add mod topLvl">
          <ac:chgData name="Durve, Ninad" userId="9aa7579a-43ac-48f6-802e-7696b304836f" providerId="ADAL" clId="{9373989A-27A4-4BEF-9BF9-9CC172B466F6}" dt="2025-02-10T10:47:45.988" v="1862" actId="164"/>
          <ac:cxnSpMkLst>
            <pc:docMk/>
            <pc:sldMk cId="117298727" sldId="2147474132"/>
            <ac:cxnSpMk id="16" creationId="{5709F12F-0381-CEA2-605F-A51358A735C5}"/>
          </ac:cxnSpMkLst>
        </pc:cxnChg>
        <pc:cxnChg chg="add mod topLvl">
          <ac:chgData name="Durve, Ninad" userId="9aa7579a-43ac-48f6-802e-7696b304836f" providerId="ADAL" clId="{9373989A-27A4-4BEF-9BF9-9CC172B466F6}" dt="2025-02-10T10:47:45.988" v="1862" actId="164"/>
          <ac:cxnSpMkLst>
            <pc:docMk/>
            <pc:sldMk cId="117298727" sldId="2147474132"/>
            <ac:cxnSpMk id="17" creationId="{53F55015-F0BA-B27B-C26B-F359FA1C73D2}"/>
          </ac:cxnSpMkLst>
        </pc:cxnChg>
        <pc:cxnChg chg="add mod topLvl">
          <ac:chgData name="Durve, Ninad" userId="9aa7579a-43ac-48f6-802e-7696b304836f" providerId="ADAL" clId="{9373989A-27A4-4BEF-9BF9-9CC172B466F6}" dt="2025-02-10T10:47:45.988" v="1862" actId="164"/>
          <ac:cxnSpMkLst>
            <pc:docMk/>
            <pc:sldMk cId="117298727" sldId="2147474132"/>
            <ac:cxnSpMk id="20" creationId="{812A7F0B-A673-F708-BC49-DC16BD94F604}"/>
          </ac:cxnSpMkLst>
        </pc:cxnChg>
      </pc:sldChg>
      <pc:sldChg chg="del">
        <pc:chgData name="Durve, Ninad" userId="9aa7579a-43ac-48f6-802e-7696b304836f" providerId="ADAL" clId="{9373989A-27A4-4BEF-9BF9-9CC172B466F6}" dt="2025-02-10T07:04:35.956" v="5" actId="47"/>
        <pc:sldMkLst>
          <pc:docMk/>
          <pc:sldMk cId="1767596566" sldId="2147474133"/>
        </pc:sldMkLst>
      </pc:sldChg>
      <pc:sldChg chg="addSp delSp modSp add mod">
        <pc:chgData name="Durve, Ninad" userId="9aa7579a-43ac-48f6-802e-7696b304836f" providerId="ADAL" clId="{9373989A-27A4-4BEF-9BF9-9CC172B466F6}" dt="2025-02-10T13:33:31.685" v="3605" actId="207"/>
        <pc:sldMkLst>
          <pc:docMk/>
          <pc:sldMk cId="2849761354" sldId="2147474133"/>
        </pc:sldMkLst>
        <pc:spChg chg="add mod">
          <ac:chgData name="Durve, Ninad" userId="9aa7579a-43ac-48f6-802e-7696b304836f" providerId="ADAL" clId="{9373989A-27A4-4BEF-9BF9-9CC172B466F6}" dt="2025-02-10T13:33:31.685" v="3605" actId="207"/>
          <ac:spMkLst>
            <pc:docMk/>
            <pc:sldMk cId="2849761354" sldId="2147474133"/>
            <ac:spMk id="2" creationId="{7CD8D40F-887A-D0D3-17B1-1859080815B7}"/>
          </ac:spMkLst>
        </pc:spChg>
        <pc:spChg chg="mod">
          <ac:chgData name="Durve, Ninad" userId="9aa7579a-43ac-48f6-802e-7696b304836f" providerId="ADAL" clId="{9373989A-27A4-4BEF-9BF9-9CC172B466F6}" dt="2025-02-10T11:20:25.133" v="2101" actId="20577"/>
          <ac:spMkLst>
            <pc:docMk/>
            <pc:sldMk cId="2849761354" sldId="2147474133"/>
            <ac:spMk id="10" creationId="{FA443C70-DA3C-4A73-F84B-AA1A29426078}"/>
          </ac:spMkLst>
        </pc:spChg>
        <pc:spChg chg="add mod">
          <ac:chgData name="Durve, Ninad" userId="9aa7579a-43ac-48f6-802e-7696b304836f" providerId="ADAL" clId="{9373989A-27A4-4BEF-9BF9-9CC172B466F6}" dt="2025-02-10T13:33:31.685" v="3605" actId="207"/>
          <ac:spMkLst>
            <pc:docMk/>
            <pc:sldMk cId="2849761354" sldId="2147474133"/>
            <ac:spMk id="11" creationId="{4E8C7AEB-0098-469A-7D92-FC41FBF7BC6F}"/>
          </ac:spMkLst>
        </pc:spChg>
        <pc:spChg chg="add mod">
          <ac:chgData name="Durve, Ninad" userId="9aa7579a-43ac-48f6-802e-7696b304836f" providerId="ADAL" clId="{9373989A-27A4-4BEF-9BF9-9CC172B466F6}" dt="2025-02-10T13:33:31.685" v="3605" actId="207"/>
          <ac:spMkLst>
            <pc:docMk/>
            <pc:sldMk cId="2849761354" sldId="2147474133"/>
            <ac:spMk id="12" creationId="{75436263-66F5-273D-8892-3943DF9C6997}"/>
          </ac:spMkLst>
        </pc:spChg>
        <pc:spChg chg="add mod">
          <ac:chgData name="Durve, Ninad" userId="9aa7579a-43ac-48f6-802e-7696b304836f" providerId="ADAL" clId="{9373989A-27A4-4BEF-9BF9-9CC172B466F6}" dt="2025-02-10T13:33:31.685" v="3605" actId="207"/>
          <ac:spMkLst>
            <pc:docMk/>
            <pc:sldMk cId="2849761354" sldId="2147474133"/>
            <ac:spMk id="17" creationId="{8934A866-4E28-4A5A-4095-5C58D9BAC70D}"/>
          </ac:spMkLst>
        </pc:spChg>
        <pc:spChg chg="add mod">
          <ac:chgData name="Durve, Ninad" userId="9aa7579a-43ac-48f6-802e-7696b304836f" providerId="ADAL" clId="{9373989A-27A4-4BEF-9BF9-9CC172B466F6}" dt="2025-02-10T13:33:31.685" v="3605" actId="207"/>
          <ac:spMkLst>
            <pc:docMk/>
            <pc:sldMk cId="2849761354" sldId="2147474133"/>
            <ac:spMk id="18" creationId="{6AFAE938-C36C-B824-6E24-A7094B8F137A}"/>
          </ac:spMkLst>
        </pc:spChg>
        <pc:spChg chg="add mod">
          <ac:chgData name="Durve, Ninad" userId="9aa7579a-43ac-48f6-802e-7696b304836f" providerId="ADAL" clId="{9373989A-27A4-4BEF-9BF9-9CC172B466F6}" dt="2025-02-10T13:33:31.685" v="3605" actId="207"/>
          <ac:spMkLst>
            <pc:docMk/>
            <pc:sldMk cId="2849761354" sldId="2147474133"/>
            <ac:spMk id="19" creationId="{05A22F5A-E09A-9797-A45E-0B4F0868C547}"/>
          </ac:spMkLst>
        </pc:spChg>
        <pc:spChg chg="add mod">
          <ac:chgData name="Durve, Ninad" userId="9aa7579a-43ac-48f6-802e-7696b304836f" providerId="ADAL" clId="{9373989A-27A4-4BEF-9BF9-9CC172B466F6}" dt="2025-02-10T13:33:31.685" v="3605" actId="207"/>
          <ac:spMkLst>
            <pc:docMk/>
            <pc:sldMk cId="2849761354" sldId="2147474133"/>
            <ac:spMk id="24" creationId="{CD781470-18EE-9BDF-7CD0-F68372408302}"/>
          </ac:spMkLst>
        </pc:spChg>
        <pc:spChg chg="add mod">
          <ac:chgData name="Durve, Ninad" userId="9aa7579a-43ac-48f6-802e-7696b304836f" providerId="ADAL" clId="{9373989A-27A4-4BEF-9BF9-9CC172B466F6}" dt="2025-02-10T13:33:31.685" v="3605" actId="207"/>
          <ac:spMkLst>
            <pc:docMk/>
            <pc:sldMk cId="2849761354" sldId="2147474133"/>
            <ac:spMk id="29" creationId="{173201C3-6832-55B5-6586-C5BE62A8A020}"/>
          </ac:spMkLst>
        </pc:spChg>
        <pc:spChg chg="add mod">
          <ac:chgData name="Durve, Ninad" userId="9aa7579a-43ac-48f6-802e-7696b304836f" providerId="ADAL" clId="{9373989A-27A4-4BEF-9BF9-9CC172B466F6}" dt="2025-02-10T13:33:31.685" v="3605" actId="207"/>
          <ac:spMkLst>
            <pc:docMk/>
            <pc:sldMk cId="2849761354" sldId="2147474133"/>
            <ac:spMk id="30" creationId="{B784A6CB-14C7-13BE-AD90-0623D9D5941B}"/>
          </ac:spMkLst>
        </pc:spChg>
      </pc:sldChg>
      <pc:sldChg chg="addSp modSp mod">
        <pc:chgData name="Durve, Ninad" userId="9aa7579a-43ac-48f6-802e-7696b304836f" providerId="ADAL" clId="{9373989A-27A4-4BEF-9BF9-9CC172B466F6}" dt="2025-02-13T07:14:57.101" v="8576" actId="15"/>
        <pc:sldMkLst>
          <pc:docMk/>
          <pc:sldMk cId="283553165" sldId="2147474134"/>
        </pc:sldMkLst>
        <pc:spChg chg="mod">
          <ac:chgData name="Durve, Ninad" userId="9aa7579a-43ac-48f6-802e-7696b304836f" providerId="ADAL" clId="{9373989A-27A4-4BEF-9BF9-9CC172B466F6}" dt="2025-02-11T08:20:18.277" v="6138" actId="20577"/>
          <ac:spMkLst>
            <pc:docMk/>
            <pc:sldMk cId="283553165" sldId="2147474134"/>
            <ac:spMk id="2" creationId="{DDE0B4F1-F804-8520-78B7-183A6618B87D}"/>
          </ac:spMkLst>
        </pc:spChg>
        <pc:spChg chg="mod">
          <ac:chgData name="Durve, Ninad" userId="9aa7579a-43ac-48f6-802e-7696b304836f" providerId="ADAL" clId="{9373989A-27A4-4BEF-9BF9-9CC172B466F6}" dt="2025-02-10T13:16:52.663" v="3344" actId="1035"/>
          <ac:spMkLst>
            <pc:docMk/>
            <pc:sldMk cId="283553165" sldId="2147474134"/>
            <ac:spMk id="3" creationId="{2826CDB7-492F-E3CC-23F7-4B97C193A2F9}"/>
          </ac:spMkLst>
        </pc:spChg>
        <pc:spChg chg="mod">
          <ac:chgData name="Durve, Ninad" userId="9aa7579a-43ac-48f6-802e-7696b304836f" providerId="ADAL" clId="{9373989A-27A4-4BEF-9BF9-9CC172B466F6}" dt="2025-02-10T13:16:52.663" v="3344" actId="1035"/>
          <ac:spMkLst>
            <pc:docMk/>
            <pc:sldMk cId="283553165" sldId="2147474134"/>
            <ac:spMk id="4" creationId="{BEDEACCB-6743-6724-6CD1-354804C3BFAA}"/>
          </ac:spMkLst>
        </pc:spChg>
        <pc:spChg chg="mod">
          <ac:chgData name="Durve, Ninad" userId="9aa7579a-43ac-48f6-802e-7696b304836f" providerId="ADAL" clId="{9373989A-27A4-4BEF-9BF9-9CC172B466F6}" dt="2025-02-10T13:16:52.663" v="3344" actId="1035"/>
          <ac:spMkLst>
            <pc:docMk/>
            <pc:sldMk cId="283553165" sldId="2147474134"/>
            <ac:spMk id="5" creationId="{73BF79B9-FEBA-8306-F0A3-53E32D6F6B65}"/>
          </ac:spMkLst>
        </pc:spChg>
        <pc:spChg chg="mod">
          <ac:chgData name="Durve, Ninad" userId="9aa7579a-43ac-48f6-802e-7696b304836f" providerId="ADAL" clId="{9373989A-27A4-4BEF-9BF9-9CC172B466F6}" dt="2025-02-11T08:20:23.170" v="6142" actId="1036"/>
          <ac:spMkLst>
            <pc:docMk/>
            <pc:sldMk cId="283553165" sldId="2147474134"/>
            <ac:spMk id="6" creationId="{6AF71C9E-5899-5E70-C8FF-088B1D437286}"/>
          </ac:spMkLst>
        </pc:spChg>
        <pc:spChg chg="mod">
          <ac:chgData name="Durve, Ninad" userId="9aa7579a-43ac-48f6-802e-7696b304836f" providerId="ADAL" clId="{9373989A-27A4-4BEF-9BF9-9CC172B466F6}" dt="2025-02-10T13:16:52.663" v="3344" actId="1035"/>
          <ac:spMkLst>
            <pc:docMk/>
            <pc:sldMk cId="283553165" sldId="2147474134"/>
            <ac:spMk id="7" creationId="{17C61295-742B-0C54-0D7F-EC7CB87D4D84}"/>
          </ac:spMkLst>
        </pc:spChg>
        <pc:spChg chg="mod">
          <ac:chgData name="Durve, Ninad" userId="9aa7579a-43ac-48f6-802e-7696b304836f" providerId="ADAL" clId="{9373989A-27A4-4BEF-9BF9-9CC172B466F6}" dt="2025-02-10T13:16:52.663" v="3344" actId="1035"/>
          <ac:spMkLst>
            <pc:docMk/>
            <pc:sldMk cId="283553165" sldId="2147474134"/>
            <ac:spMk id="8" creationId="{86456574-824F-64EB-82F4-BF2E9614B1A8}"/>
          </ac:spMkLst>
        </pc:spChg>
        <pc:spChg chg="mod">
          <ac:chgData name="Durve, Ninad" userId="9aa7579a-43ac-48f6-802e-7696b304836f" providerId="ADAL" clId="{9373989A-27A4-4BEF-9BF9-9CC172B466F6}" dt="2025-02-13T07:14:57.101" v="8576" actId="15"/>
          <ac:spMkLst>
            <pc:docMk/>
            <pc:sldMk cId="283553165" sldId="2147474134"/>
            <ac:spMk id="11" creationId="{8248BD2D-5E82-8D16-12EC-DE7838B52A24}"/>
          </ac:spMkLst>
        </pc:spChg>
        <pc:spChg chg="mod">
          <ac:chgData name="Durve, Ninad" userId="9aa7579a-43ac-48f6-802e-7696b304836f" providerId="ADAL" clId="{9373989A-27A4-4BEF-9BF9-9CC172B466F6}" dt="2025-02-10T13:53:40.728" v="4058" actId="242"/>
          <ac:spMkLst>
            <pc:docMk/>
            <pc:sldMk cId="283553165" sldId="2147474134"/>
            <ac:spMk id="12" creationId="{BBB47942-416C-EB75-EE46-8CB30E05A8BC}"/>
          </ac:spMkLst>
        </pc:spChg>
        <pc:spChg chg="mod">
          <ac:chgData name="Durve, Ninad" userId="9aa7579a-43ac-48f6-802e-7696b304836f" providerId="ADAL" clId="{9373989A-27A4-4BEF-9BF9-9CC172B466F6}" dt="2025-02-10T13:53:45.656" v="4059" actId="14100"/>
          <ac:spMkLst>
            <pc:docMk/>
            <pc:sldMk cId="283553165" sldId="2147474134"/>
            <ac:spMk id="13" creationId="{6DB6DB66-7526-01EA-F738-862BB264640A}"/>
          </ac:spMkLst>
        </pc:spChg>
        <pc:spChg chg="mod">
          <ac:chgData name="Durve, Ninad" userId="9aa7579a-43ac-48f6-802e-7696b304836f" providerId="ADAL" clId="{9373989A-27A4-4BEF-9BF9-9CC172B466F6}" dt="2025-02-10T13:53:55.296" v="4060" actId="242"/>
          <ac:spMkLst>
            <pc:docMk/>
            <pc:sldMk cId="283553165" sldId="2147474134"/>
            <ac:spMk id="14" creationId="{D0ADA063-BEAB-BD9E-FFED-812BFECDCC74}"/>
          </ac:spMkLst>
        </pc:spChg>
        <pc:spChg chg="add mod">
          <ac:chgData name="Durve, Ninad" userId="9aa7579a-43ac-48f6-802e-7696b304836f" providerId="ADAL" clId="{9373989A-27A4-4BEF-9BF9-9CC172B466F6}" dt="2025-02-10T13:22:28.949" v="3409" actId="20577"/>
          <ac:spMkLst>
            <pc:docMk/>
            <pc:sldMk cId="283553165" sldId="2147474134"/>
            <ac:spMk id="15" creationId="{CC7381BF-75E1-A20B-F0D4-32822BFD6798}"/>
          </ac:spMkLst>
        </pc:spChg>
        <pc:spChg chg="add mod">
          <ac:chgData name="Durve, Ninad" userId="9aa7579a-43ac-48f6-802e-7696b304836f" providerId="ADAL" clId="{9373989A-27A4-4BEF-9BF9-9CC172B466F6}" dt="2025-02-13T07:04:07.240" v="8575" actId="20577"/>
          <ac:spMkLst>
            <pc:docMk/>
            <pc:sldMk cId="283553165" sldId="2147474134"/>
            <ac:spMk id="16" creationId="{462D775C-66AA-49D7-84C5-7B657A2BD506}"/>
          </ac:spMkLst>
        </pc:spChg>
        <pc:spChg chg="add mod">
          <ac:chgData name="Durve, Ninad" userId="9aa7579a-43ac-48f6-802e-7696b304836f" providerId="ADAL" clId="{9373989A-27A4-4BEF-9BF9-9CC172B466F6}" dt="2025-02-11T08:42:49.530" v="6156" actId="1076"/>
          <ac:spMkLst>
            <pc:docMk/>
            <pc:sldMk cId="283553165" sldId="2147474134"/>
            <ac:spMk id="21" creationId="{E09986D3-E7A6-CA1F-FE37-C411E4E693AF}"/>
          </ac:spMkLst>
        </pc:spChg>
        <pc:graphicFrameChg chg="add mod modGraphic">
          <ac:chgData name="Durve, Ninad" userId="9aa7579a-43ac-48f6-802e-7696b304836f" providerId="ADAL" clId="{9373989A-27A4-4BEF-9BF9-9CC172B466F6}" dt="2025-02-10T13:26:23.646" v="3501" actId="1035"/>
          <ac:graphicFrameMkLst>
            <pc:docMk/>
            <pc:sldMk cId="283553165" sldId="2147474134"/>
            <ac:graphicFrameMk id="19" creationId="{EF5A1218-70BC-894C-9DBE-7468292480EF}"/>
          </ac:graphicFrameMkLst>
        </pc:graphicFrameChg>
        <pc:graphicFrameChg chg="add mod modGraphic">
          <ac:chgData name="Durve, Ninad" userId="9aa7579a-43ac-48f6-802e-7696b304836f" providerId="ADAL" clId="{9373989A-27A4-4BEF-9BF9-9CC172B466F6}" dt="2025-02-11T08:42:55.511" v="6158" actId="20577"/>
          <ac:graphicFrameMkLst>
            <pc:docMk/>
            <pc:sldMk cId="283553165" sldId="2147474134"/>
            <ac:graphicFrameMk id="20" creationId="{E0F3FD63-124C-0BA2-CCF2-54E9EC4F9C08}"/>
          </ac:graphicFrameMkLst>
        </pc:graphicFrameChg>
        <pc:cxnChg chg="add mod">
          <ac:chgData name="Durve, Ninad" userId="9aa7579a-43ac-48f6-802e-7696b304836f" providerId="ADAL" clId="{9373989A-27A4-4BEF-9BF9-9CC172B466F6}" dt="2025-02-10T13:26:23.646" v="3501" actId="1035"/>
          <ac:cxnSpMkLst>
            <pc:docMk/>
            <pc:sldMk cId="283553165" sldId="2147474134"/>
            <ac:cxnSpMk id="17" creationId="{45FA7FFF-B982-CA00-D43D-AECE2386E821}"/>
          </ac:cxnSpMkLst>
        </pc:cxnChg>
      </pc:sldChg>
      <pc:sldChg chg="addSp delSp modSp add mod">
        <pc:chgData name="Durve, Ninad" userId="9aa7579a-43ac-48f6-802e-7696b304836f" providerId="ADAL" clId="{9373989A-27A4-4BEF-9BF9-9CC172B466F6}" dt="2025-02-11T08:02:33.262" v="5304" actId="1076"/>
        <pc:sldMkLst>
          <pc:docMk/>
          <pc:sldMk cId="3988457363" sldId="2147474135"/>
        </pc:sldMkLst>
        <pc:spChg chg="add mod">
          <ac:chgData name="Durve, Ninad" userId="9aa7579a-43ac-48f6-802e-7696b304836f" providerId="ADAL" clId="{9373989A-27A4-4BEF-9BF9-9CC172B466F6}" dt="2025-02-11T08:02:33.262" v="5304" actId="1076"/>
          <ac:spMkLst>
            <pc:docMk/>
            <pc:sldMk cId="3988457363" sldId="2147474135"/>
            <ac:spMk id="3" creationId="{AE3E39EB-1B31-CDE2-C8D4-74475E19C620}"/>
          </ac:spMkLst>
        </pc:spChg>
        <pc:spChg chg="mod">
          <ac:chgData name="Durve, Ninad" userId="9aa7579a-43ac-48f6-802e-7696b304836f" providerId="ADAL" clId="{9373989A-27A4-4BEF-9BF9-9CC172B466F6}" dt="2025-02-11T07:59:30.318" v="5215" actId="20577"/>
          <ac:spMkLst>
            <pc:docMk/>
            <pc:sldMk cId="3988457363" sldId="2147474135"/>
            <ac:spMk id="10" creationId="{61401DA2-4361-5F06-2529-892FAE8F1B9D}"/>
          </ac:spMkLst>
        </pc:spChg>
      </pc:sldChg>
      <pc:sldChg chg="addSp delSp modSp add mod">
        <pc:chgData name="Durve, Ninad" userId="9aa7579a-43ac-48f6-802e-7696b304836f" providerId="ADAL" clId="{9373989A-27A4-4BEF-9BF9-9CC172B466F6}" dt="2025-02-12T10:50:20.141" v="8568" actId="20577"/>
        <pc:sldMkLst>
          <pc:docMk/>
          <pc:sldMk cId="2729576082" sldId="2147474136"/>
        </pc:sldMkLst>
        <pc:spChg chg="mod">
          <ac:chgData name="Durve, Ninad" userId="9aa7579a-43ac-48f6-802e-7696b304836f" providerId="ADAL" clId="{9373989A-27A4-4BEF-9BF9-9CC172B466F6}" dt="2025-02-11T08:17:20.873" v="6080" actId="6549"/>
          <ac:spMkLst>
            <pc:docMk/>
            <pc:sldMk cId="2729576082" sldId="2147474136"/>
            <ac:spMk id="10" creationId="{9E34CFC3-2E23-F5AE-D0DE-6D7481495355}"/>
          </ac:spMkLst>
        </pc:spChg>
        <pc:graphicFrameChg chg="add mod modGraphic">
          <ac:chgData name="Durve, Ninad" userId="9aa7579a-43ac-48f6-802e-7696b304836f" providerId="ADAL" clId="{9373989A-27A4-4BEF-9BF9-9CC172B466F6}" dt="2025-02-12T10:50:20.141" v="8568" actId="20577"/>
          <ac:graphicFrameMkLst>
            <pc:docMk/>
            <pc:sldMk cId="2729576082" sldId="2147474136"/>
            <ac:graphicFrameMk id="2" creationId="{B3EB2886-F264-937F-F55C-000B1B288040}"/>
          </ac:graphicFrameMkLst>
        </pc:graphicFrameChg>
      </pc:sldChg>
    </pc:docChg>
  </pc:docChgLst>
  <pc:docChgLst>
    <pc:chgData name="Durve, Ninad" userId="9aa7579a-43ac-48f6-802e-7696b304836f" providerId="ADAL" clId="{0A7C1E94-87CD-458E-AF30-6D9E451C0F06}"/>
    <pc:docChg chg="undo custSel addSld delSld modSld modSection">
      <pc:chgData name="Durve, Ninad" userId="9aa7579a-43ac-48f6-802e-7696b304836f" providerId="ADAL" clId="{0A7C1E94-87CD-458E-AF30-6D9E451C0F06}" dt="2025-02-05T13:07:33.559" v="7757" actId="1076"/>
      <pc:docMkLst>
        <pc:docMk/>
      </pc:docMkLst>
      <pc:sldChg chg="addSp delSp modSp mod">
        <pc:chgData name="Durve, Ninad" userId="9aa7579a-43ac-48f6-802e-7696b304836f" providerId="ADAL" clId="{0A7C1E94-87CD-458E-AF30-6D9E451C0F06}" dt="2025-02-05T13:07:33.559" v="7757" actId="1076"/>
        <pc:sldMkLst>
          <pc:docMk/>
          <pc:sldMk cId="3977296390" sldId="2147474119"/>
        </pc:sldMkLst>
        <pc:spChg chg="add mod">
          <ac:chgData name="Durve, Ninad" userId="9aa7579a-43ac-48f6-802e-7696b304836f" providerId="ADAL" clId="{0A7C1E94-87CD-458E-AF30-6D9E451C0F06}" dt="2025-02-04T12:47:20.170" v="5535" actId="14100"/>
          <ac:spMkLst>
            <pc:docMk/>
            <pc:sldMk cId="3977296390" sldId="2147474119"/>
            <ac:spMk id="3" creationId="{845A0A86-E697-E696-D884-0B7817454B26}"/>
          </ac:spMkLst>
        </pc:spChg>
        <pc:spChg chg="add mod">
          <ac:chgData name="Durve, Ninad" userId="9aa7579a-43ac-48f6-802e-7696b304836f" providerId="ADAL" clId="{0A7C1E94-87CD-458E-AF30-6D9E451C0F06}" dt="2025-02-04T16:24:09.083" v="7093" actId="20577"/>
          <ac:spMkLst>
            <pc:docMk/>
            <pc:sldMk cId="3977296390" sldId="2147474119"/>
            <ac:spMk id="6" creationId="{62FAC8F0-4E3B-5519-A275-DE3FDBB5FCD4}"/>
          </ac:spMkLst>
        </pc:spChg>
        <pc:spChg chg="add mod">
          <ac:chgData name="Durve, Ninad" userId="9aa7579a-43ac-48f6-802e-7696b304836f" providerId="ADAL" clId="{0A7C1E94-87CD-458E-AF30-6D9E451C0F06}" dt="2025-02-04T11:17:31.119" v="3926" actId="20577"/>
          <ac:spMkLst>
            <pc:docMk/>
            <pc:sldMk cId="3977296390" sldId="2147474119"/>
            <ac:spMk id="7" creationId="{7EC52CCA-AAF1-717E-8243-A0906DD0E590}"/>
          </ac:spMkLst>
        </pc:spChg>
        <pc:spChg chg="add mod">
          <ac:chgData name="Durve, Ninad" userId="9aa7579a-43ac-48f6-802e-7696b304836f" providerId="ADAL" clId="{0A7C1E94-87CD-458E-AF30-6D9E451C0F06}" dt="2025-02-04T12:47:01.394" v="5522" actId="14100"/>
          <ac:spMkLst>
            <pc:docMk/>
            <pc:sldMk cId="3977296390" sldId="2147474119"/>
            <ac:spMk id="9" creationId="{FE446302-9D28-B70A-7DC0-70AD3057E5DF}"/>
          </ac:spMkLst>
        </pc:spChg>
        <pc:spChg chg="mod topLvl">
          <ac:chgData name="Durve, Ninad" userId="9aa7579a-43ac-48f6-802e-7696b304836f" providerId="ADAL" clId="{0A7C1E94-87CD-458E-AF30-6D9E451C0F06}" dt="2025-02-05T10:35:19.593" v="7656" actId="1038"/>
          <ac:spMkLst>
            <pc:docMk/>
            <pc:sldMk cId="3977296390" sldId="2147474119"/>
            <ac:spMk id="13" creationId="{EC656909-B4E6-0C5C-BA6E-491E64A112AC}"/>
          </ac:spMkLst>
        </pc:spChg>
        <pc:spChg chg="add mod">
          <ac:chgData name="Durve, Ninad" userId="9aa7579a-43ac-48f6-802e-7696b304836f" providerId="ADAL" clId="{0A7C1E94-87CD-458E-AF30-6D9E451C0F06}" dt="2025-02-05T13:07:29.235" v="7756" actId="1076"/>
          <ac:spMkLst>
            <pc:docMk/>
            <pc:sldMk cId="3977296390" sldId="2147474119"/>
            <ac:spMk id="14" creationId="{C7CC4465-E9D2-191A-34B9-44AE6DEDB967}"/>
          </ac:spMkLst>
        </pc:spChg>
        <pc:spChg chg="add mod">
          <ac:chgData name="Durve, Ninad" userId="9aa7579a-43ac-48f6-802e-7696b304836f" providerId="ADAL" clId="{0A7C1E94-87CD-458E-AF30-6D9E451C0F06}" dt="2025-02-05T13:07:33.559" v="7757" actId="1076"/>
          <ac:spMkLst>
            <pc:docMk/>
            <pc:sldMk cId="3977296390" sldId="2147474119"/>
            <ac:spMk id="16" creationId="{931AE2DD-F35E-464E-3511-90ED1B6FF6B2}"/>
          </ac:spMkLst>
        </pc:spChg>
        <pc:spChg chg="mod">
          <ac:chgData name="Durve, Ninad" userId="9aa7579a-43ac-48f6-802e-7696b304836f" providerId="ADAL" clId="{0A7C1E94-87CD-458E-AF30-6D9E451C0F06}" dt="2025-02-03T21:31:10.098" v="1376" actId="207"/>
          <ac:spMkLst>
            <pc:docMk/>
            <pc:sldMk cId="3977296390" sldId="2147474119"/>
            <ac:spMk id="21" creationId="{C0703D17-B3BC-9B63-F6BD-50D3D0165745}"/>
          </ac:spMkLst>
        </pc:spChg>
        <pc:spChg chg="mod">
          <ac:chgData name="Durve, Ninad" userId="9aa7579a-43ac-48f6-802e-7696b304836f" providerId="ADAL" clId="{0A7C1E94-87CD-458E-AF30-6D9E451C0F06}" dt="2025-02-03T21:31:10.098" v="1376" actId="207"/>
          <ac:spMkLst>
            <pc:docMk/>
            <pc:sldMk cId="3977296390" sldId="2147474119"/>
            <ac:spMk id="22" creationId="{FFDA34E5-D08F-6868-28FC-3FFE1FB844AF}"/>
          </ac:spMkLst>
        </pc:spChg>
        <pc:spChg chg="mod">
          <ac:chgData name="Durve, Ninad" userId="9aa7579a-43ac-48f6-802e-7696b304836f" providerId="ADAL" clId="{0A7C1E94-87CD-458E-AF30-6D9E451C0F06}" dt="2025-02-03T21:31:10.098" v="1376" actId="207"/>
          <ac:spMkLst>
            <pc:docMk/>
            <pc:sldMk cId="3977296390" sldId="2147474119"/>
            <ac:spMk id="23" creationId="{58483B84-F835-2E10-8A90-453C9E69731C}"/>
          </ac:spMkLst>
        </pc:spChg>
        <pc:spChg chg="mod">
          <ac:chgData name="Durve, Ninad" userId="9aa7579a-43ac-48f6-802e-7696b304836f" providerId="ADAL" clId="{0A7C1E94-87CD-458E-AF30-6D9E451C0F06}" dt="2025-02-03T21:31:10.098" v="1376" actId="207"/>
          <ac:spMkLst>
            <pc:docMk/>
            <pc:sldMk cId="3977296390" sldId="2147474119"/>
            <ac:spMk id="25" creationId="{EE2B326A-A30A-D5D6-25DC-3E015B5D6B3B}"/>
          </ac:spMkLst>
        </pc:spChg>
        <pc:spChg chg="add mod">
          <ac:chgData name="Durve, Ninad" userId="9aa7579a-43ac-48f6-802e-7696b304836f" providerId="ADAL" clId="{0A7C1E94-87CD-458E-AF30-6D9E451C0F06}" dt="2025-02-05T10:36:45.574" v="7668" actId="1038"/>
          <ac:spMkLst>
            <pc:docMk/>
            <pc:sldMk cId="3977296390" sldId="2147474119"/>
            <ac:spMk id="26" creationId="{57F4E68D-B553-0069-A647-2B1D10B3830A}"/>
          </ac:spMkLst>
        </pc:spChg>
        <pc:spChg chg="add mod">
          <ac:chgData name="Durve, Ninad" userId="9aa7579a-43ac-48f6-802e-7696b304836f" providerId="ADAL" clId="{0A7C1E94-87CD-458E-AF30-6D9E451C0F06}" dt="2025-02-04T11:16:36.206" v="3838" actId="14100"/>
          <ac:spMkLst>
            <pc:docMk/>
            <pc:sldMk cId="3977296390" sldId="2147474119"/>
            <ac:spMk id="28" creationId="{A19576E8-6A25-DF1C-5CB2-0738F725A6E7}"/>
          </ac:spMkLst>
        </pc:spChg>
        <pc:grpChg chg="mod topLvl">
          <ac:chgData name="Durve, Ninad" userId="9aa7579a-43ac-48f6-802e-7696b304836f" providerId="ADAL" clId="{0A7C1E94-87CD-458E-AF30-6D9E451C0F06}" dt="2025-02-04T12:47:10.555" v="5534" actId="1037"/>
          <ac:grpSpMkLst>
            <pc:docMk/>
            <pc:sldMk cId="3977296390" sldId="2147474119"/>
            <ac:grpSpMk id="20" creationId="{9B97645A-07FC-5E0F-34CE-03427D89BC01}"/>
          </ac:grpSpMkLst>
        </pc:grpChg>
        <pc:graphicFrameChg chg="add mod modGraphic">
          <ac:chgData name="Durve, Ninad" userId="9aa7579a-43ac-48f6-802e-7696b304836f" providerId="ADAL" clId="{0A7C1E94-87CD-458E-AF30-6D9E451C0F06}" dt="2025-02-05T10:38:08.733" v="7679" actId="20577"/>
          <ac:graphicFrameMkLst>
            <pc:docMk/>
            <pc:sldMk cId="3977296390" sldId="2147474119"/>
            <ac:graphicFrameMk id="4" creationId="{8CA0C20B-FC0B-1121-5C3C-7B42EC853E0A}"/>
          </ac:graphicFrameMkLst>
        </pc:graphicFrameChg>
        <pc:graphicFrameChg chg="add mod modGraphic">
          <ac:chgData name="Durve, Ninad" userId="9aa7579a-43ac-48f6-802e-7696b304836f" providerId="ADAL" clId="{0A7C1E94-87CD-458E-AF30-6D9E451C0F06}" dt="2025-02-04T11:16:26.803" v="3837" actId="20577"/>
          <ac:graphicFrameMkLst>
            <pc:docMk/>
            <pc:sldMk cId="3977296390" sldId="2147474119"/>
            <ac:graphicFrameMk id="5" creationId="{94D1BB1D-BD81-2242-A748-EA8538438BF1}"/>
          </ac:graphicFrameMkLst>
        </pc:graphicFrameChg>
        <pc:graphicFrameChg chg="add mod modGraphic">
          <ac:chgData name="Durve, Ninad" userId="9aa7579a-43ac-48f6-802e-7696b304836f" providerId="ADAL" clId="{0A7C1E94-87CD-458E-AF30-6D9E451C0F06}" dt="2025-02-04T09:25:26.087" v="3107" actId="1035"/>
          <ac:graphicFrameMkLst>
            <pc:docMk/>
            <pc:sldMk cId="3977296390" sldId="2147474119"/>
            <ac:graphicFrameMk id="8" creationId="{BD6A7930-A982-3C3C-F55F-B4BAB6D4A94C}"/>
          </ac:graphicFrameMkLst>
        </pc:graphicFrameChg>
        <pc:graphicFrameChg chg="add mod modGraphic">
          <ac:chgData name="Durve, Ninad" userId="9aa7579a-43ac-48f6-802e-7696b304836f" providerId="ADAL" clId="{0A7C1E94-87CD-458E-AF30-6D9E451C0F06}" dt="2025-02-05T10:26:15.436" v="7491" actId="14734"/>
          <ac:graphicFrameMkLst>
            <pc:docMk/>
            <pc:sldMk cId="3977296390" sldId="2147474119"/>
            <ac:graphicFrameMk id="27" creationId="{9B67E140-9D62-8010-3954-01226B5FD9CA}"/>
          </ac:graphicFrameMkLst>
        </pc:graphicFrameChg>
        <pc:picChg chg="add mod">
          <ac:chgData name="Durve, Ninad" userId="9aa7579a-43ac-48f6-802e-7696b304836f" providerId="ADAL" clId="{0A7C1E94-87CD-458E-AF30-6D9E451C0F06}" dt="2025-02-04T12:47:10.555" v="5534" actId="1037"/>
          <ac:picMkLst>
            <pc:docMk/>
            <pc:sldMk cId="3977296390" sldId="2147474119"/>
            <ac:picMk id="15" creationId="{5A00B291-EED5-526C-F58E-7E2BACF9F736}"/>
          </ac:picMkLst>
        </pc:picChg>
      </pc:sldChg>
      <pc:sldChg chg="modSp mod">
        <pc:chgData name="Durve, Ninad" userId="9aa7579a-43ac-48f6-802e-7696b304836f" providerId="ADAL" clId="{0A7C1E94-87CD-458E-AF30-6D9E451C0F06}" dt="2025-02-04T14:33:26.063" v="6695" actId="2165"/>
        <pc:sldMkLst>
          <pc:docMk/>
          <pc:sldMk cId="1438281205" sldId="2147474120"/>
        </pc:sldMkLst>
      </pc:sldChg>
      <pc:sldChg chg="addSp delSp modSp add mod">
        <pc:chgData name="Durve, Ninad" userId="9aa7579a-43ac-48f6-802e-7696b304836f" providerId="ADAL" clId="{0A7C1E94-87CD-458E-AF30-6D9E451C0F06}" dt="2025-02-05T10:39:21.667" v="7753" actId="20577"/>
        <pc:sldMkLst>
          <pc:docMk/>
          <pc:sldMk cId="3918642910" sldId="2147474121"/>
        </pc:sldMkLst>
        <pc:spChg chg="mod">
          <ac:chgData name="Durve, Ninad" userId="9aa7579a-43ac-48f6-802e-7696b304836f" providerId="ADAL" clId="{0A7C1E94-87CD-458E-AF30-6D9E451C0F06}" dt="2025-02-04T11:38:31.053" v="4620" actId="1076"/>
          <ac:spMkLst>
            <pc:docMk/>
            <pc:sldMk cId="3918642910" sldId="2147474121"/>
            <ac:spMk id="3" creationId="{91F7B1A1-712A-C2C2-9901-9DC44EE3EFFD}"/>
          </ac:spMkLst>
        </pc:spChg>
        <pc:spChg chg="add mod">
          <ac:chgData name="Durve, Ninad" userId="9aa7579a-43ac-48f6-802e-7696b304836f" providerId="ADAL" clId="{0A7C1E94-87CD-458E-AF30-6D9E451C0F06}" dt="2025-02-04T14:32:49.684" v="6677" actId="20577"/>
          <ac:spMkLst>
            <pc:docMk/>
            <pc:sldMk cId="3918642910" sldId="2147474121"/>
            <ac:spMk id="4" creationId="{DE32A7EA-F7F3-6962-E839-230D823A3144}"/>
          </ac:spMkLst>
        </pc:spChg>
        <pc:spChg chg="add mod">
          <ac:chgData name="Durve, Ninad" userId="9aa7579a-43ac-48f6-802e-7696b304836f" providerId="ADAL" clId="{0A7C1E94-87CD-458E-AF30-6D9E451C0F06}" dt="2025-02-04T14:30:52.095" v="6603" actId="1035"/>
          <ac:spMkLst>
            <pc:docMk/>
            <pc:sldMk cId="3918642910" sldId="2147474121"/>
            <ac:spMk id="5" creationId="{8DAAEFD1-35D2-09EB-B526-6833A254E7A8}"/>
          </ac:spMkLst>
        </pc:spChg>
        <pc:spChg chg="add mod">
          <ac:chgData name="Durve, Ninad" userId="9aa7579a-43ac-48f6-802e-7696b304836f" providerId="ADAL" clId="{0A7C1E94-87CD-458E-AF30-6D9E451C0F06}" dt="2025-02-04T12:01:35.856" v="5451" actId="1036"/>
          <ac:spMkLst>
            <pc:docMk/>
            <pc:sldMk cId="3918642910" sldId="2147474121"/>
            <ac:spMk id="7" creationId="{09252BA6-05EC-745A-0EF0-B72531DA6A43}"/>
          </ac:spMkLst>
        </pc:spChg>
        <pc:spChg chg="mod">
          <ac:chgData name="Durve, Ninad" userId="9aa7579a-43ac-48f6-802e-7696b304836f" providerId="ADAL" clId="{0A7C1E94-87CD-458E-AF30-6D9E451C0F06}" dt="2025-02-03T21:44:41.379" v="1572" actId="20577"/>
          <ac:spMkLst>
            <pc:docMk/>
            <pc:sldMk cId="3918642910" sldId="2147474121"/>
            <ac:spMk id="9" creationId="{9E4DCBD3-362E-D6F1-053A-C95E09CAD144}"/>
          </ac:spMkLst>
        </pc:spChg>
        <pc:spChg chg="add mod">
          <ac:chgData name="Durve, Ninad" userId="9aa7579a-43ac-48f6-802e-7696b304836f" providerId="ADAL" clId="{0A7C1E94-87CD-458E-AF30-6D9E451C0F06}" dt="2025-02-05T10:39:21.667" v="7753" actId="20577"/>
          <ac:spMkLst>
            <pc:docMk/>
            <pc:sldMk cId="3918642910" sldId="2147474121"/>
            <ac:spMk id="11" creationId="{F8FBCD2B-EC33-CECA-12BA-F2EDE70C7232}"/>
          </ac:spMkLst>
        </pc:spChg>
        <pc:spChg chg="add mod">
          <ac:chgData name="Durve, Ninad" userId="9aa7579a-43ac-48f6-802e-7696b304836f" providerId="ADAL" clId="{0A7C1E94-87CD-458E-AF30-6D9E451C0F06}" dt="2025-02-05T10:35:50.889" v="7662" actId="1038"/>
          <ac:spMkLst>
            <pc:docMk/>
            <pc:sldMk cId="3918642910" sldId="2147474121"/>
            <ac:spMk id="12" creationId="{D9CDEF61-8B96-1AE2-F82F-F0DC6C02D146}"/>
          </ac:spMkLst>
        </pc:spChg>
        <pc:spChg chg="add mod">
          <ac:chgData name="Durve, Ninad" userId="9aa7579a-43ac-48f6-802e-7696b304836f" providerId="ADAL" clId="{0A7C1E94-87CD-458E-AF30-6D9E451C0F06}" dt="2025-02-04T12:28:57.960" v="5502" actId="1038"/>
          <ac:spMkLst>
            <pc:docMk/>
            <pc:sldMk cId="3918642910" sldId="2147474121"/>
            <ac:spMk id="17" creationId="{C604CA5F-AC32-FD2A-23A8-5D7978EB2EE2}"/>
          </ac:spMkLst>
        </pc:spChg>
        <pc:spChg chg="add mod">
          <ac:chgData name="Durve, Ninad" userId="9aa7579a-43ac-48f6-802e-7696b304836f" providerId="ADAL" clId="{0A7C1E94-87CD-458E-AF30-6D9E451C0F06}" dt="2025-02-04T11:43:50.298" v="4774" actId="14100"/>
          <ac:spMkLst>
            <pc:docMk/>
            <pc:sldMk cId="3918642910" sldId="2147474121"/>
            <ac:spMk id="18" creationId="{40A9E2E5-80BE-FC88-6D86-586DAA132E33}"/>
          </ac:spMkLst>
        </pc:spChg>
        <pc:spChg chg="add mod">
          <ac:chgData name="Durve, Ninad" userId="9aa7579a-43ac-48f6-802e-7696b304836f" providerId="ADAL" clId="{0A7C1E94-87CD-458E-AF30-6D9E451C0F06}" dt="2025-02-04T11:26:56.146" v="4279" actId="1076"/>
          <ac:spMkLst>
            <pc:docMk/>
            <pc:sldMk cId="3918642910" sldId="2147474121"/>
            <ac:spMk id="20" creationId="{93332A14-1DA9-ED82-54AD-0681526BDE98}"/>
          </ac:spMkLst>
        </pc:spChg>
        <pc:spChg chg="add mod">
          <ac:chgData name="Durve, Ninad" userId="9aa7579a-43ac-48f6-802e-7696b304836f" providerId="ADAL" clId="{0A7C1E94-87CD-458E-AF30-6D9E451C0F06}" dt="2025-02-04T11:26:56.146" v="4279" actId="1076"/>
          <ac:spMkLst>
            <pc:docMk/>
            <pc:sldMk cId="3918642910" sldId="2147474121"/>
            <ac:spMk id="23" creationId="{D19DF3A1-EE59-A026-692B-4D515E2F9846}"/>
          </ac:spMkLst>
        </pc:spChg>
        <pc:spChg chg="add mod">
          <ac:chgData name="Durve, Ninad" userId="9aa7579a-43ac-48f6-802e-7696b304836f" providerId="ADAL" clId="{0A7C1E94-87CD-458E-AF30-6D9E451C0F06}" dt="2025-02-04T11:30:54.497" v="4496" actId="1076"/>
          <ac:spMkLst>
            <pc:docMk/>
            <pc:sldMk cId="3918642910" sldId="2147474121"/>
            <ac:spMk id="28" creationId="{00672383-6240-3C9D-B2C7-274569F3C270}"/>
          </ac:spMkLst>
        </pc:spChg>
        <pc:spChg chg="add mod">
          <ac:chgData name="Durve, Ninad" userId="9aa7579a-43ac-48f6-802e-7696b304836f" providerId="ADAL" clId="{0A7C1E94-87CD-458E-AF30-6D9E451C0F06}" dt="2025-02-04T12:48:03.812" v="5548" actId="1038"/>
          <ac:spMkLst>
            <pc:docMk/>
            <pc:sldMk cId="3918642910" sldId="2147474121"/>
            <ac:spMk id="29" creationId="{52899FAE-ECA6-0377-8E42-9007B408AE7A}"/>
          </ac:spMkLst>
        </pc:spChg>
        <pc:spChg chg="add mod">
          <ac:chgData name="Durve, Ninad" userId="9aa7579a-43ac-48f6-802e-7696b304836f" providerId="ADAL" clId="{0A7C1E94-87CD-458E-AF30-6D9E451C0F06}" dt="2025-02-04T11:41:36.757" v="4743" actId="20577"/>
          <ac:spMkLst>
            <pc:docMk/>
            <pc:sldMk cId="3918642910" sldId="2147474121"/>
            <ac:spMk id="32" creationId="{EA0E6F33-A9B6-CE1D-46CB-5D5F37DC9F28}"/>
          </ac:spMkLst>
        </pc:spChg>
        <pc:spChg chg="add mod">
          <ac:chgData name="Durve, Ninad" userId="9aa7579a-43ac-48f6-802e-7696b304836f" providerId="ADAL" clId="{0A7C1E94-87CD-458E-AF30-6D9E451C0F06}" dt="2025-02-05T10:38:45.429" v="7680" actId="1076"/>
          <ac:spMkLst>
            <pc:docMk/>
            <pc:sldMk cId="3918642910" sldId="2147474121"/>
            <ac:spMk id="35" creationId="{A9F29042-F1C7-633D-D0F3-9A7AB715CDF4}"/>
          </ac:spMkLst>
        </pc:spChg>
        <pc:spChg chg="add mod">
          <ac:chgData name="Durve, Ninad" userId="9aa7579a-43ac-48f6-802e-7696b304836f" providerId="ADAL" clId="{0A7C1E94-87CD-458E-AF30-6D9E451C0F06}" dt="2025-02-04T11:46:38.460" v="4915" actId="113"/>
          <ac:spMkLst>
            <pc:docMk/>
            <pc:sldMk cId="3918642910" sldId="2147474121"/>
            <ac:spMk id="36" creationId="{DB624310-1017-E4C6-2956-EB5C3894ABE1}"/>
          </ac:spMkLst>
        </pc:spChg>
        <pc:spChg chg="add mod">
          <ac:chgData name="Durve, Ninad" userId="9aa7579a-43ac-48f6-802e-7696b304836f" providerId="ADAL" clId="{0A7C1E94-87CD-458E-AF30-6D9E451C0F06}" dt="2025-02-04T12:02:17.643" v="5469" actId="5793"/>
          <ac:spMkLst>
            <pc:docMk/>
            <pc:sldMk cId="3918642910" sldId="2147474121"/>
            <ac:spMk id="38" creationId="{41EF3BA6-7515-DD9B-C613-4EB3E26CD0AE}"/>
          </ac:spMkLst>
        </pc:spChg>
        <pc:spChg chg="add mod">
          <ac:chgData name="Durve, Ninad" userId="9aa7579a-43ac-48f6-802e-7696b304836f" providerId="ADAL" clId="{0A7C1E94-87CD-458E-AF30-6D9E451C0F06}" dt="2025-02-04T11:45:59.977" v="4853"/>
          <ac:spMkLst>
            <pc:docMk/>
            <pc:sldMk cId="3918642910" sldId="2147474121"/>
            <ac:spMk id="39" creationId="{5CD06218-971C-D7AF-38B2-8E8B302361D2}"/>
          </ac:spMkLst>
        </pc:spChg>
        <pc:spChg chg="add mod">
          <ac:chgData name="Durve, Ninad" userId="9aa7579a-43ac-48f6-802e-7696b304836f" providerId="ADAL" clId="{0A7C1E94-87CD-458E-AF30-6D9E451C0F06}" dt="2025-02-04T12:01:06.144" v="5408" actId="1038"/>
          <ac:spMkLst>
            <pc:docMk/>
            <pc:sldMk cId="3918642910" sldId="2147474121"/>
            <ac:spMk id="40" creationId="{6758E650-272C-05FC-9DB9-4914B317D249}"/>
          </ac:spMkLst>
        </pc:spChg>
        <pc:spChg chg="add mod">
          <ac:chgData name="Durve, Ninad" userId="9aa7579a-43ac-48f6-802e-7696b304836f" providerId="ADAL" clId="{0A7C1E94-87CD-458E-AF30-6D9E451C0F06}" dt="2025-02-04T12:01:04.101" v="5404" actId="1038"/>
          <ac:spMkLst>
            <pc:docMk/>
            <pc:sldMk cId="3918642910" sldId="2147474121"/>
            <ac:spMk id="41" creationId="{B7CA08CE-0F7E-D5EC-98D5-AD780003A01F}"/>
          </ac:spMkLst>
        </pc:spChg>
        <pc:spChg chg="add mod">
          <ac:chgData name="Durve, Ninad" userId="9aa7579a-43ac-48f6-802e-7696b304836f" providerId="ADAL" clId="{0A7C1E94-87CD-458E-AF30-6D9E451C0F06}" dt="2025-02-04T11:58:54.864" v="5187" actId="1037"/>
          <ac:spMkLst>
            <pc:docMk/>
            <pc:sldMk cId="3918642910" sldId="2147474121"/>
            <ac:spMk id="42" creationId="{07F2A5FF-5716-5CCB-7CB9-9BAC98F19B8E}"/>
          </ac:spMkLst>
        </pc:spChg>
        <pc:spChg chg="add mod">
          <ac:chgData name="Durve, Ninad" userId="9aa7579a-43ac-48f6-802e-7696b304836f" providerId="ADAL" clId="{0A7C1E94-87CD-458E-AF30-6D9E451C0F06}" dt="2025-02-04T12:00:58.148" v="5398" actId="1038"/>
          <ac:spMkLst>
            <pc:docMk/>
            <pc:sldMk cId="3918642910" sldId="2147474121"/>
            <ac:spMk id="43" creationId="{2840359F-5F62-38A3-2EB6-E29A0C8BF831}"/>
          </ac:spMkLst>
        </pc:spChg>
        <pc:spChg chg="add mod">
          <ac:chgData name="Durve, Ninad" userId="9aa7579a-43ac-48f6-802e-7696b304836f" providerId="ADAL" clId="{0A7C1E94-87CD-458E-AF30-6D9E451C0F06}" dt="2025-02-04T12:00:54.511" v="5390" actId="1038"/>
          <ac:spMkLst>
            <pc:docMk/>
            <pc:sldMk cId="3918642910" sldId="2147474121"/>
            <ac:spMk id="45" creationId="{80CBC449-22CA-0200-00FD-A3B085FBC903}"/>
          </ac:spMkLst>
        </pc:spChg>
        <pc:spChg chg="add mod">
          <ac:chgData name="Durve, Ninad" userId="9aa7579a-43ac-48f6-802e-7696b304836f" providerId="ADAL" clId="{0A7C1E94-87CD-458E-AF30-6D9E451C0F06}" dt="2025-02-04T12:48:22.192" v="5562" actId="1037"/>
          <ac:spMkLst>
            <pc:docMk/>
            <pc:sldMk cId="3918642910" sldId="2147474121"/>
            <ac:spMk id="46" creationId="{8EEBB4DD-9B30-0F62-FC07-603FCCE74FA0}"/>
          </ac:spMkLst>
        </pc:spChg>
        <pc:spChg chg="add mod">
          <ac:chgData name="Durve, Ninad" userId="9aa7579a-43ac-48f6-802e-7696b304836f" providerId="ADAL" clId="{0A7C1E94-87CD-458E-AF30-6D9E451C0F06}" dt="2025-02-04T12:00:49.216" v="5377" actId="1037"/>
          <ac:spMkLst>
            <pc:docMk/>
            <pc:sldMk cId="3918642910" sldId="2147474121"/>
            <ac:spMk id="47" creationId="{DFCBDFC1-E778-FD05-6344-7FFBB7E46FEC}"/>
          </ac:spMkLst>
        </pc:spChg>
        <pc:spChg chg="add mod">
          <ac:chgData name="Durve, Ninad" userId="9aa7579a-43ac-48f6-802e-7696b304836f" providerId="ADAL" clId="{0A7C1E94-87CD-458E-AF30-6D9E451C0F06}" dt="2025-02-04T12:00:52.509" v="5384" actId="1038"/>
          <ac:spMkLst>
            <pc:docMk/>
            <pc:sldMk cId="3918642910" sldId="2147474121"/>
            <ac:spMk id="48" creationId="{10C0BD73-B1AC-FAD0-1061-CA73C64AC7AB}"/>
          </ac:spMkLst>
        </pc:spChg>
        <pc:spChg chg="add mod">
          <ac:chgData name="Durve, Ninad" userId="9aa7579a-43ac-48f6-802e-7696b304836f" providerId="ADAL" clId="{0A7C1E94-87CD-458E-AF30-6D9E451C0F06}" dt="2025-02-04T12:48:31.120" v="5575" actId="1037"/>
          <ac:spMkLst>
            <pc:docMk/>
            <pc:sldMk cId="3918642910" sldId="2147474121"/>
            <ac:spMk id="49" creationId="{72B1FAE5-565C-096B-06B0-B589CACBF173}"/>
          </ac:spMkLst>
        </pc:spChg>
        <pc:spChg chg="add mod">
          <ac:chgData name="Durve, Ninad" userId="9aa7579a-43ac-48f6-802e-7696b304836f" providerId="ADAL" clId="{0A7C1E94-87CD-458E-AF30-6D9E451C0F06}" dt="2025-02-04T12:00:09.178" v="5291" actId="20577"/>
          <ac:spMkLst>
            <pc:docMk/>
            <pc:sldMk cId="3918642910" sldId="2147474121"/>
            <ac:spMk id="50" creationId="{CE3C525F-33B6-2268-B997-B18E3FD9703F}"/>
          </ac:spMkLst>
        </pc:spChg>
        <pc:spChg chg="add mod">
          <ac:chgData name="Durve, Ninad" userId="9aa7579a-43ac-48f6-802e-7696b304836f" providerId="ADAL" clId="{0A7C1E94-87CD-458E-AF30-6D9E451C0F06}" dt="2025-02-04T12:00:05.171" v="5285" actId="1076"/>
          <ac:spMkLst>
            <pc:docMk/>
            <pc:sldMk cId="3918642910" sldId="2147474121"/>
            <ac:spMk id="51" creationId="{06641556-D959-C6A0-CE9B-35A2EDEED1EF}"/>
          </ac:spMkLst>
        </pc:spChg>
        <pc:spChg chg="add mod">
          <ac:chgData name="Durve, Ninad" userId="9aa7579a-43ac-48f6-802e-7696b304836f" providerId="ADAL" clId="{0A7C1E94-87CD-458E-AF30-6D9E451C0F06}" dt="2025-02-04T12:48:37.654" v="5579" actId="1038"/>
          <ac:spMkLst>
            <pc:docMk/>
            <pc:sldMk cId="3918642910" sldId="2147474121"/>
            <ac:spMk id="52" creationId="{A9195744-6D50-B7B2-64D4-6EAC5D5A9816}"/>
          </ac:spMkLst>
        </pc:spChg>
        <pc:graphicFrameChg chg="add mod modGraphic">
          <ac:chgData name="Durve, Ninad" userId="9aa7579a-43ac-48f6-802e-7696b304836f" providerId="ADAL" clId="{0A7C1E94-87CD-458E-AF30-6D9E451C0F06}" dt="2025-02-04T14:31:05.467" v="6633" actId="1038"/>
          <ac:graphicFrameMkLst>
            <pc:docMk/>
            <pc:sldMk cId="3918642910" sldId="2147474121"/>
            <ac:graphicFrameMk id="6" creationId="{F8D3EC99-02F8-AD44-8934-A1BF1D3F74F6}"/>
          </ac:graphicFrameMkLst>
        </pc:graphicFrameChg>
        <pc:graphicFrameChg chg="add mod modGraphic">
          <ac:chgData name="Durve, Ninad" userId="9aa7579a-43ac-48f6-802e-7696b304836f" providerId="ADAL" clId="{0A7C1E94-87CD-458E-AF30-6D9E451C0F06}" dt="2025-02-04T14:32:57.306" v="6692" actId="1036"/>
          <ac:graphicFrameMkLst>
            <pc:docMk/>
            <pc:sldMk cId="3918642910" sldId="2147474121"/>
            <ac:graphicFrameMk id="8" creationId="{D9CECAE1-44D9-A7AC-62ED-514FF638BA02}"/>
          </ac:graphicFrameMkLst>
        </pc:graphicFrameChg>
        <pc:picChg chg="add mod">
          <ac:chgData name="Durve, Ninad" userId="9aa7579a-43ac-48f6-802e-7696b304836f" providerId="ADAL" clId="{0A7C1E94-87CD-458E-AF30-6D9E451C0F06}" dt="2025-02-04T11:25:25.395" v="4273" actId="1035"/>
          <ac:picMkLst>
            <pc:docMk/>
            <pc:sldMk cId="3918642910" sldId="2147474121"/>
            <ac:picMk id="2" creationId="{AA722F05-DF07-005D-CAF4-55C3301C8538}"/>
          </ac:picMkLst>
        </pc:picChg>
        <pc:picChg chg="add mod ord">
          <ac:chgData name="Durve, Ninad" userId="9aa7579a-43ac-48f6-802e-7696b304836f" providerId="ADAL" clId="{0A7C1E94-87CD-458E-AF30-6D9E451C0F06}" dt="2025-02-04T11:26:56.146" v="4279" actId="1076"/>
          <ac:picMkLst>
            <pc:docMk/>
            <pc:sldMk cId="3918642910" sldId="2147474121"/>
            <ac:picMk id="14" creationId="{07305D6E-3BDF-F1CE-BFE7-FA1E4D765BE1}"/>
          </ac:picMkLst>
        </pc:picChg>
        <pc:picChg chg="add mod">
          <ac:chgData name="Durve, Ninad" userId="9aa7579a-43ac-48f6-802e-7696b304836f" providerId="ADAL" clId="{0A7C1E94-87CD-458E-AF30-6D9E451C0F06}" dt="2025-02-04T11:26:56.146" v="4279" actId="1076"/>
          <ac:picMkLst>
            <pc:docMk/>
            <pc:sldMk cId="3918642910" sldId="2147474121"/>
            <ac:picMk id="16" creationId="{F6926B30-72CA-AB59-A978-EFCEBFCE2910}"/>
          </ac:picMkLst>
        </pc:picChg>
        <pc:picChg chg="add mod">
          <ac:chgData name="Durve, Ninad" userId="9aa7579a-43ac-48f6-802e-7696b304836f" providerId="ADAL" clId="{0A7C1E94-87CD-458E-AF30-6D9E451C0F06}" dt="2025-02-04T11:26:56.146" v="4279" actId="1076"/>
          <ac:picMkLst>
            <pc:docMk/>
            <pc:sldMk cId="3918642910" sldId="2147474121"/>
            <ac:picMk id="22" creationId="{F4558D79-B38D-E713-0D18-855D6B318EAA}"/>
          </ac:picMkLst>
        </pc:picChg>
        <pc:cxnChg chg="add mod">
          <ac:chgData name="Durve, Ninad" userId="9aa7579a-43ac-48f6-802e-7696b304836f" providerId="ADAL" clId="{0A7C1E94-87CD-458E-AF30-6D9E451C0F06}" dt="2025-02-04T11:30:33.692" v="4492" actId="1076"/>
          <ac:cxnSpMkLst>
            <pc:docMk/>
            <pc:sldMk cId="3918642910" sldId="2147474121"/>
            <ac:cxnSpMk id="25" creationId="{07F440A2-6675-0FBC-7FEF-C0CF5F0EB19E}"/>
          </ac:cxnSpMkLst>
        </pc:cxnChg>
        <pc:cxnChg chg="add mod">
          <ac:chgData name="Durve, Ninad" userId="9aa7579a-43ac-48f6-802e-7696b304836f" providerId="ADAL" clId="{0A7C1E94-87CD-458E-AF30-6D9E451C0F06}" dt="2025-02-04T11:42:40.507" v="4756" actId="14100"/>
          <ac:cxnSpMkLst>
            <pc:docMk/>
            <pc:sldMk cId="3918642910" sldId="2147474121"/>
            <ac:cxnSpMk id="26" creationId="{81280BE8-35F8-B7C8-2741-58CDE72551D6}"/>
          </ac:cxnSpMkLst>
        </pc:cxnChg>
        <pc:cxnChg chg="add mod">
          <ac:chgData name="Durve, Ninad" userId="9aa7579a-43ac-48f6-802e-7696b304836f" providerId="ADAL" clId="{0A7C1E94-87CD-458E-AF30-6D9E451C0F06}" dt="2025-02-04T11:26:56.146" v="4279" actId="1076"/>
          <ac:cxnSpMkLst>
            <pc:docMk/>
            <pc:sldMk cId="3918642910" sldId="2147474121"/>
            <ac:cxnSpMk id="31" creationId="{A704D54C-FC97-1F19-2FFA-66F0D57D22CE}"/>
          </ac:cxnSpMkLst>
        </pc:cxnChg>
      </pc:sldChg>
      <pc:sldChg chg="delSp modSp add mod">
        <pc:chgData name="Durve, Ninad" userId="9aa7579a-43ac-48f6-802e-7696b304836f" providerId="ADAL" clId="{0A7C1E94-87CD-458E-AF30-6D9E451C0F06}" dt="2025-02-04T16:38:19.323" v="7180" actId="113"/>
        <pc:sldMkLst>
          <pc:docMk/>
          <pc:sldMk cId="2406390864" sldId="2147474122"/>
        </pc:sldMkLst>
      </pc:sldChg>
      <pc:sldChg chg="modSp mod">
        <pc:chgData name="Durve, Ninad" userId="9aa7579a-43ac-48f6-802e-7696b304836f" providerId="ADAL" clId="{0A7C1E94-87CD-458E-AF30-6D9E451C0F06}" dt="2025-02-04T16:51:18.481" v="7445" actId="20577"/>
        <pc:sldMkLst>
          <pc:docMk/>
          <pc:sldMk cId="1535635386" sldId="2147474123"/>
        </pc:sldMkLst>
      </pc:sldChg>
      <pc:sldChg chg="modSp new del mod">
        <pc:chgData name="Durve, Ninad" userId="9aa7579a-43ac-48f6-802e-7696b304836f" providerId="ADAL" clId="{0A7C1E94-87CD-458E-AF30-6D9E451C0F06}" dt="2025-02-05T10:42:46.877" v="7755" actId="47"/>
        <pc:sldMkLst>
          <pc:docMk/>
          <pc:sldMk cId="2648381436" sldId="2147474136"/>
        </pc:sldMkLst>
      </pc:sldChg>
      <pc:sldChg chg="addSp modSp new del mod">
        <pc:chgData name="Durve, Ninad" userId="9aa7579a-43ac-48f6-802e-7696b304836f" providerId="ADAL" clId="{0A7C1E94-87CD-458E-AF30-6D9E451C0F06}" dt="2025-02-05T10:42:46.877" v="7755" actId="47"/>
        <pc:sldMkLst>
          <pc:docMk/>
          <pc:sldMk cId="313467023" sldId="2147474137"/>
        </pc:sldMkLst>
      </pc:sldChg>
    </pc:docChg>
  </pc:docChgLst>
  <pc:docChgLst>
    <pc:chgData name="Upadhye, Ravi" userId="S::ravi.upadhye@capgemini.com::d6bf7ea2-d5f8-48a8-b96a-ef58ed893e2e" providerId="AD" clId="Web-{A3AEDD8A-8D9B-F42D-F00D-1BC390F14468}"/>
    <pc:docChg chg="modSld">
      <pc:chgData name="Upadhye, Ravi" userId="S::ravi.upadhye@capgemini.com::d6bf7ea2-d5f8-48a8-b96a-ef58ed893e2e" providerId="AD" clId="Web-{A3AEDD8A-8D9B-F42D-F00D-1BC390F14468}" dt="2025-02-10T07:29:56.831" v="74"/>
      <pc:docMkLst>
        <pc:docMk/>
      </pc:docMkLst>
      <pc:sldChg chg="modSp">
        <pc:chgData name="Upadhye, Ravi" userId="S::ravi.upadhye@capgemini.com::d6bf7ea2-d5f8-48a8-b96a-ef58ed893e2e" providerId="AD" clId="Web-{A3AEDD8A-8D9B-F42D-F00D-1BC390F14468}" dt="2025-02-10T07:29:56.831" v="74"/>
        <pc:sldMkLst>
          <pc:docMk/>
          <pc:sldMk cId="3792586495" sldId="2147474126"/>
        </pc:sldMkLst>
        <pc:graphicFrameChg chg="mod modGraphic">
          <ac:chgData name="Upadhye, Ravi" userId="S::ravi.upadhye@capgemini.com::d6bf7ea2-d5f8-48a8-b96a-ef58ed893e2e" providerId="AD" clId="Web-{A3AEDD8A-8D9B-F42D-F00D-1BC390F14468}" dt="2025-02-10T07:29:56.831" v="74"/>
          <ac:graphicFrameMkLst>
            <pc:docMk/>
            <pc:sldMk cId="3792586495" sldId="2147474126"/>
            <ac:graphicFrameMk id="2" creationId="{88B5223E-9341-760D-A543-9646D42E3D42}"/>
          </ac:graphicFrameMkLst>
        </pc:graphicFrameChg>
      </pc:sldChg>
      <pc:sldChg chg="addSp delSp modSp">
        <pc:chgData name="Upadhye, Ravi" userId="S::ravi.upadhye@capgemini.com::d6bf7ea2-d5f8-48a8-b96a-ef58ed893e2e" providerId="AD" clId="Web-{A3AEDD8A-8D9B-F42D-F00D-1BC390F14468}" dt="2025-02-10T07:26:52.727" v="58"/>
        <pc:sldMkLst>
          <pc:docMk/>
          <pc:sldMk cId="117298727" sldId="2147474132"/>
        </pc:sldMkLst>
      </pc:sldChg>
    </pc:docChg>
  </pc:docChgLst>
  <pc:docChgLst>
    <pc:chgData name="Srivastava, Sapna" userId="S::sapna.srivastava@capgemini.com::4fa95a0c-8b88-4f7e-900d-124e41eb8268" providerId="AD" clId="Web-{A3669EF9-44C7-2580-392D-B9B54A90E169}"/>
    <pc:docChg chg="addSld modSection">
      <pc:chgData name="Srivastava, Sapna" userId="S::sapna.srivastava@capgemini.com::4fa95a0c-8b88-4f7e-900d-124e41eb8268" providerId="AD" clId="Web-{A3669EF9-44C7-2580-392D-B9B54A90E169}" dt="2025-02-04T16:58:34.144" v="4"/>
      <pc:docMkLst>
        <pc:docMk/>
      </pc:docMkLst>
      <pc:sldChg chg="add">
        <pc:chgData name="Srivastava, Sapna" userId="S::sapna.srivastava@capgemini.com::4fa95a0c-8b88-4f7e-900d-124e41eb8268" providerId="AD" clId="Web-{A3669EF9-44C7-2580-392D-B9B54A90E169}" dt="2025-02-04T16:58:34.050" v="0"/>
        <pc:sldMkLst>
          <pc:docMk/>
          <pc:sldMk cId="3117367519" sldId="2147474125"/>
        </pc:sldMkLst>
      </pc:sldChg>
      <pc:sldChg chg="add">
        <pc:chgData name="Srivastava, Sapna" userId="S::sapna.srivastava@capgemini.com::4fa95a0c-8b88-4f7e-900d-124e41eb8268" providerId="AD" clId="Web-{A3669EF9-44C7-2580-392D-B9B54A90E169}" dt="2025-02-04T16:58:34.066" v="1"/>
        <pc:sldMkLst>
          <pc:docMk/>
          <pc:sldMk cId="3368478820" sldId="2147474126"/>
        </pc:sldMkLst>
      </pc:sldChg>
      <pc:sldChg chg="add">
        <pc:chgData name="Srivastava, Sapna" userId="S::sapna.srivastava@capgemini.com::4fa95a0c-8b88-4f7e-900d-124e41eb8268" providerId="AD" clId="Web-{A3669EF9-44C7-2580-392D-B9B54A90E169}" dt="2025-02-04T16:58:34.097" v="2"/>
        <pc:sldMkLst>
          <pc:docMk/>
          <pc:sldMk cId="723203984" sldId="2147474127"/>
        </pc:sldMkLst>
      </pc:sldChg>
      <pc:sldChg chg="add">
        <pc:chgData name="Srivastava, Sapna" userId="S::sapna.srivastava@capgemini.com::4fa95a0c-8b88-4f7e-900d-124e41eb8268" providerId="AD" clId="Web-{A3669EF9-44C7-2580-392D-B9B54A90E169}" dt="2025-02-04T16:58:34.113" v="3"/>
        <pc:sldMkLst>
          <pc:docMk/>
          <pc:sldMk cId="337549319" sldId="2147474128"/>
        </pc:sldMkLst>
      </pc:sldChg>
      <pc:sldChg chg="add">
        <pc:chgData name="Srivastava, Sapna" userId="S::sapna.srivastava@capgemini.com::4fa95a0c-8b88-4f7e-900d-124e41eb8268" providerId="AD" clId="Web-{A3669EF9-44C7-2580-392D-B9B54A90E169}" dt="2025-02-04T16:58:34.144" v="4"/>
        <pc:sldMkLst>
          <pc:docMk/>
          <pc:sldMk cId="3101907522" sldId="2147474129"/>
        </pc:sldMkLst>
      </pc:sldChg>
    </pc:docChg>
  </pc:docChgLst>
  <pc:docChgLst>
    <pc:chgData name="Contractor, Sherezad" userId="48ea511e-dee3-4c95-9f91-cabde7dd684e" providerId="ADAL" clId="{437C2F8B-FFF4-428F-92F8-50A3C1B69CFE}"/>
    <pc:docChg chg="custSel modSld">
      <pc:chgData name="Contractor, Sherezad" userId="48ea511e-dee3-4c95-9f91-cabde7dd684e" providerId="ADAL" clId="{437C2F8B-FFF4-428F-92F8-50A3C1B69CFE}" dt="2025-02-04T12:47:50.839" v="966" actId="14100"/>
      <pc:docMkLst>
        <pc:docMk/>
      </pc:docMkLst>
      <pc:sldChg chg="modSp mod">
        <pc:chgData name="Contractor, Sherezad" userId="48ea511e-dee3-4c95-9f91-cabde7dd684e" providerId="ADAL" clId="{437C2F8B-FFF4-428F-92F8-50A3C1B69CFE}" dt="2025-02-04T12:47:50.839" v="966" actId="14100"/>
        <pc:sldMkLst>
          <pc:docMk/>
          <pc:sldMk cId="1438281205" sldId="2147474120"/>
        </pc:sldMkLst>
      </pc:sldChg>
    </pc:docChg>
  </pc:docChgLst>
  <pc:docChgLst>
    <pc:chgData name="Durve, Ninad" userId="S::ninad.durve@capgemini.com::9aa7579a-43ac-48f6-802e-7696b304836f" providerId="AD" clId="Web-{15F58FD8-356B-CDAC-4EB7-5627EA3A673B}"/>
    <pc:docChg chg="modSld">
      <pc:chgData name="Durve, Ninad" userId="S::ninad.durve@capgemini.com::9aa7579a-43ac-48f6-802e-7696b304836f" providerId="AD" clId="Web-{15F58FD8-356B-CDAC-4EB7-5627EA3A673B}" dt="2025-02-05T12:36:29.337" v="0" actId="1076"/>
      <pc:docMkLst>
        <pc:docMk/>
      </pc:docMkLst>
      <pc:sldChg chg="modSp">
        <pc:chgData name="Durve, Ninad" userId="S::ninad.durve@capgemini.com::9aa7579a-43ac-48f6-802e-7696b304836f" providerId="AD" clId="Web-{15F58FD8-356B-CDAC-4EB7-5627EA3A673B}" dt="2025-02-05T12:36:29.337" v="0" actId="1076"/>
        <pc:sldMkLst>
          <pc:docMk/>
          <pc:sldMk cId="3977296390" sldId="2147474119"/>
        </pc:sldMkLst>
        <pc:spChg chg="mod">
          <ac:chgData name="Durve, Ninad" userId="S::ninad.durve@capgemini.com::9aa7579a-43ac-48f6-802e-7696b304836f" providerId="AD" clId="Web-{15F58FD8-356B-CDAC-4EB7-5627EA3A673B}" dt="2025-02-05T12:36:29.337" v="0" actId="1076"/>
          <ac:spMkLst>
            <pc:docMk/>
            <pc:sldMk cId="3977296390" sldId="2147474119"/>
            <ac:spMk id="16" creationId="{931AE2DD-F35E-464E-3511-90ED1B6FF6B2}"/>
          </ac:spMkLst>
        </pc:spChg>
      </pc:sldChg>
    </pc:docChg>
  </pc:docChgLst>
  <pc:docChgLst>
    <pc:chgData name="Chennamadhavuni, Vamshi" userId="S::vamshi.chennamadhavuni@capgemini.com::54f70633-a3e7-482c-b138-4842a37e589e" providerId="AD" clId="Web-{ED4FCD8D-358F-37B6-D396-477779F4F747}"/>
    <pc:docChg chg="sldOrd">
      <pc:chgData name="Chennamadhavuni, Vamshi" userId="S::vamshi.chennamadhavuni@capgemini.com::54f70633-a3e7-482c-b138-4842a37e589e" providerId="AD" clId="Web-{ED4FCD8D-358F-37B6-D396-477779F4F747}" dt="2025-02-05T10:38:14.549" v="0"/>
      <pc:docMkLst>
        <pc:docMk/>
      </pc:docMkLst>
      <pc:sldChg chg="ord">
        <pc:chgData name="Chennamadhavuni, Vamshi" userId="S::vamshi.chennamadhavuni@capgemini.com::54f70633-a3e7-482c-b138-4842a37e589e" providerId="AD" clId="Web-{ED4FCD8D-358F-37B6-D396-477779F4F747}" dt="2025-02-05T10:38:14.549" v="0"/>
        <pc:sldMkLst>
          <pc:docMk/>
          <pc:sldMk cId="3450465591" sldId="2147474117"/>
        </pc:sldMkLst>
      </pc:sldChg>
    </pc:docChg>
  </pc:docChgLst>
  <pc:docChgLst>
    <pc:chgData name="PULIDINDI, VIJAYA" userId="S::vijaya.pulidindi@capgemini.com::ec9d78bd-eaff-4dd4-ae99-d4ef13a4cf9f" providerId="AD" clId="Web-{9911826A-9B46-4A6D-818D-6CE7A3DA7274}"/>
    <pc:docChg chg="modSld">
      <pc:chgData name="PULIDINDI, VIJAYA" userId="S::vijaya.pulidindi@capgemini.com::ec9d78bd-eaff-4dd4-ae99-d4ef13a4cf9f" providerId="AD" clId="Web-{9911826A-9B46-4A6D-818D-6CE7A3DA7274}" dt="2025-02-10T13:21:38.690" v="152" actId="20577"/>
      <pc:docMkLst>
        <pc:docMk/>
      </pc:docMkLst>
      <pc:sldChg chg="modSp">
        <pc:chgData name="PULIDINDI, VIJAYA" userId="S::vijaya.pulidindi@capgemini.com::ec9d78bd-eaff-4dd4-ae99-d4ef13a4cf9f" providerId="AD" clId="Web-{9911826A-9B46-4A6D-818D-6CE7A3DA7274}" dt="2025-02-10T13:21:38.690" v="152" actId="20577"/>
        <pc:sldMkLst>
          <pc:docMk/>
          <pc:sldMk cId="2467703338" sldId="2147474125"/>
        </pc:sldMkLst>
        <pc:spChg chg="mod">
          <ac:chgData name="PULIDINDI, VIJAYA" userId="S::vijaya.pulidindi@capgemini.com::ec9d78bd-eaff-4dd4-ae99-d4ef13a4cf9f" providerId="AD" clId="Web-{9911826A-9B46-4A6D-818D-6CE7A3DA7274}" dt="2025-02-10T13:21:38.690" v="152" actId="20577"/>
          <ac:spMkLst>
            <pc:docMk/>
            <pc:sldMk cId="2467703338" sldId="2147474125"/>
            <ac:spMk id="7" creationId="{A0842748-28EC-6835-226F-BAA854C0EF2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1AB39C-30FB-4E5B-BFF5-1AA98CAB378C}" type="datetimeFigureOut">
              <a:rPr lang="en-US" smtClean="0"/>
              <a:t>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27F1E9-70C0-4E9B-8FC1-A23A032A4601}" type="slidenum">
              <a:rPr lang="en-US" smtClean="0"/>
              <a:t>‹#›</a:t>
            </a:fld>
            <a:endParaRPr lang="en-US"/>
          </a:p>
        </p:txBody>
      </p:sp>
    </p:spTree>
    <p:extLst>
      <p:ext uri="{BB962C8B-B14F-4D97-AF65-F5344CB8AC3E}">
        <p14:creationId xmlns:p14="http://schemas.microsoft.com/office/powerpoint/2010/main" val="121824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0146A-F8D2-3C31-EA95-DD59A805B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BA1C2-A7E7-1DFF-2668-7BBD19C38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499C0-10DA-D6A3-42E7-3C33B5FA6E6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464ECA7-3707-F091-967E-96D61CBF97E6}"/>
              </a:ext>
            </a:extLst>
          </p:cNvPr>
          <p:cNvSpPr>
            <a:spLocks noGrp="1"/>
          </p:cNvSpPr>
          <p:nvPr>
            <p:ph type="sldNum" sz="quarter" idx="5"/>
          </p:nvPr>
        </p:nvSpPr>
        <p:spPr/>
        <p:txBody>
          <a:bodyPr/>
          <a:lstStyle/>
          <a:p>
            <a:fld id="{A96332AD-D446-4BAD-BC08-494CEFCD9297}" type="slidenum">
              <a:rPr lang="en-GB" smtClean="0"/>
              <a:t>2</a:t>
            </a:fld>
            <a:endParaRPr lang="en-GB"/>
          </a:p>
        </p:txBody>
      </p:sp>
    </p:spTree>
    <p:extLst>
      <p:ext uri="{BB962C8B-B14F-4D97-AF65-F5344CB8AC3E}">
        <p14:creationId xmlns:p14="http://schemas.microsoft.com/office/powerpoint/2010/main" val="2495843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0405A-2EB0-0A63-C2F4-6A0BF736AA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92A20-24F4-6956-A428-05E1CDF77D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AE6B5-9C36-7069-7B4D-1058C00D501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F48A74C-29DB-A7C7-2B06-E3C79FD68668}"/>
              </a:ext>
            </a:extLst>
          </p:cNvPr>
          <p:cNvSpPr>
            <a:spLocks noGrp="1"/>
          </p:cNvSpPr>
          <p:nvPr>
            <p:ph type="sldNum" sz="quarter" idx="5"/>
          </p:nvPr>
        </p:nvSpPr>
        <p:spPr/>
        <p:txBody>
          <a:bodyPr/>
          <a:lstStyle/>
          <a:p>
            <a:fld id="{A96332AD-D446-4BAD-BC08-494CEFCD9297}" type="slidenum">
              <a:rPr lang="en-GB" smtClean="0"/>
              <a:t>3</a:t>
            </a:fld>
            <a:endParaRPr lang="en-GB"/>
          </a:p>
        </p:txBody>
      </p:sp>
    </p:spTree>
    <p:extLst>
      <p:ext uri="{BB962C8B-B14F-4D97-AF65-F5344CB8AC3E}">
        <p14:creationId xmlns:p14="http://schemas.microsoft.com/office/powerpoint/2010/main" val="3969203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5F173-766B-CA97-1C14-BD0381C8F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B41EE-A85D-7C3F-DAA6-E7474FC1E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BDE364-1A40-D40F-FD29-85288CBB586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3326B8C-8F46-A808-ACB1-FAB31530F6D8}"/>
              </a:ext>
            </a:extLst>
          </p:cNvPr>
          <p:cNvSpPr>
            <a:spLocks noGrp="1"/>
          </p:cNvSpPr>
          <p:nvPr>
            <p:ph type="sldNum" sz="quarter" idx="5"/>
          </p:nvPr>
        </p:nvSpPr>
        <p:spPr/>
        <p:txBody>
          <a:bodyPr/>
          <a:lstStyle/>
          <a:p>
            <a:fld id="{A96332AD-D446-4BAD-BC08-494CEFCD9297}" type="slidenum">
              <a:rPr lang="en-GB" smtClean="0"/>
              <a:t>4</a:t>
            </a:fld>
            <a:endParaRPr lang="en-GB"/>
          </a:p>
        </p:txBody>
      </p:sp>
    </p:spTree>
    <p:extLst>
      <p:ext uri="{BB962C8B-B14F-4D97-AF65-F5344CB8AC3E}">
        <p14:creationId xmlns:p14="http://schemas.microsoft.com/office/powerpoint/2010/main" val="1327861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EED01-EB5A-6F0D-3CD7-3D184FE23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C9D2FA-38B6-0B88-C609-C36ED87E70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E470C0-3846-E442-BB45-B51C97D409D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9208524-C956-EF32-17DF-173D31351F1B}"/>
              </a:ext>
            </a:extLst>
          </p:cNvPr>
          <p:cNvSpPr>
            <a:spLocks noGrp="1"/>
          </p:cNvSpPr>
          <p:nvPr>
            <p:ph type="sldNum" sz="quarter" idx="5"/>
          </p:nvPr>
        </p:nvSpPr>
        <p:spPr/>
        <p:txBody>
          <a:bodyPr/>
          <a:lstStyle/>
          <a:p>
            <a:fld id="{A96332AD-D446-4BAD-BC08-494CEFCD9297}" type="slidenum">
              <a:rPr lang="en-GB" smtClean="0"/>
              <a:t>5</a:t>
            </a:fld>
            <a:endParaRPr lang="en-GB"/>
          </a:p>
        </p:txBody>
      </p:sp>
    </p:spTree>
    <p:extLst>
      <p:ext uri="{BB962C8B-B14F-4D97-AF65-F5344CB8AC3E}">
        <p14:creationId xmlns:p14="http://schemas.microsoft.com/office/powerpoint/2010/main" val="484927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E476C-D722-BBBD-657A-7CEE18273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8DC82-EC6D-145B-D785-E8FEC4014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9E6ECB-0F65-C6C2-5D03-9C5E431DEA7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FBD3520-D089-0D19-E28E-681E21AFF5E4}"/>
              </a:ext>
            </a:extLst>
          </p:cNvPr>
          <p:cNvSpPr>
            <a:spLocks noGrp="1"/>
          </p:cNvSpPr>
          <p:nvPr>
            <p:ph type="sldNum" sz="quarter" idx="5"/>
          </p:nvPr>
        </p:nvSpPr>
        <p:spPr/>
        <p:txBody>
          <a:bodyPr/>
          <a:lstStyle/>
          <a:p>
            <a:fld id="{A96332AD-D446-4BAD-BC08-494CEFCD9297}" type="slidenum">
              <a:rPr lang="en-GB" smtClean="0"/>
              <a:t>6</a:t>
            </a:fld>
            <a:endParaRPr lang="en-GB"/>
          </a:p>
        </p:txBody>
      </p:sp>
    </p:spTree>
    <p:extLst>
      <p:ext uri="{BB962C8B-B14F-4D97-AF65-F5344CB8AC3E}">
        <p14:creationId xmlns:p14="http://schemas.microsoft.com/office/powerpoint/2010/main" val="2411842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AD746-378A-4AAB-F1D4-B0E45B786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65A40-CA26-6700-833F-42A8F6A0A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0F9954-61F4-5E97-9F3A-8F69B792E71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64FC0E1-68E5-922B-5D86-DE36A6B844CB}"/>
              </a:ext>
            </a:extLst>
          </p:cNvPr>
          <p:cNvSpPr>
            <a:spLocks noGrp="1"/>
          </p:cNvSpPr>
          <p:nvPr>
            <p:ph type="sldNum" sz="quarter" idx="5"/>
          </p:nvPr>
        </p:nvSpPr>
        <p:spPr/>
        <p:txBody>
          <a:bodyPr/>
          <a:lstStyle/>
          <a:p>
            <a:fld id="{A96332AD-D446-4BAD-BC08-494CEFCD9297}" type="slidenum">
              <a:rPr lang="en-GB" smtClean="0"/>
              <a:t>7</a:t>
            </a:fld>
            <a:endParaRPr lang="en-GB"/>
          </a:p>
        </p:txBody>
      </p:sp>
    </p:spTree>
    <p:extLst>
      <p:ext uri="{BB962C8B-B14F-4D97-AF65-F5344CB8AC3E}">
        <p14:creationId xmlns:p14="http://schemas.microsoft.com/office/powerpoint/2010/main" val="3305273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52EA8-DBD1-2755-6B78-143317ADA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767CD-7B4A-65A3-B49E-EB127D36C4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96B50-F213-37E7-033C-C074BED610D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B1C240C-B229-C977-E369-5AB3BA895390}"/>
              </a:ext>
            </a:extLst>
          </p:cNvPr>
          <p:cNvSpPr>
            <a:spLocks noGrp="1"/>
          </p:cNvSpPr>
          <p:nvPr>
            <p:ph type="sldNum" sz="quarter" idx="5"/>
          </p:nvPr>
        </p:nvSpPr>
        <p:spPr/>
        <p:txBody>
          <a:bodyPr/>
          <a:lstStyle/>
          <a:p>
            <a:fld id="{A96332AD-D446-4BAD-BC08-494CEFCD9297}" type="slidenum">
              <a:rPr lang="en-GB" smtClean="0"/>
              <a:t>8</a:t>
            </a:fld>
            <a:endParaRPr lang="en-GB"/>
          </a:p>
        </p:txBody>
      </p:sp>
    </p:spTree>
    <p:extLst>
      <p:ext uri="{BB962C8B-B14F-4D97-AF65-F5344CB8AC3E}">
        <p14:creationId xmlns:p14="http://schemas.microsoft.com/office/powerpoint/2010/main" val="2875452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F996A-6F2B-00E3-E2B3-21661D5A1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5D425-513C-8E23-D565-EC2003A743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023FC-9F6D-510E-C4A4-D9BF6A94EC3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EBF192F-757D-D0F5-E8EE-FB9C95629A48}"/>
              </a:ext>
            </a:extLst>
          </p:cNvPr>
          <p:cNvSpPr>
            <a:spLocks noGrp="1"/>
          </p:cNvSpPr>
          <p:nvPr>
            <p:ph type="sldNum" sz="quarter" idx="5"/>
          </p:nvPr>
        </p:nvSpPr>
        <p:spPr/>
        <p:txBody>
          <a:bodyPr/>
          <a:lstStyle/>
          <a:p>
            <a:fld id="{A96332AD-D446-4BAD-BC08-494CEFCD9297}" type="slidenum">
              <a:rPr lang="en-GB" smtClean="0"/>
              <a:t>9</a:t>
            </a:fld>
            <a:endParaRPr lang="en-GB"/>
          </a:p>
        </p:txBody>
      </p:sp>
    </p:spTree>
    <p:extLst>
      <p:ext uri="{BB962C8B-B14F-4D97-AF65-F5344CB8AC3E}">
        <p14:creationId xmlns:p14="http://schemas.microsoft.com/office/powerpoint/2010/main" val="3074472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A66E4-D2DF-FE3F-06F3-8935AB501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5FBE2-ADAC-D2C8-305C-00103D645B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DD6D3-B253-8EAD-B52B-91FE5B1C72D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54FB953-B9B0-55DB-1AF3-475C6E98799D}"/>
              </a:ext>
            </a:extLst>
          </p:cNvPr>
          <p:cNvSpPr>
            <a:spLocks noGrp="1"/>
          </p:cNvSpPr>
          <p:nvPr>
            <p:ph type="sldNum" sz="quarter" idx="5"/>
          </p:nvPr>
        </p:nvSpPr>
        <p:spPr/>
        <p:txBody>
          <a:bodyPr/>
          <a:lstStyle/>
          <a:p>
            <a:fld id="{A96332AD-D446-4BAD-BC08-494CEFCD9297}" type="slidenum">
              <a:rPr lang="en-GB" smtClean="0"/>
              <a:t>10</a:t>
            </a:fld>
            <a:endParaRPr lang="en-GB"/>
          </a:p>
        </p:txBody>
      </p:sp>
    </p:spTree>
    <p:extLst>
      <p:ext uri="{BB962C8B-B14F-4D97-AF65-F5344CB8AC3E}">
        <p14:creationId xmlns:p14="http://schemas.microsoft.com/office/powerpoint/2010/main" val="73024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9017B-DB1A-56C7-81AD-11F186627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D5FA9-AFE4-9D4F-6D1C-4ACE6003A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4902FD-6F8F-F9E5-3BC4-76226A7CD98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5836D3B-9063-BCE2-D5C0-39C033885171}"/>
              </a:ext>
            </a:extLst>
          </p:cNvPr>
          <p:cNvSpPr>
            <a:spLocks noGrp="1"/>
          </p:cNvSpPr>
          <p:nvPr>
            <p:ph type="sldNum" sz="quarter" idx="5"/>
          </p:nvPr>
        </p:nvSpPr>
        <p:spPr/>
        <p:txBody>
          <a:bodyPr/>
          <a:lstStyle/>
          <a:p>
            <a:fld id="{A96332AD-D446-4BAD-BC08-494CEFCD9297}" type="slidenum">
              <a:rPr lang="en-GB" smtClean="0"/>
              <a:t>11</a:t>
            </a:fld>
            <a:endParaRPr lang="en-GB"/>
          </a:p>
        </p:txBody>
      </p:sp>
    </p:spTree>
    <p:extLst>
      <p:ext uri="{BB962C8B-B14F-4D97-AF65-F5344CB8AC3E}">
        <p14:creationId xmlns:p14="http://schemas.microsoft.com/office/powerpoint/2010/main" val="1817104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DFA9C-A25F-D5E9-D8F0-C9FCE3AE1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B4F98D-235A-8A46-B689-F3399C4BE2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C7FA04-4E71-1B06-CC28-8AB94DBFDE4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0E4450A-29A4-34F3-2957-02C5260BA4EA}"/>
              </a:ext>
            </a:extLst>
          </p:cNvPr>
          <p:cNvSpPr>
            <a:spLocks noGrp="1"/>
          </p:cNvSpPr>
          <p:nvPr>
            <p:ph type="sldNum" sz="quarter" idx="5"/>
          </p:nvPr>
        </p:nvSpPr>
        <p:spPr/>
        <p:txBody>
          <a:bodyPr/>
          <a:lstStyle/>
          <a:p>
            <a:fld id="{A96332AD-D446-4BAD-BC08-494CEFCD9297}" type="slidenum">
              <a:rPr lang="en-GB" smtClean="0"/>
              <a:t>12</a:t>
            </a:fld>
            <a:endParaRPr lang="en-GB"/>
          </a:p>
        </p:txBody>
      </p:sp>
    </p:spTree>
    <p:extLst>
      <p:ext uri="{BB962C8B-B14F-4D97-AF65-F5344CB8AC3E}">
        <p14:creationId xmlns:p14="http://schemas.microsoft.com/office/powerpoint/2010/main" val="2872934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E1230-E9D0-FAB0-EBC1-BFE7BC85BC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02B934-7BEC-D49B-FEBF-CA4E3B885C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02207D-B5A3-069F-EBA4-8705B58F7A7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937290F-6DAB-A585-F1E1-3C2B27E92461}"/>
              </a:ext>
            </a:extLst>
          </p:cNvPr>
          <p:cNvSpPr>
            <a:spLocks noGrp="1"/>
          </p:cNvSpPr>
          <p:nvPr>
            <p:ph type="sldNum" sz="quarter" idx="5"/>
          </p:nvPr>
        </p:nvSpPr>
        <p:spPr/>
        <p:txBody>
          <a:bodyPr/>
          <a:lstStyle/>
          <a:p>
            <a:fld id="{A96332AD-D446-4BAD-BC08-494CEFCD9297}" type="slidenum">
              <a:rPr lang="en-GB" smtClean="0"/>
              <a:t>13</a:t>
            </a:fld>
            <a:endParaRPr lang="en-GB"/>
          </a:p>
        </p:txBody>
      </p:sp>
    </p:spTree>
    <p:extLst>
      <p:ext uri="{BB962C8B-B14F-4D97-AF65-F5344CB8AC3E}">
        <p14:creationId xmlns:p14="http://schemas.microsoft.com/office/powerpoint/2010/main" val="2523130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618A9-7D2E-B77A-9B89-EBC9F3CFA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5AC701-7D36-B31B-C4FB-9AED97034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61040-9C8A-D026-80EC-77A21043498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8FD3DB2-6EF8-5252-4049-952F3EFA8588}"/>
              </a:ext>
            </a:extLst>
          </p:cNvPr>
          <p:cNvSpPr>
            <a:spLocks noGrp="1"/>
          </p:cNvSpPr>
          <p:nvPr>
            <p:ph type="sldNum" sz="quarter" idx="5"/>
          </p:nvPr>
        </p:nvSpPr>
        <p:spPr/>
        <p:txBody>
          <a:bodyPr/>
          <a:lstStyle/>
          <a:p>
            <a:fld id="{A96332AD-D446-4BAD-BC08-494CEFCD9297}" type="slidenum">
              <a:rPr lang="en-GB" smtClean="0"/>
              <a:t>14</a:t>
            </a:fld>
            <a:endParaRPr lang="en-GB"/>
          </a:p>
        </p:txBody>
      </p:sp>
    </p:spTree>
    <p:extLst>
      <p:ext uri="{BB962C8B-B14F-4D97-AF65-F5344CB8AC3E}">
        <p14:creationId xmlns:p14="http://schemas.microsoft.com/office/powerpoint/2010/main" val="5218563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7.xml"/><Relationship Id="rId16" Type="http://schemas.openxmlformats.org/officeDocument/2006/relationships/image" Target="../media/image12.png"/><Relationship Id="rId1" Type="http://schemas.openxmlformats.org/officeDocument/2006/relationships/tags" Target="../tags/tag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82271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4539564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318756708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2904528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079436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461981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16579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29884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854372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765464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2643615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679704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623774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57287506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5765257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1129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954751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6056287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72312119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3520236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50318571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2296380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12-02-2025</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25643368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Green one third">
    <p:bg>
      <p:bgPr>
        <a:solidFill>
          <a:srgbClr val="D763C6"/>
        </a:solidFill>
        <a:effectLst/>
      </p:bgPr>
    </p:bg>
    <p:spTree>
      <p:nvGrpSpPr>
        <p:cNvPr id="1" name=""/>
        <p:cNvGrpSpPr/>
        <p:nvPr/>
      </p:nvGrpSpPr>
      <p:grpSpPr>
        <a:xfrm>
          <a:off x="0" y="0"/>
          <a:ext cx="0" cy="0"/>
          <a:chOff x="0" y="0"/>
          <a:chExt cx="0" cy="0"/>
        </a:xfrm>
      </p:grpSpPr>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2019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Beazley Agile </a:t>
            </a:r>
            <a:r>
              <a:rPr lang="en-US" sz="700" err="1">
                <a:solidFill>
                  <a:schemeClr val="bg1">
                    <a:lumMod val="50000"/>
                  </a:schemeClr>
                </a:solidFill>
                <a:latin typeface="+mn-lt"/>
                <a:sym typeface="Trebuchet MS" panose="020B0603020202020204" pitchFamily="34" charset="0"/>
              </a:rPr>
              <a:t>Playbook_compendium</a:t>
            </a:r>
            <a:r>
              <a:rPr lang="en-US" sz="700">
                <a:solidFill>
                  <a:schemeClr val="bg1">
                    <a:lumMod val="50000"/>
                  </a:schemeClr>
                </a:solidFill>
                <a:latin typeface="+mn-lt"/>
                <a:sym typeface="Trebuchet MS" panose="020B0603020202020204" pitchFamily="34" charset="0"/>
              </a:rPr>
              <a:t> v9.pptx</a:t>
            </a:r>
          </a:p>
        </p:txBody>
      </p:sp>
    </p:spTree>
    <p:extLst>
      <p:ext uri="{BB962C8B-B14F-4D97-AF65-F5344CB8AC3E}">
        <p14:creationId xmlns:p14="http://schemas.microsoft.com/office/powerpoint/2010/main" val="138253147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endParaRPr lang="en-GB" altLang="en-US"/>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endParaRPr lang="en-GB" altLang="en-US"/>
          </a:p>
        </p:txBody>
      </p:sp>
    </p:spTree>
    <p:extLst>
      <p:ext uri="{BB962C8B-B14F-4D97-AF65-F5344CB8AC3E}">
        <p14:creationId xmlns:p14="http://schemas.microsoft.com/office/powerpoint/2010/main" val="22452229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endParaRPr lang="en-GB" altLang="en-US"/>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endParaRPr lang="en-GB" altLang="en-US"/>
          </a:p>
        </p:txBody>
      </p:sp>
    </p:spTree>
    <p:extLst>
      <p:ext uri="{BB962C8B-B14F-4D97-AF65-F5344CB8AC3E}">
        <p14:creationId xmlns:p14="http://schemas.microsoft.com/office/powerpoint/2010/main" val="450157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Click to edit Master title style</a:t>
            </a:r>
          </a:p>
        </p:txBody>
      </p:sp>
    </p:spTree>
    <p:extLst>
      <p:ext uri="{BB962C8B-B14F-4D97-AF65-F5344CB8AC3E}">
        <p14:creationId xmlns:p14="http://schemas.microsoft.com/office/powerpoint/2010/main" val="550818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 Id="rId30"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heme" Target="../theme/theme2.xml"/><Relationship Id="rId1" Type="http://schemas.openxmlformats.org/officeDocument/2006/relationships/slideLayout" Target="../slideLayouts/slideLayout26.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7"/>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8" imgW="270" imgH="270" progId="TCLayout.ActiveDocument.1">
                  <p:embed/>
                </p:oleObj>
              </mc:Choice>
              <mc:Fallback>
                <p:oleObj name="think-cell Slide" r:id="rId28" imgW="270" imgH="270" progId="TCLayout.ActiveDocument.1">
                  <p:embed/>
                  <p:pic>
                    <p:nvPicPr>
                      <p:cNvPr id="21" name="Object 20" hidden="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Methodology Intro &amp; Handshake Material | Apr-2024</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0">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50636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4157" r:id="rId25"/>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4155"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00"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5.xml"/><Relationship Id="rId7" Type="http://schemas.openxmlformats.org/officeDocument/2006/relationships/slide" Target="slide9.xml"/><Relationship Id="rId2" Type="http://schemas.openxmlformats.org/officeDocument/2006/relationships/notesSlide" Target="../notesSlides/notesSlide3.xml"/><Relationship Id="rId1" Type="http://schemas.openxmlformats.org/officeDocument/2006/relationships/slideLayout" Target="../slideLayouts/slideLayout25.xml"/><Relationship Id="rId6" Type="http://schemas.openxmlformats.org/officeDocument/2006/relationships/slide" Target="slide8.xml"/><Relationship Id="rId5" Type="http://schemas.openxmlformats.org/officeDocument/2006/relationships/slide" Target="slide7.xml"/><Relationship Id="rId4" Type="http://schemas.openxmlformats.org/officeDocument/2006/relationships/slide" Target="slide6.xml"/></Relationships>
</file>

<file path=ppt/slides/_rels/slide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6.xml"/><Relationship Id="rId1" Type="http://schemas.openxmlformats.org/officeDocument/2006/relationships/slideLayout" Target="../slideLayouts/slideLayout2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5.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6.xml"/><Relationship Id="rId4" Type="http://schemas.openxmlformats.org/officeDocument/2006/relationships/image" Target="../media/image31.sv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6.xml"/><Relationship Id="rId6" Type="http://schemas.openxmlformats.org/officeDocument/2006/relationships/image" Target="../media/image16.png"/><Relationship Id="rId5" Type="http://schemas.openxmlformats.org/officeDocument/2006/relationships/image" Target="../media/image33.sv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2" y="3065961"/>
            <a:ext cx="11619021" cy="984885"/>
          </a:xfrm>
        </p:spPr>
        <p:txBody>
          <a:bodyPr/>
          <a:lstStyle/>
          <a:p>
            <a:r>
              <a:rPr lang="en-GB" sz="3200"/>
              <a:t>GPAS &amp; Billing</a:t>
            </a:r>
            <a:br>
              <a:rPr lang="en-GB" sz="3200"/>
            </a:br>
            <a:r>
              <a:rPr lang="en-GB" sz="3200"/>
              <a:t>In Sprint testing deep dive</a:t>
            </a: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F6ED8-F36B-909F-E792-539E21780A72}"/>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1401DA2-4361-5F06-2529-892FAE8F1B9D}"/>
              </a:ext>
            </a:extLst>
          </p:cNvPr>
          <p:cNvSpPr txBox="1">
            <a:spLocks/>
          </p:cNvSpPr>
          <p:nvPr/>
        </p:nvSpPr>
        <p:spPr>
          <a:xfrm>
            <a:off x="8133" y="884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Topics</a:t>
            </a:r>
          </a:p>
        </p:txBody>
      </p:sp>
      <p:sp>
        <p:nvSpPr>
          <p:cNvPr id="3" name="TextBox 2">
            <a:extLst>
              <a:ext uri="{FF2B5EF4-FFF2-40B4-BE49-F238E27FC236}">
                <a16:creationId xmlns:a16="http://schemas.microsoft.com/office/drawing/2014/main" id="{AE3E39EB-1B31-CDE2-C8D4-74475E19C620}"/>
              </a:ext>
            </a:extLst>
          </p:cNvPr>
          <p:cNvSpPr txBox="1"/>
          <p:nvPr/>
        </p:nvSpPr>
        <p:spPr>
          <a:xfrm>
            <a:off x="3128210" y="1581648"/>
            <a:ext cx="7594333" cy="3559949"/>
          </a:xfrm>
          <a:prstGeom prst="rect">
            <a:avLst/>
          </a:prstGeom>
          <a:noFill/>
        </p:spPr>
        <p:txBody>
          <a:bodyPr wrap="square" rtlCol="0">
            <a:spAutoFit/>
          </a:bodyPr>
          <a:lstStyle/>
          <a:p>
            <a:r>
              <a:rPr lang="en-US" sz="2000" b="1">
                <a:solidFill>
                  <a:srgbClr val="DC199B"/>
                </a:solidFill>
              </a:rPr>
              <a:t>1. Assurance comments – Update</a:t>
            </a:r>
          </a:p>
          <a:p>
            <a:endParaRPr lang="en-US">
              <a:solidFill>
                <a:srgbClr val="DC199B"/>
              </a:solidFill>
            </a:endParaRPr>
          </a:p>
          <a:p>
            <a:endParaRPr lang="en-US">
              <a:solidFill>
                <a:srgbClr val="DC199B"/>
              </a:solidFill>
            </a:endParaRPr>
          </a:p>
          <a:p>
            <a:pPr>
              <a:spcBef>
                <a:spcPts val="200"/>
              </a:spcBef>
              <a:spcAft>
                <a:spcPts val="200"/>
              </a:spcAft>
            </a:pPr>
            <a:r>
              <a:rPr lang="en-US" sz="2000" b="1">
                <a:solidFill>
                  <a:srgbClr val="DC199B"/>
                </a:solidFill>
              </a:rPr>
              <a:t>2. Testing Deep dive</a:t>
            </a:r>
          </a:p>
          <a:p>
            <a:pPr marL="742950" lvl="1" indent="-285750">
              <a:spcBef>
                <a:spcPts val="200"/>
              </a:spcBef>
              <a:spcAft>
                <a:spcPts val="200"/>
              </a:spcAft>
              <a:buFont typeface="Arial" panose="020B0604020202020204" pitchFamily="34" charset="0"/>
              <a:buChar char="•"/>
            </a:pPr>
            <a:r>
              <a:rPr lang="en-GB">
                <a:solidFill>
                  <a:srgbClr val="DC199B"/>
                </a:solidFill>
                <a:latin typeface="Aptos" panose="020B0004020202020204" pitchFamily="34" charset="0"/>
                <a:ea typeface="Aptos" panose="020B0004020202020204" pitchFamily="34" charset="0"/>
                <a:cs typeface="Times New Roman" panose="02020603050405020304" pitchFamily="18" charset="0"/>
              </a:rPr>
              <a:t>Thorough</a:t>
            </a:r>
            <a:r>
              <a:rPr lang="en-GB">
                <a:solidFill>
                  <a:srgbClr val="DC199B"/>
                </a:solidFill>
                <a:effectLst/>
                <a:latin typeface="Aptos" panose="020B0004020202020204" pitchFamily="34" charset="0"/>
                <a:ea typeface="Aptos" panose="020B0004020202020204" pitchFamily="34" charset="0"/>
                <a:cs typeface="Times New Roman" panose="02020603050405020304" pitchFamily="18" charset="0"/>
              </a:rPr>
              <a:t> In sprint testing</a:t>
            </a:r>
            <a:endParaRPr lang="en-GB" sz="1600">
              <a:solidFill>
                <a:srgbClr val="DC199B"/>
              </a:solidFill>
            </a:endParaRPr>
          </a:p>
          <a:p>
            <a:pPr marL="742950" lvl="1" indent="-285750">
              <a:spcBef>
                <a:spcPts val="200"/>
              </a:spcBef>
              <a:spcAft>
                <a:spcPts val="200"/>
              </a:spcAft>
              <a:buFont typeface="Arial" panose="020B0604020202020204" pitchFamily="34" charset="0"/>
              <a:buChar char="•"/>
            </a:pPr>
            <a:r>
              <a:rPr lang="en-US">
                <a:solidFill>
                  <a:srgbClr val="DC199B"/>
                </a:solidFill>
                <a:latin typeface="Aptos" panose="020B0004020202020204" pitchFamily="34" charset="0"/>
                <a:cs typeface="Times New Roman" panose="02020603050405020304" pitchFamily="18" charset="0"/>
              </a:rPr>
              <a:t>Robust US sign off proc</a:t>
            </a:r>
            <a:endParaRPr lang="en-GB">
              <a:solidFill>
                <a:srgbClr val="DC199B"/>
              </a:solidFill>
              <a:latin typeface="Aptos" panose="020B0004020202020204" pitchFamily="34" charset="0"/>
              <a:cs typeface="Times New Roman" panose="02020603050405020304" pitchFamily="18" charset="0"/>
            </a:endParaRPr>
          </a:p>
          <a:p>
            <a:pPr marL="742950" lvl="1" indent="-285750">
              <a:spcBef>
                <a:spcPts val="200"/>
              </a:spcBef>
              <a:spcAft>
                <a:spcPts val="200"/>
              </a:spcAft>
              <a:buFont typeface="Arial" panose="020B0604020202020204" pitchFamily="34" charset="0"/>
              <a:buChar char="•"/>
            </a:pPr>
            <a:r>
              <a:rPr lang="en-US">
                <a:solidFill>
                  <a:srgbClr val="DC199B"/>
                </a:solidFill>
                <a:latin typeface="Aptos" panose="020B0004020202020204" pitchFamily="34" charset="0"/>
                <a:cs typeface="Times New Roman" panose="02020603050405020304" pitchFamily="18" charset="0"/>
              </a:rPr>
              <a:t>In sprint test automation</a:t>
            </a:r>
            <a:endParaRPr lang="en-GB">
              <a:solidFill>
                <a:srgbClr val="DC199B"/>
              </a:solidFill>
              <a:latin typeface="Aptos" panose="020B0004020202020204" pitchFamily="34" charset="0"/>
              <a:cs typeface="Times New Roman" panose="02020603050405020304" pitchFamily="18" charset="0"/>
            </a:endParaRPr>
          </a:p>
          <a:p>
            <a:pPr marL="742950" lvl="1" indent="-285750">
              <a:spcBef>
                <a:spcPts val="200"/>
              </a:spcBef>
              <a:spcAft>
                <a:spcPts val="200"/>
              </a:spcAft>
              <a:buFont typeface="Arial" panose="020B0604020202020204" pitchFamily="34" charset="0"/>
              <a:buChar char="•"/>
            </a:pPr>
            <a:r>
              <a:rPr lang="en-US">
                <a:solidFill>
                  <a:srgbClr val="DC199B"/>
                </a:solidFill>
                <a:latin typeface="Aptos" panose="020B0004020202020204" pitchFamily="34" charset="0"/>
                <a:cs typeface="Times New Roman" panose="02020603050405020304" pitchFamily="18" charset="0"/>
              </a:rPr>
              <a:t>API / Integration testing</a:t>
            </a:r>
            <a:endParaRPr lang="en-GB">
              <a:solidFill>
                <a:srgbClr val="DC199B"/>
              </a:solidFill>
              <a:latin typeface="Aptos" panose="020B0004020202020204" pitchFamily="34" charset="0"/>
              <a:cs typeface="Times New Roman" panose="02020603050405020304" pitchFamily="18" charset="0"/>
            </a:endParaRPr>
          </a:p>
          <a:p>
            <a:pPr marL="742950" lvl="1" indent="-285750">
              <a:spcBef>
                <a:spcPts val="200"/>
              </a:spcBef>
              <a:spcAft>
                <a:spcPts val="200"/>
              </a:spcAft>
              <a:buFont typeface="Arial" panose="020B0604020202020204" pitchFamily="34" charset="0"/>
              <a:buChar char="•"/>
            </a:pPr>
            <a:r>
              <a:rPr lang="en-US">
                <a:solidFill>
                  <a:srgbClr val="DC199B"/>
                </a:solidFill>
                <a:latin typeface="Aptos" panose="020B0004020202020204" pitchFamily="34" charset="0"/>
                <a:cs typeface="Times New Roman" panose="02020603050405020304" pitchFamily="18" charset="0"/>
              </a:rPr>
              <a:t>Collaboration</a:t>
            </a:r>
            <a:endParaRPr lang="en-GB">
              <a:solidFill>
                <a:srgbClr val="DC199B"/>
              </a:solidFill>
              <a:latin typeface="Aptos" panose="020B0004020202020204" pitchFamily="34" charset="0"/>
              <a:cs typeface="Times New Roman" panose="02020603050405020304" pitchFamily="18" charset="0"/>
            </a:endParaRPr>
          </a:p>
          <a:p>
            <a:pPr marL="742950" lvl="1" indent="-285750">
              <a:spcBef>
                <a:spcPts val="200"/>
              </a:spcBef>
              <a:spcAft>
                <a:spcPts val="200"/>
              </a:spcAft>
              <a:buFont typeface="Arial" panose="020B0604020202020204" pitchFamily="34" charset="0"/>
              <a:buChar char="•"/>
            </a:pPr>
            <a:r>
              <a:rPr lang="en-US">
                <a:solidFill>
                  <a:srgbClr val="DC199B"/>
                </a:solidFill>
                <a:latin typeface="Aptos" panose="020B0004020202020204" pitchFamily="34" charset="0"/>
                <a:cs typeface="Times New Roman" panose="02020603050405020304" pitchFamily="18" charset="0"/>
              </a:rPr>
              <a:t>Gen AI Opportunities</a:t>
            </a:r>
            <a:endParaRPr lang="en-GB">
              <a:solidFill>
                <a:srgbClr val="DC199B"/>
              </a:solidFill>
              <a:latin typeface="Aptos" panose="020B0004020202020204" pitchFamily="34" charset="0"/>
              <a:cs typeface="Times New Roman" panose="02020603050405020304" pitchFamily="18" charset="0"/>
            </a:endParaRPr>
          </a:p>
          <a:p>
            <a:endParaRPr lang="en-GB">
              <a:solidFill>
                <a:srgbClr val="DC199B"/>
              </a:solidFill>
            </a:endParaRPr>
          </a:p>
        </p:txBody>
      </p:sp>
    </p:spTree>
    <p:extLst>
      <p:ext uri="{BB962C8B-B14F-4D97-AF65-F5344CB8AC3E}">
        <p14:creationId xmlns:p14="http://schemas.microsoft.com/office/powerpoint/2010/main" val="3988457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C5289-FFE0-2163-DC7D-F1CBB6A6A1DB}"/>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9E34CFC3-2E23-F5AE-D0DE-6D7481495355}"/>
              </a:ext>
            </a:extLst>
          </p:cNvPr>
          <p:cNvSpPr txBox="1">
            <a:spLocks/>
          </p:cNvSpPr>
          <p:nvPr/>
        </p:nvSpPr>
        <p:spPr>
          <a:xfrm>
            <a:off x="8133" y="884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Assurance comments and update</a:t>
            </a:r>
          </a:p>
        </p:txBody>
      </p:sp>
      <p:graphicFrame>
        <p:nvGraphicFramePr>
          <p:cNvPr id="2" name="Table 1">
            <a:extLst>
              <a:ext uri="{FF2B5EF4-FFF2-40B4-BE49-F238E27FC236}">
                <a16:creationId xmlns:a16="http://schemas.microsoft.com/office/drawing/2014/main" id="{B3EB2886-F264-937F-F55C-000B1B288040}"/>
              </a:ext>
            </a:extLst>
          </p:cNvPr>
          <p:cNvGraphicFramePr>
            <a:graphicFrameLocks noGrp="1"/>
          </p:cNvGraphicFramePr>
          <p:nvPr>
            <p:extLst>
              <p:ext uri="{D42A27DB-BD31-4B8C-83A1-F6EECF244321}">
                <p14:modId xmlns:p14="http://schemas.microsoft.com/office/powerpoint/2010/main" val="3687570560"/>
              </p:ext>
            </p:extLst>
          </p:nvPr>
        </p:nvGraphicFramePr>
        <p:xfrm>
          <a:off x="452232" y="747839"/>
          <a:ext cx="11287535" cy="7493246"/>
        </p:xfrm>
        <a:graphic>
          <a:graphicData uri="http://schemas.openxmlformats.org/drawingml/2006/table">
            <a:tbl>
              <a:tblPr/>
              <a:tblGrid>
                <a:gridCol w="853750">
                  <a:extLst>
                    <a:ext uri="{9D8B030D-6E8A-4147-A177-3AD203B41FA5}">
                      <a16:colId xmlns:a16="http://schemas.microsoft.com/office/drawing/2014/main" val="2508467461"/>
                    </a:ext>
                  </a:extLst>
                </a:gridCol>
                <a:gridCol w="2056343">
                  <a:extLst>
                    <a:ext uri="{9D8B030D-6E8A-4147-A177-3AD203B41FA5}">
                      <a16:colId xmlns:a16="http://schemas.microsoft.com/office/drawing/2014/main" val="277940080"/>
                    </a:ext>
                  </a:extLst>
                </a:gridCol>
                <a:gridCol w="8377442">
                  <a:extLst>
                    <a:ext uri="{9D8B030D-6E8A-4147-A177-3AD203B41FA5}">
                      <a16:colId xmlns:a16="http://schemas.microsoft.com/office/drawing/2014/main" val="1423386740"/>
                    </a:ext>
                  </a:extLst>
                </a:gridCol>
              </a:tblGrid>
              <a:tr h="441806">
                <a:tc>
                  <a:txBody>
                    <a:bodyPr/>
                    <a:lstStyle/>
                    <a:p>
                      <a:pPr algn="ctr" fontAlgn="b"/>
                      <a:r>
                        <a:rPr lang="en-GB" sz="1800" b="1" i="0" u="none" strike="noStrike">
                          <a:solidFill>
                            <a:schemeClr val="bg1"/>
                          </a:solidFill>
                          <a:effectLst/>
                          <a:latin typeface="Aptos Narrow" panose="020B0004020202020204" pitchFamily="34" charset="0"/>
                        </a:rPr>
                        <a:t>Sr . No</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800" b="1" i="0" u="none" strike="noStrike">
                          <a:solidFill>
                            <a:schemeClr val="bg1"/>
                          </a:solidFill>
                          <a:effectLst/>
                          <a:latin typeface="Aptos Narrow" panose="020B0004020202020204" pitchFamily="34" charset="0"/>
                        </a:rPr>
                        <a:t>Title</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800" b="1" i="0" u="none" strike="noStrike">
                          <a:solidFill>
                            <a:schemeClr val="bg1"/>
                          </a:solidFill>
                          <a:effectLst/>
                          <a:latin typeface="Aptos Narrow" panose="020B0004020202020204" pitchFamily="34" charset="0"/>
                        </a:rPr>
                        <a:t>Update</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extLst>
                  <a:ext uri="{0D108BD9-81ED-4DB2-BD59-A6C34878D82A}">
                    <a16:rowId xmlns:a16="http://schemas.microsoft.com/office/drawing/2014/main" val="1502602991"/>
                  </a:ext>
                </a:extLst>
              </a:tr>
              <a:tr h="441806">
                <a:tc>
                  <a:txBody>
                    <a:bodyPr/>
                    <a:lstStyle/>
                    <a:p>
                      <a:pPr algn="ctr" fontAlgn="b"/>
                      <a:r>
                        <a:rPr lang="en-GB" sz="1400" b="1" kern="1200">
                          <a:solidFill>
                            <a:schemeClr val="tx1"/>
                          </a:solidFill>
                          <a:effectLst/>
                          <a:latin typeface="+mn-lt"/>
                          <a:ea typeface="+mn-ea"/>
                          <a:cs typeface="+mn-cs"/>
                        </a:rPr>
                        <a:t>1</a:t>
                      </a:r>
                    </a:p>
                  </a:txBody>
                  <a:tcPr marL="36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400" b="1" kern="1200">
                          <a:solidFill>
                            <a:schemeClr val="tx1"/>
                          </a:solidFill>
                          <a:effectLst/>
                          <a:latin typeface="+mn-lt"/>
                          <a:ea typeface="+mn-ea"/>
                          <a:cs typeface="+mn-cs"/>
                        </a:rPr>
                        <a:t>Availability of Stubs</a:t>
                      </a:r>
                      <a:r>
                        <a:rPr lang="en-GB" sz="1400" kern="1200">
                          <a:solidFill>
                            <a:schemeClr val="tx1"/>
                          </a:solidFill>
                          <a:effectLst/>
                          <a:latin typeface="+mn-lt"/>
                          <a:ea typeface="+mn-ea"/>
                          <a:cs typeface="+mn-cs"/>
                        </a:rPr>
                        <a:t> </a:t>
                      </a:r>
                      <a:endParaRPr lang="en-GB" sz="1100" b="0" i="0" u="none" strike="noStrike">
                        <a:solidFill>
                          <a:srgbClr val="000000"/>
                        </a:solidFill>
                        <a:effectLst/>
                        <a:latin typeface="Aptos Narrow" panose="020B0004020202020204" pitchFamily="34" charset="0"/>
                      </a:endParaRPr>
                    </a:p>
                  </a:txBody>
                  <a:tcPr marL="72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216000" indent="-216000" algn="l" fontAlgn="b">
                        <a:buFont typeface="Arial" panose="020B0604020202020204" pitchFamily="34" charset="0"/>
                        <a:buChar char="•"/>
                      </a:pPr>
                      <a:r>
                        <a:rPr lang="en-GB" sz="1400" kern="1200">
                          <a:solidFill>
                            <a:schemeClr val="tx1"/>
                          </a:solidFill>
                          <a:effectLst/>
                          <a:latin typeface="+mn-lt"/>
                          <a:ea typeface="+mn-ea"/>
                          <a:cs typeface="+mn-cs"/>
                        </a:rPr>
                        <a:t>Stubs are combination of a Playwright script which is already available in central repository, Submission payload template is available, test data will be user defined.</a:t>
                      </a:r>
                    </a:p>
                    <a:p>
                      <a:pPr marL="216000" indent="-216000" algn="l" fontAlgn="b">
                        <a:buFont typeface="Arial" panose="020B0604020202020204" pitchFamily="34" charset="0"/>
                        <a:buChar char="•"/>
                      </a:pPr>
                      <a:r>
                        <a:rPr lang="en-GB" sz="1400" kern="1200">
                          <a:solidFill>
                            <a:schemeClr val="tx1"/>
                          </a:solidFill>
                          <a:effectLst/>
                          <a:latin typeface="+mn-lt"/>
                          <a:ea typeface="+mn-ea"/>
                          <a:cs typeface="+mn-cs"/>
                        </a:rPr>
                        <a:t>For EBT we have established a process and supporting test data creation:</a:t>
                      </a:r>
                    </a:p>
                    <a:p>
                      <a:pPr marL="673200" lvl="1" indent="-216000" algn="l" fontAlgn="b">
                        <a:buFont typeface="Arial" panose="020B0604020202020204" pitchFamily="34" charset="0"/>
                        <a:buChar char="•"/>
                      </a:pPr>
                      <a:r>
                        <a:rPr lang="en-GB" sz="1400" kern="1200">
                          <a:solidFill>
                            <a:schemeClr val="tx1"/>
                          </a:solidFill>
                          <a:effectLst/>
                          <a:latin typeface="+mn-lt"/>
                          <a:ea typeface="+mn-ea"/>
                          <a:cs typeface="+mn-cs"/>
                        </a:rPr>
                        <a:t>Close to 20 data sets requested by Manuel are already setup in the test environment</a:t>
                      </a:r>
                    </a:p>
                    <a:p>
                      <a:pPr marL="673200" lvl="1" indent="-216000" algn="l" fontAlgn="b">
                        <a:buFont typeface="Arial" panose="020B0604020202020204" pitchFamily="34" charset="0"/>
                        <a:buChar char="•"/>
                      </a:pPr>
                      <a:r>
                        <a:rPr lang="en-GB" sz="1400" kern="1200">
                          <a:solidFill>
                            <a:schemeClr val="tx1"/>
                          </a:solidFill>
                          <a:effectLst/>
                          <a:latin typeface="+mn-lt"/>
                          <a:ea typeface="+mn-ea"/>
                          <a:cs typeface="+mn-cs"/>
                        </a:rPr>
                        <a:t>Any further Business to provide test data requests and test team can generate the records</a:t>
                      </a:r>
                      <a:endParaRPr lang="en-GB" sz="1100" b="0" i="0" u="none" strike="noStrike">
                        <a:solidFill>
                          <a:srgbClr val="000000"/>
                        </a:solidFill>
                        <a:effectLst/>
                        <a:latin typeface="Aptos Narrow" panose="020B0004020202020204" pitchFamily="34" charset="0"/>
                      </a:endParaRPr>
                    </a:p>
                  </a:txBody>
                  <a:tcPr marL="72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670973897"/>
                  </a:ext>
                </a:extLst>
              </a:tr>
              <a:tr h="441806">
                <a:tc>
                  <a:txBody>
                    <a:bodyPr/>
                    <a:lstStyle/>
                    <a:p>
                      <a:pPr algn="ctr" fontAlgn="b"/>
                      <a:r>
                        <a:rPr lang="en-GB" sz="1400" b="1" kern="1200">
                          <a:solidFill>
                            <a:schemeClr val="tx1"/>
                          </a:solidFill>
                          <a:effectLst/>
                          <a:latin typeface="+mn-lt"/>
                          <a:ea typeface="+mn-ea"/>
                          <a:cs typeface="+mn-cs"/>
                        </a:rPr>
                        <a:t>2</a:t>
                      </a:r>
                    </a:p>
                  </a:txBody>
                  <a:tcPr marL="36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400" b="1" kern="1200">
                          <a:solidFill>
                            <a:schemeClr val="tx1"/>
                          </a:solidFill>
                          <a:effectLst/>
                          <a:latin typeface="+mn-lt"/>
                          <a:ea typeface="+mn-ea"/>
                          <a:cs typeface="+mn-cs"/>
                        </a:rPr>
                        <a:t>User Story Demos </a:t>
                      </a:r>
                    </a:p>
                    <a:p>
                      <a:pPr algn="l" fontAlgn="b"/>
                      <a:r>
                        <a:rPr lang="en-GB" sz="1400" b="1" i="0" u="none" strike="noStrike" kern="1200">
                          <a:solidFill>
                            <a:schemeClr val="tx1"/>
                          </a:solidFill>
                          <a:effectLst/>
                          <a:latin typeface="+mn-lt"/>
                          <a:ea typeface="+mn-ea"/>
                          <a:cs typeface="+mn-cs"/>
                        </a:rPr>
                        <a:t>Need a day’s notice</a:t>
                      </a:r>
                      <a:endParaRPr lang="en-GB" sz="1100" b="1" i="0" u="none" strike="noStrike">
                        <a:solidFill>
                          <a:srgbClr val="000000"/>
                        </a:solidFill>
                        <a:effectLst/>
                        <a:latin typeface="Aptos Narrow" panose="020B0004020202020204" pitchFamily="34" charset="0"/>
                      </a:endParaRPr>
                    </a:p>
                  </a:txBody>
                  <a:tcPr marL="72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216000" indent="-216000">
                        <a:buFont typeface="Arial" panose="020B0604020202020204" pitchFamily="34" charset="0"/>
                        <a:buChar char="•"/>
                      </a:pPr>
                      <a:r>
                        <a:rPr lang="en-GB" sz="1400" kern="1200">
                          <a:solidFill>
                            <a:schemeClr val="tx1"/>
                          </a:solidFill>
                          <a:effectLst/>
                          <a:latin typeface="+mn-lt"/>
                          <a:ea typeface="+mn-ea"/>
                          <a:cs typeface="+mn-cs"/>
                        </a:rPr>
                        <a:t>Demo invites are sent weeks in advance</a:t>
                      </a:r>
                    </a:p>
                    <a:p>
                      <a:pPr marL="216000" indent="-216000">
                        <a:buFont typeface="Arial" panose="020B0604020202020204" pitchFamily="34" charset="0"/>
                        <a:buChar char="•"/>
                      </a:pPr>
                      <a:r>
                        <a:rPr lang="en-GB" sz="1400" kern="1200">
                          <a:solidFill>
                            <a:schemeClr val="tx1"/>
                          </a:solidFill>
                          <a:effectLst/>
                          <a:latin typeface="+mn-lt"/>
                          <a:ea typeface="+mn-ea"/>
                          <a:cs typeface="+mn-cs"/>
                        </a:rPr>
                        <a:t>We communicate as early as practically possible taking into account internal reviews</a:t>
                      </a:r>
                    </a:p>
                    <a:p>
                      <a:pPr marL="216000" indent="-216000">
                        <a:buFont typeface="Arial" panose="020B0604020202020204" pitchFamily="34" charset="0"/>
                        <a:buChar char="•"/>
                      </a:pPr>
                      <a:r>
                        <a:rPr lang="en-GB" sz="1400" kern="1200">
                          <a:solidFill>
                            <a:schemeClr val="tx1"/>
                          </a:solidFill>
                          <a:effectLst/>
                          <a:latin typeface="+mn-lt"/>
                          <a:ea typeface="+mn-ea"/>
                          <a:cs typeface="+mn-cs"/>
                        </a:rPr>
                        <a:t>We will send out a view of our plan for demos but this may be subject to change in order to hold the sprint completion date and / or maximise velocity.</a:t>
                      </a:r>
                    </a:p>
                    <a:p>
                      <a:pPr marL="216000" indent="-216000">
                        <a:buFont typeface="Arial" panose="020B0604020202020204" pitchFamily="34" charset="0"/>
                        <a:buChar char="•"/>
                      </a:pPr>
                      <a:r>
                        <a:rPr lang="en-GB" sz="1400" kern="1200">
                          <a:solidFill>
                            <a:schemeClr val="tx1"/>
                          </a:solidFill>
                          <a:effectLst/>
                          <a:latin typeface="+mn-lt"/>
                          <a:ea typeface="+mn-ea"/>
                          <a:cs typeface="+mn-cs"/>
                        </a:rPr>
                        <a:t>Mitigation – POs and test assurance team have visibility of all US that are in “Ready for showcase” and this can serve as a refresher to their involvement in Elaboration.</a:t>
                      </a:r>
                    </a:p>
                  </a:txBody>
                  <a:tcPr marL="72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3137468833"/>
                  </a:ext>
                </a:extLst>
              </a:tr>
              <a:tr h="441806">
                <a:tc>
                  <a:txBody>
                    <a:bodyPr/>
                    <a:lstStyle/>
                    <a:p>
                      <a:pPr algn="ctr" fontAlgn="b"/>
                      <a:r>
                        <a:rPr lang="en-GB" sz="1400" b="1" kern="1200">
                          <a:solidFill>
                            <a:schemeClr val="tx1"/>
                          </a:solidFill>
                          <a:effectLst/>
                          <a:latin typeface="+mn-lt"/>
                          <a:ea typeface="+mn-ea"/>
                          <a:cs typeface="+mn-cs"/>
                        </a:rPr>
                        <a:t>3</a:t>
                      </a:r>
                    </a:p>
                  </a:txBody>
                  <a:tcPr marL="36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US" sz="1400" b="1" kern="1200">
                          <a:solidFill>
                            <a:schemeClr val="tx1"/>
                          </a:solidFill>
                          <a:effectLst/>
                          <a:latin typeface="+mn-lt"/>
                          <a:ea typeface="+mn-ea"/>
                          <a:cs typeface="+mn-cs"/>
                        </a:rPr>
                        <a:t>Criteria in DOD</a:t>
                      </a:r>
                      <a:endParaRPr lang="en-GB" sz="1400" b="1" kern="1200">
                        <a:solidFill>
                          <a:schemeClr val="tx1"/>
                        </a:solidFill>
                        <a:effectLst/>
                        <a:latin typeface="+mn-lt"/>
                        <a:ea typeface="+mn-ea"/>
                        <a:cs typeface="+mn-cs"/>
                      </a:endParaRPr>
                    </a:p>
                  </a:txBody>
                  <a:tcPr marL="72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216000" indent="-216000" algn="l" fontAlgn="b">
                        <a:buFont typeface="Arial" panose="020B0604020202020204" pitchFamily="34" charset="0"/>
                        <a:buChar char="•"/>
                      </a:pPr>
                      <a:r>
                        <a:rPr lang="en-GB" sz="1400" kern="1200">
                          <a:solidFill>
                            <a:schemeClr val="tx1"/>
                          </a:solidFill>
                          <a:effectLst/>
                          <a:latin typeface="+mn-lt"/>
                          <a:ea typeface="+mn-ea"/>
                          <a:cs typeface="+mn-cs"/>
                        </a:rPr>
                        <a:t>We implemented a process improvement back in Sprint 3 – there are now 12 items on a checklist which we walk through as part of the demo and ensure all are closed prior to requesting sign off.</a:t>
                      </a:r>
                    </a:p>
                  </a:txBody>
                  <a:tcPr marL="72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3589192736"/>
                  </a:ext>
                </a:extLst>
              </a:tr>
              <a:tr h="441806">
                <a:tc>
                  <a:txBody>
                    <a:bodyPr/>
                    <a:lstStyle/>
                    <a:p>
                      <a:pPr algn="ctr" fontAlgn="b"/>
                      <a:r>
                        <a:rPr lang="en-GB" sz="1400" b="1" kern="1200">
                          <a:solidFill>
                            <a:schemeClr val="tx1"/>
                          </a:solidFill>
                          <a:effectLst/>
                          <a:latin typeface="+mn-lt"/>
                          <a:ea typeface="+mn-ea"/>
                          <a:cs typeface="+mn-cs"/>
                        </a:rPr>
                        <a:t>4</a:t>
                      </a:r>
                    </a:p>
                  </a:txBody>
                  <a:tcPr marL="36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400" b="1" kern="1200">
                          <a:solidFill>
                            <a:schemeClr val="tx1"/>
                          </a:solidFill>
                          <a:effectLst/>
                          <a:latin typeface="+mn-lt"/>
                          <a:ea typeface="+mn-ea"/>
                          <a:cs typeface="+mn-cs"/>
                        </a:rPr>
                        <a:t>Negative scenario  and boundary value cases are not covered in Sprint testing </a:t>
                      </a:r>
                    </a:p>
                  </a:txBody>
                  <a:tcPr marL="72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216000" indent="-216000" algn="l" fontAlgn="b">
                        <a:buFont typeface="Arial" panose="020B0604020202020204" pitchFamily="34" charset="0"/>
                        <a:buChar char="•"/>
                      </a:pPr>
                      <a:r>
                        <a:rPr lang="en-US" sz="1400" kern="1200">
                          <a:solidFill>
                            <a:schemeClr val="tx1"/>
                          </a:solidFill>
                          <a:effectLst/>
                          <a:latin typeface="+mn-lt"/>
                          <a:ea typeface="+mn-ea"/>
                          <a:cs typeface="+mn-cs"/>
                        </a:rPr>
                        <a:t>Negative and Boundary value test cases are covered and these tests are also run during the US demo.</a:t>
                      </a:r>
                    </a:p>
                    <a:p>
                      <a:pPr marL="216000" indent="-216000" algn="l" fontAlgn="b">
                        <a:buFont typeface="Arial" panose="020B0604020202020204" pitchFamily="34" charset="0"/>
                        <a:buChar char="•"/>
                      </a:pPr>
                      <a:r>
                        <a:rPr lang="en-US" sz="1400" kern="1200">
                          <a:solidFill>
                            <a:schemeClr val="tx1"/>
                          </a:solidFill>
                          <a:effectLst/>
                          <a:latin typeface="+mn-lt"/>
                          <a:ea typeface="+mn-ea"/>
                          <a:cs typeface="+mn-cs"/>
                        </a:rPr>
                        <a:t>Test Assurance (TA) comments are reviewed and addressed. Response to the current list of comments are provided to the TA team. Current status:</a:t>
                      </a:r>
                    </a:p>
                    <a:p>
                      <a:pPr marL="0" indent="0" algn="l" fontAlgn="b">
                        <a:buFont typeface="Arial" panose="020B0604020202020204" pitchFamily="34" charset="0"/>
                        <a:buNone/>
                      </a:pPr>
                      <a:endParaRPr lang="en-US" sz="1400"/>
                    </a:p>
                    <a:p>
                      <a:pPr marL="0" indent="0" algn="l" fontAlgn="b">
                        <a:buFont typeface="Arial" panose="020B0604020202020204" pitchFamily="34" charset="0"/>
                        <a:buNone/>
                      </a:pPr>
                      <a:r>
                        <a:rPr lang="en-US" sz="1400"/>
                        <a:t>Total count : 57  |  No action required: 47 |  Correction required: 3 | Clarification still in progress: 7</a:t>
                      </a:r>
                    </a:p>
                    <a:p>
                      <a:pPr marL="0" indent="0" algn="l" fontAlgn="b">
                        <a:buFont typeface="Arial" panose="020B0604020202020204" pitchFamily="34" charset="0"/>
                        <a:buNone/>
                      </a:pPr>
                      <a:endParaRPr lang="en-US" sz="1400" kern="1200">
                        <a:solidFill>
                          <a:schemeClr val="tx1"/>
                        </a:solidFill>
                        <a:effectLst/>
                        <a:latin typeface="+mn-lt"/>
                        <a:ea typeface="+mn-ea"/>
                        <a:cs typeface="+mn-cs"/>
                      </a:endParaRPr>
                    </a:p>
                    <a:p>
                      <a:pPr marL="216000" indent="-216000" algn="l" fontAlgn="b">
                        <a:buFont typeface="Arial" panose="020B0604020202020204" pitchFamily="34" charset="0"/>
                        <a:buChar char="•"/>
                      </a:pPr>
                      <a:r>
                        <a:rPr lang="en-US" sz="1400" kern="1200">
                          <a:solidFill>
                            <a:schemeClr val="tx1"/>
                          </a:solidFill>
                          <a:effectLst/>
                          <a:latin typeface="+mn-lt"/>
                          <a:ea typeface="+mn-ea"/>
                          <a:cs typeface="+mn-cs"/>
                        </a:rPr>
                        <a:t>As part of the In-Sprint deep dive session “In sprint testing” we will demonstrate examples.</a:t>
                      </a:r>
                      <a:endParaRPr lang="en-GB" sz="1400" kern="1200">
                        <a:solidFill>
                          <a:schemeClr val="tx1"/>
                        </a:solidFill>
                        <a:effectLst/>
                        <a:latin typeface="+mn-lt"/>
                        <a:ea typeface="+mn-ea"/>
                        <a:cs typeface="+mn-cs"/>
                      </a:endParaRPr>
                    </a:p>
                  </a:txBody>
                  <a:tcPr marL="72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574191624"/>
                  </a:ext>
                </a:extLst>
              </a:tr>
              <a:tr h="441806">
                <a:tc>
                  <a:txBody>
                    <a:bodyPr/>
                    <a:lstStyle/>
                    <a:p>
                      <a:pPr algn="ctr" fontAlgn="b"/>
                      <a:r>
                        <a:rPr lang="en-GB" sz="1400" b="1" kern="1200">
                          <a:solidFill>
                            <a:schemeClr val="tx1"/>
                          </a:solidFill>
                          <a:effectLst/>
                          <a:latin typeface="+mn-lt"/>
                          <a:ea typeface="+mn-ea"/>
                          <a:cs typeface="+mn-cs"/>
                        </a:rPr>
                        <a:t>5</a:t>
                      </a:r>
                    </a:p>
                  </a:txBody>
                  <a:tcPr marL="36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400" b="1" kern="1200">
                          <a:solidFill>
                            <a:schemeClr val="tx1"/>
                          </a:solidFill>
                          <a:effectLst/>
                          <a:latin typeface="+mn-lt"/>
                          <a:ea typeface="+mn-ea"/>
                          <a:cs typeface="+mn-cs"/>
                        </a:rPr>
                        <a:t>Exception handling</a:t>
                      </a:r>
                    </a:p>
                  </a:txBody>
                  <a:tcPr marL="72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r>
                        <a:rPr lang="en-GB" sz="1400" kern="1200">
                          <a:solidFill>
                            <a:schemeClr val="tx1"/>
                          </a:solidFill>
                          <a:effectLst/>
                          <a:latin typeface="+mn-lt"/>
                          <a:ea typeface="+mn-ea"/>
                          <a:cs typeface="+mn-cs"/>
                        </a:rPr>
                        <a:t>Functional exception (UI based validations related to business rules)</a:t>
                      </a:r>
                    </a:p>
                    <a:p>
                      <a:r>
                        <a:rPr lang="en-GB" sz="1400" kern="1200">
                          <a:solidFill>
                            <a:schemeClr val="tx1"/>
                          </a:solidFill>
                          <a:effectLst/>
                          <a:latin typeface="+mn-lt"/>
                          <a:ea typeface="+mn-ea"/>
                          <a:cs typeface="+mn-cs"/>
                        </a:rPr>
                        <a:t>Exception handling is done at postman level for Cloud APIs.  This is triggered by submitting incorrect payloads.</a:t>
                      </a:r>
                    </a:p>
                    <a:p>
                      <a:r>
                        <a:rPr lang="en-GB" sz="1400" kern="1200">
                          <a:solidFill>
                            <a:schemeClr val="tx1"/>
                          </a:solidFill>
                          <a:effectLst/>
                          <a:latin typeface="+mn-lt"/>
                          <a:ea typeface="+mn-ea"/>
                          <a:cs typeface="+mn-cs"/>
                        </a:rPr>
                        <a:t>Testing exception scenarios with MDA topics need to be covered e2e with MDA team support</a:t>
                      </a:r>
                    </a:p>
                    <a:p>
                      <a:r>
                        <a:rPr lang="en-GB" sz="1400" kern="1200">
                          <a:solidFill>
                            <a:schemeClr val="tx1"/>
                          </a:solidFill>
                          <a:effectLst/>
                          <a:latin typeface="+mn-lt"/>
                          <a:ea typeface="+mn-ea"/>
                          <a:cs typeface="+mn-cs"/>
                        </a:rPr>
                        <a:t>LOQATE service not available and daily count limit </a:t>
                      </a:r>
                    </a:p>
                    <a:p>
                      <a:r>
                        <a:rPr lang="en-GB" sz="1400" kern="1200">
                          <a:solidFill>
                            <a:schemeClr val="tx1"/>
                          </a:solidFill>
                          <a:effectLst/>
                          <a:latin typeface="+mn-lt"/>
                          <a:ea typeface="+mn-ea"/>
                          <a:cs typeface="+mn-cs"/>
                        </a:rPr>
                        <a:t>Message retry for Kafka topics design is being agree with Guidewire</a:t>
                      </a:r>
                    </a:p>
                  </a:txBody>
                  <a:tcPr marL="72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4189618146"/>
                  </a:ext>
                </a:extLst>
              </a:tr>
              <a:tr h="441806">
                <a:tc>
                  <a:txBody>
                    <a:bodyPr/>
                    <a:lstStyle/>
                    <a:p>
                      <a:pPr algn="ctr" fontAlgn="b"/>
                      <a:r>
                        <a:rPr lang="en-GB" sz="1400" b="1" kern="1200">
                          <a:solidFill>
                            <a:schemeClr val="tx1"/>
                          </a:solidFill>
                          <a:effectLst/>
                          <a:latin typeface="+mn-lt"/>
                          <a:ea typeface="+mn-ea"/>
                          <a:cs typeface="+mn-cs"/>
                        </a:rPr>
                        <a:t>6</a:t>
                      </a:r>
                    </a:p>
                  </a:txBody>
                  <a:tcPr marL="36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400" b="1" kern="1200">
                          <a:solidFill>
                            <a:schemeClr val="tx1"/>
                          </a:solidFill>
                          <a:effectLst/>
                          <a:latin typeface="+mn-lt"/>
                          <a:ea typeface="+mn-ea"/>
                          <a:cs typeface="+mn-cs"/>
                        </a:rPr>
                        <a:t>Error logging</a:t>
                      </a:r>
                    </a:p>
                  </a:txBody>
                  <a:tcPr marL="72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GB" sz="1400" kern="1200">
                          <a:solidFill>
                            <a:schemeClr val="tx1"/>
                          </a:solidFill>
                          <a:effectLst/>
                          <a:latin typeface="+mn-lt"/>
                          <a:ea typeface="+mn-ea"/>
                          <a:cs typeface="+mn-cs"/>
                        </a:rPr>
                        <a:t>Errors encountered at Cloud API and Integration Gateway are logged in the application log.</a:t>
                      </a:r>
                    </a:p>
                    <a:p>
                      <a:pPr marL="0" indent="0" algn="l" fontAlgn="b">
                        <a:buFont typeface="Arial" panose="020B0604020202020204" pitchFamily="34" charset="0"/>
                        <a:buNone/>
                      </a:pPr>
                      <a:r>
                        <a:rPr lang="en-US" sz="1400"/>
                        <a:t>Errors are logged into the Application error log and available in </a:t>
                      </a:r>
                      <a:r>
                        <a:rPr lang="en-US" sz="1400" err="1"/>
                        <a:t>DataDog</a:t>
                      </a:r>
                      <a:endParaRPr lang="en-US" sz="1400"/>
                    </a:p>
                  </a:txBody>
                  <a:tcPr marL="72000" marR="3600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3775283760"/>
                  </a:ext>
                </a:extLst>
              </a:tr>
            </a:tbl>
          </a:graphicData>
        </a:graphic>
      </p:graphicFrame>
    </p:spTree>
    <p:extLst>
      <p:ext uri="{BB962C8B-B14F-4D97-AF65-F5344CB8AC3E}">
        <p14:creationId xmlns:p14="http://schemas.microsoft.com/office/powerpoint/2010/main" val="2729576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FE41B-60C4-032B-ADBE-CE8A51BBA182}"/>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E98B9B0E-5B5A-42BB-B0F0-FF05C1670C5B}"/>
              </a:ext>
            </a:extLst>
          </p:cNvPr>
          <p:cNvSpPr txBox="1">
            <a:spLocks/>
          </p:cNvSpPr>
          <p:nvPr/>
        </p:nvSpPr>
        <p:spPr>
          <a:xfrm>
            <a:off x="8133" y="884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Testing Deep Dive Session Summary</a:t>
            </a:r>
          </a:p>
        </p:txBody>
      </p:sp>
      <p:cxnSp>
        <p:nvCxnSpPr>
          <p:cNvPr id="11" name="Straight Connector 10">
            <a:extLst>
              <a:ext uri="{FF2B5EF4-FFF2-40B4-BE49-F238E27FC236}">
                <a16:creationId xmlns:a16="http://schemas.microsoft.com/office/drawing/2014/main" id="{C68BB762-DABF-7E86-2617-AF273F0451E4}"/>
              </a:ext>
            </a:extLst>
          </p:cNvPr>
          <p:cNvCxnSpPr>
            <a:cxnSpLocks/>
          </p:cNvCxnSpPr>
          <p:nvPr/>
        </p:nvCxnSpPr>
        <p:spPr>
          <a:xfrm flipV="1">
            <a:off x="461913" y="999243"/>
            <a:ext cx="4230868" cy="11252"/>
          </a:xfrm>
          <a:prstGeom prst="line">
            <a:avLst/>
          </a:prstGeom>
          <a:ln>
            <a:solidFill>
              <a:srgbClr val="FDADF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3A32AB6-FA2B-3662-D50F-590222B33F76}"/>
              </a:ext>
            </a:extLst>
          </p:cNvPr>
          <p:cNvCxnSpPr>
            <a:cxnSpLocks/>
          </p:cNvCxnSpPr>
          <p:nvPr/>
        </p:nvCxnSpPr>
        <p:spPr>
          <a:xfrm>
            <a:off x="5005829" y="999243"/>
            <a:ext cx="6576571" cy="0"/>
          </a:xfrm>
          <a:prstGeom prst="line">
            <a:avLst/>
          </a:prstGeom>
          <a:ln>
            <a:solidFill>
              <a:srgbClr val="DC199B"/>
            </a:solidFill>
          </a:ln>
        </p:spPr>
        <p:style>
          <a:lnRef idx="1">
            <a:schemeClr val="accent1"/>
          </a:lnRef>
          <a:fillRef idx="0">
            <a:schemeClr val="accent1"/>
          </a:fillRef>
          <a:effectRef idx="0">
            <a:schemeClr val="accent1"/>
          </a:effectRef>
          <a:fontRef idx="minor">
            <a:schemeClr val="tx1"/>
          </a:fontRef>
        </p:style>
      </p:cxnSp>
      <p:sp>
        <p:nvSpPr>
          <p:cNvPr id="18" name="Isosceles Triangle 17">
            <a:extLst>
              <a:ext uri="{FF2B5EF4-FFF2-40B4-BE49-F238E27FC236}">
                <a16:creationId xmlns:a16="http://schemas.microsoft.com/office/drawing/2014/main" id="{5D367CE5-3FD2-8E0A-C0BA-413FBA91D0DD}"/>
              </a:ext>
            </a:extLst>
          </p:cNvPr>
          <p:cNvSpPr/>
          <p:nvPr/>
        </p:nvSpPr>
        <p:spPr>
          <a:xfrm rot="5400000">
            <a:off x="4543920" y="867272"/>
            <a:ext cx="346828" cy="263942"/>
          </a:xfrm>
          <a:prstGeom prst="triangle">
            <a:avLst/>
          </a:prstGeom>
          <a:solidFill>
            <a:srgbClr val="FDADF2"/>
          </a:solidFill>
          <a:ln>
            <a:solidFill>
              <a:srgbClr val="FDAD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19" name="Isosceles Triangle 18">
            <a:extLst>
              <a:ext uri="{FF2B5EF4-FFF2-40B4-BE49-F238E27FC236}">
                <a16:creationId xmlns:a16="http://schemas.microsoft.com/office/drawing/2014/main" id="{2901FB73-FD29-E62E-6709-411298E474EB}"/>
              </a:ext>
            </a:extLst>
          </p:cNvPr>
          <p:cNvSpPr/>
          <p:nvPr/>
        </p:nvSpPr>
        <p:spPr>
          <a:xfrm rot="5400000">
            <a:off x="4720574" y="867272"/>
            <a:ext cx="346828" cy="263942"/>
          </a:xfrm>
          <a:prstGeom prst="triangle">
            <a:avLst/>
          </a:prstGeom>
          <a:solidFill>
            <a:srgbClr val="DC199B"/>
          </a:solidFill>
          <a:ln>
            <a:solidFill>
              <a:srgbClr val="FDAD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4" name="TextBox 23">
            <a:extLst>
              <a:ext uri="{FF2B5EF4-FFF2-40B4-BE49-F238E27FC236}">
                <a16:creationId xmlns:a16="http://schemas.microsoft.com/office/drawing/2014/main" id="{CF6B76C8-88A0-B0C0-D745-44EA426D2CE7}"/>
              </a:ext>
            </a:extLst>
          </p:cNvPr>
          <p:cNvSpPr txBox="1"/>
          <p:nvPr/>
        </p:nvSpPr>
        <p:spPr>
          <a:xfrm>
            <a:off x="932967" y="641163"/>
            <a:ext cx="2962758" cy="369332"/>
          </a:xfrm>
          <a:prstGeom prst="rect">
            <a:avLst/>
          </a:prstGeom>
          <a:noFill/>
        </p:spPr>
        <p:txBody>
          <a:bodyPr wrap="square" rtlCol="0">
            <a:spAutoFit/>
          </a:bodyPr>
          <a:lstStyle/>
          <a:p>
            <a:pPr algn="ctr"/>
            <a:r>
              <a:rPr lang="en-US">
                <a:solidFill>
                  <a:srgbClr val="DC199B"/>
                </a:solidFill>
              </a:rPr>
              <a:t>Need for testing</a:t>
            </a:r>
            <a:endParaRPr lang="en-GB">
              <a:solidFill>
                <a:srgbClr val="DC199B"/>
              </a:solidFill>
            </a:endParaRPr>
          </a:p>
        </p:txBody>
      </p:sp>
      <p:sp>
        <p:nvSpPr>
          <p:cNvPr id="29" name="TextBox 28">
            <a:extLst>
              <a:ext uri="{FF2B5EF4-FFF2-40B4-BE49-F238E27FC236}">
                <a16:creationId xmlns:a16="http://schemas.microsoft.com/office/drawing/2014/main" id="{E34345F7-29F8-C95B-2481-92A6B076974B}"/>
              </a:ext>
            </a:extLst>
          </p:cNvPr>
          <p:cNvSpPr txBox="1"/>
          <p:nvPr/>
        </p:nvSpPr>
        <p:spPr>
          <a:xfrm>
            <a:off x="6822800" y="641163"/>
            <a:ext cx="2962758" cy="369332"/>
          </a:xfrm>
          <a:prstGeom prst="rect">
            <a:avLst/>
          </a:prstGeom>
          <a:noFill/>
        </p:spPr>
        <p:txBody>
          <a:bodyPr wrap="square" rtlCol="0">
            <a:spAutoFit/>
          </a:bodyPr>
          <a:lstStyle/>
          <a:p>
            <a:pPr algn="ctr"/>
            <a:r>
              <a:rPr lang="en-US" i="1">
                <a:solidFill>
                  <a:srgbClr val="DC199B"/>
                </a:solidFill>
              </a:rPr>
              <a:t>What are we doing?</a:t>
            </a:r>
            <a:endParaRPr lang="en-GB" i="1">
              <a:solidFill>
                <a:srgbClr val="DC199B"/>
              </a:solidFill>
            </a:endParaRPr>
          </a:p>
        </p:txBody>
      </p:sp>
      <p:sp>
        <p:nvSpPr>
          <p:cNvPr id="30" name="TextBox 29">
            <a:extLst>
              <a:ext uri="{FF2B5EF4-FFF2-40B4-BE49-F238E27FC236}">
                <a16:creationId xmlns:a16="http://schemas.microsoft.com/office/drawing/2014/main" id="{B2F658F8-C407-BD3A-BE28-AD3753C6495C}"/>
              </a:ext>
            </a:extLst>
          </p:cNvPr>
          <p:cNvSpPr txBox="1"/>
          <p:nvPr/>
        </p:nvSpPr>
        <p:spPr>
          <a:xfrm>
            <a:off x="461913" y="1502420"/>
            <a:ext cx="3959258" cy="4516553"/>
          </a:xfrm>
          <a:prstGeom prst="rect">
            <a:avLst/>
          </a:prstGeom>
          <a:solidFill>
            <a:srgbClr val="F9E7EF"/>
          </a:solidFill>
        </p:spPr>
        <p:txBody>
          <a:bodyPr wrap="none" rtlCol="0" anchor="ctr">
            <a:noAutofit/>
          </a:bodyPr>
          <a:lstStyle/>
          <a:p>
            <a:pPr marL="285750" indent="-285750">
              <a:lnSpc>
                <a:spcPct val="107000"/>
              </a:lnSpc>
              <a:spcBef>
                <a:spcPts val="1200"/>
              </a:spcBef>
              <a:spcAft>
                <a:spcPts val="1200"/>
              </a:spcAft>
              <a:buFont typeface="Arial" panose="020B0604020202020204" pitchFamily="34" charset="0"/>
              <a:buChar char="•"/>
            </a:pPr>
            <a:r>
              <a:rPr lang="en-GB" sz="18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rPr>
              <a:t>Shift left, Automation first</a:t>
            </a:r>
            <a:endParaRPr lang="en-GB" kern="100">
              <a:solidFill>
                <a:srgbClr val="DC199B"/>
              </a:solidFill>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07000"/>
              </a:lnSpc>
              <a:spcBef>
                <a:spcPts val="1200"/>
              </a:spcBef>
              <a:spcAft>
                <a:spcPts val="1200"/>
              </a:spcAft>
              <a:buFont typeface="Arial" panose="020B0604020202020204" pitchFamily="34" charset="0"/>
              <a:buChar char="•"/>
            </a:pPr>
            <a:r>
              <a:rPr lang="en-GB" sz="18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rPr>
              <a:t>API testing (Integration limitation)</a:t>
            </a:r>
          </a:p>
          <a:p>
            <a:pPr marL="285750" indent="-285750">
              <a:lnSpc>
                <a:spcPct val="107000"/>
              </a:lnSpc>
              <a:spcBef>
                <a:spcPts val="1200"/>
              </a:spcBef>
              <a:spcAft>
                <a:spcPts val="1200"/>
              </a:spcAft>
              <a:buFont typeface="Arial" panose="020B0604020202020204" pitchFamily="34" charset="0"/>
              <a:buChar char="•"/>
            </a:pPr>
            <a:r>
              <a:rPr lang="en-GB" kern="100">
                <a:solidFill>
                  <a:srgbClr val="DC199B"/>
                </a:solidFill>
                <a:latin typeface="Aptos" panose="020B0004020202020204" pitchFamily="34" charset="0"/>
                <a:ea typeface="Aptos" panose="020B0004020202020204" pitchFamily="34" charset="0"/>
                <a:cs typeface="Times New Roman" panose="02020603050405020304" pitchFamily="18" charset="0"/>
              </a:rPr>
              <a:t>Traceability</a:t>
            </a:r>
          </a:p>
          <a:p>
            <a:pPr marL="285750" indent="-285750">
              <a:lnSpc>
                <a:spcPct val="107000"/>
              </a:lnSpc>
              <a:spcBef>
                <a:spcPts val="1200"/>
              </a:spcBef>
              <a:spcAft>
                <a:spcPts val="1200"/>
              </a:spcAft>
              <a:buFont typeface="Arial" panose="020B0604020202020204" pitchFamily="34" charset="0"/>
              <a:buChar char="•"/>
            </a:pPr>
            <a:r>
              <a:rPr lang="en-GB" sz="18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rPr>
              <a:t>Testin</a:t>
            </a:r>
            <a:r>
              <a:rPr lang="en-GB" kern="100">
                <a:solidFill>
                  <a:srgbClr val="DC199B"/>
                </a:solidFill>
                <a:latin typeface="Aptos" panose="020B0004020202020204" pitchFamily="34" charset="0"/>
                <a:ea typeface="Aptos" panose="020B0004020202020204" pitchFamily="34" charset="0"/>
                <a:cs typeface="Times New Roman" panose="02020603050405020304" pitchFamily="18" charset="0"/>
              </a:rPr>
              <a:t>g standards and KPI</a:t>
            </a:r>
            <a:endParaRPr lang="en-GB" sz="18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07000"/>
              </a:lnSpc>
              <a:spcBef>
                <a:spcPts val="1200"/>
              </a:spcBef>
              <a:spcAft>
                <a:spcPts val="1200"/>
              </a:spcAft>
              <a:buFont typeface="Arial" panose="020B0604020202020204" pitchFamily="34" charset="0"/>
              <a:buChar char="•"/>
            </a:pPr>
            <a:r>
              <a:rPr lang="en-GB" sz="18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rPr>
              <a:t>Governance</a:t>
            </a:r>
          </a:p>
          <a:p>
            <a:pPr marL="285750" indent="-285750">
              <a:lnSpc>
                <a:spcPct val="107000"/>
              </a:lnSpc>
              <a:spcBef>
                <a:spcPts val="1200"/>
              </a:spcBef>
              <a:spcAft>
                <a:spcPts val="1200"/>
              </a:spcAft>
              <a:buFont typeface="Arial" panose="020B0604020202020204" pitchFamily="34" charset="0"/>
              <a:buChar char="•"/>
            </a:pPr>
            <a:r>
              <a:rPr lang="en-GB" kern="100">
                <a:solidFill>
                  <a:srgbClr val="DC199B"/>
                </a:solidFill>
                <a:latin typeface="Aptos" panose="020B0004020202020204" pitchFamily="34" charset="0"/>
                <a:ea typeface="Aptos" panose="020B0004020202020204" pitchFamily="34" charset="0"/>
                <a:cs typeface="Times New Roman" panose="02020603050405020304" pitchFamily="18" charset="0"/>
              </a:rPr>
              <a:t>Engineering capability</a:t>
            </a:r>
          </a:p>
          <a:p>
            <a:pPr marL="285750" indent="-285750">
              <a:lnSpc>
                <a:spcPct val="107000"/>
              </a:lnSpc>
              <a:spcBef>
                <a:spcPts val="1200"/>
              </a:spcBef>
              <a:spcAft>
                <a:spcPts val="1200"/>
              </a:spcAft>
              <a:buFont typeface="Arial" panose="020B0604020202020204" pitchFamily="34" charset="0"/>
              <a:buChar char="•"/>
            </a:pPr>
            <a:r>
              <a:rPr lang="en-GB" sz="18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rPr>
              <a:t>Setting the foundation for E2E, UAT</a:t>
            </a:r>
          </a:p>
        </p:txBody>
      </p:sp>
      <p:sp>
        <p:nvSpPr>
          <p:cNvPr id="31" name="Rectangle 30">
            <a:hlinkClick r:id="rId3" action="ppaction://hlinksldjump"/>
            <a:extLst>
              <a:ext uri="{FF2B5EF4-FFF2-40B4-BE49-F238E27FC236}">
                <a16:creationId xmlns:a16="http://schemas.microsoft.com/office/drawing/2014/main" id="{621776CA-8F5F-CDB4-008B-BD48F00718C9}"/>
              </a:ext>
            </a:extLst>
          </p:cNvPr>
          <p:cNvSpPr/>
          <p:nvPr/>
        </p:nvSpPr>
        <p:spPr>
          <a:xfrm>
            <a:off x="5221860" y="1409162"/>
            <a:ext cx="2548971" cy="341156"/>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latin typeface="Aptos" panose="020B0004020202020204" pitchFamily="34" charset="0"/>
                <a:ea typeface="Aptos" panose="020B0004020202020204" pitchFamily="34" charset="0"/>
                <a:cs typeface="Times New Roman" panose="02020603050405020304" pitchFamily="18" charset="0"/>
              </a:rPr>
              <a:t>Thorough</a:t>
            </a:r>
            <a:r>
              <a:rPr lang="en-GB" sz="1600" b="1">
                <a:effectLst/>
                <a:latin typeface="Aptos" panose="020B0004020202020204" pitchFamily="34" charset="0"/>
                <a:ea typeface="Aptos" panose="020B0004020202020204" pitchFamily="34" charset="0"/>
                <a:cs typeface="Times New Roman" panose="02020603050405020304" pitchFamily="18" charset="0"/>
              </a:rPr>
              <a:t> In sprint testing</a:t>
            </a:r>
            <a:endParaRPr lang="en-GB" sz="1400" b="1">
              <a:solidFill>
                <a:schemeClr val="bg1"/>
              </a:solidFill>
            </a:endParaRPr>
          </a:p>
        </p:txBody>
      </p:sp>
      <p:sp>
        <p:nvSpPr>
          <p:cNvPr id="32" name="Rectangle 31">
            <a:hlinkClick r:id="rId4" action="ppaction://hlinksldjump"/>
            <a:extLst>
              <a:ext uri="{FF2B5EF4-FFF2-40B4-BE49-F238E27FC236}">
                <a16:creationId xmlns:a16="http://schemas.microsoft.com/office/drawing/2014/main" id="{F782F246-7997-3008-9905-99AB7AA92F69}"/>
              </a:ext>
            </a:extLst>
          </p:cNvPr>
          <p:cNvSpPr/>
          <p:nvPr/>
        </p:nvSpPr>
        <p:spPr>
          <a:xfrm>
            <a:off x="8688371" y="1399284"/>
            <a:ext cx="2548971" cy="341156"/>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latin typeface="Aptos" panose="020B0004020202020204" pitchFamily="34" charset="0"/>
                <a:cs typeface="Times New Roman" panose="02020603050405020304" pitchFamily="18" charset="0"/>
              </a:rPr>
              <a:t>Robust US sign off proc</a:t>
            </a:r>
            <a:endParaRPr lang="en-GB" sz="1600" b="1">
              <a:latin typeface="Aptos" panose="020B0004020202020204" pitchFamily="34" charset="0"/>
              <a:cs typeface="Times New Roman" panose="02020603050405020304" pitchFamily="18" charset="0"/>
            </a:endParaRPr>
          </a:p>
        </p:txBody>
      </p:sp>
      <p:sp>
        <p:nvSpPr>
          <p:cNvPr id="33" name="Rectangle 32">
            <a:hlinkClick r:id="rId5" action="ppaction://hlinksldjump"/>
            <a:extLst>
              <a:ext uri="{FF2B5EF4-FFF2-40B4-BE49-F238E27FC236}">
                <a16:creationId xmlns:a16="http://schemas.microsoft.com/office/drawing/2014/main" id="{9734A3EB-AF15-D345-F95B-73EF172A3A1B}"/>
              </a:ext>
            </a:extLst>
          </p:cNvPr>
          <p:cNvSpPr/>
          <p:nvPr/>
        </p:nvSpPr>
        <p:spPr>
          <a:xfrm>
            <a:off x="5221860" y="2962836"/>
            <a:ext cx="2548971" cy="341156"/>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latin typeface="Aptos" panose="020B0004020202020204" pitchFamily="34" charset="0"/>
                <a:cs typeface="Times New Roman" panose="02020603050405020304" pitchFamily="18" charset="0"/>
              </a:rPr>
              <a:t>In sprint test automation</a:t>
            </a:r>
            <a:endParaRPr lang="en-GB" sz="1600" b="1">
              <a:latin typeface="Aptos" panose="020B0004020202020204" pitchFamily="34" charset="0"/>
              <a:cs typeface="Times New Roman" panose="02020603050405020304" pitchFamily="18" charset="0"/>
            </a:endParaRPr>
          </a:p>
        </p:txBody>
      </p:sp>
      <p:sp>
        <p:nvSpPr>
          <p:cNvPr id="34" name="Rectangle 33">
            <a:hlinkClick r:id="rId6" action="ppaction://hlinksldjump"/>
            <a:extLst>
              <a:ext uri="{FF2B5EF4-FFF2-40B4-BE49-F238E27FC236}">
                <a16:creationId xmlns:a16="http://schemas.microsoft.com/office/drawing/2014/main" id="{FCA377BC-18A2-EC04-EBC6-179B17862B35}"/>
              </a:ext>
            </a:extLst>
          </p:cNvPr>
          <p:cNvSpPr/>
          <p:nvPr/>
        </p:nvSpPr>
        <p:spPr>
          <a:xfrm>
            <a:off x="8688371" y="2952958"/>
            <a:ext cx="2548971" cy="341156"/>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latin typeface="Aptos" panose="020B0004020202020204" pitchFamily="34" charset="0"/>
                <a:cs typeface="Times New Roman" panose="02020603050405020304" pitchFamily="18" charset="0"/>
              </a:rPr>
              <a:t>API / Integration testing</a:t>
            </a:r>
            <a:endParaRPr lang="en-GB" sz="1600" b="1">
              <a:latin typeface="Aptos" panose="020B0004020202020204" pitchFamily="34" charset="0"/>
              <a:cs typeface="Times New Roman" panose="02020603050405020304" pitchFamily="18" charset="0"/>
            </a:endParaRPr>
          </a:p>
        </p:txBody>
      </p:sp>
      <p:sp>
        <p:nvSpPr>
          <p:cNvPr id="35" name="Rectangle 34">
            <a:hlinkClick r:id="rId7" action="ppaction://hlinksldjump"/>
            <a:extLst>
              <a:ext uri="{FF2B5EF4-FFF2-40B4-BE49-F238E27FC236}">
                <a16:creationId xmlns:a16="http://schemas.microsoft.com/office/drawing/2014/main" id="{5DE92D9B-0F74-DEAE-2AC0-DA30D1D3E840}"/>
              </a:ext>
            </a:extLst>
          </p:cNvPr>
          <p:cNvSpPr/>
          <p:nvPr/>
        </p:nvSpPr>
        <p:spPr>
          <a:xfrm>
            <a:off x="5221860" y="4503739"/>
            <a:ext cx="2548971" cy="341156"/>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latin typeface="Aptos" panose="020B0004020202020204" pitchFamily="34" charset="0"/>
                <a:cs typeface="Times New Roman" panose="02020603050405020304" pitchFamily="18" charset="0"/>
              </a:rPr>
              <a:t>Collaboration</a:t>
            </a:r>
            <a:endParaRPr lang="en-GB" sz="1600" b="1">
              <a:latin typeface="Aptos" panose="020B0004020202020204" pitchFamily="34" charset="0"/>
              <a:cs typeface="Times New Roman" panose="02020603050405020304" pitchFamily="18" charset="0"/>
            </a:endParaRPr>
          </a:p>
        </p:txBody>
      </p:sp>
      <p:sp>
        <p:nvSpPr>
          <p:cNvPr id="36" name="Rectangle 35">
            <a:hlinkClick r:id="rId8" action="ppaction://hlinksldjump"/>
            <a:extLst>
              <a:ext uri="{FF2B5EF4-FFF2-40B4-BE49-F238E27FC236}">
                <a16:creationId xmlns:a16="http://schemas.microsoft.com/office/drawing/2014/main" id="{F52ADD9D-7092-6B58-5EAE-323299F24213}"/>
              </a:ext>
            </a:extLst>
          </p:cNvPr>
          <p:cNvSpPr/>
          <p:nvPr/>
        </p:nvSpPr>
        <p:spPr>
          <a:xfrm>
            <a:off x="8688371" y="4493861"/>
            <a:ext cx="2548971" cy="341156"/>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latin typeface="Aptos" panose="020B0004020202020204" pitchFamily="34" charset="0"/>
                <a:cs typeface="Times New Roman" panose="02020603050405020304" pitchFamily="18" charset="0"/>
              </a:rPr>
              <a:t>Gen AI Opportunities</a:t>
            </a:r>
            <a:endParaRPr lang="en-GB" sz="1600" b="1">
              <a:latin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B24089A-F7EE-A4A9-11F8-56C54054200A}"/>
              </a:ext>
            </a:extLst>
          </p:cNvPr>
          <p:cNvSpPr txBox="1"/>
          <p:nvPr/>
        </p:nvSpPr>
        <p:spPr>
          <a:xfrm>
            <a:off x="5235493" y="1797453"/>
            <a:ext cx="2573046" cy="984885"/>
          </a:xfrm>
          <a:prstGeom prst="rect">
            <a:avLst/>
          </a:prstGeom>
          <a:noFill/>
        </p:spPr>
        <p:txBody>
          <a:bodyPr wrap="square" lIns="36000" rIns="36000" rtlCol="0">
            <a:spAutoFit/>
          </a:bodyPr>
          <a:lstStyle/>
          <a:p>
            <a:pPr marL="180000" indent="-180000">
              <a:spcBef>
                <a:spcPts val="200"/>
              </a:spcBef>
              <a:spcAft>
                <a:spcPts val="200"/>
              </a:spcAft>
              <a:buFont typeface="Arial" panose="020B0604020202020204" pitchFamily="34" charset="0"/>
              <a:buChar char="•"/>
            </a:pPr>
            <a:r>
              <a:rPr lang="en-GB" sz="12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rPr>
              <a:t>Negative and Boundary testing</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100% AC coverage, OOTB testing</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BCM, Rules, FLS &amp; User role testing</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Full traceability in Jira</a:t>
            </a:r>
          </a:p>
        </p:txBody>
      </p:sp>
      <p:sp>
        <p:nvSpPr>
          <p:cNvPr id="6" name="TextBox 5">
            <a:extLst>
              <a:ext uri="{FF2B5EF4-FFF2-40B4-BE49-F238E27FC236}">
                <a16:creationId xmlns:a16="http://schemas.microsoft.com/office/drawing/2014/main" id="{13ADBFB1-1CCB-353A-E41D-916BBF2C9D0D}"/>
              </a:ext>
            </a:extLst>
          </p:cNvPr>
          <p:cNvSpPr txBox="1"/>
          <p:nvPr/>
        </p:nvSpPr>
        <p:spPr>
          <a:xfrm>
            <a:off x="8688371" y="1740440"/>
            <a:ext cx="2573046" cy="933589"/>
          </a:xfrm>
          <a:prstGeom prst="rect">
            <a:avLst/>
          </a:prstGeom>
          <a:noFill/>
        </p:spPr>
        <p:txBody>
          <a:bodyPr wrap="square" lIns="36000" rIns="36000" rtlCol="0">
            <a:spAutoFit/>
          </a:bodyPr>
          <a:lstStyle/>
          <a:p>
            <a:pPr marL="180000" indent="-180000">
              <a:spcBef>
                <a:spcPts val="200"/>
              </a:spcBef>
              <a:spcAft>
                <a:spcPts val="200"/>
              </a:spcAft>
              <a:buFont typeface="Arial" panose="020B0604020202020204" pitchFamily="34" charset="0"/>
              <a:buChar char="•"/>
            </a:pPr>
            <a:r>
              <a:rPr lang="en-US"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W</a:t>
            </a: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orkflow to indicate demo candidates early</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Meetings are pre-booked</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Observations noted and actioned</a:t>
            </a:r>
          </a:p>
        </p:txBody>
      </p:sp>
      <p:sp>
        <p:nvSpPr>
          <p:cNvPr id="7" name="TextBox 6">
            <a:extLst>
              <a:ext uri="{FF2B5EF4-FFF2-40B4-BE49-F238E27FC236}">
                <a16:creationId xmlns:a16="http://schemas.microsoft.com/office/drawing/2014/main" id="{989823EF-3A0F-DC9B-6497-F9A30F311558}"/>
              </a:ext>
            </a:extLst>
          </p:cNvPr>
          <p:cNvSpPr txBox="1"/>
          <p:nvPr/>
        </p:nvSpPr>
        <p:spPr>
          <a:xfrm>
            <a:off x="5235493" y="3303992"/>
            <a:ext cx="2573046" cy="984885"/>
          </a:xfrm>
          <a:prstGeom prst="rect">
            <a:avLst/>
          </a:prstGeom>
          <a:noFill/>
        </p:spPr>
        <p:txBody>
          <a:bodyPr wrap="square" lIns="36000" rIns="36000" rtlCol="0">
            <a:spAutoFit/>
          </a:bodyPr>
          <a:lstStyle/>
          <a:p>
            <a:pPr marL="180000" indent="-180000">
              <a:spcBef>
                <a:spcPts val="200"/>
              </a:spcBef>
              <a:spcAft>
                <a:spcPts val="200"/>
              </a:spcAft>
              <a:buFont typeface="Arial" panose="020B0604020202020204" pitchFamily="34" charset="0"/>
              <a:buChar char="•"/>
            </a:pPr>
            <a:r>
              <a:rPr lang="en-GB" sz="12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rPr>
              <a:t>Overall functional coverage &gt;90%</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Progressive automation (n-1)</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TA approved code check in </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Execution records in Jira</a:t>
            </a:r>
          </a:p>
        </p:txBody>
      </p:sp>
      <p:sp>
        <p:nvSpPr>
          <p:cNvPr id="8" name="TextBox 7">
            <a:extLst>
              <a:ext uri="{FF2B5EF4-FFF2-40B4-BE49-F238E27FC236}">
                <a16:creationId xmlns:a16="http://schemas.microsoft.com/office/drawing/2014/main" id="{764CF811-6479-002E-840C-8F736E14B744}"/>
              </a:ext>
            </a:extLst>
          </p:cNvPr>
          <p:cNvSpPr txBox="1"/>
          <p:nvPr/>
        </p:nvSpPr>
        <p:spPr>
          <a:xfrm>
            <a:off x="8708806" y="3303992"/>
            <a:ext cx="2573046" cy="882293"/>
          </a:xfrm>
          <a:prstGeom prst="rect">
            <a:avLst/>
          </a:prstGeom>
          <a:noFill/>
        </p:spPr>
        <p:txBody>
          <a:bodyPr wrap="square" lIns="36000" rIns="36000" rtlCol="0">
            <a:spAutoFit/>
          </a:bodyPr>
          <a:lstStyle/>
          <a:p>
            <a:pPr marL="180000" indent="-180000">
              <a:spcBef>
                <a:spcPts val="200"/>
              </a:spcBef>
              <a:spcAft>
                <a:spcPts val="200"/>
              </a:spcAft>
              <a:buFont typeface="Arial" panose="020B0604020202020204" pitchFamily="34" charset="0"/>
              <a:buChar char="•"/>
            </a:pPr>
            <a:r>
              <a:rPr lang="en-GB" sz="12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rPr>
              <a:t>API testing for unavailable integrations</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API test experts to design payloads to run tests</a:t>
            </a:r>
          </a:p>
        </p:txBody>
      </p:sp>
      <p:sp>
        <p:nvSpPr>
          <p:cNvPr id="9" name="TextBox 8">
            <a:extLst>
              <a:ext uri="{FF2B5EF4-FFF2-40B4-BE49-F238E27FC236}">
                <a16:creationId xmlns:a16="http://schemas.microsoft.com/office/drawing/2014/main" id="{65717057-249D-39A3-1141-54029688632E}"/>
              </a:ext>
            </a:extLst>
          </p:cNvPr>
          <p:cNvSpPr txBox="1"/>
          <p:nvPr/>
        </p:nvSpPr>
        <p:spPr>
          <a:xfrm>
            <a:off x="5235493" y="4849422"/>
            <a:ext cx="2573046" cy="1169551"/>
          </a:xfrm>
          <a:prstGeom prst="rect">
            <a:avLst/>
          </a:prstGeom>
          <a:noFill/>
        </p:spPr>
        <p:txBody>
          <a:bodyPr wrap="square" lIns="36000" rIns="36000" rtlCol="0">
            <a:spAutoFit/>
          </a:bodyPr>
          <a:lstStyle/>
          <a:p>
            <a:pPr marL="180000" indent="-180000">
              <a:spcBef>
                <a:spcPts val="200"/>
              </a:spcBef>
              <a:spcAft>
                <a:spcPts val="200"/>
              </a:spcAft>
              <a:buFont typeface="Arial" panose="020B0604020202020204" pitchFamily="34" charset="0"/>
              <a:buChar char="•"/>
            </a:pPr>
            <a:r>
              <a:rPr lang="en-GB" sz="12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rPr>
              <a:t>Coordination with integration system contacts</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Support to E2E</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Test data for EBT</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Working with Dev</a:t>
            </a:r>
          </a:p>
        </p:txBody>
      </p:sp>
      <p:sp>
        <p:nvSpPr>
          <p:cNvPr id="13" name="TextBox 12">
            <a:extLst>
              <a:ext uri="{FF2B5EF4-FFF2-40B4-BE49-F238E27FC236}">
                <a16:creationId xmlns:a16="http://schemas.microsoft.com/office/drawing/2014/main" id="{5FF572BA-26FA-9117-E72F-D58ED9C1FB4E}"/>
              </a:ext>
            </a:extLst>
          </p:cNvPr>
          <p:cNvSpPr txBox="1"/>
          <p:nvPr/>
        </p:nvSpPr>
        <p:spPr>
          <a:xfrm>
            <a:off x="8688371" y="4835017"/>
            <a:ext cx="2573046" cy="1118255"/>
          </a:xfrm>
          <a:prstGeom prst="rect">
            <a:avLst/>
          </a:prstGeom>
          <a:noFill/>
        </p:spPr>
        <p:txBody>
          <a:bodyPr wrap="square" lIns="36000" rIns="36000" rtlCol="0">
            <a:spAutoFit/>
          </a:bodyPr>
          <a:lstStyle/>
          <a:p>
            <a:pPr marL="180000" indent="-180000">
              <a:spcBef>
                <a:spcPts val="200"/>
              </a:spcBef>
              <a:spcAft>
                <a:spcPts val="200"/>
              </a:spcAft>
              <a:buFont typeface="Arial" panose="020B0604020202020204" pitchFamily="34" charset="0"/>
              <a:buChar char="•"/>
            </a:pPr>
            <a:r>
              <a:rPr lang="en-GB" sz="12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rPr>
              <a:t>Capgemini’s GW cloud instance running CI LOBs</a:t>
            </a:r>
          </a:p>
          <a:p>
            <a:pPr marL="180000" indent="-180000">
              <a:spcBef>
                <a:spcPts val="200"/>
              </a:spcBef>
              <a:spcAft>
                <a:spcPts val="200"/>
              </a:spcAft>
              <a:buFont typeface="Arial" panose="020B0604020202020204" pitchFamily="34" charset="0"/>
              <a:buChar char="•"/>
            </a:pP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Use cases tested with </a:t>
            </a:r>
            <a:r>
              <a:rPr lang="en-GB" sz="1200" kern="100" err="1">
                <a:solidFill>
                  <a:srgbClr val="DC199B"/>
                </a:solidFill>
                <a:latin typeface="Aptos" panose="020B0004020202020204" pitchFamily="34" charset="0"/>
                <a:ea typeface="Aptos" panose="020B0004020202020204" pitchFamily="34" charset="0"/>
                <a:cs typeface="Times New Roman" panose="02020603050405020304" pitchFamily="18" charset="0"/>
              </a:rPr>
              <a:t>CoEs</a:t>
            </a:r>
            <a:endPar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endParaRPr>
          </a:p>
          <a:p>
            <a:pPr marL="180000" indent="-180000">
              <a:spcBef>
                <a:spcPts val="200"/>
              </a:spcBef>
              <a:spcAft>
                <a:spcPts val="200"/>
              </a:spcAft>
              <a:buFont typeface="Arial" panose="020B0604020202020204" pitchFamily="34" charset="0"/>
              <a:buChar char="•"/>
            </a:pPr>
            <a:r>
              <a:rPr lang="en-GB" sz="12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rPr>
              <a:t>Other </a:t>
            </a:r>
            <a:r>
              <a:rPr lang="en-GB" sz="1200" kern="100">
                <a:solidFill>
                  <a:srgbClr val="DC199B"/>
                </a:solidFill>
                <a:latin typeface="Aptos" panose="020B0004020202020204" pitchFamily="34" charset="0"/>
                <a:ea typeface="Aptos" panose="020B0004020202020204" pitchFamily="34" charset="0"/>
                <a:cs typeface="Times New Roman" panose="02020603050405020304" pitchFamily="18" charset="0"/>
              </a:rPr>
              <a:t>potential utilities for GPAS: Smart form and Rating testing</a:t>
            </a:r>
            <a:endParaRPr lang="en-GB" sz="1200" kern="100">
              <a:solidFill>
                <a:srgbClr val="DC199B"/>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68842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AEDA2-D15F-ED6A-E53A-C498F8F96BA2}"/>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7635066E-436A-C7E4-253D-4B8E9A003947}"/>
              </a:ext>
            </a:extLst>
          </p:cNvPr>
          <p:cNvSpPr txBox="1">
            <a:spLocks/>
          </p:cNvSpPr>
          <p:nvPr/>
        </p:nvSpPr>
        <p:spPr>
          <a:xfrm>
            <a:off x="0" y="3170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a:defRPr/>
            </a:pPr>
            <a:r>
              <a:rPr lang="en-GB">
                <a:solidFill>
                  <a:schemeClr val="tx1"/>
                </a:solidFill>
              </a:rPr>
              <a:t>In sprint test process</a:t>
            </a:r>
          </a:p>
        </p:txBody>
      </p:sp>
      <p:sp>
        <p:nvSpPr>
          <p:cNvPr id="2" name="Rectangle 1">
            <a:extLst>
              <a:ext uri="{FF2B5EF4-FFF2-40B4-BE49-F238E27FC236}">
                <a16:creationId xmlns:a16="http://schemas.microsoft.com/office/drawing/2014/main" id="{DDE0B4F1-F804-8520-78B7-183A6618B87D}"/>
              </a:ext>
            </a:extLst>
          </p:cNvPr>
          <p:cNvSpPr/>
          <p:nvPr/>
        </p:nvSpPr>
        <p:spPr>
          <a:xfrm>
            <a:off x="224790" y="885947"/>
            <a:ext cx="1929384" cy="95987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User Story Refinement</a:t>
            </a:r>
          </a:p>
          <a:p>
            <a:pPr algn="ctr"/>
            <a:r>
              <a:rPr lang="en-US" sz="1200"/>
              <a:t>and Dev process</a:t>
            </a:r>
          </a:p>
          <a:p>
            <a:pPr algn="ctr"/>
            <a:endParaRPr lang="en-US" sz="1200" b="1"/>
          </a:p>
          <a:p>
            <a:pPr algn="ctr"/>
            <a:r>
              <a:rPr lang="en-US" sz="1200" b="1"/>
              <a:t>Test Prep in parallel</a:t>
            </a:r>
            <a:endParaRPr lang="en-GB" sz="1200" b="1"/>
          </a:p>
        </p:txBody>
      </p:sp>
      <p:sp>
        <p:nvSpPr>
          <p:cNvPr id="3" name="Rectangle 2">
            <a:extLst>
              <a:ext uri="{FF2B5EF4-FFF2-40B4-BE49-F238E27FC236}">
                <a16:creationId xmlns:a16="http://schemas.microsoft.com/office/drawing/2014/main" id="{2826CDB7-492F-E3CC-23F7-4B97C193A2F9}"/>
              </a:ext>
            </a:extLst>
          </p:cNvPr>
          <p:cNvSpPr/>
          <p:nvPr/>
        </p:nvSpPr>
        <p:spPr>
          <a:xfrm>
            <a:off x="224790" y="2272697"/>
            <a:ext cx="1929384" cy="66841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Ready for test</a:t>
            </a:r>
            <a:endParaRPr lang="en-GB" sz="1200" b="1" err="1"/>
          </a:p>
        </p:txBody>
      </p:sp>
      <p:sp>
        <p:nvSpPr>
          <p:cNvPr id="4" name="Rectangle 3">
            <a:extLst>
              <a:ext uri="{FF2B5EF4-FFF2-40B4-BE49-F238E27FC236}">
                <a16:creationId xmlns:a16="http://schemas.microsoft.com/office/drawing/2014/main" id="{BEDEACCB-6743-6724-6CD1-354804C3BFAA}"/>
              </a:ext>
            </a:extLst>
          </p:cNvPr>
          <p:cNvSpPr/>
          <p:nvPr/>
        </p:nvSpPr>
        <p:spPr>
          <a:xfrm>
            <a:off x="257610" y="3290695"/>
            <a:ext cx="1929384" cy="66841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In testing</a:t>
            </a:r>
            <a:endParaRPr lang="en-GB" sz="1200" b="1" err="1"/>
          </a:p>
        </p:txBody>
      </p:sp>
      <p:sp>
        <p:nvSpPr>
          <p:cNvPr id="5" name="Rectangle 4">
            <a:extLst>
              <a:ext uri="{FF2B5EF4-FFF2-40B4-BE49-F238E27FC236}">
                <a16:creationId xmlns:a16="http://schemas.microsoft.com/office/drawing/2014/main" id="{73BF79B9-FEBA-8306-F0A3-53E32D6F6B65}"/>
              </a:ext>
            </a:extLst>
          </p:cNvPr>
          <p:cNvSpPr/>
          <p:nvPr/>
        </p:nvSpPr>
        <p:spPr>
          <a:xfrm>
            <a:off x="257610" y="4337007"/>
            <a:ext cx="1929384" cy="66841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Ready for Showcase</a:t>
            </a:r>
            <a:endParaRPr lang="en-GB" sz="1200" b="1"/>
          </a:p>
        </p:txBody>
      </p:sp>
      <p:sp>
        <p:nvSpPr>
          <p:cNvPr id="6" name="Arrow: Right 5">
            <a:extLst>
              <a:ext uri="{FF2B5EF4-FFF2-40B4-BE49-F238E27FC236}">
                <a16:creationId xmlns:a16="http://schemas.microsoft.com/office/drawing/2014/main" id="{6AF71C9E-5899-5E70-C8FF-088B1D437286}"/>
              </a:ext>
            </a:extLst>
          </p:cNvPr>
          <p:cNvSpPr/>
          <p:nvPr/>
        </p:nvSpPr>
        <p:spPr>
          <a:xfrm rot="5400000">
            <a:off x="1067000" y="1924700"/>
            <a:ext cx="283464" cy="277464"/>
          </a:xfrm>
          <a:prstGeom prst="rightArrow">
            <a:avLst/>
          </a:prstGeom>
          <a:solidFill>
            <a:srgbClr val="FDA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7" name="Arrow: Right 6">
            <a:extLst>
              <a:ext uri="{FF2B5EF4-FFF2-40B4-BE49-F238E27FC236}">
                <a16:creationId xmlns:a16="http://schemas.microsoft.com/office/drawing/2014/main" id="{17C61295-742B-0C54-0D7F-EC7CB87D4D84}"/>
              </a:ext>
            </a:extLst>
          </p:cNvPr>
          <p:cNvSpPr/>
          <p:nvPr/>
        </p:nvSpPr>
        <p:spPr>
          <a:xfrm rot="5400000">
            <a:off x="1067000" y="2983451"/>
            <a:ext cx="283464" cy="277464"/>
          </a:xfrm>
          <a:prstGeom prst="rightArrow">
            <a:avLst/>
          </a:prstGeom>
          <a:solidFill>
            <a:srgbClr val="FDA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8" name="Arrow: Right 7">
            <a:extLst>
              <a:ext uri="{FF2B5EF4-FFF2-40B4-BE49-F238E27FC236}">
                <a16:creationId xmlns:a16="http://schemas.microsoft.com/office/drawing/2014/main" id="{86456574-824F-64EB-82F4-BF2E9614B1A8}"/>
              </a:ext>
            </a:extLst>
          </p:cNvPr>
          <p:cNvSpPr/>
          <p:nvPr/>
        </p:nvSpPr>
        <p:spPr>
          <a:xfrm rot="5400000">
            <a:off x="1067000" y="4027383"/>
            <a:ext cx="283464" cy="277464"/>
          </a:xfrm>
          <a:prstGeom prst="rightArrow">
            <a:avLst/>
          </a:prstGeom>
          <a:solidFill>
            <a:srgbClr val="FDA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11" name="TextBox 10">
            <a:extLst>
              <a:ext uri="{FF2B5EF4-FFF2-40B4-BE49-F238E27FC236}">
                <a16:creationId xmlns:a16="http://schemas.microsoft.com/office/drawing/2014/main" id="{8248BD2D-5E82-8D16-12EC-DE7838B52A24}"/>
              </a:ext>
            </a:extLst>
          </p:cNvPr>
          <p:cNvSpPr txBox="1"/>
          <p:nvPr/>
        </p:nvSpPr>
        <p:spPr>
          <a:xfrm>
            <a:off x="2258068" y="898352"/>
            <a:ext cx="8407727" cy="1220847"/>
          </a:xfrm>
          <a:prstGeom prst="rect">
            <a:avLst/>
          </a:prstGeom>
          <a:solidFill>
            <a:srgbClr val="F9E7EF"/>
          </a:solidFill>
        </p:spPr>
        <p:txBody>
          <a:bodyPr wrap="square" rtlCol="0">
            <a:noAutofit/>
          </a:bodyPr>
          <a:lstStyle/>
          <a:p>
            <a:pPr marL="628650" lvl="1" indent="-171450">
              <a:spcBef>
                <a:spcPts val="200"/>
              </a:spcBef>
              <a:spcAft>
                <a:spcPts val="200"/>
              </a:spcAft>
              <a:buFont typeface="Arial" panose="020B0604020202020204" pitchFamily="34" charset="0"/>
              <a:buChar char="•"/>
            </a:pPr>
            <a:r>
              <a:rPr lang="en-US" sz="1200" u="sng">
                <a:solidFill>
                  <a:srgbClr val="DC199B"/>
                </a:solidFill>
              </a:rPr>
              <a:t>Test design coverage:</a:t>
            </a:r>
            <a:r>
              <a:rPr lang="en-US" sz="1200">
                <a:solidFill>
                  <a:srgbClr val="DC199B"/>
                </a:solidFill>
              </a:rPr>
              <a:t> All AC’s, BCMs, FLS document, Confluence page for any additional information</a:t>
            </a:r>
          </a:p>
          <a:p>
            <a:pPr marL="628650" lvl="1" indent="-171450">
              <a:spcBef>
                <a:spcPts val="200"/>
              </a:spcBef>
              <a:spcAft>
                <a:spcPts val="200"/>
              </a:spcAft>
              <a:buFont typeface="Arial" panose="020B0604020202020204" pitchFamily="34" charset="0"/>
              <a:buChar char="•"/>
            </a:pPr>
            <a:r>
              <a:rPr lang="en-US" sz="1200" u="sng">
                <a:solidFill>
                  <a:srgbClr val="DC199B"/>
                </a:solidFill>
              </a:rPr>
              <a:t>Test cases naming:</a:t>
            </a:r>
            <a:r>
              <a:rPr lang="en-US" sz="1200">
                <a:solidFill>
                  <a:srgbClr val="DC199B"/>
                </a:solidFill>
              </a:rPr>
              <a:t> Mention AC#, BCM#. </a:t>
            </a:r>
          </a:p>
          <a:p>
            <a:pPr marL="628650" lvl="1" indent="-171450">
              <a:spcBef>
                <a:spcPts val="200"/>
              </a:spcBef>
              <a:spcAft>
                <a:spcPts val="200"/>
              </a:spcAft>
              <a:buFont typeface="Arial" panose="020B0604020202020204" pitchFamily="34" charset="0"/>
              <a:buChar char="•"/>
            </a:pPr>
            <a:r>
              <a:rPr lang="en-US" sz="1200" u="sng">
                <a:solidFill>
                  <a:srgbClr val="DC199B"/>
                </a:solidFill>
              </a:rPr>
              <a:t>Test cases review:</a:t>
            </a:r>
            <a:r>
              <a:rPr lang="en-US" sz="1200">
                <a:solidFill>
                  <a:srgbClr val="DC199B"/>
                </a:solidFill>
              </a:rPr>
              <a:t> Peer review, Review by BAs. BA reviews are formal and can be evidenced in Teams meetings</a:t>
            </a:r>
          </a:p>
          <a:p>
            <a:pPr marL="628650" lvl="1" indent="-171450">
              <a:spcBef>
                <a:spcPts val="200"/>
              </a:spcBef>
              <a:spcAft>
                <a:spcPts val="200"/>
              </a:spcAft>
              <a:buFont typeface="Arial" panose="020B0604020202020204" pitchFamily="34" charset="0"/>
              <a:buChar char="•"/>
            </a:pPr>
            <a:r>
              <a:rPr lang="en-US" sz="1200" u="sng">
                <a:solidFill>
                  <a:srgbClr val="DC199B"/>
                </a:solidFill>
              </a:rPr>
              <a:t>Traceability:</a:t>
            </a:r>
            <a:r>
              <a:rPr lang="en-US" sz="1200">
                <a:solidFill>
                  <a:srgbClr val="DC199B"/>
                </a:solidFill>
              </a:rPr>
              <a:t> Link Test cases to user stories in Jira. </a:t>
            </a:r>
          </a:p>
          <a:p>
            <a:pPr marL="628650" lvl="1" indent="-171450">
              <a:spcBef>
                <a:spcPts val="200"/>
              </a:spcBef>
              <a:spcAft>
                <a:spcPts val="200"/>
              </a:spcAft>
              <a:buFont typeface="Arial" panose="020B0604020202020204" pitchFamily="34" charset="0"/>
              <a:buChar char="•"/>
            </a:pPr>
            <a:r>
              <a:rPr lang="en-US" sz="1200" u="sng" err="1">
                <a:solidFill>
                  <a:srgbClr val="DC199B"/>
                </a:solidFill>
              </a:rPr>
              <a:t>Headstart</a:t>
            </a:r>
            <a:r>
              <a:rPr lang="en-US" sz="1200" u="sng">
                <a:solidFill>
                  <a:srgbClr val="DC199B"/>
                </a:solidFill>
              </a:rPr>
              <a:t> test automation:</a:t>
            </a:r>
            <a:r>
              <a:rPr lang="en-US" sz="1200">
                <a:solidFill>
                  <a:srgbClr val="DC199B"/>
                </a:solidFill>
              </a:rPr>
              <a:t> by developing test cases in  BDD.</a:t>
            </a:r>
          </a:p>
        </p:txBody>
      </p:sp>
      <p:sp>
        <p:nvSpPr>
          <p:cNvPr id="12" name="TextBox 11">
            <a:extLst>
              <a:ext uri="{FF2B5EF4-FFF2-40B4-BE49-F238E27FC236}">
                <a16:creationId xmlns:a16="http://schemas.microsoft.com/office/drawing/2014/main" id="{BBB47942-416C-EB75-EE46-8CB30E05A8BC}"/>
              </a:ext>
            </a:extLst>
          </p:cNvPr>
          <p:cNvSpPr txBox="1"/>
          <p:nvPr/>
        </p:nvSpPr>
        <p:spPr>
          <a:xfrm>
            <a:off x="2258067" y="2269802"/>
            <a:ext cx="8407727" cy="668411"/>
          </a:xfrm>
          <a:prstGeom prst="rect">
            <a:avLst/>
          </a:prstGeom>
          <a:solidFill>
            <a:srgbClr val="F9E7EF"/>
          </a:solidFill>
        </p:spPr>
        <p:txBody>
          <a:bodyPr wrap="square" rtlCol="0" anchor="ctr">
            <a:noAutofit/>
          </a:bodyPr>
          <a:lstStyle/>
          <a:p>
            <a:pPr marL="171450" indent="-171450">
              <a:spcBef>
                <a:spcPts val="300"/>
              </a:spcBef>
              <a:spcAft>
                <a:spcPts val="300"/>
              </a:spcAft>
              <a:buFont typeface="Arial" panose="020B0604020202020204" pitchFamily="34" charset="0"/>
              <a:buChar char="•"/>
            </a:pPr>
            <a:r>
              <a:rPr lang="en-US" sz="1200" u="sng">
                <a:solidFill>
                  <a:srgbClr val="DC199B"/>
                </a:solidFill>
              </a:rPr>
              <a:t>Unit test review:</a:t>
            </a:r>
            <a:r>
              <a:rPr lang="en-US" sz="1200">
                <a:solidFill>
                  <a:srgbClr val="DC199B"/>
                </a:solidFill>
              </a:rPr>
              <a:t> Dev handover meeting to review the unit test results and check lists (evidence attached in Jira).</a:t>
            </a:r>
          </a:p>
          <a:p>
            <a:pPr marL="171450" indent="-171450">
              <a:spcBef>
                <a:spcPts val="300"/>
              </a:spcBef>
              <a:spcAft>
                <a:spcPts val="300"/>
              </a:spcAft>
              <a:buFont typeface="Arial" panose="020B0604020202020204" pitchFamily="34" charset="0"/>
              <a:buChar char="•"/>
            </a:pPr>
            <a:r>
              <a:rPr lang="en-US" sz="1200" u="sng">
                <a:solidFill>
                  <a:srgbClr val="DC199B"/>
                </a:solidFill>
              </a:rPr>
              <a:t>Show n Tell:</a:t>
            </a:r>
            <a:r>
              <a:rPr lang="en-US" sz="1200">
                <a:solidFill>
                  <a:srgbClr val="DC199B"/>
                </a:solidFill>
              </a:rPr>
              <a:t> Dev team demonstrated that the US is working by running few tests</a:t>
            </a:r>
          </a:p>
        </p:txBody>
      </p:sp>
      <p:sp>
        <p:nvSpPr>
          <p:cNvPr id="13" name="TextBox 12">
            <a:extLst>
              <a:ext uri="{FF2B5EF4-FFF2-40B4-BE49-F238E27FC236}">
                <a16:creationId xmlns:a16="http://schemas.microsoft.com/office/drawing/2014/main" id="{6DB6DB66-7526-01EA-F738-862BB264640A}"/>
              </a:ext>
            </a:extLst>
          </p:cNvPr>
          <p:cNvSpPr txBox="1"/>
          <p:nvPr/>
        </p:nvSpPr>
        <p:spPr>
          <a:xfrm>
            <a:off x="2258072" y="3290695"/>
            <a:ext cx="8407722" cy="797641"/>
          </a:xfrm>
          <a:prstGeom prst="rect">
            <a:avLst/>
          </a:prstGeom>
          <a:solidFill>
            <a:srgbClr val="F9E7EF"/>
          </a:solidFill>
        </p:spPr>
        <p:txBody>
          <a:bodyPr wrap="square" rtlCol="0" anchor="ctr">
            <a:noAutofit/>
          </a:bodyPr>
          <a:lstStyle/>
          <a:p>
            <a:pPr marL="171450" indent="-171450">
              <a:spcBef>
                <a:spcPts val="300"/>
              </a:spcBef>
              <a:spcAft>
                <a:spcPts val="300"/>
              </a:spcAft>
              <a:buFont typeface="Arial" panose="020B0604020202020204" pitchFamily="34" charset="0"/>
              <a:buChar char="•"/>
            </a:pPr>
            <a:r>
              <a:rPr lang="en-US" sz="1200" u="sng">
                <a:solidFill>
                  <a:srgbClr val="DC199B"/>
                </a:solidFill>
              </a:rPr>
              <a:t>Test execution:</a:t>
            </a:r>
            <a:r>
              <a:rPr lang="en-US" sz="1200">
                <a:solidFill>
                  <a:srgbClr val="DC199B"/>
                </a:solidFill>
              </a:rPr>
              <a:t> 100% planned test cases execution with test evidences.</a:t>
            </a:r>
          </a:p>
          <a:p>
            <a:pPr marL="171450" indent="-171450">
              <a:spcBef>
                <a:spcPts val="300"/>
              </a:spcBef>
              <a:spcAft>
                <a:spcPts val="300"/>
              </a:spcAft>
              <a:buFont typeface="Arial" panose="020B0604020202020204" pitchFamily="34" charset="0"/>
              <a:buChar char="•"/>
            </a:pPr>
            <a:r>
              <a:rPr lang="en-US" sz="1200" u="sng">
                <a:solidFill>
                  <a:srgbClr val="DC199B"/>
                </a:solidFill>
              </a:rPr>
              <a:t>Leverage Automation:</a:t>
            </a:r>
            <a:r>
              <a:rPr lang="en-US" sz="1200">
                <a:solidFill>
                  <a:srgbClr val="DC199B"/>
                </a:solidFill>
              </a:rPr>
              <a:t>  Data setup, high volume validation tests</a:t>
            </a:r>
          </a:p>
          <a:p>
            <a:pPr marL="171450" indent="-171450">
              <a:spcBef>
                <a:spcPts val="300"/>
              </a:spcBef>
              <a:spcAft>
                <a:spcPts val="300"/>
              </a:spcAft>
              <a:buFont typeface="Arial" panose="020B0604020202020204" pitchFamily="34" charset="0"/>
              <a:buChar char="•"/>
            </a:pPr>
            <a:r>
              <a:rPr lang="en-US" sz="1200" u="sng">
                <a:solidFill>
                  <a:srgbClr val="DC199B"/>
                </a:solidFill>
              </a:rPr>
              <a:t>Defects:</a:t>
            </a:r>
            <a:r>
              <a:rPr lang="en-US" sz="1200">
                <a:solidFill>
                  <a:srgbClr val="DC199B"/>
                </a:solidFill>
              </a:rPr>
              <a:t> Linked to test cases</a:t>
            </a:r>
          </a:p>
        </p:txBody>
      </p:sp>
      <p:sp>
        <p:nvSpPr>
          <p:cNvPr id="14" name="TextBox 13">
            <a:extLst>
              <a:ext uri="{FF2B5EF4-FFF2-40B4-BE49-F238E27FC236}">
                <a16:creationId xmlns:a16="http://schemas.microsoft.com/office/drawing/2014/main" id="{D0ADA063-BEAB-BD9E-FFED-812BFECDCC74}"/>
              </a:ext>
            </a:extLst>
          </p:cNvPr>
          <p:cNvSpPr txBox="1"/>
          <p:nvPr/>
        </p:nvSpPr>
        <p:spPr>
          <a:xfrm>
            <a:off x="2258071" y="4346759"/>
            <a:ext cx="8407722" cy="668411"/>
          </a:xfrm>
          <a:prstGeom prst="rect">
            <a:avLst/>
          </a:prstGeom>
          <a:solidFill>
            <a:srgbClr val="F9E7EF"/>
          </a:solidFill>
        </p:spPr>
        <p:txBody>
          <a:bodyPr wrap="square" rtlCol="0" anchor="ctr">
            <a:noAutofit/>
          </a:bodyPr>
          <a:lstStyle/>
          <a:p>
            <a:pPr marL="171450" indent="-171450">
              <a:spcBef>
                <a:spcPts val="300"/>
              </a:spcBef>
              <a:spcAft>
                <a:spcPts val="300"/>
              </a:spcAft>
              <a:buFont typeface="Arial" panose="020B0604020202020204" pitchFamily="34" charset="0"/>
              <a:buChar char="•"/>
            </a:pPr>
            <a:r>
              <a:rPr lang="en-US" sz="1200" u="sng">
                <a:solidFill>
                  <a:srgbClr val="DC199B"/>
                </a:solidFill>
              </a:rPr>
              <a:t>Internal review:</a:t>
            </a:r>
            <a:r>
              <a:rPr lang="en-US" sz="1200">
                <a:solidFill>
                  <a:srgbClr val="DC199B"/>
                </a:solidFill>
              </a:rPr>
              <a:t> BAs quiz the test team on coverage. US that fail at this stage are held back ‘In testing’</a:t>
            </a:r>
          </a:p>
          <a:p>
            <a:pPr marL="171450" indent="-171450">
              <a:spcBef>
                <a:spcPts val="300"/>
              </a:spcBef>
              <a:spcAft>
                <a:spcPts val="300"/>
              </a:spcAft>
              <a:buFont typeface="Arial" panose="020B0604020202020204" pitchFamily="34" charset="0"/>
              <a:buChar char="•"/>
            </a:pPr>
            <a:r>
              <a:rPr lang="en-US" sz="1200" u="sng">
                <a:solidFill>
                  <a:srgbClr val="DC199B"/>
                </a:solidFill>
              </a:rPr>
              <a:t>Ready for showcase:</a:t>
            </a:r>
            <a:r>
              <a:rPr lang="en-US" sz="1200">
                <a:solidFill>
                  <a:srgbClr val="DC199B"/>
                </a:solidFill>
              </a:rPr>
              <a:t> User story status changed only after successful review. </a:t>
            </a:r>
          </a:p>
        </p:txBody>
      </p:sp>
      <p:sp>
        <p:nvSpPr>
          <p:cNvPr id="9" name="TextBox 8">
            <a:hlinkClick r:id="rId3" action="ppaction://hlinksldjump"/>
            <a:extLst>
              <a:ext uri="{FF2B5EF4-FFF2-40B4-BE49-F238E27FC236}">
                <a16:creationId xmlns:a16="http://schemas.microsoft.com/office/drawing/2014/main" id="{3878544A-C206-35FD-7CAB-C6BE0CDDEC46}"/>
              </a:ext>
            </a:extLst>
          </p:cNvPr>
          <p:cNvSpPr txBox="1"/>
          <p:nvPr/>
        </p:nvSpPr>
        <p:spPr>
          <a:xfrm>
            <a:off x="11265029" y="6168189"/>
            <a:ext cx="936396" cy="307777"/>
          </a:xfrm>
          <a:prstGeom prst="rect">
            <a:avLst/>
          </a:prstGeom>
          <a:noFill/>
        </p:spPr>
        <p:txBody>
          <a:bodyPr wrap="square" rtlCol="0">
            <a:spAutoFit/>
          </a:bodyPr>
          <a:lstStyle/>
          <a:p>
            <a:pPr algn="ctr"/>
            <a:r>
              <a:rPr lang="en-US" sz="1400" b="1">
                <a:solidFill>
                  <a:srgbClr val="DC199B"/>
                </a:solidFill>
              </a:rPr>
              <a:t>&lt; Back</a:t>
            </a:r>
            <a:endParaRPr lang="en-GB" sz="1400" b="1">
              <a:solidFill>
                <a:srgbClr val="DC199B"/>
              </a:solidFill>
            </a:endParaRPr>
          </a:p>
        </p:txBody>
      </p:sp>
      <p:sp>
        <p:nvSpPr>
          <p:cNvPr id="15" name="TextBox 14">
            <a:extLst>
              <a:ext uri="{FF2B5EF4-FFF2-40B4-BE49-F238E27FC236}">
                <a16:creationId xmlns:a16="http://schemas.microsoft.com/office/drawing/2014/main" id="{CC7381BF-75E1-A20B-F0D4-32822BFD6798}"/>
              </a:ext>
            </a:extLst>
          </p:cNvPr>
          <p:cNvSpPr txBox="1"/>
          <p:nvPr/>
        </p:nvSpPr>
        <p:spPr>
          <a:xfrm>
            <a:off x="10769687" y="898352"/>
            <a:ext cx="1249461" cy="4107066"/>
          </a:xfrm>
          <a:prstGeom prst="rect">
            <a:avLst/>
          </a:prstGeom>
          <a:solidFill>
            <a:srgbClr val="F9E7EF"/>
          </a:solidFill>
        </p:spPr>
        <p:txBody>
          <a:bodyPr wrap="square" rtlCol="0" anchor="ctr">
            <a:noAutofit/>
          </a:bodyPr>
          <a:lstStyle/>
          <a:p>
            <a:pPr algn="ctr">
              <a:spcBef>
                <a:spcPts val="300"/>
              </a:spcBef>
              <a:spcAft>
                <a:spcPts val="300"/>
              </a:spcAft>
            </a:pPr>
            <a:r>
              <a:rPr lang="en-US" sz="1200" b="1">
                <a:solidFill>
                  <a:srgbClr val="DC199B"/>
                </a:solidFill>
              </a:rPr>
              <a:t>Examples for walkthrough</a:t>
            </a:r>
          </a:p>
          <a:p>
            <a:pPr algn="ctr">
              <a:spcBef>
                <a:spcPts val="300"/>
              </a:spcBef>
              <a:spcAft>
                <a:spcPts val="300"/>
              </a:spcAft>
            </a:pPr>
            <a:endParaRPr lang="en-US" sz="1200" b="1">
              <a:solidFill>
                <a:srgbClr val="DC199B"/>
              </a:solidFill>
            </a:endParaRPr>
          </a:p>
          <a:p>
            <a:pPr algn="ctr">
              <a:spcBef>
                <a:spcPts val="300"/>
              </a:spcBef>
              <a:spcAft>
                <a:spcPts val="300"/>
              </a:spcAft>
            </a:pPr>
            <a:endParaRPr lang="en-US" sz="1200" b="1">
              <a:solidFill>
                <a:srgbClr val="DC199B"/>
              </a:solidFill>
            </a:endParaRPr>
          </a:p>
          <a:p>
            <a:pPr algn="ctr">
              <a:spcBef>
                <a:spcPts val="300"/>
              </a:spcBef>
              <a:spcAft>
                <a:spcPts val="300"/>
              </a:spcAft>
            </a:pPr>
            <a:r>
              <a:rPr lang="en-US" sz="1200" b="1">
                <a:solidFill>
                  <a:srgbClr val="DC199B"/>
                </a:solidFill>
              </a:rPr>
              <a:t>BZPC-232</a:t>
            </a:r>
          </a:p>
          <a:p>
            <a:pPr algn="ctr">
              <a:spcBef>
                <a:spcPts val="300"/>
              </a:spcBef>
              <a:spcAft>
                <a:spcPts val="300"/>
              </a:spcAft>
            </a:pPr>
            <a:r>
              <a:rPr lang="en-US" sz="1200" b="1">
                <a:solidFill>
                  <a:srgbClr val="DC199B"/>
                </a:solidFill>
              </a:rPr>
              <a:t>BZPC-356</a:t>
            </a:r>
          </a:p>
          <a:p>
            <a:pPr algn="ctr">
              <a:spcBef>
                <a:spcPts val="300"/>
              </a:spcBef>
              <a:spcAft>
                <a:spcPts val="300"/>
              </a:spcAft>
            </a:pPr>
            <a:r>
              <a:rPr lang="en-US" sz="1200" b="1">
                <a:solidFill>
                  <a:srgbClr val="DC199B"/>
                </a:solidFill>
              </a:rPr>
              <a:t>BZPC-367</a:t>
            </a:r>
          </a:p>
          <a:p>
            <a:pPr algn="ctr">
              <a:spcBef>
                <a:spcPts val="300"/>
              </a:spcBef>
              <a:spcAft>
                <a:spcPts val="300"/>
              </a:spcAft>
            </a:pPr>
            <a:r>
              <a:rPr lang="en-US" sz="1200" b="1">
                <a:solidFill>
                  <a:srgbClr val="DC199B"/>
                </a:solidFill>
              </a:rPr>
              <a:t>BZPC-365</a:t>
            </a:r>
          </a:p>
          <a:p>
            <a:pPr algn="ctr">
              <a:spcBef>
                <a:spcPts val="300"/>
              </a:spcBef>
              <a:spcAft>
                <a:spcPts val="300"/>
              </a:spcAft>
            </a:pPr>
            <a:r>
              <a:rPr lang="en-US" sz="1200" b="1">
                <a:solidFill>
                  <a:srgbClr val="DC199B"/>
                </a:solidFill>
              </a:rPr>
              <a:t>BZPC-381</a:t>
            </a:r>
          </a:p>
          <a:p>
            <a:pPr algn="ctr">
              <a:spcBef>
                <a:spcPts val="300"/>
              </a:spcBef>
              <a:spcAft>
                <a:spcPts val="300"/>
              </a:spcAft>
            </a:pPr>
            <a:r>
              <a:rPr lang="en-US" sz="1200" b="1">
                <a:solidFill>
                  <a:srgbClr val="DC199B"/>
                </a:solidFill>
              </a:rPr>
              <a:t>BZPC- 827</a:t>
            </a:r>
          </a:p>
        </p:txBody>
      </p:sp>
      <p:sp>
        <p:nvSpPr>
          <p:cNvPr id="16" name="Rectangle 15">
            <a:extLst>
              <a:ext uri="{FF2B5EF4-FFF2-40B4-BE49-F238E27FC236}">
                <a16:creationId xmlns:a16="http://schemas.microsoft.com/office/drawing/2014/main" id="{462D775C-66AA-49D7-84C5-7B657A2BD506}"/>
              </a:ext>
            </a:extLst>
          </p:cNvPr>
          <p:cNvSpPr/>
          <p:nvPr/>
        </p:nvSpPr>
        <p:spPr>
          <a:xfrm>
            <a:off x="257610" y="5227753"/>
            <a:ext cx="1929384" cy="1017324"/>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In Sprint testing metrics</a:t>
            </a:r>
            <a:endParaRPr lang="en-GB" sz="1200" b="1"/>
          </a:p>
        </p:txBody>
      </p:sp>
      <p:cxnSp>
        <p:nvCxnSpPr>
          <p:cNvPr id="17" name="Straight Connector 16">
            <a:extLst>
              <a:ext uri="{FF2B5EF4-FFF2-40B4-BE49-F238E27FC236}">
                <a16:creationId xmlns:a16="http://schemas.microsoft.com/office/drawing/2014/main" id="{45FA7FFF-B982-CA00-D43D-AECE2386E821}"/>
              </a:ext>
            </a:extLst>
          </p:cNvPr>
          <p:cNvCxnSpPr>
            <a:cxnSpLocks/>
          </p:cNvCxnSpPr>
          <p:nvPr/>
        </p:nvCxnSpPr>
        <p:spPr>
          <a:xfrm>
            <a:off x="257610" y="5109231"/>
            <a:ext cx="11761538" cy="0"/>
          </a:xfrm>
          <a:prstGeom prst="line">
            <a:avLst/>
          </a:prstGeom>
          <a:ln>
            <a:solidFill>
              <a:srgbClr val="DC199B"/>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9" name="Table 18">
            <a:extLst>
              <a:ext uri="{FF2B5EF4-FFF2-40B4-BE49-F238E27FC236}">
                <a16:creationId xmlns:a16="http://schemas.microsoft.com/office/drawing/2014/main" id="{EF5A1218-70BC-894C-9DBE-7468292480EF}"/>
              </a:ext>
            </a:extLst>
          </p:cNvPr>
          <p:cNvGraphicFramePr>
            <a:graphicFrameLocks noGrp="1"/>
          </p:cNvGraphicFramePr>
          <p:nvPr>
            <p:extLst>
              <p:ext uri="{D42A27DB-BD31-4B8C-83A1-F6EECF244321}">
                <p14:modId xmlns:p14="http://schemas.microsoft.com/office/powerpoint/2010/main" val="3572384742"/>
              </p:ext>
            </p:extLst>
          </p:nvPr>
        </p:nvGraphicFramePr>
        <p:xfrm>
          <a:off x="2258067" y="5222544"/>
          <a:ext cx="4726005" cy="1044575"/>
        </p:xfrm>
        <a:graphic>
          <a:graphicData uri="http://schemas.openxmlformats.org/drawingml/2006/table">
            <a:tbl>
              <a:tblPr/>
              <a:tblGrid>
                <a:gridCol w="858435">
                  <a:extLst>
                    <a:ext uri="{9D8B030D-6E8A-4147-A177-3AD203B41FA5}">
                      <a16:colId xmlns:a16="http://schemas.microsoft.com/office/drawing/2014/main" val="1103006235"/>
                    </a:ext>
                  </a:extLst>
                </a:gridCol>
                <a:gridCol w="552510">
                  <a:extLst>
                    <a:ext uri="{9D8B030D-6E8A-4147-A177-3AD203B41FA5}">
                      <a16:colId xmlns:a16="http://schemas.microsoft.com/office/drawing/2014/main" val="2742879737"/>
                    </a:ext>
                  </a:extLst>
                </a:gridCol>
                <a:gridCol w="552510">
                  <a:extLst>
                    <a:ext uri="{9D8B030D-6E8A-4147-A177-3AD203B41FA5}">
                      <a16:colId xmlns:a16="http://schemas.microsoft.com/office/drawing/2014/main" val="2854457557"/>
                    </a:ext>
                  </a:extLst>
                </a:gridCol>
                <a:gridCol w="552510">
                  <a:extLst>
                    <a:ext uri="{9D8B030D-6E8A-4147-A177-3AD203B41FA5}">
                      <a16:colId xmlns:a16="http://schemas.microsoft.com/office/drawing/2014/main" val="4286700871"/>
                    </a:ext>
                  </a:extLst>
                </a:gridCol>
                <a:gridCol w="552510">
                  <a:extLst>
                    <a:ext uri="{9D8B030D-6E8A-4147-A177-3AD203B41FA5}">
                      <a16:colId xmlns:a16="http://schemas.microsoft.com/office/drawing/2014/main" val="3901575532"/>
                    </a:ext>
                  </a:extLst>
                </a:gridCol>
                <a:gridCol w="552510">
                  <a:extLst>
                    <a:ext uri="{9D8B030D-6E8A-4147-A177-3AD203B41FA5}">
                      <a16:colId xmlns:a16="http://schemas.microsoft.com/office/drawing/2014/main" val="616546584"/>
                    </a:ext>
                  </a:extLst>
                </a:gridCol>
                <a:gridCol w="552510">
                  <a:extLst>
                    <a:ext uri="{9D8B030D-6E8A-4147-A177-3AD203B41FA5}">
                      <a16:colId xmlns:a16="http://schemas.microsoft.com/office/drawing/2014/main" val="1805674606"/>
                    </a:ext>
                  </a:extLst>
                </a:gridCol>
                <a:gridCol w="552510">
                  <a:extLst>
                    <a:ext uri="{9D8B030D-6E8A-4147-A177-3AD203B41FA5}">
                      <a16:colId xmlns:a16="http://schemas.microsoft.com/office/drawing/2014/main" val="482319041"/>
                    </a:ext>
                  </a:extLst>
                </a:gridCol>
              </a:tblGrid>
              <a:tr h="208915">
                <a:tc>
                  <a:txBody>
                    <a:bodyPr/>
                    <a:lstStyle/>
                    <a:p>
                      <a:pPr algn="ctr" fontAlgn="b"/>
                      <a:r>
                        <a:rPr lang="en-GB" sz="1100" b="1" i="0" u="none" strike="noStrike">
                          <a:solidFill>
                            <a:schemeClr val="bg1"/>
                          </a:solidFill>
                          <a:effectLst/>
                          <a:latin typeface="Aptos Narrow" panose="020B0004020202020204" pitchFamily="34" charset="0"/>
                        </a:rPr>
                        <a:t>Test cases</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Sprint 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Sprint 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Sprint 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Sprint 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Sprint 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Sprint 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US" sz="1100" b="1" i="0" u="none" strike="noStrike">
                          <a:solidFill>
                            <a:schemeClr val="bg1"/>
                          </a:solidFill>
                          <a:effectLst/>
                          <a:latin typeface="Aptos Narrow" panose="020B0004020202020204" pitchFamily="34" charset="0"/>
                        </a:rPr>
                        <a:t>Total</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extLst>
                  <a:ext uri="{0D108BD9-81ED-4DB2-BD59-A6C34878D82A}">
                    <a16:rowId xmlns:a16="http://schemas.microsoft.com/office/drawing/2014/main" val="1790027884"/>
                  </a:ext>
                </a:extLst>
              </a:tr>
              <a:tr h="208915">
                <a:tc>
                  <a:txBody>
                    <a:bodyPr/>
                    <a:lstStyle/>
                    <a:p>
                      <a:pPr algn="l" fontAlgn="b"/>
                      <a:r>
                        <a:rPr lang="en-GB" sz="1100" b="0" i="0" u="none" strike="noStrike">
                          <a:solidFill>
                            <a:srgbClr val="000000"/>
                          </a:solidFill>
                          <a:effectLst/>
                          <a:latin typeface="Aptos Narrow" panose="020B0004020202020204" pitchFamily="34" charset="0"/>
                        </a:rPr>
                        <a:t>Policy Center</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40</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59</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123</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145</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226</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US" sz="1100">
                          <a:effectLst/>
                          <a:latin typeface="Aptos Narrow" panose="020B0004020202020204" pitchFamily="34" charset="0"/>
                          <a:ea typeface="Calibri" panose="020F0502020204030204" pitchFamily="34" charset="0"/>
                        </a:rPr>
                        <a:t>240</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100" b="1">
                          <a:effectLst/>
                          <a:latin typeface="Aptos Narrow" panose="020B0004020202020204" pitchFamily="34" charset="0"/>
                          <a:ea typeface="Calibri" panose="020F0502020204030204" pitchFamily="34" charset="0"/>
                        </a:rPr>
                        <a:t>833</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3961333302"/>
                  </a:ext>
                </a:extLst>
              </a:tr>
              <a:tr h="208915">
                <a:tc>
                  <a:txBody>
                    <a:bodyPr/>
                    <a:lstStyle/>
                    <a:p>
                      <a:pPr algn="l" fontAlgn="b"/>
                      <a:r>
                        <a:rPr lang="en-GB" sz="1100" b="0" i="0" u="none" strike="noStrike">
                          <a:solidFill>
                            <a:srgbClr val="000000"/>
                          </a:solidFill>
                          <a:effectLst/>
                          <a:latin typeface="Aptos Narrow" panose="020B0004020202020204" pitchFamily="34" charset="0"/>
                        </a:rPr>
                        <a:t>Billing Center</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26</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32</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41</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48</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75</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US" sz="1100">
                          <a:effectLst/>
                          <a:latin typeface="Aptos Narrow" panose="020B0004020202020204" pitchFamily="34" charset="0"/>
                          <a:ea typeface="Calibri" panose="020F0502020204030204" pitchFamily="34" charset="0"/>
                        </a:rPr>
                        <a:t>46</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US" sz="1100" b="1">
                          <a:effectLst/>
                          <a:latin typeface="Aptos Narrow" panose="020B0004020202020204" pitchFamily="34" charset="0"/>
                          <a:ea typeface="Calibri" panose="020F0502020204030204" pitchFamily="34" charset="0"/>
                        </a:rPr>
                        <a:t>268</a:t>
                      </a:r>
                      <a:endParaRPr lang="en-GB" sz="1100" b="1">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987706375"/>
                  </a:ext>
                </a:extLst>
              </a:tr>
              <a:tr h="208915">
                <a:tc>
                  <a:txBody>
                    <a:bodyPr/>
                    <a:lstStyle/>
                    <a:p>
                      <a:pPr algn="l" fontAlgn="b"/>
                      <a:r>
                        <a:rPr lang="en-GB" sz="1100" b="0" i="0" u="none" strike="noStrike">
                          <a:solidFill>
                            <a:srgbClr val="000000"/>
                          </a:solidFill>
                          <a:effectLst/>
                          <a:latin typeface="Aptos Narrow" panose="020B0004020202020204" pitchFamily="34" charset="0"/>
                        </a:rPr>
                        <a:t>Integration</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27</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37</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39</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13</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49</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US" sz="1100">
                          <a:effectLst/>
                          <a:latin typeface="Aptos Narrow" panose="020B0004020202020204" pitchFamily="34" charset="0"/>
                          <a:ea typeface="Calibri" panose="020F0502020204030204" pitchFamily="34" charset="0"/>
                        </a:rPr>
                        <a:t>12</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US" sz="1100" b="1">
                          <a:effectLst/>
                          <a:latin typeface="Aptos Narrow" panose="020B0004020202020204" pitchFamily="34" charset="0"/>
                          <a:ea typeface="Calibri" panose="020F0502020204030204" pitchFamily="34" charset="0"/>
                        </a:rPr>
                        <a:t>177</a:t>
                      </a:r>
                      <a:endParaRPr lang="en-GB" sz="1100" b="1">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1899081783"/>
                  </a:ext>
                </a:extLst>
              </a:tr>
              <a:tr h="208915">
                <a:tc>
                  <a:txBody>
                    <a:bodyPr/>
                    <a:lstStyle/>
                    <a:p>
                      <a:pPr algn="l" fontAlgn="b"/>
                      <a:r>
                        <a:rPr lang="en-US" sz="1100" b="0" i="0" u="none" strike="noStrike">
                          <a:solidFill>
                            <a:srgbClr val="000000"/>
                          </a:solidFill>
                          <a:effectLst/>
                          <a:latin typeface="Aptos Narrow" panose="020B0004020202020204" pitchFamily="34" charset="0"/>
                        </a:rPr>
                        <a:t>TOTAL</a:t>
                      </a:r>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b="1">
                          <a:solidFill>
                            <a:srgbClr val="000000"/>
                          </a:solidFill>
                          <a:effectLst/>
                          <a:latin typeface="Aptos Narrow" panose="020B0004020202020204" pitchFamily="34" charset="0"/>
                          <a:ea typeface="Calibri" panose="020F0502020204030204" pitchFamily="34" charset="0"/>
                        </a:rPr>
                        <a:t>93</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b="1">
                          <a:solidFill>
                            <a:srgbClr val="000000"/>
                          </a:solidFill>
                          <a:effectLst/>
                          <a:latin typeface="Aptos Narrow" panose="020B0004020202020204" pitchFamily="34" charset="0"/>
                          <a:ea typeface="Calibri" panose="020F0502020204030204" pitchFamily="34" charset="0"/>
                        </a:rPr>
                        <a:t>128</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b="1">
                          <a:solidFill>
                            <a:srgbClr val="000000"/>
                          </a:solidFill>
                          <a:effectLst/>
                          <a:latin typeface="Aptos Narrow" panose="020B0004020202020204" pitchFamily="34" charset="0"/>
                          <a:ea typeface="Calibri" panose="020F0502020204030204" pitchFamily="34" charset="0"/>
                        </a:rPr>
                        <a:t>203</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b="1">
                          <a:solidFill>
                            <a:srgbClr val="000000"/>
                          </a:solidFill>
                          <a:effectLst/>
                          <a:latin typeface="Aptos Narrow" panose="020B0004020202020204" pitchFamily="34" charset="0"/>
                          <a:ea typeface="Calibri" panose="020F0502020204030204" pitchFamily="34" charset="0"/>
                        </a:rPr>
                        <a:t>206</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b="1">
                          <a:solidFill>
                            <a:srgbClr val="000000"/>
                          </a:solidFill>
                          <a:effectLst/>
                          <a:latin typeface="Aptos Narrow" panose="020B0004020202020204" pitchFamily="34" charset="0"/>
                          <a:ea typeface="Calibri" panose="020F0502020204030204" pitchFamily="34" charset="0"/>
                        </a:rPr>
                        <a:t>350</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US" sz="1100" b="1">
                          <a:effectLst/>
                          <a:latin typeface="Aptos Narrow" panose="020B0004020202020204" pitchFamily="34" charset="0"/>
                          <a:ea typeface="Calibri" panose="020F0502020204030204" pitchFamily="34" charset="0"/>
                        </a:rPr>
                        <a:t>298</a:t>
                      </a:r>
                      <a:endParaRPr lang="en-GB" sz="1100" b="1">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US" sz="1100" b="1">
                          <a:effectLst/>
                          <a:latin typeface="Aptos Narrow" panose="020B0004020202020204" pitchFamily="34" charset="0"/>
                          <a:ea typeface="Calibri" panose="020F0502020204030204" pitchFamily="34" charset="0"/>
                        </a:rPr>
                        <a:t>1278</a:t>
                      </a:r>
                      <a:endParaRPr lang="en-GB" sz="1100" b="1">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951819291"/>
                  </a:ext>
                </a:extLst>
              </a:tr>
            </a:tbl>
          </a:graphicData>
        </a:graphic>
      </p:graphicFrame>
      <p:graphicFrame>
        <p:nvGraphicFramePr>
          <p:cNvPr id="20" name="Table 19">
            <a:extLst>
              <a:ext uri="{FF2B5EF4-FFF2-40B4-BE49-F238E27FC236}">
                <a16:creationId xmlns:a16="http://schemas.microsoft.com/office/drawing/2014/main" id="{E0F3FD63-124C-0BA2-CCF2-54E9EC4F9C08}"/>
              </a:ext>
            </a:extLst>
          </p:cNvPr>
          <p:cNvGraphicFramePr>
            <a:graphicFrameLocks noGrp="1"/>
          </p:cNvGraphicFramePr>
          <p:nvPr>
            <p:extLst>
              <p:ext uri="{D42A27DB-BD31-4B8C-83A1-F6EECF244321}">
                <p14:modId xmlns:p14="http://schemas.microsoft.com/office/powerpoint/2010/main" val="2326443054"/>
              </p:ext>
            </p:extLst>
          </p:nvPr>
        </p:nvGraphicFramePr>
        <p:xfrm>
          <a:off x="7112090" y="5237863"/>
          <a:ext cx="4332348" cy="506968"/>
        </p:xfrm>
        <a:graphic>
          <a:graphicData uri="http://schemas.openxmlformats.org/drawingml/2006/table">
            <a:tbl>
              <a:tblPr/>
              <a:tblGrid>
                <a:gridCol w="946298">
                  <a:extLst>
                    <a:ext uri="{9D8B030D-6E8A-4147-A177-3AD203B41FA5}">
                      <a16:colId xmlns:a16="http://schemas.microsoft.com/office/drawing/2014/main" val="2061253034"/>
                    </a:ext>
                  </a:extLst>
                </a:gridCol>
                <a:gridCol w="739998">
                  <a:extLst>
                    <a:ext uri="{9D8B030D-6E8A-4147-A177-3AD203B41FA5}">
                      <a16:colId xmlns:a16="http://schemas.microsoft.com/office/drawing/2014/main" val="51080525"/>
                    </a:ext>
                  </a:extLst>
                </a:gridCol>
                <a:gridCol w="870058">
                  <a:extLst>
                    <a:ext uri="{9D8B030D-6E8A-4147-A177-3AD203B41FA5}">
                      <a16:colId xmlns:a16="http://schemas.microsoft.com/office/drawing/2014/main" val="659920540"/>
                    </a:ext>
                  </a:extLst>
                </a:gridCol>
                <a:gridCol w="887997">
                  <a:extLst>
                    <a:ext uri="{9D8B030D-6E8A-4147-A177-3AD203B41FA5}">
                      <a16:colId xmlns:a16="http://schemas.microsoft.com/office/drawing/2014/main" val="3994035607"/>
                    </a:ext>
                  </a:extLst>
                </a:gridCol>
                <a:gridCol w="887997">
                  <a:extLst>
                    <a:ext uri="{9D8B030D-6E8A-4147-A177-3AD203B41FA5}">
                      <a16:colId xmlns:a16="http://schemas.microsoft.com/office/drawing/2014/main" val="3257384817"/>
                    </a:ext>
                  </a:extLst>
                </a:gridCol>
              </a:tblGrid>
              <a:tr h="253484">
                <a:tc rowSpan="2">
                  <a:txBody>
                    <a:bodyPr/>
                    <a:lstStyle/>
                    <a:p>
                      <a:pPr algn="ctr" fontAlgn="b"/>
                      <a:r>
                        <a:rPr lang="en-GB" sz="1100" b="1" i="0" u="none" strike="noStrike">
                          <a:solidFill>
                            <a:schemeClr val="bg1"/>
                          </a:solidFill>
                          <a:effectLst/>
                          <a:latin typeface="Aptos Narrow" panose="020B0004020202020204" pitchFamily="34" charset="0"/>
                        </a:rPr>
                        <a:t>Total defects</a:t>
                      </a:r>
                    </a:p>
                    <a:p>
                      <a:pPr algn="ctr" fontAlgn="b"/>
                      <a:r>
                        <a:rPr lang="en-GB" sz="1100" b="1" i="0" u="none" strike="noStrike">
                          <a:solidFill>
                            <a:schemeClr val="bg1"/>
                          </a:solidFill>
                          <a:effectLst/>
                          <a:latin typeface="Aptos Narrow" panose="020B0004020202020204" pitchFamily="34" charset="0"/>
                        </a:rPr>
                        <a:t>Including  S 6</a:t>
                      </a:r>
                      <a:endParaRPr lang="en-GB" sz="1100" b="0"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Reported</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Resolved</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US" sz="1100" b="1" i="0" u="none" strike="noStrike">
                          <a:solidFill>
                            <a:schemeClr val="bg1"/>
                          </a:solidFill>
                          <a:effectLst/>
                          <a:latin typeface="Aptos Narrow" panose="020B0004020202020204" pitchFamily="34" charset="0"/>
                        </a:rPr>
                        <a:t>Outstanding</a:t>
                      </a:r>
                      <a:r>
                        <a:rPr lang="en-GB" sz="1100" b="1" i="0" u="none" strike="noStrike">
                          <a:solidFill>
                            <a:schemeClr val="bg1"/>
                          </a:solidFill>
                          <a:effectLst/>
                          <a:latin typeface="Aptos Narrow" panose="020B0004020202020204" pitchFamily="34" charset="0"/>
                        </a:rPr>
                        <a:t>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1" i="0" u="none" strike="noStrike">
                          <a:solidFill>
                            <a:schemeClr val="bg1"/>
                          </a:solidFill>
                          <a:effectLst/>
                          <a:latin typeface="Aptos Narrow" panose="020B0004020202020204" pitchFamily="34" charset="0"/>
                        </a:rPr>
                        <a:t>Deferred</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extLst>
                  <a:ext uri="{0D108BD9-81ED-4DB2-BD59-A6C34878D82A}">
                    <a16:rowId xmlns:a16="http://schemas.microsoft.com/office/drawing/2014/main" val="686309050"/>
                  </a:ext>
                </a:extLst>
              </a:tr>
              <a:tr h="253484">
                <a:tc vMerge="1">
                  <a:txBody>
                    <a:bodyPr/>
                    <a:lstStyle/>
                    <a:p>
                      <a:endParaRPr/>
                    </a:p>
                  </a:txBody>
                  <a:tcPr marL="36000" marR="6350" marT="6350" marB="0" anchor="b">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tc>
                  <a:txBody>
                    <a:bodyPr/>
                    <a:lstStyle/>
                    <a:p>
                      <a:pPr algn="ctr" fontAlgn="b"/>
                      <a:r>
                        <a:rPr lang="en-GB" sz="1100" b="0" i="0" u="none" strike="noStrike">
                          <a:solidFill>
                            <a:srgbClr val="000000"/>
                          </a:solidFill>
                          <a:effectLst/>
                          <a:latin typeface="Aptos Narrow" panose="020B0004020202020204" pitchFamily="34" charset="0"/>
                        </a:rPr>
                        <a:t>278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GB" sz="1100" b="0" i="0" u="none" strike="noStrike">
                          <a:solidFill>
                            <a:srgbClr val="000000"/>
                          </a:solidFill>
                          <a:effectLst/>
                          <a:latin typeface="Aptos Narrow" panose="020B0004020202020204" pitchFamily="34" charset="0"/>
                        </a:rPr>
                        <a:t>230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GB" sz="1100" b="0" i="0" u="none" strike="noStrike">
                          <a:solidFill>
                            <a:srgbClr val="000000"/>
                          </a:solidFill>
                          <a:effectLst/>
                          <a:latin typeface="Aptos Narrow" panose="020B0004020202020204" pitchFamily="34" charset="0"/>
                        </a:rPr>
                        <a:t>18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GB" sz="1100" b="0" i="0" u="none" strike="noStrike">
                          <a:solidFill>
                            <a:srgbClr val="000000"/>
                          </a:solidFill>
                          <a:effectLst/>
                          <a:latin typeface="Aptos Narrow" panose="020B0004020202020204" pitchFamily="34" charset="0"/>
                        </a:rPr>
                        <a:t>30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3151678983"/>
                  </a:ext>
                </a:extLst>
              </a:tr>
            </a:tbl>
          </a:graphicData>
        </a:graphic>
      </p:graphicFrame>
      <p:sp>
        <p:nvSpPr>
          <p:cNvPr id="21" name="TextBox 20">
            <a:extLst>
              <a:ext uri="{FF2B5EF4-FFF2-40B4-BE49-F238E27FC236}">
                <a16:creationId xmlns:a16="http://schemas.microsoft.com/office/drawing/2014/main" id="{E09986D3-E7A6-CA1F-FE37-C411E4E693AF}"/>
              </a:ext>
            </a:extLst>
          </p:cNvPr>
          <p:cNvSpPr txBox="1"/>
          <p:nvPr/>
        </p:nvSpPr>
        <p:spPr>
          <a:xfrm>
            <a:off x="8699022" y="5746441"/>
            <a:ext cx="2745416" cy="215444"/>
          </a:xfrm>
          <a:prstGeom prst="rect">
            <a:avLst/>
          </a:prstGeom>
          <a:noFill/>
        </p:spPr>
        <p:txBody>
          <a:bodyPr wrap="square">
            <a:spAutoFit/>
          </a:bodyPr>
          <a:lstStyle/>
          <a:p>
            <a:pPr algn="ctr"/>
            <a:r>
              <a:rPr lang="en-GB" sz="800" i="1"/>
              <a:t> *  only defect with target resolution S1 – S6</a:t>
            </a:r>
          </a:p>
        </p:txBody>
      </p:sp>
    </p:spTree>
    <p:extLst>
      <p:ext uri="{BB962C8B-B14F-4D97-AF65-F5344CB8AC3E}">
        <p14:creationId xmlns:p14="http://schemas.microsoft.com/office/powerpoint/2010/main" val="283553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FCFCB-B59F-17EB-D822-917435176CF7}"/>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4D31AD79-526F-A144-071C-3AFFA3F89ABD}"/>
              </a:ext>
            </a:extLst>
          </p:cNvPr>
          <p:cNvSpPr txBox="1">
            <a:spLocks/>
          </p:cNvSpPr>
          <p:nvPr/>
        </p:nvSpPr>
        <p:spPr>
          <a:xfrm>
            <a:off x="0" y="3170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a:defRPr/>
            </a:pPr>
            <a:r>
              <a:rPr lang="en-GB">
                <a:solidFill>
                  <a:schemeClr val="tx1"/>
                </a:solidFill>
              </a:rPr>
              <a:t>User story demo and sign off</a:t>
            </a:r>
          </a:p>
        </p:txBody>
      </p:sp>
      <p:sp>
        <p:nvSpPr>
          <p:cNvPr id="3" name="Rectangle 2">
            <a:extLst>
              <a:ext uri="{FF2B5EF4-FFF2-40B4-BE49-F238E27FC236}">
                <a16:creationId xmlns:a16="http://schemas.microsoft.com/office/drawing/2014/main" id="{BE3E3E93-7D3F-E629-AA85-6B1773E423A5}"/>
              </a:ext>
            </a:extLst>
          </p:cNvPr>
          <p:cNvSpPr/>
          <p:nvPr/>
        </p:nvSpPr>
        <p:spPr>
          <a:xfrm>
            <a:off x="257448" y="1061123"/>
            <a:ext cx="1929384" cy="66841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Meeting invites</a:t>
            </a:r>
            <a:endParaRPr lang="en-GB" sz="1200" b="1"/>
          </a:p>
        </p:txBody>
      </p:sp>
      <p:sp>
        <p:nvSpPr>
          <p:cNvPr id="4" name="Rectangle 3">
            <a:extLst>
              <a:ext uri="{FF2B5EF4-FFF2-40B4-BE49-F238E27FC236}">
                <a16:creationId xmlns:a16="http://schemas.microsoft.com/office/drawing/2014/main" id="{483B2E8A-436F-A73E-D87A-301B46A16C43}"/>
              </a:ext>
            </a:extLst>
          </p:cNvPr>
          <p:cNvSpPr/>
          <p:nvPr/>
        </p:nvSpPr>
        <p:spPr>
          <a:xfrm>
            <a:off x="257448" y="2277739"/>
            <a:ext cx="1929384" cy="66841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Demo sessions</a:t>
            </a:r>
            <a:endParaRPr lang="en-GB" sz="1200" b="1"/>
          </a:p>
        </p:txBody>
      </p:sp>
      <p:sp>
        <p:nvSpPr>
          <p:cNvPr id="5" name="Rectangle 4">
            <a:extLst>
              <a:ext uri="{FF2B5EF4-FFF2-40B4-BE49-F238E27FC236}">
                <a16:creationId xmlns:a16="http://schemas.microsoft.com/office/drawing/2014/main" id="{CC4B2688-588C-E0E4-4921-BBA165B083D1}"/>
              </a:ext>
            </a:extLst>
          </p:cNvPr>
          <p:cNvSpPr/>
          <p:nvPr/>
        </p:nvSpPr>
        <p:spPr>
          <a:xfrm>
            <a:off x="257448" y="4285697"/>
            <a:ext cx="1929384" cy="66841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Summary of observations</a:t>
            </a:r>
            <a:endParaRPr lang="en-GB" sz="1200" b="1"/>
          </a:p>
        </p:txBody>
      </p:sp>
      <p:sp>
        <p:nvSpPr>
          <p:cNvPr id="6" name="Rectangle 5">
            <a:extLst>
              <a:ext uri="{FF2B5EF4-FFF2-40B4-BE49-F238E27FC236}">
                <a16:creationId xmlns:a16="http://schemas.microsoft.com/office/drawing/2014/main" id="{9243D5F9-91ED-0659-A3C6-9AB6C85CA6F9}"/>
              </a:ext>
            </a:extLst>
          </p:cNvPr>
          <p:cNvSpPr/>
          <p:nvPr/>
        </p:nvSpPr>
        <p:spPr>
          <a:xfrm>
            <a:off x="257610" y="5334019"/>
            <a:ext cx="1929384" cy="66841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Story moved to done</a:t>
            </a:r>
            <a:endParaRPr lang="en-GB" sz="1200" b="1"/>
          </a:p>
        </p:txBody>
      </p:sp>
      <p:sp>
        <p:nvSpPr>
          <p:cNvPr id="2" name="TextBox 1">
            <a:hlinkClick r:id="rId3" action="ppaction://hlinksldjump"/>
            <a:extLst>
              <a:ext uri="{FF2B5EF4-FFF2-40B4-BE49-F238E27FC236}">
                <a16:creationId xmlns:a16="http://schemas.microsoft.com/office/drawing/2014/main" id="{5EFF5A59-AF96-D0FD-3CC8-094316C92225}"/>
              </a:ext>
            </a:extLst>
          </p:cNvPr>
          <p:cNvSpPr txBox="1"/>
          <p:nvPr/>
        </p:nvSpPr>
        <p:spPr>
          <a:xfrm>
            <a:off x="11265029" y="6168189"/>
            <a:ext cx="936396" cy="307777"/>
          </a:xfrm>
          <a:prstGeom prst="rect">
            <a:avLst/>
          </a:prstGeom>
          <a:noFill/>
        </p:spPr>
        <p:txBody>
          <a:bodyPr wrap="square" rtlCol="0">
            <a:spAutoFit/>
          </a:bodyPr>
          <a:lstStyle/>
          <a:p>
            <a:pPr algn="ctr"/>
            <a:r>
              <a:rPr lang="en-US" sz="1400" b="1">
                <a:solidFill>
                  <a:srgbClr val="DC199B"/>
                </a:solidFill>
              </a:rPr>
              <a:t>&lt; Back</a:t>
            </a:r>
            <a:endParaRPr lang="en-GB" sz="1400" b="1">
              <a:solidFill>
                <a:srgbClr val="DC199B"/>
              </a:solidFill>
            </a:endParaRPr>
          </a:p>
        </p:txBody>
      </p:sp>
      <p:sp>
        <p:nvSpPr>
          <p:cNvPr id="7" name="TextBox 6">
            <a:extLst>
              <a:ext uri="{FF2B5EF4-FFF2-40B4-BE49-F238E27FC236}">
                <a16:creationId xmlns:a16="http://schemas.microsoft.com/office/drawing/2014/main" id="{A0842748-28EC-6835-226F-BAA854C0EF20}"/>
              </a:ext>
            </a:extLst>
          </p:cNvPr>
          <p:cNvSpPr txBox="1"/>
          <p:nvPr/>
        </p:nvSpPr>
        <p:spPr>
          <a:xfrm>
            <a:off x="2480707" y="1069235"/>
            <a:ext cx="8407727" cy="800219"/>
          </a:xfrm>
          <a:prstGeom prst="rect">
            <a:avLst/>
          </a:prstGeom>
          <a:solidFill>
            <a:srgbClr val="F9E7EF"/>
          </a:solidFill>
        </p:spPr>
        <p:txBody>
          <a:bodyPr wrap="square" lIns="91440" tIns="45720" rIns="91440" bIns="45720" rtlCol="0" anchor="t">
            <a:spAutoFit/>
          </a:bodyPr>
          <a:lstStyle/>
          <a:p>
            <a:pPr marL="171450" indent="-171450">
              <a:spcBef>
                <a:spcPts val="300"/>
              </a:spcBef>
              <a:spcAft>
                <a:spcPts val="300"/>
              </a:spcAft>
              <a:buFont typeface="Arial" panose="020B0604020202020204" pitchFamily="34" charset="0"/>
              <a:buChar char="•"/>
            </a:pPr>
            <a:r>
              <a:rPr lang="en-US" sz="1200">
                <a:solidFill>
                  <a:srgbClr val="DC199B"/>
                </a:solidFill>
              </a:rPr>
              <a:t>Pre-planned meeting invites agreed with PO, BA &amp; Build teams &amp; circulate begninng of sprint</a:t>
            </a:r>
          </a:p>
          <a:p>
            <a:pPr marL="171450" indent="-171450">
              <a:spcBef>
                <a:spcPts val="300"/>
              </a:spcBef>
              <a:spcAft>
                <a:spcPts val="300"/>
              </a:spcAft>
              <a:buFont typeface="Arial" panose="020B0604020202020204" pitchFamily="34" charset="0"/>
              <a:buChar char="•"/>
            </a:pPr>
            <a:r>
              <a:rPr lang="en-US" sz="1200">
                <a:solidFill>
                  <a:srgbClr val="DC199B"/>
                </a:solidFill>
              </a:rPr>
              <a:t>Ensure to share list of "Ready for Demo" user stories</a:t>
            </a:r>
          </a:p>
          <a:p>
            <a:pPr>
              <a:spcBef>
                <a:spcPts val="300"/>
              </a:spcBef>
              <a:spcAft>
                <a:spcPts val="300"/>
              </a:spcAft>
            </a:pPr>
            <a:r>
              <a:rPr lang="en-US" sz="1200">
                <a:solidFill>
                  <a:srgbClr val="DC199B"/>
                </a:solidFill>
              </a:rPr>
              <a:t>Note: QA team ensures Cloud Assurance standards ,  GUNIT logs &amp; Test coverage  for each user story as per DoD </a:t>
            </a:r>
          </a:p>
        </p:txBody>
      </p:sp>
      <p:sp>
        <p:nvSpPr>
          <p:cNvPr id="8" name="TextBox 7">
            <a:extLst>
              <a:ext uri="{FF2B5EF4-FFF2-40B4-BE49-F238E27FC236}">
                <a16:creationId xmlns:a16="http://schemas.microsoft.com/office/drawing/2014/main" id="{767B2EC0-3B9F-A2CA-A325-C14A45D6817C}"/>
              </a:ext>
            </a:extLst>
          </p:cNvPr>
          <p:cNvSpPr txBox="1"/>
          <p:nvPr/>
        </p:nvSpPr>
        <p:spPr>
          <a:xfrm>
            <a:off x="2480707" y="2267247"/>
            <a:ext cx="8407727" cy="1846659"/>
          </a:xfrm>
          <a:prstGeom prst="rect">
            <a:avLst/>
          </a:prstGeom>
          <a:solidFill>
            <a:srgbClr val="F9E7EF"/>
          </a:solidFill>
        </p:spPr>
        <p:txBody>
          <a:bodyPr wrap="square" rtlCol="0">
            <a:spAutoFit/>
          </a:bodyPr>
          <a:lstStyle/>
          <a:p>
            <a:pPr marL="171450" indent="-171450">
              <a:spcBef>
                <a:spcPts val="300"/>
              </a:spcBef>
              <a:spcAft>
                <a:spcPts val="300"/>
              </a:spcAft>
              <a:buFont typeface="Arial" panose="020B0604020202020204" pitchFamily="34" charset="0"/>
              <a:buChar char="•"/>
            </a:pPr>
            <a:r>
              <a:rPr lang="en-US" sz="1200">
                <a:solidFill>
                  <a:srgbClr val="DC199B"/>
                </a:solidFill>
              </a:rPr>
              <a:t>Demo covers below key aspects with application walkthrough:</a:t>
            </a:r>
          </a:p>
          <a:p>
            <a:pPr marL="628650" lvl="1" indent="-171450">
              <a:spcBef>
                <a:spcPts val="300"/>
              </a:spcBef>
              <a:spcAft>
                <a:spcPts val="300"/>
              </a:spcAft>
              <a:buFontTx/>
              <a:buChar char="-"/>
            </a:pPr>
            <a:r>
              <a:rPr lang="en-US" sz="1200">
                <a:solidFill>
                  <a:srgbClr val="DC199B"/>
                </a:solidFill>
              </a:rPr>
              <a:t>100% acceptance criteria</a:t>
            </a:r>
          </a:p>
          <a:p>
            <a:pPr marL="628650" lvl="1" indent="-171450">
              <a:spcBef>
                <a:spcPts val="300"/>
              </a:spcBef>
              <a:spcAft>
                <a:spcPts val="300"/>
              </a:spcAft>
              <a:buFontTx/>
              <a:buChar char="-"/>
            </a:pPr>
            <a:r>
              <a:rPr lang="en-US" sz="1200">
                <a:solidFill>
                  <a:srgbClr val="DC199B"/>
                </a:solidFill>
              </a:rPr>
              <a:t>Business rules</a:t>
            </a:r>
          </a:p>
          <a:p>
            <a:pPr marL="628650" lvl="1" indent="-171450">
              <a:spcBef>
                <a:spcPts val="300"/>
              </a:spcBef>
              <a:spcAft>
                <a:spcPts val="300"/>
              </a:spcAft>
              <a:buFontTx/>
              <a:buChar char="-"/>
            </a:pPr>
            <a:r>
              <a:rPr lang="en-US" sz="1200">
                <a:solidFill>
                  <a:srgbClr val="DC199B"/>
                </a:solidFill>
              </a:rPr>
              <a:t>FLS &amp; History events</a:t>
            </a:r>
          </a:p>
          <a:p>
            <a:pPr marL="628650" lvl="1" indent="-171450">
              <a:spcBef>
                <a:spcPts val="300"/>
              </a:spcBef>
              <a:spcAft>
                <a:spcPts val="300"/>
              </a:spcAft>
              <a:buFontTx/>
              <a:buChar char="-"/>
            </a:pPr>
            <a:r>
              <a:rPr lang="en-US" sz="1200">
                <a:solidFill>
                  <a:srgbClr val="DC199B"/>
                </a:solidFill>
              </a:rPr>
              <a:t>Role based</a:t>
            </a:r>
          </a:p>
          <a:p>
            <a:pPr marL="628650" lvl="1" indent="-171450">
              <a:spcBef>
                <a:spcPts val="300"/>
              </a:spcBef>
              <a:spcAft>
                <a:spcPts val="300"/>
              </a:spcAft>
              <a:buFontTx/>
              <a:buChar char="-"/>
            </a:pPr>
            <a:r>
              <a:rPr lang="en-US" sz="1200">
                <a:solidFill>
                  <a:srgbClr val="DC199B"/>
                </a:solidFill>
              </a:rPr>
              <a:t>Negative &amp; Boundary test conditions</a:t>
            </a:r>
          </a:p>
          <a:p>
            <a:pPr marL="628650" lvl="1" indent="-171450">
              <a:spcBef>
                <a:spcPts val="300"/>
              </a:spcBef>
              <a:spcAft>
                <a:spcPts val="300"/>
              </a:spcAft>
              <a:buFontTx/>
              <a:buChar char="-"/>
            </a:pPr>
            <a:r>
              <a:rPr lang="en-US" sz="1200">
                <a:solidFill>
                  <a:srgbClr val="DC199B"/>
                </a:solidFill>
              </a:rPr>
              <a:t>DoD checklist with evidences</a:t>
            </a:r>
          </a:p>
        </p:txBody>
      </p:sp>
      <p:sp>
        <p:nvSpPr>
          <p:cNvPr id="9" name="Arrow: Right 8">
            <a:extLst>
              <a:ext uri="{FF2B5EF4-FFF2-40B4-BE49-F238E27FC236}">
                <a16:creationId xmlns:a16="http://schemas.microsoft.com/office/drawing/2014/main" id="{55E08401-3782-7018-E747-B194F263412E}"/>
              </a:ext>
            </a:extLst>
          </p:cNvPr>
          <p:cNvSpPr/>
          <p:nvPr/>
        </p:nvSpPr>
        <p:spPr>
          <a:xfrm rot="5400000">
            <a:off x="1067000" y="1859049"/>
            <a:ext cx="283464" cy="277464"/>
          </a:xfrm>
          <a:prstGeom prst="rightArrow">
            <a:avLst/>
          </a:prstGeom>
          <a:solidFill>
            <a:srgbClr val="FDA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11" name="Arrow: Right 10">
            <a:extLst>
              <a:ext uri="{FF2B5EF4-FFF2-40B4-BE49-F238E27FC236}">
                <a16:creationId xmlns:a16="http://schemas.microsoft.com/office/drawing/2014/main" id="{7E672F11-A731-5C7D-5941-3DFD6CB82492}"/>
              </a:ext>
            </a:extLst>
          </p:cNvPr>
          <p:cNvSpPr/>
          <p:nvPr/>
        </p:nvSpPr>
        <p:spPr>
          <a:xfrm rot="5400000">
            <a:off x="1066996" y="3045597"/>
            <a:ext cx="283464" cy="277464"/>
          </a:xfrm>
          <a:prstGeom prst="rightArrow">
            <a:avLst/>
          </a:prstGeom>
          <a:solidFill>
            <a:srgbClr val="FDA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12" name="TextBox 11">
            <a:extLst>
              <a:ext uri="{FF2B5EF4-FFF2-40B4-BE49-F238E27FC236}">
                <a16:creationId xmlns:a16="http://schemas.microsoft.com/office/drawing/2014/main" id="{36C89D71-8ADD-8A67-2D2C-B3B4CACA46FF}"/>
              </a:ext>
            </a:extLst>
          </p:cNvPr>
          <p:cNvSpPr txBox="1"/>
          <p:nvPr/>
        </p:nvSpPr>
        <p:spPr>
          <a:xfrm>
            <a:off x="2480706" y="4315405"/>
            <a:ext cx="8407727" cy="800219"/>
          </a:xfrm>
          <a:prstGeom prst="rect">
            <a:avLst/>
          </a:prstGeom>
          <a:solidFill>
            <a:srgbClr val="F9E7EF"/>
          </a:solidFill>
        </p:spPr>
        <p:txBody>
          <a:bodyPr wrap="square" lIns="91440" tIns="45720" rIns="91440" bIns="45720" rtlCol="0" anchor="t">
            <a:spAutoFit/>
          </a:bodyPr>
          <a:lstStyle/>
          <a:p>
            <a:pPr marL="171450" indent="-171450">
              <a:spcBef>
                <a:spcPts val="300"/>
              </a:spcBef>
              <a:spcAft>
                <a:spcPts val="300"/>
              </a:spcAft>
              <a:buFont typeface="Arial" panose="020B0604020202020204" pitchFamily="34" charset="0"/>
              <a:buChar char="•"/>
            </a:pPr>
            <a:r>
              <a:rPr lang="en-US" sz="1200">
                <a:solidFill>
                  <a:srgbClr val="DC199B"/>
                </a:solidFill>
              </a:rPr>
              <a:t>Capture consolidated demo observations</a:t>
            </a:r>
          </a:p>
          <a:p>
            <a:pPr marL="171450" indent="-171450">
              <a:spcBef>
                <a:spcPts val="300"/>
              </a:spcBef>
              <a:spcAft>
                <a:spcPts val="300"/>
              </a:spcAft>
              <a:buFont typeface="Arial" panose="020B0604020202020204" pitchFamily="34" charset="0"/>
              <a:buChar char="•"/>
            </a:pPr>
            <a:r>
              <a:rPr lang="en-US" sz="1200">
                <a:solidFill>
                  <a:srgbClr val="DC199B"/>
                </a:solidFill>
              </a:rPr>
              <a:t>Discuss &amp; agree next steps on observations </a:t>
            </a:r>
          </a:p>
          <a:p>
            <a:pPr marL="171450" indent="-171450">
              <a:spcBef>
                <a:spcPts val="300"/>
              </a:spcBef>
              <a:spcAft>
                <a:spcPts val="300"/>
              </a:spcAft>
              <a:buFont typeface="Arial" panose="020B0604020202020204" pitchFamily="34" charset="0"/>
              <a:buChar char="•"/>
            </a:pPr>
            <a:r>
              <a:rPr lang="en-US" sz="1200">
                <a:solidFill>
                  <a:srgbClr val="DC199B"/>
                </a:solidFill>
              </a:rPr>
              <a:t>Ensure to log demo observation in JIRA for tracking  </a:t>
            </a:r>
          </a:p>
        </p:txBody>
      </p:sp>
      <p:sp>
        <p:nvSpPr>
          <p:cNvPr id="13" name="Arrow: Right 12">
            <a:extLst>
              <a:ext uri="{FF2B5EF4-FFF2-40B4-BE49-F238E27FC236}">
                <a16:creationId xmlns:a16="http://schemas.microsoft.com/office/drawing/2014/main" id="{7A93DE6E-CC79-6475-D4E7-3BE9ABDB056E}"/>
              </a:ext>
            </a:extLst>
          </p:cNvPr>
          <p:cNvSpPr/>
          <p:nvPr/>
        </p:nvSpPr>
        <p:spPr>
          <a:xfrm rot="5400000">
            <a:off x="1121422" y="4972370"/>
            <a:ext cx="283464" cy="277464"/>
          </a:xfrm>
          <a:prstGeom prst="rightArrow">
            <a:avLst/>
          </a:prstGeom>
          <a:solidFill>
            <a:srgbClr val="FDA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14" name="TextBox 13">
            <a:extLst>
              <a:ext uri="{FF2B5EF4-FFF2-40B4-BE49-F238E27FC236}">
                <a16:creationId xmlns:a16="http://schemas.microsoft.com/office/drawing/2014/main" id="{2AE8CDC1-7495-12A5-A2FF-034932583658}"/>
              </a:ext>
            </a:extLst>
          </p:cNvPr>
          <p:cNvSpPr txBox="1"/>
          <p:nvPr/>
        </p:nvSpPr>
        <p:spPr>
          <a:xfrm>
            <a:off x="2480705" y="5334019"/>
            <a:ext cx="8407727" cy="538609"/>
          </a:xfrm>
          <a:prstGeom prst="rect">
            <a:avLst/>
          </a:prstGeom>
          <a:solidFill>
            <a:srgbClr val="F9E7EF"/>
          </a:solidFill>
        </p:spPr>
        <p:txBody>
          <a:bodyPr wrap="square" lIns="91440" tIns="45720" rIns="91440" bIns="45720" rtlCol="0" anchor="t">
            <a:spAutoFit/>
          </a:bodyPr>
          <a:lstStyle/>
          <a:p>
            <a:pPr marL="171450" indent="-171450">
              <a:spcBef>
                <a:spcPts val="300"/>
              </a:spcBef>
              <a:spcAft>
                <a:spcPts val="300"/>
              </a:spcAft>
              <a:buFont typeface="Arial" panose="020B0604020202020204" pitchFamily="34" charset="0"/>
              <a:buChar char="•"/>
            </a:pPr>
            <a:r>
              <a:rPr lang="en-US" sz="1200">
                <a:solidFill>
                  <a:srgbClr val="DC199B"/>
                </a:solidFill>
              </a:rPr>
              <a:t>Successful demo of a user story will be assigned to designated PO in JIRA</a:t>
            </a:r>
          </a:p>
          <a:p>
            <a:pPr marL="171450" indent="-171450">
              <a:spcBef>
                <a:spcPts val="300"/>
              </a:spcBef>
              <a:spcAft>
                <a:spcPts val="300"/>
              </a:spcAft>
              <a:buFont typeface="Arial" panose="020B0604020202020204" pitchFamily="34" charset="0"/>
              <a:buChar char="•"/>
            </a:pPr>
            <a:r>
              <a:rPr lang="en-US" sz="1200">
                <a:solidFill>
                  <a:srgbClr val="DC199B"/>
                </a:solidFill>
              </a:rPr>
              <a:t> PO approves US </a:t>
            </a:r>
          </a:p>
        </p:txBody>
      </p:sp>
    </p:spTree>
    <p:extLst>
      <p:ext uri="{BB962C8B-B14F-4D97-AF65-F5344CB8AC3E}">
        <p14:creationId xmlns:p14="http://schemas.microsoft.com/office/powerpoint/2010/main" val="2467703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DB790-A3B8-36E9-BCFB-9A0881376F74}"/>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78B16C71-1EC6-8E5E-7CF3-4730B9E8331E}"/>
              </a:ext>
            </a:extLst>
          </p:cNvPr>
          <p:cNvSpPr>
            <a:spLocks/>
          </p:cNvSpPr>
          <p:nvPr/>
        </p:nvSpPr>
        <p:spPr>
          <a:xfrm>
            <a:off x="1679356" y="3339742"/>
            <a:ext cx="10117734" cy="1315390"/>
          </a:xfrm>
          <a:prstGeom prst="rect">
            <a:avLst/>
          </a:prstGeom>
          <a:solidFill>
            <a:srgbClr val="F9E7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0" name="Title 1">
            <a:extLst>
              <a:ext uri="{FF2B5EF4-FFF2-40B4-BE49-F238E27FC236}">
                <a16:creationId xmlns:a16="http://schemas.microsoft.com/office/drawing/2014/main" id="{A5B0BEFB-3FE9-DD42-EA23-EA28A1B7968E}"/>
              </a:ext>
            </a:extLst>
          </p:cNvPr>
          <p:cNvSpPr txBox="1">
            <a:spLocks/>
          </p:cNvSpPr>
          <p:nvPr/>
        </p:nvSpPr>
        <p:spPr>
          <a:xfrm>
            <a:off x="0" y="3170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a:defRPr/>
            </a:pPr>
            <a:r>
              <a:rPr lang="en-US">
                <a:solidFill>
                  <a:schemeClr val="tx1"/>
                </a:solidFill>
              </a:rPr>
              <a:t>In sprint test automation</a:t>
            </a:r>
            <a:endParaRPr lang="en-GB">
              <a:solidFill>
                <a:schemeClr val="tx1"/>
              </a:solidFill>
            </a:endParaRPr>
          </a:p>
        </p:txBody>
      </p:sp>
      <p:sp>
        <p:nvSpPr>
          <p:cNvPr id="2" name="TextBox 1">
            <a:hlinkClick r:id="rId3" action="ppaction://hlinksldjump"/>
            <a:extLst>
              <a:ext uri="{FF2B5EF4-FFF2-40B4-BE49-F238E27FC236}">
                <a16:creationId xmlns:a16="http://schemas.microsoft.com/office/drawing/2014/main" id="{C3790301-52C2-4F92-E656-D713AC5C7A74}"/>
              </a:ext>
            </a:extLst>
          </p:cNvPr>
          <p:cNvSpPr txBox="1"/>
          <p:nvPr/>
        </p:nvSpPr>
        <p:spPr>
          <a:xfrm>
            <a:off x="11265029" y="6168189"/>
            <a:ext cx="936396" cy="307777"/>
          </a:xfrm>
          <a:prstGeom prst="rect">
            <a:avLst/>
          </a:prstGeom>
          <a:noFill/>
        </p:spPr>
        <p:txBody>
          <a:bodyPr wrap="square" rtlCol="0">
            <a:spAutoFit/>
          </a:bodyPr>
          <a:lstStyle/>
          <a:p>
            <a:pPr algn="ctr"/>
            <a:r>
              <a:rPr lang="en-US" sz="1400" b="1">
                <a:solidFill>
                  <a:srgbClr val="DC199B"/>
                </a:solidFill>
              </a:rPr>
              <a:t>&lt; Back</a:t>
            </a:r>
            <a:endParaRPr lang="en-GB" sz="1400" b="1">
              <a:solidFill>
                <a:srgbClr val="DC199B"/>
              </a:solidFill>
            </a:endParaRPr>
          </a:p>
        </p:txBody>
      </p:sp>
      <p:sp>
        <p:nvSpPr>
          <p:cNvPr id="4" name="TextBox 3">
            <a:extLst>
              <a:ext uri="{FF2B5EF4-FFF2-40B4-BE49-F238E27FC236}">
                <a16:creationId xmlns:a16="http://schemas.microsoft.com/office/drawing/2014/main" id="{74C8D19A-BB2B-9C37-BA29-180F0C88A18B}"/>
              </a:ext>
            </a:extLst>
          </p:cNvPr>
          <p:cNvSpPr txBox="1"/>
          <p:nvPr/>
        </p:nvSpPr>
        <p:spPr>
          <a:xfrm>
            <a:off x="7227879" y="2122537"/>
            <a:ext cx="4637469" cy="215444"/>
          </a:xfrm>
          <a:prstGeom prst="rect">
            <a:avLst/>
          </a:prstGeom>
          <a:noFill/>
        </p:spPr>
        <p:txBody>
          <a:bodyPr wrap="square">
            <a:spAutoFit/>
          </a:bodyPr>
          <a:lstStyle/>
          <a:p>
            <a:pPr algn="r"/>
            <a:r>
              <a:rPr lang="en-GB" sz="800" i="1"/>
              <a:t>** Projects tend to include a range of 50-70% of functional coverage in automatable regression</a:t>
            </a:r>
          </a:p>
        </p:txBody>
      </p:sp>
      <p:sp>
        <p:nvSpPr>
          <p:cNvPr id="5" name="TextBox 4">
            <a:extLst>
              <a:ext uri="{FF2B5EF4-FFF2-40B4-BE49-F238E27FC236}">
                <a16:creationId xmlns:a16="http://schemas.microsoft.com/office/drawing/2014/main" id="{05072EE4-5638-00A5-55D2-E9276846CB21}"/>
              </a:ext>
            </a:extLst>
          </p:cNvPr>
          <p:cNvSpPr txBox="1"/>
          <p:nvPr/>
        </p:nvSpPr>
        <p:spPr>
          <a:xfrm>
            <a:off x="2186379" y="2122537"/>
            <a:ext cx="4802903" cy="215444"/>
          </a:xfrm>
          <a:prstGeom prst="rect">
            <a:avLst/>
          </a:prstGeom>
          <a:noFill/>
        </p:spPr>
        <p:txBody>
          <a:bodyPr wrap="square">
            <a:spAutoFit/>
          </a:bodyPr>
          <a:lstStyle/>
          <a:p>
            <a:pPr algn="r"/>
            <a:r>
              <a:rPr lang="en-GB" sz="800" i="1"/>
              <a:t>* Assessment log in share point. 8 in PC are assessment in progress</a:t>
            </a:r>
          </a:p>
        </p:txBody>
      </p:sp>
      <p:graphicFrame>
        <p:nvGraphicFramePr>
          <p:cNvPr id="6" name="Table 5">
            <a:extLst>
              <a:ext uri="{FF2B5EF4-FFF2-40B4-BE49-F238E27FC236}">
                <a16:creationId xmlns:a16="http://schemas.microsoft.com/office/drawing/2014/main" id="{38F8B45B-00DB-EABE-A882-4C74FF21388A}"/>
              </a:ext>
            </a:extLst>
          </p:cNvPr>
          <p:cNvGraphicFramePr>
            <a:graphicFrameLocks noGrp="1"/>
          </p:cNvGraphicFramePr>
          <p:nvPr>
            <p:extLst>
              <p:ext uri="{D42A27DB-BD31-4B8C-83A1-F6EECF244321}">
                <p14:modId xmlns:p14="http://schemas.microsoft.com/office/powerpoint/2010/main" val="1765746071"/>
              </p:ext>
            </p:extLst>
          </p:nvPr>
        </p:nvGraphicFramePr>
        <p:xfrm>
          <a:off x="1707401" y="2394131"/>
          <a:ext cx="10124850" cy="417830"/>
        </p:xfrm>
        <a:graphic>
          <a:graphicData uri="http://schemas.openxmlformats.org/drawingml/2006/table">
            <a:tbl>
              <a:tblPr/>
              <a:tblGrid>
                <a:gridCol w="1863610">
                  <a:extLst>
                    <a:ext uri="{9D8B030D-6E8A-4147-A177-3AD203B41FA5}">
                      <a16:colId xmlns:a16="http://schemas.microsoft.com/office/drawing/2014/main" val="2745909232"/>
                    </a:ext>
                  </a:extLst>
                </a:gridCol>
                <a:gridCol w="1496289">
                  <a:extLst>
                    <a:ext uri="{9D8B030D-6E8A-4147-A177-3AD203B41FA5}">
                      <a16:colId xmlns:a16="http://schemas.microsoft.com/office/drawing/2014/main" val="3544945503"/>
                    </a:ext>
                  </a:extLst>
                </a:gridCol>
                <a:gridCol w="1552575">
                  <a:extLst>
                    <a:ext uri="{9D8B030D-6E8A-4147-A177-3AD203B41FA5}">
                      <a16:colId xmlns:a16="http://schemas.microsoft.com/office/drawing/2014/main" val="675224739"/>
                    </a:ext>
                  </a:extLst>
                </a:gridCol>
                <a:gridCol w="2247900">
                  <a:extLst>
                    <a:ext uri="{9D8B030D-6E8A-4147-A177-3AD203B41FA5}">
                      <a16:colId xmlns:a16="http://schemas.microsoft.com/office/drawing/2014/main" val="3083180534"/>
                    </a:ext>
                  </a:extLst>
                </a:gridCol>
                <a:gridCol w="2964476">
                  <a:extLst>
                    <a:ext uri="{9D8B030D-6E8A-4147-A177-3AD203B41FA5}">
                      <a16:colId xmlns:a16="http://schemas.microsoft.com/office/drawing/2014/main" val="1994254279"/>
                    </a:ext>
                  </a:extLst>
                </a:gridCol>
              </a:tblGrid>
              <a:tr h="208915">
                <a:tc rowSpan="2">
                  <a:txBody>
                    <a:bodyPr/>
                    <a:lstStyle/>
                    <a:p>
                      <a:pPr algn="ctr" fontAlgn="b"/>
                      <a:r>
                        <a:rPr lang="en-US" sz="1100" b="1" i="0" u="none" strike="noStrike" kern="1200">
                          <a:solidFill>
                            <a:schemeClr val="bg1"/>
                          </a:solidFill>
                          <a:effectLst/>
                          <a:latin typeface="Aptos Narrow" panose="020B0004020202020204" pitchFamily="34" charset="0"/>
                          <a:ea typeface="+mn-ea"/>
                          <a:cs typeface="+mn-cs"/>
                        </a:rPr>
                        <a:t>Test cases execution</a:t>
                      </a:r>
                    </a:p>
                    <a:p>
                      <a:pPr algn="ctr" fontAlgn="b"/>
                      <a:r>
                        <a:rPr lang="en-US" sz="1100" b="1" i="0" u="none" strike="noStrike" kern="1200">
                          <a:solidFill>
                            <a:schemeClr val="bg1"/>
                          </a:solidFill>
                          <a:effectLst/>
                          <a:latin typeface="Aptos Narrow" panose="020B0004020202020204" pitchFamily="34" charset="0"/>
                          <a:ea typeface="+mn-ea"/>
                          <a:cs typeface="+mn-cs"/>
                        </a:rPr>
                        <a:t>till end of Sprint 5</a:t>
                      </a:r>
                      <a:endParaRPr lang="en-GB" sz="1100" b="1" i="0" u="none" strike="noStrike" kern="1200">
                        <a:solidFill>
                          <a:schemeClr val="bg1"/>
                        </a:solidFill>
                        <a:effectLst/>
                        <a:latin typeface="Aptos Narrow" panose="020B0004020202020204" pitchFamily="34" charset="0"/>
                        <a:ea typeface="+mn-ea"/>
                        <a:cs typeface="+mn-cs"/>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kern="1200">
                          <a:solidFill>
                            <a:schemeClr val="bg1"/>
                          </a:solidFill>
                          <a:effectLst/>
                          <a:latin typeface="Aptos Narrow" panose="020B0004020202020204" pitchFamily="34" charset="0"/>
                          <a:ea typeface="+mn-ea"/>
                          <a:cs typeface="+mn-cs"/>
                        </a:rPr>
                        <a:t>BZ Billing </a:t>
                      </a:r>
                      <a:r>
                        <a:rPr lang="en-GB" sz="1100" b="1" i="0" u="none" strike="noStrike" kern="1200" err="1">
                          <a:solidFill>
                            <a:schemeClr val="bg1"/>
                          </a:solidFill>
                          <a:effectLst/>
                          <a:latin typeface="Aptos Narrow" panose="020B0004020202020204" pitchFamily="34" charset="0"/>
                          <a:ea typeface="+mn-ea"/>
                          <a:cs typeface="+mn-cs"/>
                        </a:rPr>
                        <a:t>Center</a:t>
                      </a:r>
                      <a:endParaRPr lang="en-GB" sz="1100" b="1" i="0" u="none" strike="noStrike" kern="1200">
                        <a:solidFill>
                          <a:schemeClr val="bg1"/>
                        </a:solidFill>
                        <a:effectLst/>
                        <a:latin typeface="Aptos Narrow" panose="020B0004020202020204" pitchFamily="34" charset="0"/>
                        <a:ea typeface="+mn-ea"/>
                        <a:cs typeface="+mn-cs"/>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kern="1200">
                          <a:solidFill>
                            <a:schemeClr val="bg1"/>
                          </a:solidFill>
                          <a:effectLst/>
                          <a:latin typeface="Aptos Narrow" panose="020B0004020202020204" pitchFamily="34" charset="0"/>
                          <a:ea typeface="+mn-ea"/>
                          <a:cs typeface="+mn-cs"/>
                        </a:rPr>
                        <a:t>BZ Integration</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kern="1200">
                          <a:solidFill>
                            <a:schemeClr val="bg1"/>
                          </a:solidFill>
                          <a:effectLst/>
                          <a:latin typeface="Aptos Narrow" panose="020B0004020202020204" pitchFamily="34" charset="0"/>
                          <a:ea typeface="+mn-ea"/>
                          <a:cs typeface="+mn-cs"/>
                        </a:rPr>
                        <a:t>BZ Policy Center</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kern="1200">
                          <a:solidFill>
                            <a:schemeClr val="bg1"/>
                          </a:solidFill>
                          <a:effectLst/>
                          <a:latin typeface="Aptos Narrow" panose="020B0004020202020204" pitchFamily="34" charset="0"/>
                          <a:ea typeface="+mn-ea"/>
                          <a:cs typeface="+mn-cs"/>
                        </a:rPr>
                        <a:t>Total (test run in progress, count may vary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extLst>
                  <a:ext uri="{0D108BD9-81ED-4DB2-BD59-A6C34878D82A}">
                    <a16:rowId xmlns:a16="http://schemas.microsoft.com/office/drawing/2014/main" val="3797848306"/>
                  </a:ext>
                </a:extLst>
              </a:tr>
              <a:tr h="208915">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0" algn="ctr" defTabSz="914400" rtl="0" eaLnBrk="1" fontAlgn="b" latinLnBrk="0" hangingPunct="1"/>
                      <a:r>
                        <a:rPr lang="en-US" sz="1100" b="0" i="0" u="none" strike="noStrike" kern="1200">
                          <a:solidFill>
                            <a:srgbClr val="000000"/>
                          </a:solidFill>
                          <a:effectLst/>
                          <a:latin typeface="Aptos Narrow" panose="020B0004020202020204" pitchFamily="34" charset="0"/>
                          <a:ea typeface="+mn-ea"/>
                          <a:cs typeface="+mn-cs"/>
                        </a:rPr>
                        <a:t>112</a:t>
                      </a:r>
                      <a:endParaRPr lang="en-GB" sz="11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0" algn="ctr" defTabSz="914400" rtl="0" eaLnBrk="1" fontAlgn="b" latinLnBrk="0" hangingPunct="1"/>
                      <a:r>
                        <a:rPr lang="en-US" sz="1100" b="0" i="0" u="none" strike="noStrike" kern="1200">
                          <a:solidFill>
                            <a:srgbClr val="000000"/>
                          </a:solidFill>
                          <a:effectLst/>
                          <a:latin typeface="Aptos Narrow" panose="020B0004020202020204" pitchFamily="34" charset="0"/>
                          <a:ea typeface="+mn-ea"/>
                          <a:cs typeface="+mn-cs"/>
                        </a:rPr>
                        <a:t>70</a:t>
                      </a:r>
                      <a:endParaRPr lang="en-GB" sz="11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0" algn="ctr" defTabSz="914400" rtl="0" eaLnBrk="1" fontAlgn="b" latinLnBrk="0" hangingPunct="1"/>
                      <a:r>
                        <a:rPr lang="en-US" sz="1100" b="0" i="0" u="none" strike="noStrike" kern="1200">
                          <a:solidFill>
                            <a:srgbClr val="000000"/>
                          </a:solidFill>
                          <a:effectLst/>
                          <a:latin typeface="Aptos Narrow" panose="020B0004020202020204" pitchFamily="34" charset="0"/>
                          <a:ea typeface="+mn-ea"/>
                          <a:cs typeface="+mn-cs"/>
                        </a:rPr>
                        <a:t>261</a:t>
                      </a:r>
                      <a:endParaRPr lang="en-GB" sz="11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0" algn="ctr" defTabSz="914400" rtl="0" eaLnBrk="1" fontAlgn="b" latinLnBrk="0" hangingPunct="1"/>
                      <a:r>
                        <a:rPr lang="en-US" sz="1100" b="0" i="0" u="none" strike="noStrike" kern="1200">
                          <a:solidFill>
                            <a:srgbClr val="000000"/>
                          </a:solidFill>
                          <a:effectLst/>
                          <a:latin typeface="Aptos Narrow" panose="020B0004020202020204" pitchFamily="34" charset="0"/>
                          <a:ea typeface="+mn-ea"/>
                          <a:cs typeface="+mn-cs"/>
                        </a:rPr>
                        <a:t>443</a:t>
                      </a:r>
                      <a:endParaRPr lang="en-GB" sz="11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3649545423"/>
                  </a:ext>
                </a:extLst>
              </a:tr>
            </a:tbl>
          </a:graphicData>
        </a:graphic>
      </p:graphicFrame>
      <p:graphicFrame>
        <p:nvGraphicFramePr>
          <p:cNvPr id="7" name="Table 6">
            <a:extLst>
              <a:ext uri="{FF2B5EF4-FFF2-40B4-BE49-F238E27FC236}">
                <a16:creationId xmlns:a16="http://schemas.microsoft.com/office/drawing/2014/main" id="{D58A86D6-53D3-1C95-1431-81DF391A762E}"/>
              </a:ext>
            </a:extLst>
          </p:cNvPr>
          <p:cNvGraphicFramePr>
            <a:graphicFrameLocks noGrp="1"/>
          </p:cNvGraphicFramePr>
          <p:nvPr>
            <p:extLst>
              <p:ext uri="{D42A27DB-BD31-4B8C-83A1-F6EECF244321}">
                <p14:modId xmlns:p14="http://schemas.microsoft.com/office/powerpoint/2010/main" val="1717138722"/>
              </p:ext>
            </p:extLst>
          </p:nvPr>
        </p:nvGraphicFramePr>
        <p:xfrm>
          <a:off x="1707401" y="1234793"/>
          <a:ext cx="10124850" cy="878474"/>
        </p:xfrm>
        <a:graphic>
          <a:graphicData uri="http://schemas.openxmlformats.org/drawingml/2006/table">
            <a:tbl>
              <a:tblPr/>
              <a:tblGrid>
                <a:gridCol w="2284012">
                  <a:extLst>
                    <a:ext uri="{9D8B030D-6E8A-4147-A177-3AD203B41FA5}">
                      <a16:colId xmlns:a16="http://schemas.microsoft.com/office/drawing/2014/main" val="1897536032"/>
                    </a:ext>
                  </a:extLst>
                </a:gridCol>
                <a:gridCol w="1988393">
                  <a:extLst>
                    <a:ext uri="{9D8B030D-6E8A-4147-A177-3AD203B41FA5}">
                      <a16:colId xmlns:a16="http://schemas.microsoft.com/office/drawing/2014/main" val="1948884156"/>
                    </a:ext>
                  </a:extLst>
                </a:gridCol>
                <a:gridCol w="3027762">
                  <a:extLst>
                    <a:ext uri="{9D8B030D-6E8A-4147-A177-3AD203B41FA5}">
                      <a16:colId xmlns:a16="http://schemas.microsoft.com/office/drawing/2014/main" val="2161862263"/>
                    </a:ext>
                  </a:extLst>
                </a:gridCol>
                <a:gridCol w="2824683">
                  <a:extLst>
                    <a:ext uri="{9D8B030D-6E8A-4147-A177-3AD203B41FA5}">
                      <a16:colId xmlns:a16="http://schemas.microsoft.com/office/drawing/2014/main" val="1929926307"/>
                    </a:ext>
                  </a:extLst>
                </a:gridCol>
              </a:tblGrid>
              <a:tr h="292627">
                <a:tc>
                  <a:txBody>
                    <a:bodyPr/>
                    <a:lstStyle/>
                    <a:p>
                      <a:pPr algn="ctr" fontAlgn="b"/>
                      <a:r>
                        <a:rPr lang="en-US" sz="1100" b="1" i="0" u="none" strike="noStrike">
                          <a:solidFill>
                            <a:schemeClr val="bg1"/>
                          </a:solidFill>
                          <a:effectLst/>
                          <a:latin typeface="Aptos Narrow" panose="020B0004020202020204" pitchFamily="34" charset="0"/>
                        </a:rPr>
                        <a:t>Work streams</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US" sz="1100" b="1" i="0" u="none" strike="noStrike">
                          <a:solidFill>
                            <a:schemeClr val="bg1"/>
                          </a:solidFill>
                          <a:effectLst/>
                          <a:latin typeface="Aptos Narrow" panose="020B0004020202020204" pitchFamily="34" charset="0"/>
                        </a:rPr>
                        <a:t>Testable user stories</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US" sz="1100" b="1" i="0" u="none" strike="noStrike">
                          <a:solidFill>
                            <a:schemeClr val="bg1"/>
                          </a:solidFill>
                          <a:effectLst/>
                          <a:latin typeface="Aptos Narrow" panose="020B0004020202020204" pitchFamily="34" charset="0"/>
                        </a:rPr>
                        <a:t>Automatable Candidates for</a:t>
                      </a:r>
                    </a:p>
                    <a:p>
                      <a:pPr algn="ctr" fontAlgn="b"/>
                      <a:r>
                        <a:rPr lang="en-US" sz="1100" b="1" i="0" u="none" strike="noStrike">
                          <a:solidFill>
                            <a:schemeClr val="bg1"/>
                          </a:solidFill>
                          <a:effectLst/>
                          <a:latin typeface="Aptos Narrow" panose="020B0004020202020204" pitchFamily="34" charset="0"/>
                        </a:rPr>
                        <a:t>Regression Testing *</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US" sz="1100" b="1" i="0" u="none" strike="noStrike">
                          <a:solidFill>
                            <a:schemeClr val="bg1"/>
                          </a:solidFill>
                          <a:effectLst/>
                          <a:latin typeface="Aptos Narrow" panose="020B0004020202020204" pitchFamily="34" charset="0"/>
                        </a:rPr>
                        <a:t>% of  functional coverage</a:t>
                      </a:r>
                    </a:p>
                    <a:p>
                      <a:pPr algn="ctr" fontAlgn="b"/>
                      <a:r>
                        <a:rPr lang="en-US" sz="1100" b="1" i="0" u="none" strike="noStrike">
                          <a:solidFill>
                            <a:schemeClr val="bg1"/>
                          </a:solidFill>
                          <a:effectLst/>
                          <a:latin typeface="Aptos Narrow" panose="020B0004020202020204" pitchFamily="34" charset="0"/>
                        </a:rPr>
                        <a:t>automated for regression testing **</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extLst>
                  <a:ext uri="{0D108BD9-81ED-4DB2-BD59-A6C34878D82A}">
                    <a16:rowId xmlns:a16="http://schemas.microsoft.com/office/drawing/2014/main" val="1823900041"/>
                  </a:ext>
                </a:extLst>
              </a:tr>
              <a:tr h="178948">
                <a:tc>
                  <a:txBody>
                    <a:bodyPr/>
                    <a:lstStyle/>
                    <a:p>
                      <a:pPr algn="ctr" fontAlgn="b"/>
                      <a:r>
                        <a:rPr lang="en-US" sz="1100" b="0" i="0" u="none" strike="noStrike">
                          <a:solidFill>
                            <a:srgbClr val="000000"/>
                          </a:solidFill>
                          <a:effectLst/>
                          <a:latin typeface="Aptos Narrow" panose="020B0004020202020204" pitchFamily="34" charset="0"/>
                        </a:rPr>
                        <a:t>Policy Center</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84</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64</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76%</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941848942"/>
                  </a:ext>
                </a:extLst>
              </a:tr>
              <a:tr h="178948">
                <a:tc>
                  <a:txBody>
                    <a:bodyPr/>
                    <a:lstStyle/>
                    <a:p>
                      <a:pPr algn="ctr" fontAlgn="b"/>
                      <a:r>
                        <a:rPr lang="en-US" sz="1100" b="0" i="0" u="none" strike="noStrike">
                          <a:solidFill>
                            <a:srgbClr val="000000"/>
                          </a:solidFill>
                          <a:effectLst/>
                          <a:latin typeface="Aptos Narrow" panose="020B0004020202020204" pitchFamily="34" charset="0"/>
                        </a:rPr>
                        <a:t>Billing Center</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59</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52</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88%</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1064636795"/>
                  </a:ext>
                </a:extLst>
              </a:tr>
              <a:tr h="178948">
                <a:tc>
                  <a:txBody>
                    <a:bodyPr/>
                    <a:lstStyle/>
                    <a:p>
                      <a:pPr algn="ctr" fontAlgn="b"/>
                      <a:r>
                        <a:rPr lang="en-US" sz="1100" b="0" i="0" u="none" strike="noStrike">
                          <a:solidFill>
                            <a:srgbClr val="000000"/>
                          </a:solidFill>
                          <a:effectLst/>
                          <a:latin typeface="Aptos Narrow" panose="020B0004020202020204" pitchFamily="34" charset="0"/>
                        </a:rPr>
                        <a:t>Integration</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26</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21</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80%</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2704353126"/>
                  </a:ext>
                </a:extLst>
              </a:tr>
            </a:tbl>
          </a:graphicData>
        </a:graphic>
      </p:graphicFrame>
      <p:sp>
        <p:nvSpPr>
          <p:cNvPr id="8" name="Rectangle 7">
            <a:extLst>
              <a:ext uri="{FF2B5EF4-FFF2-40B4-BE49-F238E27FC236}">
                <a16:creationId xmlns:a16="http://schemas.microsoft.com/office/drawing/2014/main" id="{B69407A4-BA90-5470-4392-E281D2DE93BB}"/>
              </a:ext>
            </a:extLst>
          </p:cNvPr>
          <p:cNvSpPr/>
          <p:nvPr/>
        </p:nvSpPr>
        <p:spPr>
          <a:xfrm>
            <a:off x="159448" y="1234793"/>
            <a:ext cx="1309356" cy="1577167"/>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Determine the scope</a:t>
            </a:r>
          </a:p>
          <a:p>
            <a:pPr algn="ctr"/>
            <a:endParaRPr lang="en-US" sz="1200" b="1"/>
          </a:p>
          <a:p>
            <a:pPr algn="ctr"/>
            <a:r>
              <a:rPr lang="en-US" sz="1200" b="1"/>
              <a:t>Sprint 1 - 5</a:t>
            </a:r>
            <a:endParaRPr lang="en-GB" sz="1200" b="1"/>
          </a:p>
        </p:txBody>
      </p:sp>
      <p:grpSp>
        <p:nvGrpSpPr>
          <p:cNvPr id="26" name="Group 25">
            <a:extLst>
              <a:ext uri="{FF2B5EF4-FFF2-40B4-BE49-F238E27FC236}">
                <a16:creationId xmlns:a16="http://schemas.microsoft.com/office/drawing/2014/main" id="{AC4D82F6-18E4-3C99-4D84-1B3E80ED2ECF}"/>
              </a:ext>
            </a:extLst>
          </p:cNvPr>
          <p:cNvGrpSpPr/>
          <p:nvPr/>
        </p:nvGrpSpPr>
        <p:grpSpPr>
          <a:xfrm>
            <a:off x="2770874" y="3378312"/>
            <a:ext cx="8164801" cy="1184020"/>
            <a:chOff x="2757908" y="3419800"/>
            <a:chExt cx="8164801" cy="1184020"/>
          </a:xfrm>
        </p:grpSpPr>
        <p:pic>
          <p:nvPicPr>
            <p:cNvPr id="9" name="Picture 8">
              <a:extLst>
                <a:ext uri="{FF2B5EF4-FFF2-40B4-BE49-F238E27FC236}">
                  <a16:creationId xmlns:a16="http://schemas.microsoft.com/office/drawing/2014/main" id="{652432B7-4922-D128-C1D5-186A0E6B546D}"/>
                </a:ext>
              </a:extLst>
            </p:cNvPr>
            <p:cNvPicPr>
              <a:picLocks noChangeAspect="1"/>
            </p:cNvPicPr>
            <p:nvPr/>
          </p:nvPicPr>
          <p:blipFill>
            <a:blip r:embed="rId4"/>
            <a:stretch>
              <a:fillRect/>
            </a:stretch>
          </p:blipFill>
          <p:spPr>
            <a:xfrm>
              <a:off x="4920494" y="3601850"/>
              <a:ext cx="543839" cy="539015"/>
            </a:xfrm>
            <a:prstGeom prst="ellipse">
              <a:avLst/>
            </a:prstGeom>
            <a:ln w="63500" cap="rnd">
              <a:solidFill>
                <a:schemeClr val="bg1">
                  <a:lumMod val="85000"/>
                </a:schemeClr>
              </a:solidFill>
            </a:ln>
            <a:effectLst/>
            <a:scene3d>
              <a:camera prst="orthographicFront"/>
              <a:lightRig rig="contrasting" dir="t">
                <a:rot lat="0" lon="0" rev="3000000"/>
              </a:lightRig>
            </a:scene3d>
            <a:sp3d contourW="7620">
              <a:bevelT w="95250" h="31750"/>
              <a:contourClr>
                <a:srgbClr val="333333"/>
              </a:contourClr>
            </a:sp3d>
          </p:spPr>
        </p:pic>
        <p:pic>
          <p:nvPicPr>
            <p:cNvPr id="12" name="Picture 11">
              <a:extLst>
                <a:ext uri="{FF2B5EF4-FFF2-40B4-BE49-F238E27FC236}">
                  <a16:creationId xmlns:a16="http://schemas.microsoft.com/office/drawing/2014/main" id="{095ADC4C-295F-AFD0-884A-53773D3D09D5}"/>
                </a:ext>
              </a:extLst>
            </p:cNvPr>
            <p:cNvPicPr>
              <a:picLocks noChangeAspect="1"/>
            </p:cNvPicPr>
            <p:nvPr/>
          </p:nvPicPr>
          <p:blipFill>
            <a:blip r:embed="rId5"/>
            <a:stretch>
              <a:fillRect/>
            </a:stretch>
          </p:blipFill>
          <p:spPr>
            <a:xfrm>
              <a:off x="7849311" y="3534524"/>
              <a:ext cx="606392" cy="558508"/>
            </a:xfrm>
            <a:prstGeom prst="ellipse">
              <a:avLst/>
            </a:prstGeom>
            <a:ln w="63500" cap="rnd">
              <a:solidFill>
                <a:schemeClr val="bg1">
                  <a:lumMod val="85000"/>
                </a:schemeClr>
              </a:solidFill>
            </a:ln>
            <a:effectLst/>
            <a:scene3d>
              <a:camera prst="orthographicFront"/>
              <a:lightRig rig="contrasting" dir="t">
                <a:rot lat="0" lon="0" rev="3000000"/>
              </a:lightRig>
            </a:scene3d>
            <a:sp3d contourW="7620">
              <a:bevelT w="95250" h="31750"/>
              <a:contourClr>
                <a:srgbClr val="333333"/>
              </a:contourClr>
            </a:sp3d>
          </p:spPr>
        </p:pic>
        <p:sp>
          <p:nvSpPr>
            <p:cNvPr id="13" name="Flowchart: Card 12">
              <a:extLst>
                <a:ext uri="{FF2B5EF4-FFF2-40B4-BE49-F238E27FC236}">
                  <a16:creationId xmlns:a16="http://schemas.microsoft.com/office/drawing/2014/main" id="{6500FE5B-4B0F-C579-D868-C2DA2BD6A03D}"/>
                </a:ext>
              </a:extLst>
            </p:cNvPr>
            <p:cNvSpPr/>
            <p:nvPr/>
          </p:nvSpPr>
          <p:spPr>
            <a:xfrm>
              <a:off x="5952367" y="4093032"/>
              <a:ext cx="543839" cy="504464"/>
            </a:xfrm>
            <a:prstGeom prst="flowChartPunchedCard">
              <a:avLst/>
            </a:prstGeom>
            <a:ln w="63500" cap="rnd">
              <a:solidFill>
                <a:schemeClr val="bg1">
                  <a:lumMod val="85000"/>
                </a:schemeClr>
              </a:solidFill>
            </a:ln>
            <a:effectLst/>
            <a:scene3d>
              <a:camera prst="orthographicFront"/>
              <a:lightRig rig="contrasting" dir="t">
                <a:rot lat="0" lon="0" rev="3000000"/>
              </a:lightRig>
            </a:scene3d>
            <a:sp3d contourW="7620">
              <a:bevelT w="95250" h="31750"/>
              <a:contourClr>
                <a:srgbClr val="333333"/>
              </a:contourClr>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a:t>Payload</a:t>
              </a:r>
            </a:p>
            <a:p>
              <a:pPr algn="ctr"/>
              <a:r>
                <a:rPr lang="en-US" sz="700"/>
                <a:t>Template</a:t>
              </a:r>
              <a:endParaRPr lang="en-GB" sz="700" err="1"/>
            </a:p>
          </p:txBody>
        </p:sp>
        <p:pic>
          <p:nvPicPr>
            <p:cNvPr id="14" name="Picture 13">
              <a:extLst>
                <a:ext uri="{FF2B5EF4-FFF2-40B4-BE49-F238E27FC236}">
                  <a16:creationId xmlns:a16="http://schemas.microsoft.com/office/drawing/2014/main" id="{1C1546F9-BEFC-E41F-3E9B-1CD05E176D3E}"/>
                </a:ext>
              </a:extLst>
            </p:cNvPr>
            <p:cNvPicPr>
              <a:picLocks noChangeAspect="1"/>
            </p:cNvPicPr>
            <p:nvPr/>
          </p:nvPicPr>
          <p:blipFill>
            <a:blip r:embed="rId6"/>
            <a:stretch>
              <a:fillRect/>
            </a:stretch>
          </p:blipFill>
          <p:spPr>
            <a:xfrm>
              <a:off x="10356611" y="3496108"/>
              <a:ext cx="566098" cy="566098"/>
            </a:xfrm>
            <a:prstGeom prst="ellipse">
              <a:avLst/>
            </a:prstGeom>
            <a:ln w="63500" cap="rnd">
              <a:solidFill>
                <a:schemeClr val="bg1">
                  <a:lumMod val="85000"/>
                </a:schemeClr>
              </a:solidFill>
            </a:ln>
            <a:effectLst/>
            <a:scene3d>
              <a:camera prst="orthographicFront"/>
              <a:lightRig rig="contrasting" dir="t">
                <a:rot lat="0" lon="0" rev="3000000"/>
              </a:lightRig>
            </a:scene3d>
            <a:sp3d contourW="7620">
              <a:bevelT w="95250" h="31750"/>
              <a:contourClr>
                <a:srgbClr val="333333"/>
              </a:contourClr>
            </a:sp3d>
          </p:spPr>
        </p:pic>
        <p:sp>
          <p:nvSpPr>
            <p:cNvPr id="15" name="Rectangle 14">
              <a:extLst>
                <a:ext uri="{FF2B5EF4-FFF2-40B4-BE49-F238E27FC236}">
                  <a16:creationId xmlns:a16="http://schemas.microsoft.com/office/drawing/2014/main" id="{DDB5463C-AA88-B851-3B07-966493BEFFF1}"/>
                </a:ext>
              </a:extLst>
            </p:cNvPr>
            <p:cNvSpPr/>
            <p:nvPr/>
          </p:nvSpPr>
          <p:spPr>
            <a:xfrm rot="16200000">
              <a:off x="9758705" y="3636706"/>
              <a:ext cx="718707" cy="28489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Int G/W</a:t>
              </a:r>
            </a:p>
            <a:p>
              <a:pPr algn="ctr"/>
              <a:r>
                <a:rPr lang="en-US" sz="800"/>
                <a:t>Cloud API</a:t>
              </a:r>
              <a:endParaRPr lang="en-GB" sz="800" err="1"/>
            </a:p>
          </p:txBody>
        </p:sp>
        <p:cxnSp>
          <p:nvCxnSpPr>
            <p:cNvPr id="16" name="Straight Arrow Connector 15">
              <a:extLst>
                <a:ext uri="{FF2B5EF4-FFF2-40B4-BE49-F238E27FC236}">
                  <a16:creationId xmlns:a16="http://schemas.microsoft.com/office/drawing/2014/main" id="{5709F12F-0381-CEA2-605F-A51358A735C5}"/>
                </a:ext>
              </a:extLst>
            </p:cNvPr>
            <p:cNvCxnSpPr>
              <a:cxnSpLocks/>
            </p:cNvCxnSpPr>
            <p:nvPr/>
          </p:nvCxnSpPr>
          <p:spPr>
            <a:xfrm flipV="1">
              <a:off x="5488277" y="3843290"/>
              <a:ext cx="229843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3F55015-F0BA-B27B-C26B-F359FA1C73D2}"/>
                </a:ext>
              </a:extLst>
            </p:cNvPr>
            <p:cNvCxnSpPr>
              <a:cxnSpLocks/>
            </p:cNvCxnSpPr>
            <p:nvPr/>
          </p:nvCxnSpPr>
          <p:spPr>
            <a:xfrm>
              <a:off x="8494588" y="3843290"/>
              <a:ext cx="144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382D554-0ACF-08A6-8B3A-7A2344B7E48B}"/>
                </a:ext>
              </a:extLst>
            </p:cNvPr>
            <p:cNvSpPr txBox="1"/>
            <p:nvPr/>
          </p:nvSpPr>
          <p:spPr>
            <a:xfrm>
              <a:off x="8589552" y="3659824"/>
              <a:ext cx="1073970" cy="215444"/>
            </a:xfrm>
            <a:prstGeom prst="rect">
              <a:avLst/>
            </a:prstGeom>
            <a:noFill/>
          </p:spPr>
          <p:txBody>
            <a:bodyPr wrap="square">
              <a:spAutoFit/>
            </a:bodyPr>
            <a:lstStyle/>
            <a:p>
              <a:pPr algn="ctr"/>
              <a:r>
                <a:rPr lang="en-US" sz="800" i="1"/>
                <a:t>C</a:t>
              </a:r>
              <a:r>
                <a:rPr lang="en-GB" sz="800" i="1" err="1"/>
                <a:t>ase</a:t>
              </a:r>
              <a:r>
                <a:rPr lang="en-GB" sz="800" i="1"/>
                <a:t> ingestion</a:t>
              </a:r>
            </a:p>
          </p:txBody>
        </p:sp>
        <p:sp>
          <p:nvSpPr>
            <p:cNvPr id="19" name="TextBox 18">
              <a:extLst>
                <a:ext uri="{FF2B5EF4-FFF2-40B4-BE49-F238E27FC236}">
                  <a16:creationId xmlns:a16="http://schemas.microsoft.com/office/drawing/2014/main" id="{803EA5DD-E773-2C98-94B2-BABFA482E7BF}"/>
                </a:ext>
              </a:extLst>
            </p:cNvPr>
            <p:cNvSpPr txBox="1"/>
            <p:nvPr/>
          </p:nvSpPr>
          <p:spPr>
            <a:xfrm>
              <a:off x="5621152" y="3666075"/>
              <a:ext cx="1902876" cy="215444"/>
            </a:xfrm>
            <a:prstGeom prst="rect">
              <a:avLst/>
            </a:prstGeom>
            <a:noFill/>
          </p:spPr>
          <p:txBody>
            <a:bodyPr wrap="square">
              <a:spAutoFit/>
            </a:bodyPr>
            <a:lstStyle/>
            <a:p>
              <a:pPr algn="ctr"/>
              <a:r>
                <a:rPr lang="en-US" sz="800" i="1"/>
                <a:t>User selects the record to be ingested</a:t>
              </a:r>
              <a:endParaRPr lang="en-GB" sz="800" i="1"/>
            </a:p>
          </p:txBody>
        </p:sp>
        <p:cxnSp>
          <p:nvCxnSpPr>
            <p:cNvPr id="20" name="Connector: Elbow 19">
              <a:extLst>
                <a:ext uri="{FF2B5EF4-FFF2-40B4-BE49-F238E27FC236}">
                  <a16:creationId xmlns:a16="http://schemas.microsoft.com/office/drawing/2014/main" id="{812A7F0B-A673-F708-BC49-DC16BD94F604}"/>
                </a:ext>
              </a:extLst>
            </p:cNvPr>
            <p:cNvCxnSpPr>
              <a:cxnSpLocks/>
              <a:stCxn id="12" idx="4"/>
            </p:cNvCxnSpPr>
            <p:nvPr/>
          </p:nvCxnSpPr>
          <p:spPr>
            <a:xfrm rot="5400000">
              <a:off x="7094212" y="3539201"/>
              <a:ext cx="504464" cy="1612126"/>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A2756F5-9E5A-8059-72D0-2D0EFA5E3869}"/>
                </a:ext>
              </a:extLst>
            </p:cNvPr>
            <p:cNvSpPr txBox="1"/>
            <p:nvPr/>
          </p:nvSpPr>
          <p:spPr>
            <a:xfrm>
              <a:off x="6471838" y="4019045"/>
              <a:ext cx="1612126" cy="584775"/>
            </a:xfrm>
            <a:prstGeom prst="rect">
              <a:avLst/>
            </a:prstGeom>
            <a:noFill/>
          </p:spPr>
          <p:txBody>
            <a:bodyPr wrap="square">
              <a:spAutoFit/>
            </a:bodyPr>
            <a:lstStyle/>
            <a:p>
              <a:pPr algn="ctr"/>
              <a:r>
                <a:rPr lang="en-US" sz="800" i="1"/>
                <a:t>Playwright orchestrates the process to iteratively populate payload template and submit request to GW</a:t>
              </a:r>
              <a:endParaRPr lang="en-GB" sz="800" i="1"/>
            </a:p>
          </p:txBody>
        </p:sp>
        <p:sp>
          <p:nvSpPr>
            <p:cNvPr id="22" name="TextBox 21">
              <a:extLst>
                <a:ext uri="{FF2B5EF4-FFF2-40B4-BE49-F238E27FC236}">
                  <a16:creationId xmlns:a16="http://schemas.microsoft.com/office/drawing/2014/main" id="{094AFAC0-F4A9-3C20-56B0-291A0E0CF475}"/>
                </a:ext>
              </a:extLst>
            </p:cNvPr>
            <p:cNvSpPr txBox="1"/>
            <p:nvPr/>
          </p:nvSpPr>
          <p:spPr>
            <a:xfrm>
              <a:off x="2757908" y="3820356"/>
              <a:ext cx="1836494" cy="461665"/>
            </a:xfrm>
            <a:prstGeom prst="rect">
              <a:avLst/>
            </a:prstGeom>
            <a:noFill/>
          </p:spPr>
          <p:txBody>
            <a:bodyPr wrap="square">
              <a:spAutoFit/>
            </a:bodyPr>
            <a:lstStyle/>
            <a:p>
              <a:pPr algn="ctr"/>
              <a:r>
                <a:rPr lang="en-US" sz="800" b="1"/>
                <a:t>Framework for ingesting submission. Playwright test automation tool at the core.</a:t>
              </a:r>
              <a:endParaRPr lang="en-GB" sz="800" b="1"/>
            </a:p>
          </p:txBody>
        </p:sp>
      </p:grpSp>
      <p:sp>
        <p:nvSpPr>
          <p:cNvPr id="25" name="Rectangle 24">
            <a:extLst>
              <a:ext uri="{FF2B5EF4-FFF2-40B4-BE49-F238E27FC236}">
                <a16:creationId xmlns:a16="http://schemas.microsoft.com/office/drawing/2014/main" id="{C995DEF6-1772-70E5-B0A2-44E39802CECC}"/>
              </a:ext>
            </a:extLst>
          </p:cNvPr>
          <p:cNvSpPr/>
          <p:nvPr/>
        </p:nvSpPr>
        <p:spPr>
          <a:xfrm>
            <a:off x="159448" y="3297079"/>
            <a:ext cx="1309356" cy="1358053"/>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a:t>API test automation (case ingestion)</a:t>
            </a:r>
          </a:p>
        </p:txBody>
      </p:sp>
      <p:graphicFrame>
        <p:nvGraphicFramePr>
          <p:cNvPr id="27" name="Table 26">
            <a:extLst>
              <a:ext uri="{FF2B5EF4-FFF2-40B4-BE49-F238E27FC236}">
                <a16:creationId xmlns:a16="http://schemas.microsoft.com/office/drawing/2014/main" id="{5B4D2343-02D2-7B2E-ABF5-3D14E565C12D}"/>
              </a:ext>
            </a:extLst>
          </p:cNvPr>
          <p:cNvGraphicFramePr>
            <a:graphicFrameLocks noGrp="1"/>
          </p:cNvGraphicFramePr>
          <p:nvPr>
            <p:extLst>
              <p:ext uri="{D42A27DB-BD31-4B8C-83A1-F6EECF244321}">
                <p14:modId xmlns:p14="http://schemas.microsoft.com/office/powerpoint/2010/main" val="1559129015"/>
              </p:ext>
            </p:extLst>
          </p:nvPr>
        </p:nvGraphicFramePr>
        <p:xfrm>
          <a:off x="1673598" y="4700125"/>
          <a:ext cx="10191750" cy="1053465"/>
        </p:xfrm>
        <a:graphic>
          <a:graphicData uri="http://schemas.openxmlformats.org/drawingml/2006/table">
            <a:tbl>
              <a:tblPr/>
              <a:tblGrid>
                <a:gridCol w="1444920">
                  <a:extLst>
                    <a:ext uri="{9D8B030D-6E8A-4147-A177-3AD203B41FA5}">
                      <a16:colId xmlns:a16="http://schemas.microsoft.com/office/drawing/2014/main" val="3531255255"/>
                    </a:ext>
                  </a:extLst>
                </a:gridCol>
                <a:gridCol w="2174580">
                  <a:extLst>
                    <a:ext uri="{9D8B030D-6E8A-4147-A177-3AD203B41FA5}">
                      <a16:colId xmlns:a16="http://schemas.microsoft.com/office/drawing/2014/main" val="3863335463"/>
                    </a:ext>
                  </a:extLst>
                </a:gridCol>
                <a:gridCol w="885825">
                  <a:extLst>
                    <a:ext uri="{9D8B030D-6E8A-4147-A177-3AD203B41FA5}">
                      <a16:colId xmlns:a16="http://schemas.microsoft.com/office/drawing/2014/main" val="1468355758"/>
                    </a:ext>
                  </a:extLst>
                </a:gridCol>
                <a:gridCol w="1171575">
                  <a:extLst>
                    <a:ext uri="{9D8B030D-6E8A-4147-A177-3AD203B41FA5}">
                      <a16:colId xmlns:a16="http://schemas.microsoft.com/office/drawing/2014/main" val="3783909645"/>
                    </a:ext>
                  </a:extLst>
                </a:gridCol>
                <a:gridCol w="942975">
                  <a:extLst>
                    <a:ext uri="{9D8B030D-6E8A-4147-A177-3AD203B41FA5}">
                      <a16:colId xmlns:a16="http://schemas.microsoft.com/office/drawing/2014/main" val="1450501046"/>
                    </a:ext>
                  </a:extLst>
                </a:gridCol>
                <a:gridCol w="1028700">
                  <a:extLst>
                    <a:ext uri="{9D8B030D-6E8A-4147-A177-3AD203B41FA5}">
                      <a16:colId xmlns:a16="http://schemas.microsoft.com/office/drawing/2014/main" val="566970450"/>
                    </a:ext>
                  </a:extLst>
                </a:gridCol>
                <a:gridCol w="857250">
                  <a:extLst>
                    <a:ext uri="{9D8B030D-6E8A-4147-A177-3AD203B41FA5}">
                      <a16:colId xmlns:a16="http://schemas.microsoft.com/office/drawing/2014/main" val="333817025"/>
                    </a:ext>
                  </a:extLst>
                </a:gridCol>
                <a:gridCol w="1685925">
                  <a:extLst>
                    <a:ext uri="{9D8B030D-6E8A-4147-A177-3AD203B41FA5}">
                      <a16:colId xmlns:a16="http://schemas.microsoft.com/office/drawing/2014/main" val="2477548280"/>
                    </a:ext>
                  </a:extLst>
                </a:gridCol>
              </a:tblGrid>
              <a:tr h="208915">
                <a:tc rowSpan="5">
                  <a:txBody>
                    <a:bodyPr/>
                    <a:lstStyle/>
                    <a:p>
                      <a:pPr algn="ctr" fontAlgn="b"/>
                      <a:r>
                        <a:rPr lang="en-US" sz="1100" b="0" i="0" u="none" strike="noStrike">
                          <a:solidFill>
                            <a:schemeClr val="tx1"/>
                          </a:solidFill>
                          <a:effectLst/>
                          <a:latin typeface="Aptos Narrow" panose="020B0004020202020204" pitchFamily="34" charset="0"/>
                        </a:rPr>
                        <a:t>Some of the elements of the data highlighting coverage</a:t>
                      </a:r>
                    </a:p>
                    <a:p>
                      <a:pPr algn="ctr" fontAlgn="b"/>
                      <a:endParaRPr lang="en-US" sz="1100" b="1" i="0" u="none" strike="noStrike">
                        <a:solidFill>
                          <a:schemeClr val="tx1"/>
                        </a:solidFill>
                        <a:effectLst/>
                        <a:latin typeface="Aptos Narrow" panose="020B0004020202020204" pitchFamily="34" charset="0"/>
                      </a:endParaRPr>
                    </a:p>
                    <a:p>
                      <a:pPr algn="ctr" fontAlgn="b"/>
                      <a:r>
                        <a:rPr lang="en-US" sz="1100" b="1" i="1" u="none" strike="noStrike">
                          <a:solidFill>
                            <a:schemeClr val="tx1"/>
                          </a:solidFill>
                          <a:effectLst/>
                          <a:latin typeface="Aptos Narrow" panose="020B0004020202020204" pitchFamily="34" charset="0"/>
                        </a:rPr>
                        <a:t>50+ unique records</a:t>
                      </a:r>
                      <a:endParaRPr lang="en-GB" sz="1100" b="1" i="1" u="none" strike="noStrike">
                        <a:solidFill>
                          <a:schemeClr val="tx1"/>
                        </a:solidFill>
                        <a:effectLst/>
                        <a:latin typeface="Aptos Narrow" panose="020B0004020202020204" pitchFamily="34" charset="0"/>
                      </a:endParaRPr>
                    </a:p>
                  </a:txBody>
                  <a:tcPr marL="36000" marR="3600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DADF2"/>
                    </a:solidFill>
                  </a:tcPr>
                </a:tc>
                <a:tc>
                  <a:txBody>
                    <a:bodyPr/>
                    <a:lstStyle/>
                    <a:p>
                      <a:pPr algn="ctr" fontAlgn="b"/>
                      <a:r>
                        <a:rPr lang="en-GB" sz="1100" b="1" i="0" u="none" strike="noStrike">
                          <a:solidFill>
                            <a:schemeClr val="tx1"/>
                          </a:solidFill>
                          <a:effectLst/>
                          <a:latin typeface="Aptos Narrow" panose="020B0004020202020204" pitchFamily="34" charset="0"/>
                        </a:rPr>
                        <a:t>Marketable products</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DADF2"/>
                    </a:solidFill>
                  </a:tcPr>
                </a:tc>
                <a:tc>
                  <a:txBody>
                    <a:bodyPr/>
                    <a:lstStyle/>
                    <a:p>
                      <a:pPr algn="ctr" fontAlgn="b"/>
                      <a:r>
                        <a:rPr lang="en-GB" sz="1100" b="1" i="0" u="none" strike="noStrike">
                          <a:solidFill>
                            <a:schemeClr val="tx1"/>
                          </a:solidFill>
                          <a:effectLst/>
                          <a:latin typeface="Aptos Narrow" panose="020B0004020202020204" pitchFamily="34" charset="0"/>
                        </a:rPr>
                        <a:t>Policy lines</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DADF2"/>
                    </a:solidFill>
                  </a:tcPr>
                </a:tc>
                <a:tc>
                  <a:txBody>
                    <a:bodyPr/>
                    <a:lstStyle/>
                    <a:p>
                      <a:pPr algn="ctr" fontAlgn="b"/>
                      <a:r>
                        <a:rPr lang="en-GB" sz="1100" b="1" i="0" u="none" strike="noStrike">
                          <a:solidFill>
                            <a:schemeClr val="tx1"/>
                          </a:solidFill>
                          <a:effectLst/>
                          <a:latin typeface="Aptos Narrow" panose="020B0004020202020204" pitchFamily="34" charset="0"/>
                        </a:rPr>
                        <a:t>Business category</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DADF2"/>
                    </a:solidFill>
                  </a:tcPr>
                </a:tc>
                <a:tc>
                  <a:txBody>
                    <a:bodyPr/>
                    <a:lstStyle/>
                    <a:p>
                      <a:pPr algn="ctr" fontAlgn="b"/>
                      <a:r>
                        <a:rPr lang="en-GB" sz="1100" b="1" i="0" u="none" strike="noStrike">
                          <a:solidFill>
                            <a:schemeClr val="tx1"/>
                          </a:solidFill>
                          <a:effectLst/>
                          <a:latin typeface="Aptos Narrow" panose="020B0004020202020204" pitchFamily="34" charset="0"/>
                        </a:rPr>
                        <a:t>UW Company</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DADF2"/>
                    </a:solidFill>
                  </a:tcPr>
                </a:tc>
                <a:tc>
                  <a:txBody>
                    <a:bodyPr/>
                    <a:lstStyle/>
                    <a:p>
                      <a:pPr algn="ctr" fontAlgn="b"/>
                      <a:r>
                        <a:rPr lang="en-GB" sz="1100" b="1" i="0" u="none" strike="noStrike">
                          <a:solidFill>
                            <a:schemeClr val="tx1"/>
                          </a:solidFill>
                          <a:effectLst/>
                          <a:latin typeface="Aptos Narrow" panose="020B0004020202020204" pitchFamily="34" charset="0"/>
                        </a:rPr>
                        <a:t>Org Type</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DADF2"/>
                    </a:solidFill>
                  </a:tcPr>
                </a:tc>
                <a:tc>
                  <a:txBody>
                    <a:bodyPr/>
                    <a:lstStyle/>
                    <a:p>
                      <a:pPr algn="ctr" fontAlgn="b"/>
                      <a:r>
                        <a:rPr lang="en-GB" sz="1100" b="1" i="0" u="none" strike="noStrike">
                          <a:solidFill>
                            <a:schemeClr val="tx1"/>
                          </a:solidFill>
                          <a:effectLst/>
                          <a:latin typeface="Aptos Narrow" panose="020B0004020202020204" pitchFamily="34" charset="0"/>
                        </a:rPr>
                        <a:t>Ins structure</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DADF2"/>
                    </a:solidFill>
                  </a:tcPr>
                </a:tc>
                <a:tc>
                  <a:txBody>
                    <a:bodyPr/>
                    <a:lstStyle/>
                    <a:p>
                      <a:pPr algn="ctr" fontAlgn="b"/>
                      <a:r>
                        <a:rPr lang="en-US" sz="1100" b="1" i="0" u="none" strike="noStrike">
                          <a:solidFill>
                            <a:schemeClr val="tx1"/>
                          </a:solidFill>
                          <a:effectLst/>
                          <a:latin typeface="Aptos Narrow" panose="020B0004020202020204" pitchFamily="34" charset="0"/>
                        </a:rPr>
                        <a:t>Others …</a:t>
                      </a:r>
                      <a:endParaRPr lang="en-GB" sz="1100" b="1" i="0" u="none" strike="noStrike">
                        <a:solidFill>
                          <a:schemeClr val="tx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DADF2"/>
                    </a:solidFill>
                  </a:tcPr>
                </a:tc>
                <a:extLst>
                  <a:ext uri="{0D108BD9-81ED-4DB2-BD59-A6C34878D82A}">
                    <a16:rowId xmlns:a16="http://schemas.microsoft.com/office/drawing/2014/main" val="3581955642"/>
                  </a:ext>
                </a:extLst>
              </a:tr>
              <a:tr h="208915">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tc>
                  <a:txBody>
                    <a:bodyPr/>
                    <a:lstStyle/>
                    <a:p>
                      <a:pPr algn="l" fontAlgn="b"/>
                      <a:r>
                        <a:rPr lang="en-GB" sz="1100" b="0" i="0" u="none" strike="noStrike">
                          <a:solidFill>
                            <a:srgbClr val="000000"/>
                          </a:solidFill>
                          <a:effectLst/>
                          <a:latin typeface="Aptos Narrow" panose="020B0004020202020204" pitchFamily="34" charset="0"/>
                        </a:rPr>
                        <a:t>Advanced Boardroom &amp; Co Protection</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ML D&amp;O</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Admitted</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BICS</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Corporate Public</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Primary</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rowSpan="4">
                  <a:txBody>
                    <a:bodyPr/>
                    <a:lstStyle/>
                    <a:p>
                      <a:pPr marL="171450" indent="-171450" algn="l" fontAlgn="b">
                        <a:buFont typeface="Arial" panose="020B0604020202020204" pitchFamily="34" charset="0"/>
                        <a:buChar char="•"/>
                      </a:pPr>
                      <a:r>
                        <a:rPr lang="en-US" sz="1100" b="0" i="0" u="none" strike="noStrike">
                          <a:solidFill>
                            <a:srgbClr val="000000"/>
                          </a:solidFill>
                          <a:effectLst/>
                          <a:latin typeface="Aptos Narrow" panose="020B0004020202020204" pitchFamily="34" charset="0"/>
                        </a:rPr>
                        <a:t>Coverages</a:t>
                      </a:r>
                    </a:p>
                    <a:p>
                      <a:pPr marL="171450" indent="-171450" algn="l" fontAlgn="b">
                        <a:buFont typeface="Arial" panose="020B0604020202020204" pitchFamily="34" charset="0"/>
                        <a:buChar char="•"/>
                      </a:pPr>
                      <a:r>
                        <a:rPr lang="en-US" sz="1100" b="0" i="0" u="none" strike="noStrike">
                          <a:solidFill>
                            <a:srgbClr val="000000"/>
                          </a:solidFill>
                          <a:effectLst/>
                          <a:latin typeface="Aptos Narrow" panose="020B0004020202020204" pitchFamily="34" charset="0"/>
                        </a:rPr>
                        <a:t>Modifiers</a:t>
                      </a:r>
                    </a:p>
                    <a:p>
                      <a:pPr marL="171450" indent="-171450" algn="l" fontAlgn="b">
                        <a:buFont typeface="Arial" panose="020B0604020202020204" pitchFamily="34" charset="0"/>
                        <a:buChar char="•"/>
                      </a:pPr>
                      <a:r>
                        <a:rPr lang="en-US" sz="1100" b="0" i="0" u="none" strike="noStrike">
                          <a:solidFill>
                            <a:srgbClr val="000000"/>
                          </a:solidFill>
                          <a:effectLst/>
                          <a:latin typeface="Aptos Narrow" panose="020B0004020202020204" pitchFamily="34" charset="0"/>
                        </a:rPr>
                        <a:t>Insured details</a:t>
                      </a:r>
                    </a:p>
                    <a:p>
                      <a:pPr marL="171450" indent="-171450" algn="l" fontAlgn="b">
                        <a:buFont typeface="Arial" panose="020B0604020202020204" pitchFamily="34" charset="0"/>
                        <a:buChar char="•"/>
                      </a:pPr>
                      <a:r>
                        <a:rPr lang="en-US" sz="1100" b="0" i="0" u="none" strike="noStrike">
                          <a:solidFill>
                            <a:srgbClr val="000000"/>
                          </a:solidFill>
                          <a:effectLst/>
                          <a:latin typeface="Aptos Narrow" panose="020B0004020202020204" pitchFamily="34" charset="0"/>
                        </a:rPr>
                        <a:t>Producer and COB codes</a:t>
                      </a:r>
                    </a:p>
                    <a:p>
                      <a:pPr marL="171450" indent="-171450" algn="l" fontAlgn="b">
                        <a:buFont typeface="Arial" panose="020B0604020202020204" pitchFamily="34" charset="0"/>
                        <a:buChar char="•"/>
                      </a:pPr>
                      <a:r>
                        <a:rPr lang="en-US" sz="1100" b="0" i="0" u="none" strike="noStrike">
                          <a:solidFill>
                            <a:srgbClr val="000000"/>
                          </a:solidFill>
                          <a:effectLst/>
                          <a:latin typeface="Aptos Narrow" panose="020B0004020202020204" pitchFamily="34" charset="0"/>
                        </a:rPr>
                        <a:t>Trifocus codes</a:t>
                      </a:r>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1557728610"/>
                  </a:ext>
                </a:extLst>
              </a:tr>
              <a:tr h="208915">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tc>
                  <a:txBody>
                    <a:bodyPr/>
                    <a:lstStyle/>
                    <a:p>
                      <a:pPr algn="l" fontAlgn="b"/>
                      <a:r>
                        <a:rPr lang="en-GB" sz="1100" b="0" i="0" u="none" strike="noStrike">
                          <a:solidFill>
                            <a:srgbClr val="000000"/>
                          </a:solidFill>
                          <a:effectLst/>
                          <a:latin typeface="Aptos Narrow" panose="020B0004020202020204" pitchFamily="34" charset="0"/>
                        </a:rPr>
                        <a:t>Execuguard</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ML EPL</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Surplus</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BESI</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Private</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Excess</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vMerge="1">
                  <a:txBody>
                    <a:bodyPr/>
                    <a:lstStyle/>
                    <a:p>
                      <a:pPr algn="l" fontAlgn="b"/>
                      <a:endParaRPr lang="en-GB" sz="1100" b="0" i="0" u="none" strike="noStrike">
                        <a:solidFill>
                          <a:srgbClr val="000000"/>
                        </a:solidFill>
                        <a:effectLst/>
                        <a:latin typeface="Aptos Narrow" panose="020B0004020202020204" pitchFamily="34" charset="0"/>
                      </a:endParaRPr>
                    </a:p>
                  </a:txBody>
                  <a:tcPr marL="36000" marR="6350" marT="6350" marB="0" anchor="b">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051370304"/>
                  </a:ext>
                </a:extLst>
              </a:tr>
              <a:tr h="208915">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tc>
                  <a:txBody>
                    <a:bodyPr/>
                    <a:lstStyle/>
                    <a:p>
                      <a:pPr algn="l" fontAlgn="b"/>
                      <a:r>
                        <a:rPr lang="en-GB" sz="1100" b="0" i="0" u="none" strike="noStrike">
                          <a:solidFill>
                            <a:srgbClr val="000000"/>
                          </a:solidFill>
                          <a:effectLst/>
                          <a:latin typeface="Aptos Narrow" panose="020B0004020202020204" pitchFamily="34" charset="0"/>
                        </a:rPr>
                        <a:t>Armour boardroom Protection</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ML Fiduciary</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BICI</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65432155"/>
                  </a:ext>
                </a:extLst>
              </a:tr>
              <a:tr h="208915">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tc>
                  <a:txBody>
                    <a:bodyPr/>
                    <a:lstStyle/>
                    <a:p>
                      <a:pPr algn="l" fontAlgn="b"/>
                      <a:r>
                        <a:rPr lang="en-GB" sz="1100" b="0" i="0" u="none" strike="noStrike">
                          <a:solidFill>
                            <a:srgbClr val="000000"/>
                          </a:solidFill>
                          <a:effectLst/>
                          <a:latin typeface="Aptos Narrow" panose="020B0004020202020204" pitchFamily="34" charset="0"/>
                        </a:rPr>
                        <a:t>Beazley boardroom protect</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BUSA</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369704819"/>
                  </a:ext>
                </a:extLst>
              </a:tr>
            </a:tbl>
          </a:graphicData>
        </a:graphic>
      </p:graphicFrame>
    </p:spTree>
    <p:extLst>
      <p:ext uri="{BB962C8B-B14F-4D97-AF65-F5344CB8AC3E}">
        <p14:creationId xmlns:p14="http://schemas.microsoft.com/office/powerpoint/2010/main" val="117298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2A323-EAA3-3E7E-A2F9-9B34A069C0A5}"/>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8B5223E-9341-760D-A543-9646D42E3D42}"/>
              </a:ext>
            </a:extLst>
          </p:cNvPr>
          <p:cNvGraphicFramePr>
            <a:graphicFrameLocks noGrp="1"/>
          </p:cNvGraphicFramePr>
          <p:nvPr>
            <p:extLst>
              <p:ext uri="{D42A27DB-BD31-4B8C-83A1-F6EECF244321}">
                <p14:modId xmlns:p14="http://schemas.microsoft.com/office/powerpoint/2010/main" val="1244277250"/>
              </p:ext>
            </p:extLst>
          </p:nvPr>
        </p:nvGraphicFramePr>
        <p:xfrm>
          <a:off x="159718" y="757819"/>
          <a:ext cx="11840605" cy="7552542"/>
        </p:xfrm>
        <a:graphic>
          <a:graphicData uri="http://schemas.openxmlformats.org/drawingml/2006/table">
            <a:tbl>
              <a:tblPr firstRow="1" bandRow="1"/>
              <a:tblGrid>
                <a:gridCol w="1992932">
                  <a:extLst>
                    <a:ext uri="{9D8B030D-6E8A-4147-A177-3AD203B41FA5}">
                      <a16:colId xmlns:a16="http://schemas.microsoft.com/office/drawing/2014/main" val="4087514690"/>
                    </a:ext>
                  </a:extLst>
                </a:gridCol>
                <a:gridCol w="2135815">
                  <a:extLst>
                    <a:ext uri="{9D8B030D-6E8A-4147-A177-3AD203B41FA5}">
                      <a16:colId xmlns:a16="http://schemas.microsoft.com/office/drawing/2014/main" val="816395103"/>
                    </a:ext>
                  </a:extLst>
                </a:gridCol>
                <a:gridCol w="1850065">
                  <a:extLst>
                    <a:ext uri="{9D8B030D-6E8A-4147-A177-3AD203B41FA5}">
                      <a16:colId xmlns:a16="http://schemas.microsoft.com/office/drawing/2014/main" val="1326270289"/>
                    </a:ext>
                  </a:extLst>
                </a:gridCol>
                <a:gridCol w="3693042">
                  <a:extLst>
                    <a:ext uri="{9D8B030D-6E8A-4147-A177-3AD203B41FA5}">
                      <a16:colId xmlns:a16="http://schemas.microsoft.com/office/drawing/2014/main" val="1818207288"/>
                    </a:ext>
                  </a:extLst>
                </a:gridCol>
                <a:gridCol w="2168751">
                  <a:extLst>
                    <a:ext uri="{9D8B030D-6E8A-4147-A177-3AD203B41FA5}">
                      <a16:colId xmlns:a16="http://schemas.microsoft.com/office/drawing/2014/main" val="1852049127"/>
                    </a:ext>
                  </a:extLst>
                </a:gridCol>
              </a:tblGrid>
              <a:tr h="150560">
                <a:tc>
                  <a:txBody>
                    <a:bodyPr/>
                    <a:lstStyle/>
                    <a:p>
                      <a:pPr algn="l" rtl="0" fontAlgn="ctr"/>
                      <a:r>
                        <a:rPr lang="en-GB" sz="1100" b="1" i="0" u="none" strike="noStrike">
                          <a:solidFill>
                            <a:srgbClr val="FFFFFF"/>
                          </a:solidFill>
                          <a:effectLst/>
                          <a:latin typeface="+mn-lt"/>
                        </a:rPr>
                        <a:t>Integration</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l" rtl="0" fontAlgn="ctr"/>
                      <a:r>
                        <a:rPr lang="en-GB" sz="1100" b="1" i="0" u="none" strike="noStrike">
                          <a:solidFill>
                            <a:srgbClr val="FFFFFF"/>
                          </a:solidFill>
                          <a:effectLst/>
                          <a:latin typeface="+mn-lt"/>
                        </a:rPr>
                        <a:t>What services tested</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l" rtl="0" fontAlgn="ctr"/>
                      <a:r>
                        <a:rPr lang="en-GB" sz="1100" b="1" i="0" u="none" strike="noStrike">
                          <a:solidFill>
                            <a:srgbClr val="FFFFFF"/>
                          </a:solidFill>
                          <a:effectLst/>
                          <a:latin typeface="+mn-lt"/>
                        </a:rPr>
                        <a:t>What services not tested</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l" rtl="0" fontAlgn="ctr"/>
                      <a:r>
                        <a:rPr lang="en-GB" sz="1100" b="1" i="0" u="none" strike="noStrike">
                          <a:solidFill>
                            <a:srgbClr val="FFFFFF"/>
                          </a:solidFill>
                          <a:effectLst/>
                          <a:latin typeface="+mn-lt"/>
                        </a:rPr>
                        <a:t>Comments</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l" rtl="0" fontAlgn="ctr"/>
                      <a:r>
                        <a:rPr lang="en-GB" sz="1100" b="1" i="0" u="none" strike="noStrike">
                          <a:solidFill>
                            <a:srgbClr val="FFFFFF"/>
                          </a:solidFill>
                          <a:effectLst/>
                          <a:latin typeface="+mn-lt"/>
                        </a:rPr>
                        <a:t>Transaction Covered</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extLst>
                  <a:ext uri="{0D108BD9-81ED-4DB2-BD59-A6C34878D82A}">
                    <a16:rowId xmlns:a16="http://schemas.microsoft.com/office/drawing/2014/main" val="1500714744"/>
                  </a:ext>
                </a:extLst>
              </a:tr>
              <a:tr h="948529">
                <a:tc>
                  <a:txBody>
                    <a:bodyPr/>
                    <a:lstStyle/>
                    <a:p>
                      <a:pPr algn="l" rtl="0" fontAlgn="ctr"/>
                      <a:r>
                        <a:rPr lang="en-GB" sz="1050" b="0" i="0" u="none" strike="noStrike">
                          <a:solidFill>
                            <a:srgbClr val="000000"/>
                          </a:solidFill>
                          <a:effectLst/>
                          <a:latin typeface="+mn-lt"/>
                        </a:rPr>
                        <a:t>UWWB</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IG Composite Quote API</a:t>
                      </a:r>
                      <a:br>
                        <a:rPr lang="en-GB" sz="1050" b="0" i="0" u="none" strike="noStrike">
                          <a:solidFill>
                            <a:srgbClr val="000000"/>
                          </a:solidFill>
                          <a:effectLst/>
                          <a:latin typeface="+mn-lt"/>
                        </a:rPr>
                      </a:br>
                      <a:r>
                        <a:rPr lang="en-GB" sz="1050" b="0" i="0" u="none" strike="noStrike">
                          <a:solidFill>
                            <a:srgbClr val="000000"/>
                          </a:solidFill>
                          <a:effectLst/>
                          <a:latin typeface="+mn-lt"/>
                        </a:rPr>
                        <a:t>Cloud Quote API</a:t>
                      </a:r>
                      <a:br>
                        <a:rPr lang="en-GB" sz="1050" b="0" i="0" u="none" strike="noStrike">
                          <a:solidFill>
                            <a:srgbClr val="000000"/>
                          </a:solidFill>
                          <a:effectLst/>
                          <a:latin typeface="+mn-lt"/>
                        </a:rPr>
                      </a:br>
                      <a:r>
                        <a:rPr lang="en-GB" sz="1050" b="0" i="0" u="none" strike="noStrike">
                          <a:solidFill>
                            <a:srgbClr val="000000"/>
                          </a:solidFill>
                          <a:effectLst/>
                          <a:latin typeface="+mn-lt"/>
                        </a:rPr>
                        <a:t>IG  Quote </a:t>
                      </a:r>
                      <a:r>
                        <a:rPr lang="en-GB" sz="1100" b="0" i="0" u="none" strike="noStrike" noProof="0">
                          <a:solidFill>
                            <a:srgbClr val="000000"/>
                          </a:solidFill>
                          <a:effectLst/>
                          <a:latin typeface="Ubuntu"/>
                        </a:rPr>
                        <a:t>Update  </a:t>
                      </a:r>
                      <a:r>
                        <a:rPr lang="en-GB" sz="1050" b="0" i="0" u="none" strike="noStrike">
                          <a:solidFill>
                            <a:srgbClr val="000000"/>
                          </a:solidFill>
                          <a:effectLst/>
                          <a:latin typeface="+mn-lt"/>
                        </a:rPr>
                        <a:t>API</a:t>
                      </a:r>
                      <a:br>
                        <a:rPr lang="en-GB" sz="1050" b="0" i="0" u="none" strike="noStrike">
                          <a:solidFill>
                            <a:srgbClr val="000000"/>
                          </a:solidFill>
                          <a:effectLst/>
                          <a:latin typeface="+mn-lt"/>
                        </a:rPr>
                      </a:br>
                      <a:r>
                        <a:rPr lang="en-GB" sz="1050" b="0" i="0" u="none" strike="noStrike">
                          <a:solidFill>
                            <a:srgbClr val="000000"/>
                          </a:solidFill>
                          <a:effectLst/>
                          <a:latin typeface="+mn-lt"/>
                        </a:rPr>
                        <a:t>Cloud Quote </a:t>
                      </a:r>
                      <a:r>
                        <a:rPr lang="en-GB" sz="1100" b="0" i="0" u="none" strike="noStrike" noProof="0">
                          <a:solidFill>
                            <a:srgbClr val="000000"/>
                          </a:solidFill>
                          <a:effectLst/>
                          <a:latin typeface="Ubuntu"/>
                        </a:rPr>
                        <a:t>Update  </a:t>
                      </a:r>
                      <a:r>
                        <a:rPr lang="en-GB" sz="1050" b="0" i="0" u="none" strike="noStrike">
                          <a:solidFill>
                            <a:srgbClr val="000000"/>
                          </a:solidFill>
                          <a:effectLst/>
                          <a:latin typeface="+mn-lt"/>
                        </a:rPr>
                        <a:t>API</a:t>
                      </a:r>
                      <a:br>
                        <a:rPr lang="en-GB" sz="1050" b="0" i="0" u="none" strike="noStrike">
                          <a:solidFill>
                            <a:srgbClr val="000000"/>
                          </a:solidFill>
                          <a:effectLst/>
                          <a:latin typeface="+mn-lt"/>
                        </a:rPr>
                      </a:br>
                      <a:r>
                        <a:rPr lang="en-GB" sz="1050" b="0" i="0" u="none" strike="noStrike">
                          <a:solidFill>
                            <a:srgbClr val="000000"/>
                          </a:solidFill>
                          <a:effectLst/>
                          <a:latin typeface="+mn-lt"/>
                        </a:rPr>
                        <a:t>Cloud bind API</a:t>
                      </a:r>
                      <a:br>
                        <a:rPr lang="en-GB" sz="1050" b="0" i="0" u="none" strike="noStrike">
                          <a:solidFill>
                            <a:srgbClr val="000000"/>
                          </a:solidFill>
                          <a:effectLst/>
                          <a:latin typeface="+mn-lt"/>
                        </a:rPr>
                      </a:br>
                      <a:r>
                        <a:rPr lang="en-GB" sz="1050" b="0" i="0" u="none" strike="noStrike">
                          <a:solidFill>
                            <a:srgbClr val="000000"/>
                          </a:solidFill>
                          <a:effectLst/>
                          <a:latin typeface="+mn-lt"/>
                        </a:rPr>
                        <a:t>Quote status update  API</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de-DE" sz="1050" b="0" i="0" u="none" strike="noStrike">
                          <a:solidFill>
                            <a:srgbClr val="000000"/>
                          </a:solidFill>
                          <a:effectLst/>
                          <a:latin typeface="+mn-lt"/>
                        </a:rPr>
                        <a:t> IG Bind API</a:t>
                      </a:r>
                      <a:br>
                        <a:rPr lang="de-DE" sz="1050" b="0" i="0" u="none" strike="noStrike">
                          <a:solidFill>
                            <a:srgbClr val="000000"/>
                          </a:solidFill>
                          <a:effectLst/>
                          <a:latin typeface="+mn-lt"/>
                        </a:rPr>
                      </a:br>
                      <a:r>
                        <a:rPr lang="de-DE" sz="1050" b="0" i="0" u="none" strike="noStrike">
                          <a:solidFill>
                            <a:srgbClr val="000000"/>
                          </a:solidFill>
                          <a:effectLst/>
                          <a:latin typeface="+mn-lt"/>
                        </a:rPr>
                        <a:t>IG Renewal API</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API’s are tested using agreed schema contract which will be used by UWWB once integration is established.</a:t>
                      </a:r>
                      <a:br>
                        <a:rPr lang="en-US" sz="1050" b="0" i="0" u="none" strike="noStrike">
                          <a:solidFill>
                            <a:srgbClr val="000000"/>
                          </a:solidFill>
                          <a:effectLst/>
                          <a:latin typeface="+mn-lt"/>
                        </a:rPr>
                      </a:br>
                      <a:r>
                        <a:rPr lang="en-US" sz="1050" b="0" i="0" u="none" strike="noStrike">
                          <a:solidFill>
                            <a:srgbClr val="000000"/>
                          </a:solidFill>
                          <a:effectLst/>
                          <a:latin typeface="+mn-lt"/>
                        </a:rPr>
                        <a:t>Different payloads are created to test marketable product quotes  with different coverages .</a:t>
                      </a:r>
                    </a:p>
                    <a:p>
                      <a:pPr lvl="0" algn="l">
                        <a:buNone/>
                      </a:pPr>
                      <a:r>
                        <a:rPr lang="en-US" sz="1050" b="0" i="0" u="none" strike="noStrike">
                          <a:solidFill>
                            <a:srgbClr val="000000"/>
                          </a:solidFill>
                          <a:effectLst/>
                          <a:latin typeface="+mn-lt"/>
                        </a:rPr>
                        <a:t>Different set of test data is created to trigger different business rules as per requirement  .</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Account creation</a:t>
                      </a:r>
                      <a:br>
                        <a:rPr lang="en-US" sz="1050" b="0" i="0" u="none" strike="noStrike">
                          <a:solidFill>
                            <a:srgbClr val="000000"/>
                          </a:solidFill>
                          <a:effectLst/>
                          <a:latin typeface="+mn-lt"/>
                        </a:rPr>
                      </a:br>
                      <a:r>
                        <a:rPr lang="en-US" sz="1050" b="0" i="0" u="none" strike="noStrike">
                          <a:solidFill>
                            <a:srgbClr val="000000"/>
                          </a:solidFill>
                          <a:effectLst/>
                          <a:latin typeface="+mn-lt"/>
                        </a:rPr>
                        <a:t>Submission</a:t>
                      </a:r>
                      <a:br>
                        <a:rPr lang="en-US" sz="1050" b="0" i="0" u="none" strike="noStrike">
                          <a:solidFill>
                            <a:srgbClr val="000000"/>
                          </a:solidFill>
                          <a:effectLst/>
                          <a:latin typeface="+mn-lt"/>
                        </a:rPr>
                      </a:br>
                      <a:r>
                        <a:rPr lang="en-US" sz="1050" b="0" i="0" u="none" strike="noStrike">
                          <a:solidFill>
                            <a:srgbClr val="000000"/>
                          </a:solidFill>
                          <a:effectLst/>
                          <a:latin typeface="+mn-lt"/>
                        </a:rPr>
                        <a:t>Full Quote</a:t>
                      </a:r>
                      <a:br>
                        <a:rPr lang="en-US" sz="1050" b="0" i="0" u="none" strike="noStrike">
                          <a:solidFill>
                            <a:srgbClr val="000000"/>
                          </a:solidFill>
                          <a:effectLst/>
                          <a:latin typeface="+mn-lt"/>
                        </a:rPr>
                      </a:br>
                      <a:r>
                        <a:rPr lang="en-US" sz="1050" b="0" i="0" u="none" strike="noStrike">
                          <a:solidFill>
                            <a:srgbClr val="000000"/>
                          </a:solidFill>
                          <a:effectLst/>
                          <a:latin typeface="+mn-lt"/>
                        </a:rPr>
                        <a:t>Quote Versions</a:t>
                      </a:r>
                      <a:br>
                        <a:rPr lang="en-US" sz="1050" b="0" i="0" u="none" strike="noStrike">
                          <a:solidFill>
                            <a:srgbClr val="000000"/>
                          </a:solidFill>
                          <a:effectLst/>
                          <a:latin typeface="+mn-lt"/>
                        </a:rPr>
                      </a:br>
                      <a:r>
                        <a:rPr lang="en-US" sz="1050" b="0" i="0" u="none" strike="noStrike">
                          <a:solidFill>
                            <a:srgbClr val="000000"/>
                          </a:solidFill>
                          <a:effectLst/>
                          <a:latin typeface="+mn-lt"/>
                        </a:rPr>
                        <a:t>Policy Bind </a:t>
                      </a:r>
                    </a:p>
                    <a:p>
                      <a:pPr lvl="0" algn="l">
                        <a:buNone/>
                      </a:pPr>
                      <a:r>
                        <a:rPr lang="en-US" sz="1050" b="0" i="0" u="none" strike="noStrike">
                          <a:solidFill>
                            <a:srgbClr val="000000"/>
                          </a:solidFill>
                          <a:effectLst/>
                          <a:latin typeface="+mn-lt"/>
                        </a:rPr>
                        <a:t>Renewal Quote</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1702859702"/>
                  </a:ext>
                </a:extLst>
              </a:tr>
              <a:tr h="617296">
                <a:tc>
                  <a:txBody>
                    <a:bodyPr/>
                    <a:lstStyle/>
                    <a:p>
                      <a:pPr algn="l" rtl="0" fontAlgn="ctr"/>
                      <a:r>
                        <a:rPr lang="en-GB" sz="1050" b="0" i="0" u="none" strike="noStrike">
                          <a:solidFill>
                            <a:srgbClr val="000000"/>
                          </a:solidFill>
                          <a:effectLst/>
                          <a:latin typeface="+mn-lt"/>
                        </a:rPr>
                        <a:t>PC-BC Integration</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lvl="0" algn="l">
                        <a:buNone/>
                      </a:pPr>
                      <a:r>
                        <a:rPr lang="en-GB" sz="1050" b="0" i="0" u="none" strike="noStrike">
                          <a:solidFill>
                            <a:srgbClr val="000000"/>
                          </a:solidFill>
                          <a:effectLst/>
                          <a:latin typeface="+mn-lt"/>
                        </a:rPr>
                        <a:t>BillingAPI – New Bunsiess charges,</a:t>
                      </a:r>
                    </a:p>
                    <a:p>
                      <a:pPr lvl="0" algn="l">
                        <a:buNone/>
                      </a:pPr>
                      <a:r>
                        <a:rPr lang="en-GB" sz="1050" b="0" i="0" u="none" strike="noStrike">
                          <a:solidFill>
                            <a:srgbClr val="000000"/>
                          </a:solidFill>
                          <a:effectLst/>
                          <a:latin typeface="+mn-lt"/>
                        </a:rPr>
                        <a:t>Policy Change charges , Renewal charges ,</a:t>
                      </a:r>
                      <a:r>
                        <a:rPr lang="en-GB" sz="1100" b="0" i="0" u="none" strike="noStrike" noProof="0">
                          <a:solidFill>
                            <a:srgbClr val="000000"/>
                          </a:solidFill>
                          <a:effectLst/>
                          <a:latin typeface="Ubuntu"/>
                        </a:rPr>
                        <a:t>Cancellation</a:t>
                      </a:r>
                      <a:endParaRPr lang="en-GB" sz="1050" b="0" i="0" u="none" strike="noStrike">
                        <a:solidFill>
                          <a:srgbClr val="000000"/>
                        </a:solidFill>
                        <a:effectLst/>
                        <a:latin typeface="+mn-lt"/>
                      </a:endParaRPr>
                    </a:p>
                    <a:p>
                      <a:pPr lvl="0" algn="l">
                        <a:buNone/>
                      </a:pPr>
                      <a:endParaRPr lang="en-GB" sz="1100" b="0" i="0" u="none" strike="noStrike" noProof="0">
                        <a:solidFill>
                          <a:srgbClr val="000000"/>
                        </a:solidFill>
                        <a:effectLst/>
                        <a:latin typeface="Ubuntu"/>
                      </a:endParaRPr>
                    </a:p>
                    <a:p>
                      <a:pPr lvl="0" algn="l">
                        <a:buNone/>
                      </a:pPr>
                      <a:r>
                        <a:rPr lang="en-GB" sz="1050" b="0" i="0" u="none" strike="noStrike">
                          <a:solidFill>
                            <a:srgbClr val="000000"/>
                          </a:solidFill>
                          <a:effectLst/>
                          <a:latin typeface="+mn-lt"/>
                        </a:rPr>
                        <a:t>Payment plan API </a:t>
                      </a:r>
                    </a:p>
                    <a:p>
                      <a:pPr lvl="0" algn="l">
                        <a:buNone/>
                      </a:pPr>
                      <a:endParaRPr lang="en-GB" sz="1050" b="0" i="0" u="none" strike="noStrike">
                        <a:solidFill>
                          <a:srgbClr val="000000"/>
                        </a:solidFill>
                        <a:effectLst/>
                        <a:latin typeface="+mn-lt"/>
                      </a:endParaRP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endParaRPr lang="en-US" sz="1050" b="0" i="0" u="none" strike="noStrike">
                        <a:solidFill>
                          <a:srgbClr val="000000"/>
                        </a:solidFill>
                        <a:effectLst/>
                        <a:latin typeface="+mn-lt"/>
                      </a:endParaRP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New business </a:t>
                      </a:r>
                    </a:p>
                    <a:p>
                      <a:pPr lvl="0" algn="l">
                        <a:buNone/>
                      </a:pPr>
                      <a:r>
                        <a:rPr lang="en-US" sz="1050" b="0" i="0" u="none" strike="noStrike">
                          <a:solidFill>
                            <a:srgbClr val="000000"/>
                          </a:solidFill>
                          <a:effectLst/>
                          <a:latin typeface="+mn-lt"/>
                        </a:rPr>
                        <a:t>Policy change</a:t>
                      </a:r>
                    </a:p>
                    <a:p>
                      <a:pPr lvl="0" algn="l">
                        <a:buNone/>
                      </a:pPr>
                      <a:r>
                        <a:rPr lang="en-US" sz="1050" b="0" i="0" u="none" strike="noStrike">
                          <a:solidFill>
                            <a:srgbClr val="000000"/>
                          </a:solidFill>
                          <a:effectLst/>
                          <a:latin typeface="+mn-lt"/>
                        </a:rPr>
                        <a:t>Renewal </a:t>
                      </a:r>
                    </a:p>
                    <a:p>
                      <a:pPr lvl="0" algn="l">
                        <a:buNone/>
                      </a:pPr>
                      <a:r>
                        <a:rPr lang="en-GB" sz="1100" b="0" i="0" u="none" strike="noStrike" noProof="0">
                          <a:solidFill>
                            <a:srgbClr val="000000"/>
                          </a:solidFill>
                          <a:effectLst/>
                          <a:latin typeface="Ubuntu"/>
                        </a:rPr>
                        <a:t>Cancellation</a:t>
                      </a:r>
                      <a:endParaRPr lang="en-US"/>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38627704"/>
                  </a:ext>
                </a:extLst>
              </a:tr>
              <a:tr h="617296">
                <a:tc>
                  <a:txBody>
                    <a:bodyPr/>
                    <a:lstStyle/>
                    <a:p>
                      <a:pPr lvl="0" algn="l">
                        <a:buNone/>
                      </a:pPr>
                      <a:r>
                        <a:rPr lang="en-GB" sz="1050" b="0" i="0" u="none" strike="noStrike" noProof="0">
                          <a:solidFill>
                            <a:srgbClr val="000000"/>
                          </a:solidFill>
                          <a:effectLst/>
                        </a:rPr>
                        <a:t>loqate</a:t>
                      </a:r>
                      <a:endParaRPr lang="en-US"/>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  Address Verification</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endParaRPr lang="en-US" sz="1050" b="0" i="0" u="none" strike="noStrike">
                        <a:solidFill>
                          <a:srgbClr val="000000"/>
                        </a:solidFill>
                        <a:effectLst/>
                        <a:latin typeface="+mn-lt"/>
                      </a:endParaRP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lvl="0" algn="l">
                        <a:buNone/>
                      </a:pPr>
                      <a:r>
                        <a:rPr lang="en-US" sz="1100" b="0" i="0" u="none" strike="noStrike" noProof="0">
                          <a:solidFill>
                            <a:srgbClr val="000000"/>
                          </a:solidFill>
                          <a:effectLst/>
                          <a:latin typeface="Ubuntu"/>
                        </a:rPr>
                        <a:t>New business </a:t>
                      </a:r>
                    </a:p>
                    <a:p>
                      <a:pPr lvl="0" algn="l">
                        <a:buNone/>
                      </a:pPr>
                      <a:r>
                        <a:rPr lang="en-US" sz="1100" b="0" i="0" u="none" strike="noStrike" noProof="0">
                          <a:solidFill>
                            <a:srgbClr val="000000"/>
                          </a:solidFill>
                          <a:effectLst/>
                          <a:latin typeface="Ubuntu"/>
                        </a:rPr>
                        <a:t>Policy change</a:t>
                      </a:r>
                      <a:endParaRPr lang="en-US"/>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3084515191"/>
                  </a:ext>
                </a:extLst>
              </a:tr>
              <a:tr h="617296">
                <a:tc>
                  <a:txBody>
                    <a:bodyPr/>
                    <a:lstStyle/>
                    <a:p>
                      <a:pPr algn="l" rtl="0" fontAlgn="ctr"/>
                      <a:r>
                        <a:rPr lang="en-GB" sz="1050" b="0" i="0" u="none" strike="noStrike">
                          <a:solidFill>
                            <a:srgbClr val="000000"/>
                          </a:solidFill>
                          <a:effectLst/>
                          <a:latin typeface="+mn-lt"/>
                        </a:rPr>
                        <a:t>IDP(Users and team)</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Users Create , update</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Testing is in progress.</a:t>
                      </a:r>
                      <a:br>
                        <a:rPr lang="en-US" sz="1050" b="0" i="0" u="none" strike="noStrike">
                          <a:solidFill>
                            <a:srgbClr val="000000"/>
                          </a:solidFill>
                          <a:effectLst/>
                          <a:latin typeface="+mn-lt"/>
                        </a:rPr>
                      </a:br>
                      <a:r>
                        <a:rPr lang="en-US" sz="1050" b="0" i="0" u="none" strike="noStrike">
                          <a:solidFill>
                            <a:srgbClr val="000000"/>
                          </a:solidFill>
                          <a:effectLst/>
                          <a:latin typeface="+mn-lt"/>
                        </a:rPr>
                        <a:t>Testing is carried out by updating data in </a:t>
                      </a:r>
                      <a:r>
                        <a:rPr lang="en-US" sz="1050" b="0" i="0" u="none" strike="noStrike" noProof="0">
                          <a:solidFill>
                            <a:srgbClr val="000000"/>
                          </a:solidFill>
                          <a:effectLst/>
                        </a:rPr>
                        <a:t>Central Services domain  </a:t>
                      </a:r>
                      <a:r>
                        <a:rPr lang="en-US" sz="1050" b="0" i="0" u="none" strike="noStrike">
                          <a:solidFill>
                            <a:srgbClr val="000000"/>
                          </a:solidFill>
                          <a:effectLst/>
                          <a:latin typeface="+mn-lt"/>
                        </a:rPr>
                        <a:t>system  to publish message on kafka and will consumed by GPAS</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User creation/Update  from IDP to Guidewire</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1919804941"/>
                  </a:ext>
                </a:extLst>
              </a:tr>
              <a:tr h="451680">
                <a:tc>
                  <a:txBody>
                    <a:bodyPr/>
                    <a:lstStyle/>
                    <a:p>
                      <a:pPr algn="l" rtl="0" fontAlgn="ctr"/>
                      <a:r>
                        <a:rPr lang="en-GB" sz="1050" b="0" i="0" u="none" strike="noStrike">
                          <a:solidFill>
                            <a:srgbClr val="000000"/>
                          </a:solidFill>
                          <a:effectLst/>
                          <a:latin typeface="+mn-lt"/>
                        </a:rPr>
                        <a:t>Cap IQ </a:t>
                      </a:r>
                      <a:r>
                        <a:rPr lang="en-GB" sz="1100" b="0" i="0" u="none" strike="noStrike" noProof="0">
                          <a:solidFill>
                            <a:srgbClr val="000000"/>
                          </a:solidFill>
                          <a:effectLst/>
                          <a:latin typeface="Ubuntu"/>
                        </a:rPr>
                        <a:t>(Central Services domain)</a:t>
                      </a:r>
                    </a:p>
                    <a:p>
                      <a:pPr lvl="0" algn="l">
                        <a:buNone/>
                      </a:pPr>
                      <a:endParaRPr lang="en-GB" sz="1050" b="0" i="0" u="none" strike="noStrike">
                        <a:solidFill>
                          <a:srgbClr val="000000"/>
                        </a:solidFill>
                        <a:effectLst/>
                        <a:latin typeface="+mn-lt"/>
                      </a:endParaRP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Credit score updates</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This is tested by updating data in </a:t>
                      </a:r>
                      <a:r>
                        <a:rPr lang="en-GB" sz="1100" b="0" i="0" u="none" strike="noStrike" noProof="0">
                          <a:solidFill>
                            <a:srgbClr val="000000"/>
                          </a:solidFill>
                          <a:effectLst/>
                          <a:latin typeface="Ubuntu"/>
                        </a:rPr>
                        <a:t>(Central Services domain)</a:t>
                      </a:r>
                      <a:endParaRPr lang="en-US" sz="1100" b="0" i="0" u="none" strike="noStrike" noProof="0">
                        <a:solidFill>
                          <a:srgbClr val="000000"/>
                        </a:solidFill>
                        <a:effectLst/>
                        <a:latin typeface="Ubuntu"/>
                      </a:endParaRPr>
                    </a:p>
                    <a:p>
                      <a:pPr lvl="0" algn="l">
                        <a:buNone/>
                      </a:pPr>
                      <a:r>
                        <a:rPr lang="en-US" sz="1050" b="0" i="0" u="none" strike="noStrike">
                          <a:solidFill>
                            <a:srgbClr val="000000"/>
                          </a:solidFill>
                          <a:effectLst/>
                          <a:latin typeface="+mn-lt"/>
                        </a:rPr>
                        <a:t> which triggered event to publish on kafka topic and  consumed by GPAS   then updated in guidewire </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Credit score updates from finance system to Guidewire</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2188348418"/>
                  </a:ext>
                </a:extLst>
              </a:tr>
              <a:tr h="451680">
                <a:tc>
                  <a:txBody>
                    <a:bodyPr/>
                    <a:lstStyle/>
                    <a:p>
                      <a:pPr algn="l" rtl="0" fontAlgn="ctr"/>
                      <a:r>
                        <a:rPr lang="en-GB" sz="1050" b="0" i="0" u="none" strike="noStrike">
                          <a:solidFill>
                            <a:srgbClr val="000000"/>
                          </a:solidFill>
                          <a:effectLst/>
                          <a:latin typeface="+mn-lt"/>
                        </a:rPr>
                        <a:t>LexisNexis – Sanctions</a:t>
                      </a:r>
                      <a:r>
                        <a:rPr lang="en-GB" sz="1100" b="0" i="0" u="none" strike="noStrike" noProof="0">
                          <a:solidFill>
                            <a:srgbClr val="000000"/>
                          </a:solidFill>
                          <a:effectLst/>
                          <a:latin typeface="Ubuntu"/>
                        </a:rPr>
                        <a:t>(Central Services domain)</a:t>
                      </a:r>
                    </a:p>
                    <a:p>
                      <a:pPr lvl="0" algn="l">
                        <a:buNone/>
                      </a:pPr>
                      <a:endParaRPr lang="en-GB" sz="1050" b="0" i="0" u="none" strike="noStrike">
                        <a:solidFill>
                          <a:srgbClr val="000000"/>
                        </a:solidFill>
                        <a:effectLst/>
                        <a:latin typeface="+mn-lt"/>
                      </a:endParaRP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Sanctions Updates</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UW control - Sanctions</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Sanctions Updates is tested by updating data in </a:t>
                      </a:r>
                      <a:r>
                        <a:rPr lang="en-GB" sz="1100" b="0" i="0" u="none" strike="noStrike" noProof="0">
                          <a:solidFill>
                            <a:srgbClr val="000000"/>
                          </a:solidFill>
                          <a:effectLst/>
                          <a:latin typeface="Ubuntu"/>
                        </a:rPr>
                        <a:t>(Central Services domain) </a:t>
                      </a:r>
                      <a:r>
                        <a:rPr lang="en-US" sz="1050" b="0" i="0" u="none" strike="noStrike">
                          <a:solidFill>
                            <a:srgbClr val="000000"/>
                          </a:solidFill>
                          <a:effectLst/>
                          <a:latin typeface="+mn-lt"/>
                        </a:rPr>
                        <a:t>which triggered event to publish on kafka topic and consumed by GPAS   then updated in guidewire</a:t>
                      </a:r>
                      <a:endParaRPr lang="en-US" sz="1100" b="0" i="0" u="none" strike="noStrike" noProof="0">
                        <a:solidFill>
                          <a:srgbClr val="000000"/>
                        </a:solidFill>
                        <a:effectLst/>
                        <a:latin typeface="Ubuntu"/>
                      </a:endParaRP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Sanctions Updates from finance system to Guidewire</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1369113892"/>
                  </a:ext>
                </a:extLst>
              </a:tr>
              <a:tr h="301120">
                <a:tc>
                  <a:txBody>
                    <a:bodyPr/>
                    <a:lstStyle/>
                    <a:p>
                      <a:pPr algn="l" rtl="0" fontAlgn="ctr"/>
                      <a:r>
                        <a:rPr lang="en-GB" sz="1050" b="0" i="0" u="none" strike="noStrike">
                          <a:solidFill>
                            <a:srgbClr val="000000"/>
                          </a:solidFill>
                          <a:effectLst/>
                          <a:latin typeface="+mn-lt"/>
                        </a:rPr>
                        <a:t>MDM</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 Customer update </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This will be tested in coming sprint , once story is ready for testing .</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Customer update from  MDM to Guidewire</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570660246"/>
                  </a:ext>
                </a:extLst>
              </a:tr>
              <a:tr h="451680">
                <a:tc>
                  <a:txBody>
                    <a:bodyPr/>
                    <a:lstStyle/>
                    <a:p>
                      <a:pPr algn="l" rtl="0" fontAlgn="ctr"/>
                      <a:r>
                        <a:rPr lang="en-GB" sz="1050" b="0" i="0" u="none" strike="noStrike">
                          <a:solidFill>
                            <a:srgbClr val="000000"/>
                          </a:solidFill>
                          <a:effectLst/>
                          <a:latin typeface="+mn-lt"/>
                        </a:rPr>
                        <a:t>CRM</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Producer , organization creation/updates</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This will be tested in coming sprint , once story is ready for testing .</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Producer , organization creation/updates from CRM to Guidewire</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278694178"/>
                  </a:ext>
                </a:extLst>
              </a:tr>
              <a:tr h="542015">
                <a:tc>
                  <a:txBody>
                    <a:bodyPr/>
                    <a:lstStyle/>
                    <a:p>
                      <a:pPr algn="l" rtl="0" fontAlgn="ctr"/>
                      <a:r>
                        <a:rPr lang="en-GB" sz="1050" b="0" i="0" u="none" strike="noStrike">
                          <a:solidFill>
                            <a:srgbClr val="000000"/>
                          </a:solidFill>
                          <a:effectLst/>
                          <a:latin typeface="+mn-lt"/>
                        </a:rPr>
                        <a:t>Appian</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Activity updates</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Message consumption by Appian</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lvl="0" algn="l">
                        <a:lnSpc>
                          <a:spcPct val="100000"/>
                        </a:lnSpc>
                        <a:spcBef>
                          <a:spcPts val="0"/>
                        </a:spcBef>
                        <a:spcAft>
                          <a:spcPts val="0"/>
                        </a:spcAft>
                        <a:buNone/>
                      </a:pPr>
                      <a:r>
                        <a:rPr lang="en-US" sz="1100" b="0" i="0" u="none" strike="noStrike" noProof="0">
                          <a:solidFill>
                            <a:srgbClr val="000000"/>
                          </a:solidFill>
                          <a:effectLst/>
                          <a:latin typeface="Ubuntu"/>
                        </a:rPr>
                        <a:t>This story is tested by validating if messages is delivered to Kafka topic or not . </a:t>
                      </a:r>
                      <a:endParaRPr lang="en-GB" sz="1100" b="0" i="0" u="none" strike="noStrike" noProof="0">
                        <a:solidFill>
                          <a:srgbClr val="000000"/>
                        </a:solidFill>
                        <a:effectLst/>
                        <a:latin typeface="Ubuntu"/>
                      </a:endParaRPr>
                    </a:p>
                    <a:p>
                      <a:pPr lvl="0" algn="l">
                        <a:buNone/>
                      </a:pPr>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Activity data sent to Appian from Guidewire.</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2017680299"/>
                  </a:ext>
                </a:extLst>
              </a:tr>
              <a:tr h="466736">
                <a:tc>
                  <a:txBody>
                    <a:bodyPr/>
                    <a:lstStyle/>
                    <a:p>
                      <a:pPr algn="l" rtl="0" fontAlgn="ctr"/>
                      <a:r>
                        <a:rPr lang="en-GB" sz="1050" b="0" i="0" u="none" strike="noStrike">
                          <a:solidFill>
                            <a:srgbClr val="000000"/>
                          </a:solidFill>
                          <a:effectLst/>
                          <a:latin typeface="+mn-lt"/>
                        </a:rPr>
                        <a:t>UW Controls</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LexisNexis – Sanctions</a:t>
                      </a:r>
                      <a:br>
                        <a:rPr lang="en-GB" sz="1050" b="0" i="0" u="none" strike="noStrike">
                          <a:solidFill>
                            <a:srgbClr val="000000"/>
                          </a:solidFill>
                          <a:effectLst/>
                          <a:latin typeface="+mn-lt"/>
                        </a:rPr>
                      </a:br>
                      <a:r>
                        <a:rPr lang="en-GB" sz="1050" b="0" i="0" u="none" strike="noStrike">
                          <a:solidFill>
                            <a:srgbClr val="000000"/>
                          </a:solidFill>
                          <a:effectLst/>
                          <a:latin typeface="+mn-lt"/>
                        </a:rPr>
                        <a:t>Broker Validations </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This will be tested in coming sprint , once story is ready for testing .</a:t>
                      </a:r>
                      <a:br>
                        <a:rPr lang="en-US" sz="1050" b="0" i="0" u="none" strike="noStrike">
                          <a:solidFill>
                            <a:srgbClr val="000000"/>
                          </a:solidFill>
                          <a:effectLst/>
                          <a:latin typeface="+mn-lt"/>
                        </a:rPr>
                      </a:br>
                      <a:r>
                        <a:rPr lang="en-US" sz="1050" b="0" i="0" u="none" strike="noStrike">
                          <a:solidFill>
                            <a:srgbClr val="000000"/>
                          </a:solidFill>
                          <a:effectLst/>
                          <a:latin typeface="+mn-lt"/>
                        </a:rPr>
                        <a:t> </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 </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593637698"/>
                  </a:ext>
                </a:extLst>
              </a:tr>
              <a:tr h="301120">
                <a:tc>
                  <a:txBody>
                    <a:bodyPr/>
                    <a:lstStyle/>
                    <a:p>
                      <a:pPr algn="l" rtl="0" fontAlgn="ctr"/>
                      <a:r>
                        <a:rPr lang="en-GB" sz="1050" b="0" i="0" u="none" strike="noStrike">
                          <a:solidFill>
                            <a:srgbClr val="000000"/>
                          </a:solidFill>
                          <a:effectLst/>
                          <a:latin typeface="+mn-lt"/>
                        </a:rPr>
                        <a:t>MDA</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lvl="0" algn="l">
                        <a:buNone/>
                      </a:pPr>
                      <a:r>
                        <a:rPr lang="en-US" sz="1100" b="0" i="0" u="none" strike="noStrike" noProof="0">
                          <a:solidFill>
                            <a:srgbClr val="000000"/>
                          </a:solidFill>
                          <a:effectLst/>
                          <a:latin typeface="Ubuntu"/>
                        </a:rPr>
                        <a:t>This will be tested in coming sprint , once MDA build is done</a:t>
                      </a:r>
                      <a:endParaRPr lang="en-US"/>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3325491062"/>
                  </a:ext>
                </a:extLst>
              </a:tr>
              <a:tr h="316176">
                <a:tc>
                  <a:txBody>
                    <a:bodyPr/>
                    <a:lstStyle/>
                    <a:p>
                      <a:pPr algn="l" rtl="0" fontAlgn="ctr"/>
                      <a:r>
                        <a:rPr lang="en-GB" sz="1050" b="0" i="0" u="none" strike="noStrike">
                          <a:solidFill>
                            <a:srgbClr val="000000"/>
                          </a:solidFill>
                          <a:effectLst/>
                          <a:latin typeface="+mn-lt"/>
                        </a:rPr>
                        <a:t>Guidewire App Event - MDA</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New Business Bind </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GB" sz="1050" b="0" i="0" u="none" strike="noStrike">
                          <a:solidFill>
                            <a:srgbClr val="000000"/>
                          </a:solidFill>
                          <a:effectLst/>
                          <a:latin typeface="+mn-lt"/>
                        </a:rPr>
                        <a:t>Renewal – Bind</a:t>
                      </a:r>
                      <a:br>
                        <a:rPr lang="en-GB" sz="1050" b="0" i="0" u="none" strike="noStrike">
                          <a:solidFill>
                            <a:srgbClr val="000000"/>
                          </a:solidFill>
                          <a:effectLst/>
                          <a:latin typeface="+mn-lt"/>
                        </a:rPr>
                      </a:br>
                      <a:r>
                        <a:rPr lang="en-GB" sz="1050" b="0" i="0" u="none" strike="noStrike">
                          <a:solidFill>
                            <a:srgbClr val="000000"/>
                          </a:solidFill>
                          <a:effectLst/>
                          <a:latin typeface="+mn-lt"/>
                        </a:rPr>
                        <a:t>Policy Change </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lvl="0" algn="l">
                        <a:buNone/>
                      </a:pPr>
                      <a:r>
                        <a:rPr lang="en-US" sz="1100" b="0" i="0" u="none" strike="noStrike" noProof="0">
                          <a:solidFill>
                            <a:srgbClr val="000000"/>
                          </a:solidFill>
                          <a:effectLst/>
                          <a:latin typeface="Ubuntu"/>
                        </a:rPr>
                        <a:t>This will be tested in coming sprint , once MDA build is done</a:t>
                      </a:r>
                      <a:endParaRPr lang="en-US"/>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1768086270"/>
                  </a:ext>
                </a:extLst>
              </a:tr>
              <a:tr h="301120">
                <a:tc>
                  <a:txBody>
                    <a:bodyPr/>
                    <a:lstStyle/>
                    <a:p>
                      <a:pPr algn="l" rtl="0" fontAlgn="ctr"/>
                      <a:r>
                        <a:rPr lang="en-GB" sz="1050" b="0" i="0" u="none" strike="noStrike">
                          <a:solidFill>
                            <a:srgbClr val="000000"/>
                          </a:solidFill>
                          <a:effectLst/>
                          <a:latin typeface="+mn-lt"/>
                        </a:rPr>
                        <a:t>Aggreso</a:t>
                      </a:r>
                      <a:endParaRPr lang="en-GB" sz="1050" b="0" i="0" u="none" strike="noStrike" err="1">
                        <a:solidFill>
                          <a:srgbClr val="000000"/>
                        </a:solidFill>
                        <a:effectLst/>
                        <a:latin typeface="+mn-lt"/>
                      </a:endParaRP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This will be tested in coming sprint , once story is ready for testing .</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2898378273"/>
                  </a:ext>
                </a:extLst>
              </a:tr>
              <a:tr h="301120">
                <a:tc>
                  <a:txBody>
                    <a:bodyPr/>
                    <a:lstStyle/>
                    <a:p>
                      <a:pPr algn="l" rtl="0" fontAlgn="ctr"/>
                      <a:r>
                        <a:rPr lang="en-GB" sz="1050" b="0" i="0" u="none" strike="noStrike">
                          <a:solidFill>
                            <a:srgbClr val="000000"/>
                          </a:solidFill>
                          <a:effectLst/>
                          <a:latin typeface="+mn-lt"/>
                        </a:rPr>
                        <a:t>Document Generation and Management</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rtl="0" fontAlgn="ctr"/>
                      <a:r>
                        <a:rPr lang="en-US" sz="1050" b="0" i="0" u="none" strike="noStrike">
                          <a:solidFill>
                            <a:srgbClr val="000000"/>
                          </a:solidFill>
                          <a:effectLst/>
                          <a:latin typeface="+mn-lt"/>
                        </a:rPr>
                        <a:t>This will be tested in coming sprint , once story is ready for testing .</a:t>
                      </a:r>
                    </a:p>
                  </a:txBody>
                  <a:tcPr marL="4107" marR="4107" marT="4107"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t"/>
                      <a:endParaRPr lang="en-GB" sz="1050" b="0" i="0" u="none" strike="noStrike">
                        <a:solidFill>
                          <a:srgbClr val="000000"/>
                        </a:solidFill>
                        <a:effectLst/>
                        <a:latin typeface="+mn-lt"/>
                      </a:endParaRPr>
                    </a:p>
                  </a:txBody>
                  <a:tcPr marL="4107" marR="4107" marT="4107"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3135760400"/>
                  </a:ext>
                </a:extLst>
              </a:tr>
            </a:tbl>
          </a:graphicData>
        </a:graphic>
      </p:graphicFrame>
      <p:sp>
        <p:nvSpPr>
          <p:cNvPr id="3" name="TextBox 2">
            <a:hlinkClick r:id="rId3" action="ppaction://hlinksldjump"/>
            <a:extLst>
              <a:ext uri="{FF2B5EF4-FFF2-40B4-BE49-F238E27FC236}">
                <a16:creationId xmlns:a16="http://schemas.microsoft.com/office/drawing/2014/main" id="{DAA7AA13-7FDA-93FC-935C-B64F7BD2BB23}"/>
              </a:ext>
            </a:extLst>
          </p:cNvPr>
          <p:cNvSpPr txBox="1"/>
          <p:nvPr/>
        </p:nvSpPr>
        <p:spPr>
          <a:xfrm>
            <a:off x="11265029" y="6168189"/>
            <a:ext cx="936396" cy="307777"/>
          </a:xfrm>
          <a:prstGeom prst="rect">
            <a:avLst/>
          </a:prstGeom>
          <a:noFill/>
        </p:spPr>
        <p:txBody>
          <a:bodyPr wrap="square" rtlCol="0">
            <a:spAutoFit/>
          </a:bodyPr>
          <a:lstStyle/>
          <a:p>
            <a:pPr algn="ctr"/>
            <a:r>
              <a:rPr lang="en-US" sz="1400" b="1">
                <a:solidFill>
                  <a:srgbClr val="DC199B"/>
                </a:solidFill>
              </a:rPr>
              <a:t>&lt; Back</a:t>
            </a:r>
            <a:endParaRPr lang="en-GB" sz="1400" b="1">
              <a:solidFill>
                <a:srgbClr val="DC199B"/>
              </a:solidFill>
            </a:endParaRPr>
          </a:p>
        </p:txBody>
      </p:sp>
      <p:sp>
        <p:nvSpPr>
          <p:cNvPr id="5" name="Title 1">
            <a:extLst>
              <a:ext uri="{FF2B5EF4-FFF2-40B4-BE49-F238E27FC236}">
                <a16:creationId xmlns:a16="http://schemas.microsoft.com/office/drawing/2014/main" id="{BA237CB8-A03C-97F1-227B-6C0314098276}"/>
              </a:ext>
            </a:extLst>
          </p:cNvPr>
          <p:cNvSpPr txBox="1">
            <a:spLocks/>
          </p:cNvSpPr>
          <p:nvPr/>
        </p:nvSpPr>
        <p:spPr>
          <a:xfrm>
            <a:off x="0" y="3170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a:defRPr/>
            </a:pPr>
            <a:r>
              <a:rPr lang="en-US">
                <a:solidFill>
                  <a:schemeClr val="tx1"/>
                </a:solidFill>
              </a:rPr>
              <a:t>API / Integration testing</a:t>
            </a:r>
            <a:endParaRPr lang="en-GB">
              <a:solidFill>
                <a:schemeClr val="tx1"/>
              </a:solidFill>
            </a:endParaRPr>
          </a:p>
        </p:txBody>
      </p:sp>
    </p:spTree>
    <p:extLst>
      <p:ext uri="{BB962C8B-B14F-4D97-AF65-F5344CB8AC3E}">
        <p14:creationId xmlns:p14="http://schemas.microsoft.com/office/powerpoint/2010/main" val="3792586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F2AEE-E7C0-7A87-7678-5C2A66EA35C6}"/>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0701276E-FF02-C683-D98C-A5A382769FBB}"/>
              </a:ext>
            </a:extLst>
          </p:cNvPr>
          <p:cNvSpPr txBox="1">
            <a:spLocks/>
          </p:cNvSpPr>
          <p:nvPr/>
        </p:nvSpPr>
        <p:spPr>
          <a:xfrm>
            <a:off x="0" y="3170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a:defRPr/>
            </a:pPr>
            <a:r>
              <a:rPr lang="en-US">
                <a:solidFill>
                  <a:schemeClr val="tx1"/>
                </a:solidFill>
              </a:rPr>
              <a:t>Collaboration</a:t>
            </a:r>
            <a:endParaRPr lang="en-GB" err="1">
              <a:solidFill>
                <a:schemeClr val="tx1"/>
              </a:solidFill>
            </a:endParaRPr>
          </a:p>
        </p:txBody>
      </p:sp>
      <p:sp>
        <p:nvSpPr>
          <p:cNvPr id="2" name="TextBox 1">
            <a:hlinkClick r:id="rId3" action="ppaction://hlinksldjump"/>
            <a:extLst>
              <a:ext uri="{FF2B5EF4-FFF2-40B4-BE49-F238E27FC236}">
                <a16:creationId xmlns:a16="http://schemas.microsoft.com/office/drawing/2014/main" id="{62F6E6AF-9B14-119B-29C2-D21035F8A871}"/>
              </a:ext>
            </a:extLst>
          </p:cNvPr>
          <p:cNvSpPr txBox="1"/>
          <p:nvPr/>
        </p:nvSpPr>
        <p:spPr>
          <a:xfrm>
            <a:off x="11265029" y="6168189"/>
            <a:ext cx="936396" cy="307777"/>
          </a:xfrm>
          <a:prstGeom prst="rect">
            <a:avLst/>
          </a:prstGeom>
          <a:noFill/>
        </p:spPr>
        <p:txBody>
          <a:bodyPr wrap="square" rtlCol="0">
            <a:spAutoFit/>
          </a:bodyPr>
          <a:lstStyle/>
          <a:p>
            <a:pPr algn="ctr"/>
            <a:r>
              <a:rPr lang="en-US" sz="1400" b="1">
                <a:solidFill>
                  <a:srgbClr val="DC199B"/>
                </a:solidFill>
              </a:rPr>
              <a:t>&lt; Back</a:t>
            </a:r>
            <a:endParaRPr lang="en-GB" sz="1400" b="1">
              <a:solidFill>
                <a:srgbClr val="DC199B"/>
              </a:solidFill>
            </a:endParaRPr>
          </a:p>
        </p:txBody>
      </p:sp>
      <p:sp>
        <p:nvSpPr>
          <p:cNvPr id="4" name="Rectangle 3">
            <a:extLst>
              <a:ext uri="{FF2B5EF4-FFF2-40B4-BE49-F238E27FC236}">
                <a16:creationId xmlns:a16="http://schemas.microsoft.com/office/drawing/2014/main" id="{CCE28D61-8D7B-11F1-A17C-21DB6CFD31BD}"/>
              </a:ext>
            </a:extLst>
          </p:cNvPr>
          <p:cNvSpPr/>
          <p:nvPr/>
        </p:nvSpPr>
        <p:spPr>
          <a:xfrm>
            <a:off x="257448" y="1061123"/>
            <a:ext cx="1929384" cy="748923"/>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Coordination with integration system</a:t>
            </a:r>
            <a:endParaRPr lang="en-GB" sz="1200" b="1">
              <a:solidFill>
                <a:schemeClr val="bg1"/>
              </a:solidFill>
            </a:endParaRPr>
          </a:p>
        </p:txBody>
      </p:sp>
      <p:sp>
        <p:nvSpPr>
          <p:cNvPr id="5" name="TextBox 4">
            <a:extLst>
              <a:ext uri="{FF2B5EF4-FFF2-40B4-BE49-F238E27FC236}">
                <a16:creationId xmlns:a16="http://schemas.microsoft.com/office/drawing/2014/main" id="{C1F306BA-DE13-A948-B062-5EDC2F556BF7}"/>
              </a:ext>
            </a:extLst>
          </p:cNvPr>
          <p:cNvSpPr txBox="1"/>
          <p:nvPr/>
        </p:nvSpPr>
        <p:spPr>
          <a:xfrm>
            <a:off x="2480707" y="1069235"/>
            <a:ext cx="7876076" cy="1048323"/>
          </a:xfrm>
          <a:prstGeom prst="rect">
            <a:avLst/>
          </a:prstGeom>
          <a:solidFill>
            <a:srgbClr val="F9E7EF"/>
          </a:solidFill>
        </p:spPr>
        <p:txBody>
          <a:bodyPr wrap="square" lIns="91440" tIns="45720" rIns="91440" bIns="45720" rtlCol="0" anchor="ctr">
            <a:noAutofit/>
          </a:bodyPr>
          <a:lstStyle/>
          <a:p>
            <a:pPr marL="171450" indent="-171450">
              <a:spcBef>
                <a:spcPts val="200"/>
              </a:spcBef>
              <a:spcAft>
                <a:spcPts val="200"/>
              </a:spcAft>
              <a:buFont typeface="Arial" panose="020B0604020202020204" pitchFamily="34" charset="0"/>
              <a:buChar char="•"/>
            </a:pPr>
            <a:r>
              <a:rPr lang="en-US" sz="1200" u="sng">
                <a:solidFill>
                  <a:srgbClr val="DC199B"/>
                </a:solidFill>
              </a:rPr>
              <a:t>Objective: </a:t>
            </a:r>
            <a:r>
              <a:rPr lang="en-US" sz="1200">
                <a:solidFill>
                  <a:srgbClr val="DC199B"/>
                </a:solidFill>
              </a:rPr>
              <a:t>prove integration connectivity ahead of stablisation phase where integration system is available</a:t>
            </a:r>
          </a:p>
          <a:p>
            <a:pPr marL="171450" indent="-171450">
              <a:spcBef>
                <a:spcPts val="200"/>
              </a:spcBef>
              <a:spcAft>
                <a:spcPts val="200"/>
              </a:spcAft>
              <a:buFont typeface="Arial" panose="020B0604020202020204" pitchFamily="34" charset="0"/>
              <a:buChar char="•"/>
              <a:defRPr/>
            </a:pPr>
            <a:r>
              <a:rPr lang="en-US" sz="1200" u="sng">
                <a:solidFill>
                  <a:srgbClr val="DC199B"/>
                </a:solidFill>
              </a:rPr>
              <a:t>Dependencies:</a:t>
            </a:r>
            <a:r>
              <a:rPr lang="en-US" sz="1200">
                <a:solidFill>
                  <a:srgbClr val="DC199B"/>
                </a:solidFill>
              </a:rPr>
              <a:t> Co-ordinate with Beazley integration manager / point of contact for Touch Point Plan (TPP)</a:t>
            </a:r>
          </a:p>
          <a:p>
            <a:pPr marL="171450" indent="-171450">
              <a:spcBef>
                <a:spcPts val="200"/>
              </a:spcBef>
              <a:spcAft>
                <a:spcPts val="200"/>
              </a:spcAft>
              <a:buFont typeface="Arial" panose="020B0604020202020204" pitchFamily="34" charset="0"/>
              <a:buChar char="•"/>
              <a:defRPr/>
            </a:pPr>
            <a:r>
              <a:rPr lang="en-US" sz="1200" u="sng">
                <a:solidFill>
                  <a:srgbClr val="DC199B"/>
                </a:solidFill>
              </a:rPr>
              <a:t>Coordination:</a:t>
            </a:r>
            <a:r>
              <a:rPr lang="en-US" sz="1200">
                <a:solidFill>
                  <a:srgbClr val="DC199B"/>
                </a:solidFill>
              </a:rPr>
              <a:t> Florin: Users and Teams |  Stuart: CRM  |  Margot: MDM |  Kinga: Claims  | Razvan: Lexis Nexis  |           Eloy  : Kafka Configuration</a:t>
            </a:r>
          </a:p>
        </p:txBody>
      </p:sp>
      <p:sp>
        <p:nvSpPr>
          <p:cNvPr id="6" name="Rectangle 5">
            <a:extLst>
              <a:ext uri="{FF2B5EF4-FFF2-40B4-BE49-F238E27FC236}">
                <a16:creationId xmlns:a16="http://schemas.microsoft.com/office/drawing/2014/main" id="{D3D1DED6-4211-CC71-79EA-8AEC9DE2F1AE}"/>
              </a:ext>
            </a:extLst>
          </p:cNvPr>
          <p:cNvSpPr/>
          <p:nvPr/>
        </p:nvSpPr>
        <p:spPr>
          <a:xfrm>
            <a:off x="257447" y="2538201"/>
            <a:ext cx="1929384" cy="54672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200"/>
              </a:spcBef>
              <a:spcAft>
                <a:spcPts val="200"/>
              </a:spcAft>
            </a:pPr>
            <a:r>
              <a:rPr lang="en-GB" sz="1200" kern="100">
                <a:solidFill>
                  <a:schemeClr val="bg1"/>
                </a:solidFill>
                <a:latin typeface="Aptos" panose="020B0004020202020204" pitchFamily="34" charset="0"/>
                <a:ea typeface="Aptos" panose="020B0004020202020204" pitchFamily="34" charset="0"/>
                <a:cs typeface="Times New Roman" panose="02020603050405020304" pitchFamily="18" charset="0"/>
              </a:rPr>
              <a:t>Support early E2E</a:t>
            </a:r>
          </a:p>
        </p:txBody>
      </p:sp>
      <p:sp>
        <p:nvSpPr>
          <p:cNvPr id="7" name="TextBox 6">
            <a:extLst>
              <a:ext uri="{FF2B5EF4-FFF2-40B4-BE49-F238E27FC236}">
                <a16:creationId xmlns:a16="http://schemas.microsoft.com/office/drawing/2014/main" id="{39B389C1-63B4-EEE1-5DB3-F3F7752569D5}"/>
              </a:ext>
            </a:extLst>
          </p:cNvPr>
          <p:cNvSpPr txBox="1"/>
          <p:nvPr/>
        </p:nvSpPr>
        <p:spPr>
          <a:xfrm>
            <a:off x="2480707" y="2538201"/>
            <a:ext cx="7876076" cy="800219"/>
          </a:xfrm>
          <a:prstGeom prst="rect">
            <a:avLst/>
          </a:prstGeom>
          <a:solidFill>
            <a:srgbClr val="F9E7EF"/>
          </a:solidFill>
        </p:spPr>
        <p:txBody>
          <a:bodyPr wrap="square" lIns="91440" tIns="45720" rIns="91440" bIns="45720" rtlCol="0" anchor="t">
            <a:spAutoFit/>
          </a:bodyPr>
          <a:lstStyle/>
          <a:p>
            <a:pPr marL="171450" indent="-171450">
              <a:spcBef>
                <a:spcPts val="300"/>
              </a:spcBef>
              <a:spcAft>
                <a:spcPts val="300"/>
              </a:spcAft>
              <a:buFont typeface="Arial" panose="020B0604020202020204" pitchFamily="34" charset="0"/>
              <a:buChar char="•"/>
            </a:pPr>
            <a:r>
              <a:rPr lang="en-US" sz="1200" u="sng">
                <a:solidFill>
                  <a:srgbClr val="DC199B"/>
                </a:solidFill>
              </a:rPr>
              <a:t>Sprint complete build:</a:t>
            </a:r>
            <a:r>
              <a:rPr lang="en-US" sz="1200">
                <a:solidFill>
                  <a:srgbClr val="DC199B"/>
                </a:solidFill>
              </a:rPr>
              <a:t> full trail available of build contents on confluence release notes page </a:t>
            </a:r>
          </a:p>
          <a:p>
            <a:pPr marL="171450" indent="-171450">
              <a:spcBef>
                <a:spcPts val="300"/>
              </a:spcBef>
              <a:spcAft>
                <a:spcPts val="300"/>
              </a:spcAft>
              <a:buFont typeface="Arial" panose="020B0604020202020204" pitchFamily="34" charset="0"/>
              <a:buChar char="•"/>
            </a:pPr>
            <a:r>
              <a:rPr lang="en-US" sz="1200" u="sng">
                <a:solidFill>
                  <a:srgbClr val="DC199B"/>
                </a:solidFill>
              </a:rPr>
              <a:t>Capgemini developed automation scripts:</a:t>
            </a:r>
            <a:r>
              <a:rPr lang="en-US" sz="1200">
                <a:solidFill>
                  <a:srgbClr val="DC199B"/>
                </a:solidFill>
              </a:rPr>
              <a:t> to support with E2E environment validation</a:t>
            </a:r>
          </a:p>
          <a:p>
            <a:pPr marL="171450" indent="-171450">
              <a:spcBef>
                <a:spcPts val="300"/>
              </a:spcBef>
              <a:spcAft>
                <a:spcPts val="300"/>
              </a:spcAft>
              <a:buFont typeface="Arial" panose="020B0604020202020204" pitchFamily="34" charset="0"/>
              <a:buChar char="•"/>
            </a:pPr>
            <a:r>
              <a:rPr lang="en-US" sz="1200" u="sng">
                <a:solidFill>
                  <a:srgbClr val="DC199B"/>
                </a:solidFill>
              </a:rPr>
              <a:t>Early E2E observations:</a:t>
            </a:r>
            <a:r>
              <a:rPr lang="en-US" sz="1200">
                <a:solidFill>
                  <a:srgbClr val="DC199B"/>
                </a:solidFill>
              </a:rPr>
              <a:t> Process established to review, validate and confirm which observations are defects</a:t>
            </a:r>
          </a:p>
        </p:txBody>
      </p:sp>
      <p:sp>
        <p:nvSpPr>
          <p:cNvPr id="8" name="Rectangle 7">
            <a:extLst>
              <a:ext uri="{FF2B5EF4-FFF2-40B4-BE49-F238E27FC236}">
                <a16:creationId xmlns:a16="http://schemas.microsoft.com/office/drawing/2014/main" id="{8DAF8CE9-6D0F-1A12-600D-E45926758DDF}"/>
              </a:ext>
            </a:extLst>
          </p:cNvPr>
          <p:cNvSpPr/>
          <p:nvPr/>
        </p:nvSpPr>
        <p:spPr>
          <a:xfrm>
            <a:off x="257447" y="3813077"/>
            <a:ext cx="1929384" cy="54672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200"/>
              </a:spcBef>
              <a:spcAft>
                <a:spcPts val="200"/>
              </a:spcAft>
            </a:pPr>
            <a:r>
              <a:rPr lang="en-GB" sz="1200" kern="100">
                <a:solidFill>
                  <a:schemeClr val="bg1"/>
                </a:solidFill>
                <a:latin typeface="Aptos" panose="020B0004020202020204" pitchFamily="34" charset="0"/>
                <a:ea typeface="Aptos" panose="020B0004020202020204" pitchFamily="34" charset="0"/>
                <a:cs typeface="Times New Roman" panose="02020603050405020304" pitchFamily="18" charset="0"/>
              </a:rPr>
              <a:t>Test data for EBT</a:t>
            </a:r>
          </a:p>
        </p:txBody>
      </p:sp>
      <p:sp>
        <p:nvSpPr>
          <p:cNvPr id="9" name="TextBox 8">
            <a:extLst>
              <a:ext uri="{FF2B5EF4-FFF2-40B4-BE49-F238E27FC236}">
                <a16:creationId xmlns:a16="http://schemas.microsoft.com/office/drawing/2014/main" id="{E43FE942-9F64-9838-4BEE-DAE0389F49A0}"/>
              </a:ext>
            </a:extLst>
          </p:cNvPr>
          <p:cNvSpPr txBox="1"/>
          <p:nvPr/>
        </p:nvSpPr>
        <p:spPr>
          <a:xfrm>
            <a:off x="2480706" y="3821189"/>
            <a:ext cx="7876077" cy="538609"/>
          </a:xfrm>
          <a:prstGeom prst="rect">
            <a:avLst/>
          </a:prstGeom>
          <a:solidFill>
            <a:srgbClr val="F9E7EF"/>
          </a:solidFill>
        </p:spPr>
        <p:txBody>
          <a:bodyPr wrap="square" lIns="91440" tIns="45720" rIns="91440" bIns="45720" rtlCol="0" anchor="t">
            <a:spAutoFit/>
          </a:bodyPr>
          <a:lstStyle/>
          <a:p>
            <a:pPr marL="171450" indent="-171450">
              <a:spcBef>
                <a:spcPts val="300"/>
              </a:spcBef>
              <a:spcAft>
                <a:spcPts val="300"/>
              </a:spcAft>
              <a:buFont typeface="Arial" panose="020B0604020202020204" pitchFamily="34" charset="0"/>
              <a:buChar char="•"/>
            </a:pPr>
            <a:r>
              <a:rPr lang="en-US" sz="1200" u="sng">
                <a:solidFill>
                  <a:srgbClr val="DC199B"/>
                </a:solidFill>
              </a:rPr>
              <a:t>Test data request for E2E:</a:t>
            </a:r>
            <a:r>
              <a:rPr lang="en-US" sz="1200">
                <a:solidFill>
                  <a:srgbClr val="DC199B"/>
                </a:solidFill>
              </a:rPr>
              <a:t> data requests reviewed, clarifications resolved, and data setup activity completed</a:t>
            </a:r>
          </a:p>
          <a:p>
            <a:pPr marL="171450" indent="-171450">
              <a:spcBef>
                <a:spcPts val="300"/>
              </a:spcBef>
              <a:spcAft>
                <a:spcPts val="300"/>
              </a:spcAft>
              <a:buFont typeface="Arial" panose="020B0604020202020204" pitchFamily="34" charset="0"/>
              <a:buChar char="•"/>
            </a:pPr>
            <a:r>
              <a:rPr lang="en-US" sz="1200" u="sng">
                <a:solidFill>
                  <a:srgbClr val="DC199B"/>
                </a:solidFill>
              </a:rPr>
              <a:t>Automated test data setup:</a:t>
            </a:r>
            <a:r>
              <a:rPr lang="en-US" sz="1200">
                <a:solidFill>
                  <a:srgbClr val="DC199B"/>
                </a:solidFill>
              </a:rPr>
              <a:t> excel test data sheet provides the required flexibility</a:t>
            </a:r>
          </a:p>
        </p:txBody>
      </p:sp>
      <p:sp>
        <p:nvSpPr>
          <p:cNvPr id="11" name="Rectangle 10">
            <a:extLst>
              <a:ext uri="{FF2B5EF4-FFF2-40B4-BE49-F238E27FC236}">
                <a16:creationId xmlns:a16="http://schemas.microsoft.com/office/drawing/2014/main" id="{AECC984A-1840-98E7-0F00-29388AEB8D5B}"/>
              </a:ext>
            </a:extLst>
          </p:cNvPr>
          <p:cNvSpPr/>
          <p:nvPr/>
        </p:nvSpPr>
        <p:spPr>
          <a:xfrm>
            <a:off x="257447" y="4770538"/>
            <a:ext cx="1929384" cy="54672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200"/>
              </a:spcBef>
              <a:spcAft>
                <a:spcPts val="200"/>
              </a:spcAft>
            </a:pPr>
            <a:r>
              <a:rPr lang="en-GB" sz="1200" kern="100">
                <a:solidFill>
                  <a:schemeClr val="bg1"/>
                </a:solidFill>
                <a:latin typeface="Aptos" panose="020B0004020202020204" pitchFamily="34" charset="0"/>
                <a:ea typeface="Aptos" panose="020B0004020202020204" pitchFamily="34" charset="0"/>
                <a:cs typeface="Times New Roman" panose="02020603050405020304" pitchFamily="18" charset="0"/>
              </a:rPr>
              <a:t>Working with Dev</a:t>
            </a:r>
          </a:p>
        </p:txBody>
      </p:sp>
      <p:sp>
        <p:nvSpPr>
          <p:cNvPr id="12" name="TextBox 11">
            <a:extLst>
              <a:ext uri="{FF2B5EF4-FFF2-40B4-BE49-F238E27FC236}">
                <a16:creationId xmlns:a16="http://schemas.microsoft.com/office/drawing/2014/main" id="{E0D74C87-096B-3C7E-2A0E-A553D433A5A5}"/>
              </a:ext>
            </a:extLst>
          </p:cNvPr>
          <p:cNvSpPr txBox="1"/>
          <p:nvPr/>
        </p:nvSpPr>
        <p:spPr>
          <a:xfrm>
            <a:off x="2480706" y="4778650"/>
            <a:ext cx="7876077" cy="546721"/>
          </a:xfrm>
          <a:prstGeom prst="rect">
            <a:avLst/>
          </a:prstGeom>
          <a:solidFill>
            <a:srgbClr val="F9E7EF"/>
          </a:solidFill>
        </p:spPr>
        <p:txBody>
          <a:bodyPr wrap="square" lIns="91440" tIns="45720" rIns="91440" bIns="45720" rtlCol="0" anchor="ctr">
            <a:noAutofit/>
          </a:bodyPr>
          <a:lstStyle>
            <a:defPPr>
              <a:defRPr lang="en-US"/>
            </a:defPPr>
            <a:lvl1pPr marL="171450" indent="-171450">
              <a:spcBef>
                <a:spcPts val="200"/>
              </a:spcBef>
              <a:spcAft>
                <a:spcPts val="200"/>
              </a:spcAft>
              <a:buFont typeface="Arial" panose="020B0604020202020204" pitchFamily="34" charset="0"/>
              <a:buChar char="•"/>
              <a:defRPr sz="1200" u="sng">
                <a:solidFill>
                  <a:srgbClr val="DC199B"/>
                </a:solidFill>
              </a:defRPr>
            </a:lvl1pPr>
          </a:lstStyle>
          <a:p>
            <a:r>
              <a:rPr lang="en-US"/>
              <a:t>Build &amp; Defect Fix ETAs:</a:t>
            </a:r>
            <a:r>
              <a:rPr lang="en-US" u="none"/>
              <a:t> team standups, active Teams chat to agree target dates</a:t>
            </a:r>
          </a:p>
          <a:p>
            <a:r>
              <a:rPr lang="en-US"/>
              <a:t>Capabilities built in testing:</a:t>
            </a:r>
            <a:r>
              <a:rPr lang="en-US" u="none"/>
              <a:t> Build deployments, ADL, Contact manager, Time travel, Job runs</a:t>
            </a:r>
          </a:p>
        </p:txBody>
      </p:sp>
      <p:sp>
        <p:nvSpPr>
          <p:cNvPr id="13" name="TextBox 12">
            <a:extLst>
              <a:ext uri="{FF2B5EF4-FFF2-40B4-BE49-F238E27FC236}">
                <a16:creationId xmlns:a16="http://schemas.microsoft.com/office/drawing/2014/main" id="{C1BD8EB6-5827-0C20-A793-DE590CD43EBF}"/>
              </a:ext>
            </a:extLst>
          </p:cNvPr>
          <p:cNvSpPr txBox="1"/>
          <p:nvPr/>
        </p:nvSpPr>
        <p:spPr>
          <a:xfrm>
            <a:off x="10483766" y="1069235"/>
            <a:ext cx="1586314" cy="4248024"/>
          </a:xfrm>
          <a:prstGeom prst="rect">
            <a:avLst/>
          </a:prstGeom>
          <a:solidFill>
            <a:srgbClr val="F9E7EF"/>
          </a:solidFill>
        </p:spPr>
        <p:txBody>
          <a:bodyPr wrap="square" rtlCol="0" anchor="ctr">
            <a:noAutofit/>
          </a:bodyPr>
          <a:lstStyle/>
          <a:p>
            <a:pPr algn="ctr">
              <a:spcBef>
                <a:spcPts val="300"/>
              </a:spcBef>
              <a:spcAft>
                <a:spcPts val="300"/>
              </a:spcAft>
            </a:pPr>
            <a:r>
              <a:rPr lang="en-US" sz="1200" b="1">
                <a:solidFill>
                  <a:srgbClr val="DC199B"/>
                </a:solidFill>
              </a:rPr>
              <a:t>Artefacts</a:t>
            </a:r>
          </a:p>
          <a:p>
            <a:pPr algn="ctr">
              <a:spcBef>
                <a:spcPts val="300"/>
              </a:spcBef>
              <a:spcAft>
                <a:spcPts val="300"/>
              </a:spcAft>
            </a:pPr>
            <a:endParaRPr lang="en-US" sz="1200" b="1">
              <a:solidFill>
                <a:srgbClr val="DC199B"/>
              </a:solidFill>
            </a:endParaRPr>
          </a:p>
          <a:p>
            <a:pPr algn="ctr">
              <a:spcBef>
                <a:spcPts val="300"/>
              </a:spcBef>
              <a:spcAft>
                <a:spcPts val="300"/>
              </a:spcAft>
            </a:pPr>
            <a:endParaRPr lang="en-US" sz="1200" b="1">
              <a:solidFill>
                <a:srgbClr val="DC199B"/>
              </a:solidFill>
            </a:endParaRPr>
          </a:p>
          <a:p>
            <a:pPr algn="ctr">
              <a:spcBef>
                <a:spcPts val="300"/>
              </a:spcBef>
              <a:spcAft>
                <a:spcPts val="300"/>
              </a:spcAft>
            </a:pPr>
            <a:r>
              <a:rPr lang="en-US" sz="1200" b="1">
                <a:solidFill>
                  <a:srgbClr val="DC199B"/>
                </a:solidFill>
              </a:rPr>
              <a:t>Dependency log</a:t>
            </a:r>
          </a:p>
          <a:p>
            <a:pPr algn="ctr">
              <a:spcBef>
                <a:spcPts val="300"/>
              </a:spcBef>
              <a:spcAft>
                <a:spcPts val="300"/>
              </a:spcAft>
            </a:pPr>
            <a:r>
              <a:rPr lang="en-US" sz="1200" b="1">
                <a:solidFill>
                  <a:srgbClr val="DC199B"/>
                </a:solidFill>
              </a:rPr>
              <a:t>Build contents</a:t>
            </a:r>
          </a:p>
          <a:p>
            <a:pPr algn="ctr">
              <a:spcBef>
                <a:spcPts val="300"/>
              </a:spcBef>
              <a:spcAft>
                <a:spcPts val="300"/>
              </a:spcAft>
            </a:pPr>
            <a:r>
              <a:rPr lang="en-US" sz="1200" b="1">
                <a:solidFill>
                  <a:srgbClr val="DC199B"/>
                </a:solidFill>
              </a:rPr>
              <a:t>Test data sheet from business</a:t>
            </a:r>
          </a:p>
          <a:p>
            <a:pPr algn="ctr">
              <a:spcBef>
                <a:spcPts val="300"/>
              </a:spcBef>
              <a:spcAft>
                <a:spcPts val="300"/>
              </a:spcAft>
            </a:pPr>
            <a:endParaRPr lang="en-US" sz="1200" b="1">
              <a:solidFill>
                <a:srgbClr val="DC199B"/>
              </a:solidFill>
            </a:endParaRPr>
          </a:p>
          <a:p>
            <a:pPr algn="ctr">
              <a:spcBef>
                <a:spcPts val="300"/>
              </a:spcBef>
              <a:spcAft>
                <a:spcPts val="300"/>
              </a:spcAft>
            </a:pPr>
            <a:endParaRPr lang="en-US" sz="1200" b="1">
              <a:solidFill>
                <a:srgbClr val="DC199B"/>
              </a:solidFill>
            </a:endParaRPr>
          </a:p>
        </p:txBody>
      </p:sp>
    </p:spTree>
    <p:extLst>
      <p:ext uri="{BB962C8B-B14F-4D97-AF65-F5344CB8AC3E}">
        <p14:creationId xmlns:p14="http://schemas.microsoft.com/office/powerpoint/2010/main" val="1583759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D54D6-9C94-499A-52BE-D193A1A0E092}"/>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A32B4863-4D3C-E38C-9FFD-374DFDF6F7D9}"/>
              </a:ext>
            </a:extLst>
          </p:cNvPr>
          <p:cNvSpPr txBox="1">
            <a:spLocks/>
          </p:cNvSpPr>
          <p:nvPr/>
        </p:nvSpPr>
        <p:spPr>
          <a:xfrm>
            <a:off x="0" y="3170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a:defRPr/>
            </a:pPr>
            <a:r>
              <a:rPr lang="en-US">
                <a:solidFill>
                  <a:schemeClr val="tx1"/>
                </a:solidFill>
              </a:rPr>
              <a:t>Gen AI Opportunities</a:t>
            </a:r>
            <a:endParaRPr lang="en-GB" err="1">
              <a:solidFill>
                <a:schemeClr val="tx1"/>
              </a:solidFill>
            </a:endParaRPr>
          </a:p>
        </p:txBody>
      </p:sp>
      <p:sp>
        <p:nvSpPr>
          <p:cNvPr id="2" name="TextBox 1">
            <a:hlinkClick r:id="rId3" action="ppaction://hlinksldjump"/>
            <a:extLst>
              <a:ext uri="{FF2B5EF4-FFF2-40B4-BE49-F238E27FC236}">
                <a16:creationId xmlns:a16="http://schemas.microsoft.com/office/drawing/2014/main" id="{0A494266-3E1D-E7F3-C4DC-2AAC2091C5EE}"/>
              </a:ext>
            </a:extLst>
          </p:cNvPr>
          <p:cNvSpPr txBox="1"/>
          <p:nvPr/>
        </p:nvSpPr>
        <p:spPr>
          <a:xfrm>
            <a:off x="11265029" y="6168189"/>
            <a:ext cx="936396" cy="307777"/>
          </a:xfrm>
          <a:prstGeom prst="rect">
            <a:avLst/>
          </a:prstGeom>
          <a:noFill/>
        </p:spPr>
        <p:txBody>
          <a:bodyPr wrap="square" rtlCol="0">
            <a:spAutoFit/>
          </a:bodyPr>
          <a:lstStyle/>
          <a:p>
            <a:pPr algn="ctr"/>
            <a:r>
              <a:rPr lang="en-US" sz="1400" b="1">
                <a:solidFill>
                  <a:srgbClr val="DC199B"/>
                </a:solidFill>
              </a:rPr>
              <a:t>&lt; Back</a:t>
            </a:r>
            <a:endParaRPr lang="en-GB" sz="1400" b="1">
              <a:solidFill>
                <a:srgbClr val="DC199B"/>
              </a:solidFill>
            </a:endParaRPr>
          </a:p>
        </p:txBody>
      </p:sp>
      <p:sp>
        <p:nvSpPr>
          <p:cNvPr id="21" name="Rectangle 20">
            <a:extLst>
              <a:ext uri="{FF2B5EF4-FFF2-40B4-BE49-F238E27FC236}">
                <a16:creationId xmlns:a16="http://schemas.microsoft.com/office/drawing/2014/main" id="{13BF715E-4943-DF48-FAA7-13ACE17B61AD}"/>
              </a:ext>
            </a:extLst>
          </p:cNvPr>
          <p:cNvSpPr/>
          <p:nvPr/>
        </p:nvSpPr>
        <p:spPr>
          <a:xfrm>
            <a:off x="428906" y="3519151"/>
            <a:ext cx="3151189" cy="352338"/>
          </a:xfrm>
          <a:prstGeom prst="rect">
            <a:avLst/>
          </a:prstGeom>
          <a:solidFill>
            <a:srgbClr val="DC199B"/>
          </a:solidFill>
          <a:ln w="12700" cap="flat" cmpd="sng" algn="ctr">
            <a:noFill/>
            <a:prstDash val="solid"/>
            <a:miter lim="800000"/>
          </a:ln>
          <a:effectLst/>
        </p:spPr>
        <p:txBody>
          <a:bodyPr lIns="72000" tIns="72000" rIns="72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Arial" panose="020B0604020202020204" pitchFamily="34" charset="0"/>
                <a:cs typeface="Arial" panose="020B0604020202020204" pitchFamily="34" charset="0"/>
              </a:rPr>
              <a:t>Capgemini’s Guidewire test instance</a:t>
            </a:r>
            <a:endParaRPr kumimoji="0" lang="en-US" sz="1200" b="0" i="0" u="none" strike="noStrike" kern="0" cap="none" spc="0" normalizeH="0" baseline="0" noProof="0">
              <a:ln>
                <a:noFill/>
              </a:ln>
              <a:solidFill>
                <a:srgbClr val="FFFFFF"/>
              </a:solidFill>
              <a:effectLst/>
              <a:uLnTx/>
              <a:uFillTx/>
              <a:ea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5EFC285D-0B6C-DD11-04BC-DBE83CD5DEDF}"/>
              </a:ext>
            </a:extLst>
          </p:cNvPr>
          <p:cNvSpPr/>
          <p:nvPr/>
        </p:nvSpPr>
        <p:spPr>
          <a:xfrm>
            <a:off x="5327855" y="1459885"/>
            <a:ext cx="3160542" cy="363300"/>
          </a:xfrm>
          <a:prstGeom prst="rect">
            <a:avLst/>
          </a:prstGeom>
          <a:solidFill>
            <a:srgbClr val="DC199B"/>
          </a:solidFill>
          <a:ln w="12700" cap="flat" cmpd="sng" algn="ctr">
            <a:noFill/>
            <a:prstDash val="solid"/>
            <a:miter lim="800000"/>
          </a:ln>
          <a:effectLst/>
        </p:spPr>
        <p:txBody>
          <a:bodyPr lIns="72000" tIns="72000" rIns="72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cs typeface="Arial" panose="020B0604020202020204" pitchFamily="34" charset="0"/>
              </a:rPr>
              <a:t>GitHub Copilot enterprise license</a:t>
            </a:r>
            <a:endParaRPr kumimoji="0" lang="en-US" sz="1200" b="1" i="0" u="none" strike="noStrike" kern="0" cap="none" spc="0" normalizeH="0" baseline="0" noProof="0">
              <a:ln>
                <a:noFill/>
              </a:ln>
              <a:solidFill>
                <a:srgbClr val="FFFFFF"/>
              </a:solidFill>
              <a:effectLst/>
              <a:uLnTx/>
              <a:uFillTx/>
              <a:cs typeface="Arial" panose="020B0604020202020204" pitchFamily="34" charset="0"/>
            </a:endParaRPr>
          </a:p>
        </p:txBody>
      </p:sp>
      <p:sp>
        <p:nvSpPr>
          <p:cNvPr id="23" name="Rectangle 22">
            <a:extLst>
              <a:ext uri="{FF2B5EF4-FFF2-40B4-BE49-F238E27FC236}">
                <a16:creationId xmlns:a16="http://schemas.microsoft.com/office/drawing/2014/main" id="{02B3848F-4D1D-70EA-4C37-6692592CED91}"/>
              </a:ext>
            </a:extLst>
          </p:cNvPr>
          <p:cNvSpPr/>
          <p:nvPr/>
        </p:nvSpPr>
        <p:spPr>
          <a:xfrm>
            <a:off x="5327854" y="2629326"/>
            <a:ext cx="3151189" cy="363300"/>
          </a:xfrm>
          <a:prstGeom prst="rect">
            <a:avLst/>
          </a:prstGeom>
          <a:solidFill>
            <a:srgbClr val="DC199B"/>
          </a:solidFill>
          <a:ln w="12700" cap="flat" cmpd="sng" algn="ctr">
            <a:noFill/>
            <a:prstDash val="solid"/>
            <a:miter lim="800000"/>
          </a:ln>
          <a:effectLst/>
        </p:spPr>
        <p:txBody>
          <a:bodyPr lIns="72000" tIns="72000" rIns="72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cs typeface="Arial" panose="020B0604020202020204" pitchFamily="34" charset="0"/>
              </a:rPr>
              <a:t>Visual Studio Code</a:t>
            </a:r>
            <a:endParaRPr kumimoji="0" lang="en-US" sz="1200" b="1" i="0" u="none" strike="noStrike" kern="0" cap="none" spc="0" normalizeH="0" baseline="0" noProof="0">
              <a:ln>
                <a:noFill/>
              </a:ln>
              <a:solidFill>
                <a:srgbClr val="FFFFFF"/>
              </a:solidFill>
              <a:effectLst/>
              <a:uLnTx/>
              <a:uFillTx/>
              <a:cs typeface="Arial" panose="020B0604020202020204" pitchFamily="34" charset="0"/>
            </a:endParaRPr>
          </a:p>
        </p:txBody>
      </p:sp>
      <p:pic>
        <p:nvPicPr>
          <p:cNvPr id="24" name="Picture 23">
            <a:extLst>
              <a:ext uri="{FF2B5EF4-FFF2-40B4-BE49-F238E27FC236}">
                <a16:creationId xmlns:a16="http://schemas.microsoft.com/office/drawing/2014/main" id="{B5CB9385-1424-6DD9-77E7-9763D9E87FCF}"/>
              </a:ext>
            </a:extLst>
          </p:cNvPr>
          <p:cNvPicPr>
            <a:picLocks noChangeAspect="1"/>
          </p:cNvPicPr>
          <p:nvPr/>
        </p:nvPicPr>
        <p:blipFill>
          <a:blip r:embed="rId4"/>
          <a:stretch>
            <a:fillRect/>
          </a:stretch>
        </p:blipFill>
        <p:spPr>
          <a:xfrm>
            <a:off x="428908" y="3885378"/>
            <a:ext cx="3151188" cy="2140501"/>
          </a:xfrm>
          <a:prstGeom prst="rect">
            <a:avLst/>
          </a:prstGeom>
        </p:spPr>
      </p:pic>
      <p:pic>
        <p:nvPicPr>
          <p:cNvPr id="25" name="Picture 24">
            <a:extLst>
              <a:ext uri="{FF2B5EF4-FFF2-40B4-BE49-F238E27FC236}">
                <a16:creationId xmlns:a16="http://schemas.microsoft.com/office/drawing/2014/main" id="{2839A5D5-2DDF-B1BD-2A57-0CE8683B622E}"/>
              </a:ext>
            </a:extLst>
          </p:cNvPr>
          <p:cNvPicPr>
            <a:picLocks noChangeAspect="1"/>
          </p:cNvPicPr>
          <p:nvPr/>
        </p:nvPicPr>
        <p:blipFill>
          <a:blip r:embed="rId5"/>
          <a:stretch>
            <a:fillRect/>
          </a:stretch>
        </p:blipFill>
        <p:spPr>
          <a:xfrm>
            <a:off x="466628" y="1807291"/>
            <a:ext cx="3160542" cy="1612283"/>
          </a:xfrm>
          <a:prstGeom prst="rect">
            <a:avLst/>
          </a:prstGeom>
        </p:spPr>
      </p:pic>
      <p:sp>
        <p:nvSpPr>
          <p:cNvPr id="26" name="Rectangle 25">
            <a:extLst>
              <a:ext uri="{FF2B5EF4-FFF2-40B4-BE49-F238E27FC236}">
                <a16:creationId xmlns:a16="http://schemas.microsoft.com/office/drawing/2014/main" id="{BC356642-EDEC-32A3-6A32-78E562F3B036}"/>
              </a:ext>
            </a:extLst>
          </p:cNvPr>
          <p:cNvSpPr/>
          <p:nvPr/>
        </p:nvSpPr>
        <p:spPr>
          <a:xfrm>
            <a:off x="466628" y="1441063"/>
            <a:ext cx="3151189" cy="352338"/>
          </a:xfrm>
          <a:prstGeom prst="rect">
            <a:avLst/>
          </a:prstGeom>
          <a:solidFill>
            <a:srgbClr val="DC199B"/>
          </a:solidFill>
          <a:ln w="12700" cap="flat" cmpd="sng" algn="ctr">
            <a:noFill/>
            <a:prstDash val="solid"/>
            <a:miter lim="800000"/>
          </a:ln>
          <a:effectLst/>
        </p:spPr>
        <p:txBody>
          <a:bodyPr lIns="72000" tIns="72000" rIns="72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Arial" panose="020B0604020202020204" pitchFamily="34" charset="0"/>
                <a:cs typeface="Arial" panose="020B0604020202020204" pitchFamily="34" charset="0"/>
              </a:rPr>
              <a:t>Sample user story</a:t>
            </a:r>
            <a:endParaRPr kumimoji="0" lang="en-US" sz="1200" b="0" i="0" u="none" strike="noStrike" kern="0" cap="none" spc="0" normalizeH="0" baseline="0" noProof="0">
              <a:ln>
                <a:noFill/>
              </a:ln>
              <a:solidFill>
                <a:srgbClr val="FFFFFF"/>
              </a:solidFill>
              <a:effectLst/>
              <a:uLnTx/>
              <a:uFillTx/>
              <a:ea typeface="Arial" panose="020B0604020202020204" pitchFamily="34" charset="0"/>
              <a:cs typeface="Arial" panose="020B0604020202020204" pitchFamily="34" charset="0"/>
            </a:endParaRPr>
          </a:p>
        </p:txBody>
      </p:sp>
      <p:pic>
        <p:nvPicPr>
          <p:cNvPr id="27" name="Content Placeholder 4" descr="A screenshot of a computer">
            <a:extLst>
              <a:ext uri="{FF2B5EF4-FFF2-40B4-BE49-F238E27FC236}">
                <a16:creationId xmlns:a16="http://schemas.microsoft.com/office/drawing/2014/main" id="{2F1818FC-CA81-5578-E57B-30E7773C7B3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64831" y="1441063"/>
            <a:ext cx="3151188" cy="1612283"/>
          </a:xfrm>
          <a:prstGeom prst="rect">
            <a:avLst/>
          </a:prstGeom>
        </p:spPr>
      </p:pic>
      <p:sp>
        <p:nvSpPr>
          <p:cNvPr id="28" name="Rectangle 27">
            <a:extLst>
              <a:ext uri="{FF2B5EF4-FFF2-40B4-BE49-F238E27FC236}">
                <a16:creationId xmlns:a16="http://schemas.microsoft.com/office/drawing/2014/main" id="{BA30CE32-3E45-8B56-9562-B4B8E09CBD54}"/>
              </a:ext>
            </a:extLst>
          </p:cNvPr>
          <p:cNvSpPr/>
          <p:nvPr/>
        </p:nvSpPr>
        <p:spPr>
          <a:xfrm>
            <a:off x="5327854" y="2047266"/>
            <a:ext cx="3160543" cy="363300"/>
          </a:xfrm>
          <a:prstGeom prst="rect">
            <a:avLst/>
          </a:prstGeom>
          <a:solidFill>
            <a:srgbClr val="DC199B"/>
          </a:solidFill>
          <a:ln w="12700" cap="flat" cmpd="sng" algn="ctr">
            <a:noFill/>
            <a:prstDash val="solid"/>
            <a:miter lim="800000"/>
          </a:ln>
          <a:effectLst/>
        </p:spPr>
        <p:txBody>
          <a:bodyPr lIns="72000" tIns="72000" rIns="72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cs typeface="Arial" panose="020B0604020202020204" pitchFamily="34" charset="0"/>
              </a:rPr>
              <a:t>Copilot Chat on GitHub</a:t>
            </a:r>
            <a:endParaRPr kumimoji="0" lang="en-US" sz="1200" b="1" i="0" u="none" strike="noStrike" kern="0" cap="none" spc="0" normalizeH="0" baseline="0" noProof="0">
              <a:ln>
                <a:noFill/>
              </a:ln>
              <a:solidFill>
                <a:srgbClr val="FFFFFF"/>
              </a:solidFill>
              <a:effectLst/>
              <a:uLnTx/>
              <a:uFillTx/>
              <a:cs typeface="Arial" panose="020B0604020202020204" pitchFamily="34" charset="0"/>
            </a:endParaRPr>
          </a:p>
        </p:txBody>
      </p:sp>
      <p:pic>
        <p:nvPicPr>
          <p:cNvPr id="29" name="Picture 28">
            <a:extLst>
              <a:ext uri="{FF2B5EF4-FFF2-40B4-BE49-F238E27FC236}">
                <a16:creationId xmlns:a16="http://schemas.microsoft.com/office/drawing/2014/main" id="{18B1255B-469D-C69F-C233-99DAA427256F}"/>
              </a:ext>
            </a:extLst>
          </p:cNvPr>
          <p:cNvPicPr>
            <a:picLocks noChangeAspect="1"/>
          </p:cNvPicPr>
          <p:nvPr/>
        </p:nvPicPr>
        <p:blipFill>
          <a:blip r:embed="rId7"/>
          <a:stretch>
            <a:fillRect/>
          </a:stretch>
        </p:blipFill>
        <p:spPr>
          <a:xfrm>
            <a:off x="5284960" y="3519151"/>
            <a:ext cx="6388165" cy="2551680"/>
          </a:xfrm>
          <a:prstGeom prst="rect">
            <a:avLst/>
          </a:prstGeom>
        </p:spPr>
      </p:pic>
      <p:sp>
        <p:nvSpPr>
          <p:cNvPr id="34" name="Text Placeholder 3">
            <a:extLst>
              <a:ext uri="{FF2B5EF4-FFF2-40B4-BE49-F238E27FC236}">
                <a16:creationId xmlns:a16="http://schemas.microsoft.com/office/drawing/2014/main" id="{0DEBF5EB-0544-6181-123B-66C8E34BBC1D}"/>
              </a:ext>
            </a:extLst>
          </p:cNvPr>
          <p:cNvSpPr txBox="1">
            <a:spLocks/>
          </p:cNvSpPr>
          <p:nvPr/>
        </p:nvSpPr>
        <p:spPr>
          <a:xfrm>
            <a:off x="440190" y="1162245"/>
            <a:ext cx="3656608" cy="457688"/>
          </a:xfrm>
          <a:prstGeom prst="rect">
            <a:avLst/>
          </a:prstGeom>
        </p:spPr>
        <p:txBody>
          <a:bodyPr>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1" u="none" strike="noStrike" kern="1200" cap="none" spc="0" normalizeH="0" baseline="0" noProof="0">
                <a:ln>
                  <a:noFill/>
                </a:ln>
                <a:solidFill>
                  <a:srgbClr val="FFFFFF"/>
                </a:solidFill>
                <a:effectLst/>
                <a:uLnTx/>
                <a:uFillTx/>
                <a:latin typeface="Ubuntu" panose="020B0504030602030204" pitchFamily="34" charset="0"/>
                <a:ea typeface="+mn-ea"/>
                <a:cs typeface="+mn-cs"/>
              </a:rPr>
              <a:t>Input</a:t>
            </a:r>
          </a:p>
        </p:txBody>
      </p:sp>
      <p:sp>
        <p:nvSpPr>
          <p:cNvPr id="35" name="Text Placeholder 3">
            <a:extLst>
              <a:ext uri="{FF2B5EF4-FFF2-40B4-BE49-F238E27FC236}">
                <a16:creationId xmlns:a16="http://schemas.microsoft.com/office/drawing/2014/main" id="{A77C8D76-01D9-14FA-4216-1E9813C16ECF}"/>
              </a:ext>
            </a:extLst>
          </p:cNvPr>
          <p:cNvSpPr txBox="1">
            <a:spLocks/>
          </p:cNvSpPr>
          <p:nvPr/>
        </p:nvSpPr>
        <p:spPr>
          <a:xfrm>
            <a:off x="4584731" y="1191275"/>
            <a:ext cx="7088394" cy="457688"/>
          </a:xfrm>
          <a:prstGeom prst="rect">
            <a:avLst/>
          </a:prstGeom>
        </p:spPr>
        <p:txBody>
          <a:bodyPr>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1" u="none" strike="noStrike" kern="1200" cap="none" spc="0" normalizeH="0" baseline="0" noProof="0">
                <a:ln>
                  <a:noFill/>
                </a:ln>
                <a:solidFill>
                  <a:srgbClr val="FFFFFF"/>
                </a:solidFill>
                <a:effectLst/>
                <a:uLnTx/>
                <a:uFillTx/>
                <a:latin typeface="Ubuntu" panose="020B0504030602030204" pitchFamily="34" charset="0"/>
                <a:ea typeface="+mn-ea"/>
                <a:cs typeface="+mn-cs"/>
              </a:rPr>
              <a:t>Process and Output</a:t>
            </a:r>
          </a:p>
        </p:txBody>
      </p:sp>
      <p:cxnSp>
        <p:nvCxnSpPr>
          <p:cNvPr id="36" name="Straight Arrow Connector 35">
            <a:extLst>
              <a:ext uri="{FF2B5EF4-FFF2-40B4-BE49-F238E27FC236}">
                <a16:creationId xmlns:a16="http://schemas.microsoft.com/office/drawing/2014/main" id="{02AC8ADB-B404-2974-64D6-2958D5E50A3E}"/>
              </a:ext>
            </a:extLst>
          </p:cNvPr>
          <p:cNvCxnSpPr>
            <a:cxnSpLocks/>
          </p:cNvCxnSpPr>
          <p:nvPr/>
        </p:nvCxnSpPr>
        <p:spPr>
          <a:xfrm flipH="1">
            <a:off x="8850850" y="3025257"/>
            <a:ext cx="329184" cy="106555"/>
          </a:xfrm>
          <a:prstGeom prst="straightConnector1">
            <a:avLst/>
          </a:prstGeom>
          <a:noFill/>
          <a:ln w="12700" cap="flat" cmpd="sng" algn="ctr">
            <a:solidFill>
              <a:srgbClr val="FFFFFF"/>
            </a:solidFill>
            <a:prstDash val="solid"/>
            <a:miter lim="800000"/>
            <a:tailEnd type="triangle"/>
          </a:ln>
          <a:effectLst/>
        </p:spPr>
      </p:cxnSp>
      <p:sp>
        <p:nvSpPr>
          <p:cNvPr id="37" name="TextBox 36">
            <a:extLst>
              <a:ext uri="{FF2B5EF4-FFF2-40B4-BE49-F238E27FC236}">
                <a16:creationId xmlns:a16="http://schemas.microsoft.com/office/drawing/2014/main" id="{6EF06A19-E2A3-EC94-118B-F9BE552C8FC0}"/>
              </a:ext>
            </a:extLst>
          </p:cNvPr>
          <p:cNvSpPr txBox="1"/>
          <p:nvPr/>
        </p:nvSpPr>
        <p:spPr>
          <a:xfrm>
            <a:off x="7479521" y="3204984"/>
            <a:ext cx="2788920" cy="263791"/>
          </a:xfrm>
          <a:prstGeom prst="rect">
            <a:avLst/>
          </a:prstGeom>
          <a:noFill/>
        </p:spPr>
        <p:txBody>
          <a:bodyPr vert="horz" wrap="square" lIns="90000" tIns="46800" rIns="90000" bIns="46800" rtlCol="0" anchor="ctr">
            <a:spAutoFit/>
          </a:bodyPr>
          <a:lstStyle/>
          <a:p>
            <a:pPr marL="0" marR="0" lvl="0" indent="0" defTabSz="914400" eaLnBrk="1" fontAlgn="auto" latinLnBrk="0" hangingPunct="1">
              <a:lnSpc>
                <a:spcPct val="100000"/>
              </a:lnSpc>
              <a:spcBef>
                <a:spcPct val="0"/>
              </a:spcBef>
              <a:spcAft>
                <a:spcPts val="0"/>
              </a:spcAft>
              <a:buClrTx/>
              <a:buSzTx/>
              <a:buFontTx/>
              <a:buNone/>
              <a:tabLst/>
              <a:defRPr/>
            </a:pPr>
            <a:r>
              <a:rPr kumimoji="0" lang="en-GB" sz="1050" b="1" i="0" u="none" strike="noStrike" kern="0" cap="none" spc="0" normalizeH="0" baseline="0" noProof="0">
                <a:ln>
                  <a:noFill/>
                </a:ln>
                <a:solidFill>
                  <a:srgbClr val="FFFFFF"/>
                </a:solidFill>
                <a:effectLst/>
                <a:uLnTx/>
                <a:uFillTx/>
              </a:rPr>
              <a:t>One of the negative test case</a:t>
            </a:r>
          </a:p>
        </p:txBody>
      </p:sp>
      <p:cxnSp>
        <p:nvCxnSpPr>
          <p:cNvPr id="38" name="Straight Connector 37">
            <a:extLst>
              <a:ext uri="{FF2B5EF4-FFF2-40B4-BE49-F238E27FC236}">
                <a16:creationId xmlns:a16="http://schemas.microsoft.com/office/drawing/2014/main" id="{14C1B31E-777C-D3A9-EC37-8589341F85C5}"/>
              </a:ext>
            </a:extLst>
          </p:cNvPr>
          <p:cNvCxnSpPr>
            <a:cxnSpLocks/>
          </p:cNvCxnSpPr>
          <p:nvPr/>
        </p:nvCxnSpPr>
        <p:spPr>
          <a:xfrm flipV="1">
            <a:off x="461913" y="1220618"/>
            <a:ext cx="4230868" cy="11252"/>
          </a:xfrm>
          <a:prstGeom prst="line">
            <a:avLst/>
          </a:prstGeom>
          <a:ln>
            <a:solidFill>
              <a:srgbClr val="FDADF2"/>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AFFE16B-6132-7779-C7A9-8D65B9B7B9F5}"/>
              </a:ext>
            </a:extLst>
          </p:cNvPr>
          <p:cNvCxnSpPr>
            <a:cxnSpLocks/>
          </p:cNvCxnSpPr>
          <p:nvPr/>
        </p:nvCxnSpPr>
        <p:spPr>
          <a:xfrm>
            <a:off x="5005829" y="1220618"/>
            <a:ext cx="6576571" cy="0"/>
          </a:xfrm>
          <a:prstGeom prst="line">
            <a:avLst/>
          </a:prstGeom>
          <a:ln>
            <a:solidFill>
              <a:srgbClr val="DC199B"/>
            </a:solidFill>
          </a:ln>
        </p:spPr>
        <p:style>
          <a:lnRef idx="1">
            <a:schemeClr val="accent1"/>
          </a:lnRef>
          <a:fillRef idx="0">
            <a:schemeClr val="accent1"/>
          </a:fillRef>
          <a:effectRef idx="0">
            <a:schemeClr val="accent1"/>
          </a:effectRef>
          <a:fontRef idx="minor">
            <a:schemeClr val="tx1"/>
          </a:fontRef>
        </p:style>
      </p:cxnSp>
      <p:sp>
        <p:nvSpPr>
          <p:cNvPr id="40" name="Isosceles Triangle 39">
            <a:extLst>
              <a:ext uri="{FF2B5EF4-FFF2-40B4-BE49-F238E27FC236}">
                <a16:creationId xmlns:a16="http://schemas.microsoft.com/office/drawing/2014/main" id="{D07E39CB-3269-B677-499F-E96C5B98FE24}"/>
              </a:ext>
            </a:extLst>
          </p:cNvPr>
          <p:cNvSpPr/>
          <p:nvPr/>
        </p:nvSpPr>
        <p:spPr>
          <a:xfrm rot="5400000">
            <a:off x="4543920" y="1088647"/>
            <a:ext cx="346828" cy="263942"/>
          </a:xfrm>
          <a:prstGeom prst="triangle">
            <a:avLst/>
          </a:prstGeom>
          <a:solidFill>
            <a:srgbClr val="FDADF2"/>
          </a:solidFill>
          <a:ln>
            <a:solidFill>
              <a:srgbClr val="FDAD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41" name="Isosceles Triangle 40">
            <a:extLst>
              <a:ext uri="{FF2B5EF4-FFF2-40B4-BE49-F238E27FC236}">
                <a16:creationId xmlns:a16="http://schemas.microsoft.com/office/drawing/2014/main" id="{C387DC18-7242-65EE-1D34-AF4D86D276D9}"/>
              </a:ext>
            </a:extLst>
          </p:cNvPr>
          <p:cNvSpPr/>
          <p:nvPr/>
        </p:nvSpPr>
        <p:spPr>
          <a:xfrm rot="5400000">
            <a:off x="4720574" y="1088647"/>
            <a:ext cx="346828" cy="263942"/>
          </a:xfrm>
          <a:prstGeom prst="triangle">
            <a:avLst/>
          </a:prstGeom>
          <a:solidFill>
            <a:srgbClr val="DC199B"/>
          </a:solidFill>
          <a:ln>
            <a:solidFill>
              <a:srgbClr val="FDAD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42" name="Text Placeholder 3">
            <a:extLst>
              <a:ext uri="{FF2B5EF4-FFF2-40B4-BE49-F238E27FC236}">
                <a16:creationId xmlns:a16="http://schemas.microsoft.com/office/drawing/2014/main" id="{7580392A-2D84-83E8-AE47-E667E52C883B}"/>
              </a:ext>
            </a:extLst>
          </p:cNvPr>
          <p:cNvSpPr txBox="1">
            <a:spLocks/>
          </p:cNvSpPr>
          <p:nvPr/>
        </p:nvSpPr>
        <p:spPr>
          <a:xfrm>
            <a:off x="163563" y="729426"/>
            <a:ext cx="11379200" cy="457688"/>
          </a:xfrm>
          <a:prstGeom prst="rect">
            <a:avLst/>
          </a:prstGeom>
        </p:spPr>
        <p:txBody>
          <a:bodyPr>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effectLst/>
                <a:uLnTx/>
                <a:uFillTx/>
                <a:latin typeface="Ubuntu" panose="020B0504030602030204" pitchFamily="34" charset="0"/>
                <a:ea typeface="+mn-ea"/>
                <a:cs typeface="+mn-cs"/>
              </a:rPr>
              <a:t>Use cases related generation of test cases, automation scripts and test data on GW Cloud instance running CI products</a:t>
            </a:r>
          </a:p>
        </p:txBody>
      </p:sp>
    </p:spTree>
    <p:extLst>
      <p:ext uri="{BB962C8B-B14F-4D97-AF65-F5344CB8AC3E}">
        <p14:creationId xmlns:p14="http://schemas.microsoft.com/office/powerpoint/2010/main" val="661064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BEEF6-09FB-5637-F5D6-EB76F89903F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68B7E0B-53D5-7B9E-3DB9-2E8AB9A4D8DD}"/>
              </a:ext>
            </a:extLst>
          </p:cNvPr>
          <p:cNvSpPr txBox="1">
            <a:spLocks/>
          </p:cNvSpPr>
          <p:nvPr/>
        </p:nvSpPr>
        <p:spPr>
          <a:xfrm>
            <a:off x="0" y="3170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APPENDIX</a:t>
            </a:r>
          </a:p>
        </p:txBody>
      </p:sp>
    </p:spTree>
    <p:extLst>
      <p:ext uri="{BB962C8B-B14F-4D97-AF65-F5344CB8AC3E}">
        <p14:creationId xmlns:p14="http://schemas.microsoft.com/office/powerpoint/2010/main" val="3141646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136C9-9F64-E373-F582-3A68B9567BEB}"/>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FA443C70-DA3C-4A73-F84B-AA1A29426078}"/>
              </a:ext>
            </a:extLst>
          </p:cNvPr>
          <p:cNvSpPr txBox="1">
            <a:spLocks/>
          </p:cNvSpPr>
          <p:nvPr/>
        </p:nvSpPr>
        <p:spPr>
          <a:xfrm>
            <a:off x="8133" y="884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US">
                <a:solidFill>
                  <a:schemeClr val="tx1"/>
                </a:solidFill>
              </a:rPr>
              <a:t>GPAS testing champions</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2" name="Rectangle 1">
            <a:extLst>
              <a:ext uri="{FF2B5EF4-FFF2-40B4-BE49-F238E27FC236}">
                <a16:creationId xmlns:a16="http://schemas.microsoft.com/office/drawing/2014/main" id="{7CD8D40F-887A-D0D3-17B1-1859080815B7}"/>
              </a:ext>
            </a:extLst>
          </p:cNvPr>
          <p:cNvSpPr/>
          <p:nvPr/>
        </p:nvSpPr>
        <p:spPr>
          <a:xfrm>
            <a:off x="1482290" y="762062"/>
            <a:ext cx="1135781" cy="1251284"/>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a:p>
            <a:pPr algn="ctr"/>
            <a:endParaRPr lang="en-US" sz="1600"/>
          </a:p>
          <a:p>
            <a:pPr algn="ctr"/>
            <a:endParaRPr lang="en-US" sz="1600"/>
          </a:p>
          <a:p>
            <a:pPr algn="ctr"/>
            <a:endParaRPr lang="en-US" sz="1600"/>
          </a:p>
          <a:p>
            <a:pPr algn="ctr"/>
            <a:r>
              <a:rPr lang="en-US" sz="1600"/>
              <a:t>Anchal</a:t>
            </a:r>
            <a:endParaRPr lang="en-GB" sz="1600"/>
          </a:p>
        </p:txBody>
      </p:sp>
      <p:sp>
        <p:nvSpPr>
          <p:cNvPr id="11" name="Rectangle 10">
            <a:extLst>
              <a:ext uri="{FF2B5EF4-FFF2-40B4-BE49-F238E27FC236}">
                <a16:creationId xmlns:a16="http://schemas.microsoft.com/office/drawing/2014/main" id="{4E8C7AEB-0098-469A-7D92-FC41FBF7BC6F}"/>
              </a:ext>
            </a:extLst>
          </p:cNvPr>
          <p:cNvSpPr/>
          <p:nvPr/>
        </p:nvSpPr>
        <p:spPr>
          <a:xfrm>
            <a:off x="1482288" y="2647543"/>
            <a:ext cx="1135781" cy="1251284"/>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a:p>
            <a:pPr algn="ctr"/>
            <a:endParaRPr lang="en-US" sz="1600"/>
          </a:p>
          <a:p>
            <a:pPr algn="ctr"/>
            <a:endParaRPr lang="en-US" sz="1600"/>
          </a:p>
          <a:p>
            <a:pPr algn="ctr"/>
            <a:endParaRPr lang="en-US" sz="1600"/>
          </a:p>
          <a:p>
            <a:pPr algn="ctr"/>
            <a:r>
              <a:rPr lang="en-US" sz="1600"/>
              <a:t>Sridhar</a:t>
            </a:r>
            <a:endParaRPr lang="en-GB" sz="1600"/>
          </a:p>
        </p:txBody>
      </p:sp>
      <p:sp>
        <p:nvSpPr>
          <p:cNvPr id="12" name="Rectangle 11">
            <a:extLst>
              <a:ext uri="{FF2B5EF4-FFF2-40B4-BE49-F238E27FC236}">
                <a16:creationId xmlns:a16="http://schemas.microsoft.com/office/drawing/2014/main" id="{75436263-66F5-273D-8892-3943DF9C6997}"/>
              </a:ext>
            </a:extLst>
          </p:cNvPr>
          <p:cNvSpPr/>
          <p:nvPr/>
        </p:nvSpPr>
        <p:spPr>
          <a:xfrm>
            <a:off x="1482288" y="4690207"/>
            <a:ext cx="1135781" cy="1251284"/>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a:p>
            <a:pPr algn="ctr"/>
            <a:endParaRPr lang="en-US" sz="1600"/>
          </a:p>
          <a:p>
            <a:pPr algn="ctr"/>
            <a:endParaRPr lang="en-US" sz="1600"/>
          </a:p>
          <a:p>
            <a:pPr algn="ctr"/>
            <a:endParaRPr lang="en-US" sz="1600"/>
          </a:p>
          <a:p>
            <a:pPr algn="ctr"/>
            <a:r>
              <a:rPr lang="en-US" sz="1600"/>
              <a:t>Vijaya</a:t>
            </a:r>
            <a:endParaRPr lang="en-GB" sz="1600"/>
          </a:p>
        </p:txBody>
      </p:sp>
      <p:sp>
        <p:nvSpPr>
          <p:cNvPr id="17" name="Rectangle 16">
            <a:extLst>
              <a:ext uri="{FF2B5EF4-FFF2-40B4-BE49-F238E27FC236}">
                <a16:creationId xmlns:a16="http://schemas.microsoft.com/office/drawing/2014/main" id="{8934A866-4E28-4A5A-4095-5C58D9BAC70D}"/>
              </a:ext>
            </a:extLst>
          </p:cNvPr>
          <p:cNvSpPr/>
          <p:nvPr/>
        </p:nvSpPr>
        <p:spPr>
          <a:xfrm>
            <a:off x="5065436" y="762062"/>
            <a:ext cx="1135781" cy="1251284"/>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Ravi</a:t>
            </a:r>
            <a:endParaRPr lang="en-GB" sz="1600" err="1"/>
          </a:p>
        </p:txBody>
      </p:sp>
      <p:sp>
        <p:nvSpPr>
          <p:cNvPr id="18" name="Rectangle 17">
            <a:extLst>
              <a:ext uri="{FF2B5EF4-FFF2-40B4-BE49-F238E27FC236}">
                <a16:creationId xmlns:a16="http://schemas.microsoft.com/office/drawing/2014/main" id="{6AFAE938-C36C-B824-6E24-A7094B8F137A}"/>
              </a:ext>
            </a:extLst>
          </p:cNvPr>
          <p:cNvSpPr/>
          <p:nvPr/>
        </p:nvSpPr>
        <p:spPr>
          <a:xfrm>
            <a:off x="5065436" y="2647543"/>
            <a:ext cx="1135781" cy="1251284"/>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a:p>
            <a:pPr algn="ctr"/>
            <a:endParaRPr lang="en-US" sz="1600"/>
          </a:p>
          <a:p>
            <a:pPr algn="ctr"/>
            <a:endParaRPr lang="en-US" sz="1600"/>
          </a:p>
          <a:p>
            <a:pPr algn="ctr"/>
            <a:endParaRPr lang="en-US" sz="1600"/>
          </a:p>
          <a:p>
            <a:pPr algn="ctr"/>
            <a:r>
              <a:rPr lang="en-US" sz="1600"/>
              <a:t>Abhiram</a:t>
            </a:r>
            <a:endParaRPr lang="en-GB" sz="1600"/>
          </a:p>
        </p:txBody>
      </p:sp>
      <p:sp>
        <p:nvSpPr>
          <p:cNvPr id="19" name="Rectangle 18">
            <a:extLst>
              <a:ext uri="{FF2B5EF4-FFF2-40B4-BE49-F238E27FC236}">
                <a16:creationId xmlns:a16="http://schemas.microsoft.com/office/drawing/2014/main" id="{05A22F5A-E09A-9797-A45E-0B4F0868C547}"/>
              </a:ext>
            </a:extLst>
          </p:cNvPr>
          <p:cNvSpPr/>
          <p:nvPr/>
        </p:nvSpPr>
        <p:spPr>
          <a:xfrm>
            <a:off x="5065436" y="4690207"/>
            <a:ext cx="1135781" cy="1251284"/>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a:p>
            <a:pPr algn="ctr"/>
            <a:endParaRPr lang="en-US" sz="1600"/>
          </a:p>
          <a:p>
            <a:pPr algn="ctr"/>
            <a:endParaRPr lang="en-US" sz="1600"/>
          </a:p>
          <a:p>
            <a:pPr algn="ctr"/>
            <a:endParaRPr lang="en-US" sz="1600"/>
          </a:p>
          <a:p>
            <a:pPr algn="ctr"/>
            <a:r>
              <a:rPr lang="en-US" sz="1600"/>
              <a:t>Pavan</a:t>
            </a:r>
            <a:endParaRPr lang="en-GB" sz="1600"/>
          </a:p>
        </p:txBody>
      </p:sp>
      <p:sp>
        <p:nvSpPr>
          <p:cNvPr id="24" name="Rectangle 23">
            <a:extLst>
              <a:ext uri="{FF2B5EF4-FFF2-40B4-BE49-F238E27FC236}">
                <a16:creationId xmlns:a16="http://schemas.microsoft.com/office/drawing/2014/main" id="{CD781470-18EE-9BDF-7CD0-F68372408302}"/>
              </a:ext>
            </a:extLst>
          </p:cNvPr>
          <p:cNvSpPr/>
          <p:nvPr/>
        </p:nvSpPr>
        <p:spPr>
          <a:xfrm>
            <a:off x="8735210" y="762062"/>
            <a:ext cx="1135781" cy="1251284"/>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a:p>
            <a:pPr algn="ctr"/>
            <a:endParaRPr lang="en-US" sz="1600"/>
          </a:p>
          <a:p>
            <a:pPr algn="ctr"/>
            <a:endParaRPr lang="en-US" sz="1600"/>
          </a:p>
          <a:p>
            <a:pPr algn="ctr"/>
            <a:endParaRPr lang="en-US" sz="1600"/>
          </a:p>
          <a:p>
            <a:pPr algn="ctr"/>
            <a:r>
              <a:rPr lang="en-US" sz="1600" err="1"/>
              <a:t>Komala</a:t>
            </a:r>
            <a:endParaRPr lang="en-GB" sz="1600"/>
          </a:p>
        </p:txBody>
      </p:sp>
      <p:sp>
        <p:nvSpPr>
          <p:cNvPr id="29" name="Rectangle 28">
            <a:extLst>
              <a:ext uri="{FF2B5EF4-FFF2-40B4-BE49-F238E27FC236}">
                <a16:creationId xmlns:a16="http://schemas.microsoft.com/office/drawing/2014/main" id="{173201C3-6832-55B5-6586-C5BE62A8A020}"/>
              </a:ext>
            </a:extLst>
          </p:cNvPr>
          <p:cNvSpPr/>
          <p:nvPr/>
        </p:nvSpPr>
        <p:spPr>
          <a:xfrm>
            <a:off x="8735210" y="2620333"/>
            <a:ext cx="1135781" cy="1251284"/>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a:p>
            <a:pPr algn="ctr"/>
            <a:endParaRPr lang="en-US" sz="1600"/>
          </a:p>
          <a:p>
            <a:pPr algn="ctr"/>
            <a:endParaRPr lang="en-US" sz="1600"/>
          </a:p>
          <a:p>
            <a:pPr algn="ctr"/>
            <a:endParaRPr lang="en-US" sz="1600"/>
          </a:p>
          <a:p>
            <a:pPr algn="ctr"/>
            <a:r>
              <a:rPr lang="en-US" sz="1600"/>
              <a:t>Sandeep</a:t>
            </a:r>
            <a:endParaRPr lang="en-GB" sz="1600"/>
          </a:p>
        </p:txBody>
      </p:sp>
      <p:sp>
        <p:nvSpPr>
          <p:cNvPr id="30" name="Rectangle 29">
            <a:extLst>
              <a:ext uri="{FF2B5EF4-FFF2-40B4-BE49-F238E27FC236}">
                <a16:creationId xmlns:a16="http://schemas.microsoft.com/office/drawing/2014/main" id="{B784A6CB-14C7-13BE-AD90-0623D9D5941B}"/>
              </a:ext>
            </a:extLst>
          </p:cNvPr>
          <p:cNvSpPr/>
          <p:nvPr/>
        </p:nvSpPr>
        <p:spPr>
          <a:xfrm>
            <a:off x="8735210" y="4690207"/>
            <a:ext cx="1135781" cy="1251284"/>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a:p>
            <a:pPr algn="ctr"/>
            <a:endParaRPr lang="en-US" sz="1600"/>
          </a:p>
          <a:p>
            <a:pPr algn="ctr"/>
            <a:endParaRPr lang="en-US" sz="1600"/>
          </a:p>
          <a:p>
            <a:pPr algn="ctr"/>
            <a:endParaRPr lang="en-US" sz="1600"/>
          </a:p>
          <a:p>
            <a:pPr algn="ctr"/>
            <a:r>
              <a:rPr lang="en-US" sz="1600"/>
              <a:t>Rahul</a:t>
            </a:r>
            <a:endParaRPr lang="en-GB" sz="1600"/>
          </a:p>
        </p:txBody>
      </p:sp>
      <p:pic>
        <p:nvPicPr>
          <p:cNvPr id="4" name="Picture 3">
            <a:extLst>
              <a:ext uri="{FF2B5EF4-FFF2-40B4-BE49-F238E27FC236}">
                <a16:creationId xmlns:a16="http://schemas.microsoft.com/office/drawing/2014/main" id="{F6103F0F-2A9E-BD05-FEAD-1E65CE7A4FE3}"/>
              </a:ext>
            </a:extLst>
          </p:cNvPr>
          <p:cNvPicPr>
            <a:picLocks noChangeAspect="1"/>
          </p:cNvPicPr>
          <p:nvPr/>
        </p:nvPicPr>
        <p:blipFill>
          <a:blip r:embed="rId3"/>
          <a:stretch>
            <a:fillRect/>
          </a:stretch>
        </p:blipFill>
        <p:spPr>
          <a:xfrm>
            <a:off x="1482288" y="2620332"/>
            <a:ext cx="1135781" cy="1043837"/>
          </a:xfrm>
          <a:prstGeom prst="rect">
            <a:avLst/>
          </a:prstGeom>
        </p:spPr>
      </p:pic>
      <p:pic>
        <p:nvPicPr>
          <p:cNvPr id="6" name="Picture 5">
            <a:extLst>
              <a:ext uri="{FF2B5EF4-FFF2-40B4-BE49-F238E27FC236}">
                <a16:creationId xmlns:a16="http://schemas.microsoft.com/office/drawing/2014/main" id="{B9F299F5-A99D-3033-4B59-47CA02ACE7AC}"/>
              </a:ext>
            </a:extLst>
          </p:cNvPr>
          <p:cNvPicPr>
            <a:picLocks noChangeAspect="1"/>
          </p:cNvPicPr>
          <p:nvPr/>
        </p:nvPicPr>
        <p:blipFill>
          <a:blip r:embed="rId4"/>
          <a:stretch>
            <a:fillRect/>
          </a:stretch>
        </p:blipFill>
        <p:spPr>
          <a:xfrm>
            <a:off x="8723013" y="710776"/>
            <a:ext cx="1140455" cy="1070709"/>
          </a:xfrm>
          <a:prstGeom prst="rect">
            <a:avLst/>
          </a:prstGeom>
        </p:spPr>
      </p:pic>
      <p:pic>
        <p:nvPicPr>
          <p:cNvPr id="8" name="Picture 7">
            <a:extLst>
              <a:ext uri="{FF2B5EF4-FFF2-40B4-BE49-F238E27FC236}">
                <a16:creationId xmlns:a16="http://schemas.microsoft.com/office/drawing/2014/main" id="{46E9E950-127E-CA58-1D39-EE251B0B6C3B}"/>
              </a:ext>
            </a:extLst>
          </p:cNvPr>
          <p:cNvPicPr>
            <a:picLocks noChangeAspect="1"/>
          </p:cNvPicPr>
          <p:nvPr/>
        </p:nvPicPr>
        <p:blipFill>
          <a:blip r:embed="rId5"/>
          <a:stretch>
            <a:fillRect/>
          </a:stretch>
        </p:blipFill>
        <p:spPr>
          <a:xfrm>
            <a:off x="5056004" y="4533024"/>
            <a:ext cx="1145213" cy="1202605"/>
          </a:xfrm>
          <a:prstGeom prst="rect">
            <a:avLst/>
          </a:prstGeom>
        </p:spPr>
      </p:pic>
      <p:pic>
        <p:nvPicPr>
          <p:cNvPr id="13" name="Picture 12">
            <a:extLst>
              <a:ext uri="{FF2B5EF4-FFF2-40B4-BE49-F238E27FC236}">
                <a16:creationId xmlns:a16="http://schemas.microsoft.com/office/drawing/2014/main" id="{7527AFA8-C394-2020-4461-684B146732FB}"/>
              </a:ext>
            </a:extLst>
          </p:cNvPr>
          <p:cNvPicPr>
            <a:picLocks noChangeAspect="1"/>
          </p:cNvPicPr>
          <p:nvPr/>
        </p:nvPicPr>
        <p:blipFill>
          <a:blip r:embed="rId6"/>
          <a:stretch>
            <a:fillRect/>
          </a:stretch>
        </p:blipFill>
        <p:spPr>
          <a:xfrm>
            <a:off x="8723012" y="4640252"/>
            <a:ext cx="1140455" cy="1070709"/>
          </a:xfrm>
          <a:prstGeom prst="rect">
            <a:avLst/>
          </a:prstGeom>
        </p:spPr>
      </p:pic>
      <p:pic>
        <p:nvPicPr>
          <p:cNvPr id="15" name="Picture 14">
            <a:extLst>
              <a:ext uri="{FF2B5EF4-FFF2-40B4-BE49-F238E27FC236}">
                <a16:creationId xmlns:a16="http://schemas.microsoft.com/office/drawing/2014/main" id="{3ECF9878-3D7F-E7B1-08A2-4235675CB5BD}"/>
              </a:ext>
            </a:extLst>
          </p:cNvPr>
          <p:cNvPicPr>
            <a:picLocks noChangeAspect="1"/>
          </p:cNvPicPr>
          <p:nvPr/>
        </p:nvPicPr>
        <p:blipFill>
          <a:blip r:embed="rId7"/>
          <a:stretch>
            <a:fillRect/>
          </a:stretch>
        </p:blipFill>
        <p:spPr>
          <a:xfrm flipH="1">
            <a:off x="5065433" y="2669434"/>
            <a:ext cx="1145211" cy="994736"/>
          </a:xfrm>
          <a:prstGeom prst="rect">
            <a:avLst/>
          </a:prstGeom>
        </p:spPr>
      </p:pic>
      <p:pic>
        <p:nvPicPr>
          <p:cNvPr id="20" name="Picture 19">
            <a:extLst>
              <a:ext uri="{FF2B5EF4-FFF2-40B4-BE49-F238E27FC236}">
                <a16:creationId xmlns:a16="http://schemas.microsoft.com/office/drawing/2014/main" id="{A1DB5B60-67DC-FE63-838F-808E1D2FAEA4}"/>
              </a:ext>
            </a:extLst>
          </p:cNvPr>
          <p:cNvPicPr>
            <a:picLocks noChangeAspect="1"/>
          </p:cNvPicPr>
          <p:nvPr/>
        </p:nvPicPr>
        <p:blipFill>
          <a:blip r:embed="rId8"/>
          <a:stretch>
            <a:fillRect/>
          </a:stretch>
        </p:blipFill>
        <p:spPr>
          <a:xfrm>
            <a:off x="8753707" y="2614329"/>
            <a:ext cx="1099127" cy="1043357"/>
          </a:xfrm>
          <a:prstGeom prst="rect">
            <a:avLst/>
          </a:prstGeom>
        </p:spPr>
      </p:pic>
      <p:pic>
        <p:nvPicPr>
          <p:cNvPr id="9" name="Picture 8">
            <a:extLst>
              <a:ext uri="{FF2B5EF4-FFF2-40B4-BE49-F238E27FC236}">
                <a16:creationId xmlns:a16="http://schemas.microsoft.com/office/drawing/2014/main" id="{80A11BDA-DC5F-6B5A-CB1C-E8AA97893FE0}"/>
              </a:ext>
            </a:extLst>
          </p:cNvPr>
          <p:cNvPicPr>
            <a:picLocks noChangeAspect="1"/>
          </p:cNvPicPr>
          <p:nvPr/>
        </p:nvPicPr>
        <p:blipFill>
          <a:blip r:embed="rId9"/>
          <a:stretch>
            <a:fillRect/>
          </a:stretch>
        </p:blipFill>
        <p:spPr>
          <a:xfrm>
            <a:off x="1482288" y="4533023"/>
            <a:ext cx="1135781" cy="1155153"/>
          </a:xfrm>
          <a:prstGeom prst="rect">
            <a:avLst/>
          </a:prstGeom>
        </p:spPr>
      </p:pic>
      <p:pic>
        <p:nvPicPr>
          <p:cNvPr id="22" name="Picture 21">
            <a:extLst>
              <a:ext uri="{FF2B5EF4-FFF2-40B4-BE49-F238E27FC236}">
                <a16:creationId xmlns:a16="http://schemas.microsoft.com/office/drawing/2014/main" id="{408C83DE-5E73-B513-C412-41BFBDDF2FE8}"/>
              </a:ext>
            </a:extLst>
          </p:cNvPr>
          <p:cNvPicPr>
            <a:picLocks noChangeAspect="1"/>
          </p:cNvPicPr>
          <p:nvPr/>
        </p:nvPicPr>
        <p:blipFill>
          <a:blip r:embed="rId10"/>
          <a:stretch>
            <a:fillRect/>
          </a:stretch>
        </p:blipFill>
        <p:spPr>
          <a:xfrm>
            <a:off x="1474767" y="744727"/>
            <a:ext cx="1135781" cy="1070710"/>
          </a:xfrm>
          <a:prstGeom prst="rect">
            <a:avLst/>
          </a:prstGeom>
        </p:spPr>
      </p:pic>
    </p:spTree>
    <p:extLst>
      <p:ext uri="{BB962C8B-B14F-4D97-AF65-F5344CB8AC3E}">
        <p14:creationId xmlns:p14="http://schemas.microsoft.com/office/powerpoint/2010/main" val="2849761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FF01C-0C10-762A-792D-704309FEB06E}"/>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AB9B8574-0FF0-21F6-4B1E-E673B961603D}"/>
              </a:ext>
            </a:extLst>
          </p:cNvPr>
          <p:cNvSpPr txBox="1">
            <a:spLocks/>
          </p:cNvSpPr>
          <p:nvPr/>
        </p:nvSpPr>
        <p:spPr>
          <a:xfrm>
            <a:off x="8133" y="884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Testing Assurance </a:t>
            </a:r>
            <a:r>
              <a:rPr lang="en-GB">
                <a:solidFill>
                  <a:schemeClr val="tx1"/>
                </a:solidFill>
              </a:rPr>
              <a:t>Measures</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3" name="TextBox 2">
            <a:extLst>
              <a:ext uri="{FF2B5EF4-FFF2-40B4-BE49-F238E27FC236}">
                <a16:creationId xmlns:a16="http://schemas.microsoft.com/office/drawing/2014/main" id="{845A0A86-E697-E696-D884-0B7817454B26}"/>
              </a:ext>
            </a:extLst>
          </p:cNvPr>
          <p:cNvSpPr txBox="1"/>
          <p:nvPr/>
        </p:nvSpPr>
        <p:spPr>
          <a:xfrm>
            <a:off x="138115" y="2424129"/>
            <a:ext cx="9966005" cy="369332"/>
          </a:xfrm>
          <a:prstGeom prst="rect">
            <a:avLst/>
          </a:prstGeom>
          <a:noFill/>
        </p:spPr>
        <p:txBody>
          <a:bodyPr wrap="square">
            <a:spAutoFit/>
          </a:bodyPr>
          <a:lstStyle/>
          <a:p>
            <a:r>
              <a:rPr lang="en-GB"/>
              <a:t>Test coverage with traceability – </a:t>
            </a:r>
            <a:r>
              <a:rPr lang="en-GB" i="1"/>
              <a:t>Jira for test cases and defect management</a:t>
            </a:r>
          </a:p>
        </p:txBody>
      </p:sp>
      <p:graphicFrame>
        <p:nvGraphicFramePr>
          <p:cNvPr id="4" name="Table 3">
            <a:extLst>
              <a:ext uri="{FF2B5EF4-FFF2-40B4-BE49-F238E27FC236}">
                <a16:creationId xmlns:a16="http://schemas.microsoft.com/office/drawing/2014/main" id="{8CA0C20B-FC0B-1121-5C3C-7B42EC853E0A}"/>
              </a:ext>
            </a:extLst>
          </p:cNvPr>
          <p:cNvGraphicFramePr>
            <a:graphicFrameLocks noGrp="1"/>
          </p:cNvGraphicFramePr>
          <p:nvPr>
            <p:extLst>
              <p:ext uri="{D42A27DB-BD31-4B8C-83A1-F6EECF244321}">
                <p14:modId xmlns:p14="http://schemas.microsoft.com/office/powerpoint/2010/main" val="1977015918"/>
              </p:ext>
            </p:extLst>
          </p:nvPr>
        </p:nvGraphicFramePr>
        <p:xfrm>
          <a:off x="266701" y="2869660"/>
          <a:ext cx="6467474" cy="1044575"/>
        </p:xfrm>
        <a:graphic>
          <a:graphicData uri="http://schemas.openxmlformats.org/drawingml/2006/table">
            <a:tbl>
              <a:tblPr/>
              <a:tblGrid>
                <a:gridCol w="1390855">
                  <a:extLst>
                    <a:ext uri="{9D8B030D-6E8A-4147-A177-3AD203B41FA5}">
                      <a16:colId xmlns:a16="http://schemas.microsoft.com/office/drawing/2014/main" val="1854518709"/>
                    </a:ext>
                  </a:extLst>
                </a:gridCol>
                <a:gridCol w="667610">
                  <a:extLst>
                    <a:ext uri="{9D8B030D-6E8A-4147-A177-3AD203B41FA5}">
                      <a16:colId xmlns:a16="http://schemas.microsoft.com/office/drawing/2014/main" val="1014847300"/>
                    </a:ext>
                  </a:extLst>
                </a:gridCol>
                <a:gridCol w="667610">
                  <a:extLst>
                    <a:ext uri="{9D8B030D-6E8A-4147-A177-3AD203B41FA5}">
                      <a16:colId xmlns:a16="http://schemas.microsoft.com/office/drawing/2014/main" val="1803804455"/>
                    </a:ext>
                  </a:extLst>
                </a:gridCol>
                <a:gridCol w="667610">
                  <a:extLst>
                    <a:ext uri="{9D8B030D-6E8A-4147-A177-3AD203B41FA5}">
                      <a16:colId xmlns:a16="http://schemas.microsoft.com/office/drawing/2014/main" val="187649568"/>
                    </a:ext>
                  </a:extLst>
                </a:gridCol>
                <a:gridCol w="667610">
                  <a:extLst>
                    <a:ext uri="{9D8B030D-6E8A-4147-A177-3AD203B41FA5}">
                      <a16:colId xmlns:a16="http://schemas.microsoft.com/office/drawing/2014/main" val="2099048701"/>
                    </a:ext>
                  </a:extLst>
                </a:gridCol>
                <a:gridCol w="667610">
                  <a:extLst>
                    <a:ext uri="{9D8B030D-6E8A-4147-A177-3AD203B41FA5}">
                      <a16:colId xmlns:a16="http://schemas.microsoft.com/office/drawing/2014/main" val="13770061"/>
                    </a:ext>
                  </a:extLst>
                </a:gridCol>
                <a:gridCol w="1738569">
                  <a:extLst>
                    <a:ext uri="{9D8B030D-6E8A-4147-A177-3AD203B41FA5}">
                      <a16:colId xmlns:a16="http://schemas.microsoft.com/office/drawing/2014/main" val="99719848"/>
                    </a:ext>
                  </a:extLst>
                </a:gridCol>
              </a:tblGrid>
              <a:tr h="208915">
                <a:tc>
                  <a:txBody>
                    <a:bodyPr/>
                    <a:lstStyle/>
                    <a:p>
                      <a:pPr algn="ctr" fontAlgn="b"/>
                      <a:r>
                        <a:rPr lang="en-GB" sz="1100" b="1" i="0" u="none" strike="noStrike">
                          <a:solidFill>
                            <a:schemeClr val="bg1"/>
                          </a:solidFill>
                          <a:effectLst/>
                          <a:latin typeface="Aptos Narrow" panose="020B0004020202020204" pitchFamily="34" charset="0"/>
                        </a:rPr>
                        <a:t>Test cases</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Sprint 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Sprint 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Sprint 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Sprint 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Sprint 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Coverage highlights</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extLst>
                  <a:ext uri="{0D108BD9-81ED-4DB2-BD59-A6C34878D82A}">
                    <a16:rowId xmlns:a16="http://schemas.microsoft.com/office/drawing/2014/main" val="2780117177"/>
                  </a:ext>
                </a:extLst>
              </a:tr>
              <a:tr h="208915">
                <a:tc>
                  <a:txBody>
                    <a:bodyPr/>
                    <a:lstStyle/>
                    <a:p>
                      <a:pPr algn="l" fontAlgn="b"/>
                      <a:r>
                        <a:rPr lang="en-GB" sz="1100" b="0" i="0" u="none" strike="noStrike">
                          <a:solidFill>
                            <a:srgbClr val="000000"/>
                          </a:solidFill>
                          <a:effectLst/>
                          <a:latin typeface="Aptos Narrow" panose="020B0004020202020204" pitchFamily="34" charset="0"/>
                        </a:rPr>
                        <a:t>Policy Center</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40</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59</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123</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145</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226</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rowSpan="4">
                  <a:txBody>
                    <a:bodyPr/>
                    <a:lstStyle/>
                    <a:p>
                      <a:pPr marL="171450" indent="-171450" algn="l" fontAlgn="t">
                        <a:buFont typeface="Arial" panose="020B0604020202020204" pitchFamily="34" charset="0"/>
                        <a:buChar char="•"/>
                      </a:pPr>
                      <a:r>
                        <a:rPr lang="en-US" sz="1100" b="0" i="0" u="none" strike="noStrike">
                          <a:solidFill>
                            <a:srgbClr val="000000"/>
                          </a:solidFill>
                          <a:effectLst/>
                          <a:latin typeface="Aptos Narrow" panose="020B0004020202020204" pitchFamily="34" charset="0"/>
                        </a:rPr>
                        <a:t>All acceptance criteria</a:t>
                      </a:r>
                    </a:p>
                    <a:p>
                      <a:pPr marL="171450" indent="-171450" algn="l" fontAlgn="t">
                        <a:buFont typeface="Arial" panose="020B0604020202020204" pitchFamily="34" charset="0"/>
                        <a:buChar char="•"/>
                      </a:pPr>
                      <a:r>
                        <a:rPr lang="en-US" sz="1100" b="0" i="0" u="none" strike="noStrike">
                          <a:solidFill>
                            <a:srgbClr val="000000"/>
                          </a:solidFill>
                          <a:effectLst/>
                          <a:latin typeface="Aptos Narrow" panose="020B0004020202020204" pitchFamily="34" charset="0"/>
                        </a:rPr>
                        <a:t>FLS, BRs, User roles</a:t>
                      </a: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a:solidFill>
                            <a:srgbClr val="000000"/>
                          </a:solidFill>
                          <a:effectLst/>
                          <a:latin typeface="Aptos Narrow" panose="020B0004020202020204" pitchFamily="34" charset="0"/>
                        </a:rPr>
                        <a:t>Negative tests</a:t>
                      </a:r>
                    </a:p>
                    <a:p>
                      <a:pPr marL="171450" indent="-171450" algn="l" fontAlgn="t">
                        <a:buFont typeface="Arial" panose="020B0604020202020204" pitchFamily="34" charset="0"/>
                        <a:buChar char="•"/>
                      </a:pPr>
                      <a:r>
                        <a:rPr lang="en-US" sz="1100" b="0" i="0" u="none" strike="noStrike">
                          <a:solidFill>
                            <a:srgbClr val="000000"/>
                          </a:solidFill>
                          <a:effectLst/>
                          <a:latin typeface="Aptos Narrow" panose="020B0004020202020204" pitchFamily="34" charset="0"/>
                        </a:rPr>
                        <a:t>Data variations</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2436223694"/>
                  </a:ext>
                </a:extLst>
              </a:tr>
              <a:tr h="208915">
                <a:tc>
                  <a:txBody>
                    <a:bodyPr/>
                    <a:lstStyle/>
                    <a:p>
                      <a:pPr algn="l" fontAlgn="b"/>
                      <a:r>
                        <a:rPr lang="en-GB" sz="1100" b="0" i="0" u="none" strike="noStrike">
                          <a:solidFill>
                            <a:srgbClr val="000000"/>
                          </a:solidFill>
                          <a:effectLst/>
                          <a:latin typeface="Aptos Narrow" panose="020B0004020202020204" pitchFamily="34" charset="0"/>
                        </a:rPr>
                        <a:t>Billing Center</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26</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32</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41</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48</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75</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vMerge="1">
                  <a:txBody>
                    <a:bodyPr/>
                    <a:lstStyle/>
                    <a:p>
                      <a:endParaRPr lang="en-GB"/>
                    </a:p>
                  </a:txBody>
                  <a:tcPr/>
                </a:tc>
                <a:extLst>
                  <a:ext uri="{0D108BD9-81ED-4DB2-BD59-A6C34878D82A}">
                    <a16:rowId xmlns:a16="http://schemas.microsoft.com/office/drawing/2014/main" val="4079648393"/>
                  </a:ext>
                </a:extLst>
              </a:tr>
              <a:tr h="208915">
                <a:tc>
                  <a:txBody>
                    <a:bodyPr/>
                    <a:lstStyle/>
                    <a:p>
                      <a:pPr algn="l" fontAlgn="b"/>
                      <a:r>
                        <a:rPr lang="en-GB" sz="1100" b="0" i="0" u="none" strike="noStrike">
                          <a:solidFill>
                            <a:srgbClr val="000000"/>
                          </a:solidFill>
                          <a:effectLst/>
                          <a:latin typeface="Aptos Narrow" panose="020B0004020202020204" pitchFamily="34" charset="0"/>
                        </a:rPr>
                        <a:t>Integration</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27</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37</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39</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13</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a:solidFill>
                            <a:srgbClr val="000000"/>
                          </a:solidFill>
                          <a:effectLst/>
                          <a:latin typeface="Aptos Narrow" panose="020B0004020202020204" pitchFamily="34" charset="0"/>
                          <a:ea typeface="Calibri" panose="020F0502020204030204" pitchFamily="34" charset="0"/>
                        </a:rPr>
                        <a:t>49</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vMerge="1">
                  <a:txBody>
                    <a:bodyPr/>
                    <a:lstStyle/>
                    <a:p>
                      <a:endParaRPr lang="en-GB"/>
                    </a:p>
                  </a:txBody>
                  <a:tcPr/>
                </a:tc>
                <a:extLst>
                  <a:ext uri="{0D108BD9-81ED-4DB2-BD59-A6C34878D82A}">
                    <a16:rowId xmlns:a16="http://schemas.microsoft.com/office/drawing/2014/main" val="2371191144"/>
                  </a:ext>
                </a:extLst>
              </a:tr>
              <a:tr h="208915">
                <a:tc>
                  <a:txBody>
                    <a:bodyPr/>
                    <a:lstStyle/>
                    <a:p>
                      <a:pPr algn="l" fontAlgn="b"/>
                      <a:r>
                        <a:rPr lang="en-US" sz="1100" b="0" i="0" u="none" strike="noStrike">
                          <a:solidFill>
                            <a:srgbClr val="000000"/>
                          </a:solidFill>
                          <a:effectLst/>
                          <a:latin typeface="Aptos Narrow" panose="020B0004020202020204" pitchFamily="34" charset="0"/>
                        </a:rPr>
                        <a:t>TOTAL</a:t>
                      </a:r>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b="1">
                          <a:solidFill>
                            <a:srgbClr val="000000"/>
                          </a:solidFill>
                          <a:effectLst/>
                          <a:latin typeface="Aptos Narrow" panose="020B0004020202020204" pitchFamily="34" charset="0"/>
                          <a:ea typeface="Calibri" panose="020F0502020204030204" pitchFamily="34" charset="0"/>
                        </a:rPr>
                        <a:t>93</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b="1">
                          <a:solidFill>
                            <a:srgbClr val="000000"/>
                          </a:solidFill>
                          <a:effectLst/>
                          <a:latin typeface="Aptos Narrow" panose="020B0004020202020204" pitchFamily="34" charset="0"/>
                          <a:ea typeface="Calibri" panose="020F0502020204030204" pitchFamily="34" charset="0"/>
                        </a:rPr>
                        <a:t>128</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b="1">
                          <a:solidFill>
                            <a:srgbClr val="000000"/>
                          </a:solidFill>
                          <a:effectLst/>
                          <a:latin typeface="Aptos Narrow" panose="020B0004020202020204" pitchFamily="34" charset="0"/>
                          <a:ea typeface="Calibri" panose="020F0502020204030204" pitchFamily="34" charset="0"/>
                        </a:rPr>
                        <a:t>203</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b="1">
                          <a:solidFill>
                            <a:srgbClr val="000000"/>
                          </a:solidFill>
                          <a:effectLst/>
                          <a:latin typeface="Aptos Narrow" panose="020B0004020202020204" pitchFamily="34" charset="0"/>
                          <a:ea typeface="Calibri" panose="020F0502020204030204" pitchFamily="34" charset="0"/>
                        </a:rPr>
                        <a:t>206</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a:r>
                        <a:rPr lang="en-GB" sz="1000" b="1">
                          <a:solidFill>
                            <a:srgbClr val="000000"/>
                          </a:solidFill>
                          <a:effectLst/>
                          <a:latin typeface="Aptos Narrow" panose="020B0004020202020204" pitchFamily="34" charset="0"/>
                          <a:ea typeface="Calibri" panose="020F0502020204030204" pitchFamily="34" charset="0"/>
                        </a:rPr>
                        <a:t>350</a:t>
                      </a:r>
                      <a:endParaRPr lang="en-GB" sz="1100">
                        <a:effectLst/>
                        <a:latin typeface="Aptos Narrow" panose="020B0004020202020204" pitchFamily="34" charset="0"/>
                        <a:ea typeface="Calibri" panose="020F050202020403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vMerge="1">
                  <a:txBody>
                    <a:bodyPr/>
                    <a:lstStyle/>
                    <a:p>
                      <a:pPr algn="l" fontAlgn="t"/>
                      <a:endParaRPr lang="en-US" sz="1100" b="0" i="0" u="none" strike="noStrike">
                        <a:solidFill>
                          <a:srgbClr val="000000"/>
                        </a:solidFill>
                        <a:effectLst/>
                        <a:latin typeface="Aptos Narrow" panose="020B0004020202020204" pitchFamily="34" charset="0"/>
                      </a:endParaRPr>
                    </a:p>
                  </a:txBody>
                  <a:tcPr marL="36000" marR="6350" marT="635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95008166"/>
                  </a:ext>
                </a:extLst>
              </a:tr>
            </a:tbl>
          </a:graphicData>
        </a:graphic>
      </p:graphicFrame>
      <p:graphicFrame>
        <p:nvGraphicFramePr>
          <p:cNvPr id="5" name="Table 4">
            <a:extLst>
              <a:ext uri="{FF2B5EF4-FFF2-40B4-BE49-F238E27FC236}">
                <a16:creationId xmlns:a16="http://schemas.microsoft.com/office/drawing/2014/main" id="{94D1BB1D-BD81-2242-A748-EA8538438BF1}"/>
              </a:ext>
            </a:extLst>
          </p:cNvPr>
          <p:cNvGraphicFramePr>
            <a:graphicFrameLocks noGrp="1"/>
          </p:cNvGraphicFramePr>
          <p:nvPr>
            <p:extLst>
              <p:ext uri="{D42A27DB-BD31-4B8C-83A1-F6EECF244321}">
                <p14:modId xmlns:p14="http://schemas.microsoft.com/office/powerpoint/2010/main" val="3516533310"/>
              </p:ext>
            </p:extLst>
          </p:nvPr>
        </p:nvGraphicFramePr>
        <p:xfrm>
          <a:off x="6791328" y="2878804"/>
          <a:ext cx="3657597" cy="506968"/>
        </p:xfrm>
        <a:graphic>
          <a:graphicData uri="http://schemas.openxmlformats.org/drawingml/2006/table">
            <a:tbl>
              <a:tblPr/>
              <a:tblGrid>
                <a:gridCol w="1004885">
                  <a:extLst>
                    <a:ext uri="{9D8B030D-6E8A-4147-A177-3AD203B41FA5}">
                      <a16:colId xmlns:a16="http://schemas.microsoft.com/office/drawing/2014/main" val="1314214111"/>
                    </a:ext>
                  </a:extLst>
                </a:gridCol>
                <a:gridCol w="785812">
                  <a:extLst>
                    <a:ext uri="{9D8B030D-6E8A-4147-A177-3AD203B41FA5}">
                      <a16:colId xmlns:a16="http://schemas.microsoft.com/office/drawing/2014/main" val="759109291"/>
                    </a:ext>
                  </a:extLst>
                </a:gridCol>
                <a:gridCol w="923925">
                  <a:extLst>
                    <a:ext uri="{9D8B030D-6E8A-4147-A177-3AD203B41FA5}">
                      <a16:colId xmlns:a16="http://schemas.microsoft.com/office/drawing/2014/main" val="1976237780"/>
                    </a:ext>
                  </a:extLst>
                </a:gridCol>
                <a:gridCol w="942975">
                  <a:extLst>
                    <a:ext uri="{9D8B030D-6E8A-4147-A177-3AD203B41FA5}">
                      <a16:colId xmlns:a16="http://schemas.microsoft.com/office/drawing/2014/main" val="1586908730"/>
                    </a:ext>
                  </a:extLst>
                </a:gridCol>
              </a:tblGrid>
              <a:tr h="253484">
                <a:tc rowSpan="2">
                  <a:txBody>
                    <a:bodyPr/>
                    <a:lstStyle/>
                    <a:p>
                      <a:pPr algn="ctr" fontAlgn="b"/>
                      <a:r>
                        <a:rPr lang="en-GB" sz="1100" b="1" i="0" u="none" strike="noStrike">
                          <a:solidFill>
                            <a:schemeClr val="bg1"/>
                          </a:solidFill>
                          <a:effectLst/>
                          <a:latin typeface="Aptos Narrow" panose="020B0004020202020204" pitchFamily="34" charset="0"/>
                        </a:rPr>
                        <a:t>Total defects</a:t>
                      </a:r>
                      <a:endParaRPr lang="en-GB" sz="1100" b="0"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Reported</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Resolved</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US" sz="1100" b="1" i="0" u="none" strike="noStrike">
                          <a:solidFill>
                            <a:schemeClr val="bg1"/>
                          </a:solidFill>
                          <a:effectLst/>
                          <a:latin typeface="Aptos Narrow" panose="020B0004020202020204" pitchFamily="34" charset="0"/>
                        </a:rPr>
                        <a:t>D</a:t>
                      </a:r>
                      <a:r>
                        <a:rPr lang="en-GB" sz="1100" b="1" i="0" u="none" strike="noStrike">
                          <a:solidFill>
                            <a:schemeClr val="bg1"/>
                          </a:solidFill>
                          <a:effectLst/>
                          <a:latin typeface="Aptos Narrow" panose="020B0004020202020204" pitchFamily="34" charset="0"/>
                        </a:rPr>
                        <a:t>eferred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extLst>
                  <a:ext uri="{0D108BD9-81ED-4DB2-BD59-A6C34878D82A}">
                    <a16:rowId xmlns:a16="http://schemas.microsoft.com/office/drawing/2014/main" val="1776075205"/>
                  </a:ext>
                </a:extLst>
              </a:tr>
              <a:tr h="253484">
                <a:tc vMerge="1">
                  <a:txBody>
                    <a:bodyPr/>
                    <a:lstStyle/>
                    <a:p>
                      <a:endParaRPr/>
                    </a:p>
                  </a:txBody>
                  <a:tcPr marL="36000" marR="6350" marT="6350" marB="0" anchor="b">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209</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202</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7</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2987550556"/>
                  </a:ext>
                </a:extLst>
              </a:tr>
            </a:tbl>
          </a:graphicData>
        </a:graphic>
      </p:graphicFrame>
      <p:sp>
        <p:nvSpPr>
          <p:cNvPr id="6" name="TextBox 5">
            <a:extLst>
              <a:ext uri="{FF2B5EF4-FFF2-40B4-BE49-F238E27FC236}">
                <a16:creationId xmlns:a16="http://schemas.microsoft.com/office/drawing/2014/main" id="{62FAC8F0-4E3B-5519-A275-DE3FDBB5FCD4}"/>
              </a:ext>
            </a:extLst>
          </p:cNvPr>
          <p:cNvSpPr txBox="1"/>
          <p:nvPr/>
        </p:nvSpPr>
        <p:spPr>
          <a:xfrm>
            <a:off x="156273" y="4427134"/>
            <a:ext cx="9228732" cy="369332"/>
          </a:xfrm>
          <a:prstGeom prst="rect">
            <a:avLst/>
          </a:prstGeom>
          <a:noFill/>
        </p:spPr>
        <p:txBody>
          <a:bodyPr wrap="square">
            <a:spAutoFit/>
          </a:bodyPr>
          <a:lstStyle/>
          <a:p>
            <a:r>
              <a:rPr lang="en-GB"/>
              <a:t>Submission test data – </a:t>
            </a:r>
            <a:r>
              <a:rPr lang="en-GB" i="1"/>
              <a:t>based on integration specifications</a:t>
            </a:r>
          </a:p>
        </p:txBody>
      </p:sp>
      <p:graphicFrame>
        <p:nvGraphicFramePr>
          <p:cNvPr id="8" name="Table 7">
            <a:extLst>
              <a:ext uri="{FF2B5EF4-FFF2-40B4-BE49-F238E27FC236}">
                <a16:creationId xmlns:a16="http://schemas.microsoft.com/office/drawing/2014/main" id="{BD6A7930-A982-3C3C-F55F-B4BAB6D4A94C}"/>
              </a:ext>
            </a:extLst>
          </p:cNvPr>
          <p:cNvGraphicFramePr>
            <a:graphicFrameLocks noGrp="1"/>
          </p:cNvGraphicFramePr>
          <p:nvPr>
            <p:extLst>
              <p:ext uri="{D42A27DB-BD31-4B8C-83A1-F6EECF244321}">
                <p14:modId xmlns:p14="http://schemas.microsoft.com/office/powerpoint/2010/main" val="1479842030"/>
              </p:ext>
            </p:extLst>
          </p:nvPr>
        </p:nvGraphicFramePr>
        <p:xfrm>
          <a:off x="266702" y="4868271"/>
          <a:ext cx="10191750" cy="1053465"/>
        </p:xfrm>
        <a:graphic>
          <a:graphicData uri="http://schemas.openxmlformats.org/drawingml/2006/table">
            <a:tbl>
              <a:tblPr/>
              <a:tblGrid>
                <a:gridCol w="1444920">
                  <a:extLst>
                    <a:ext uri="{9D8B030D-6E8A-4147-A177-3AD203B41FA5}">
                      <a16:colId xmlns:a16="http://schemas.microsoft.com/office/drawing/2014/main" val="3531255255"/>
                    </a:ext>
                  </a:extLst>
                </a:gridCol>
                <a:gridCol w="2174580">
                  <a:extLst>
                    <a:ext uri="{9D8B030D-6E8A-4147-A177-3AD203B41FA5}">
                      <a16:colId xmlns:a16="http://schemas.microsoft.com/office/drawing/2014/main" val="3863335463"/>
                    </a:ext>
                  </a:extLst>
                </a:gridCol>
                <a:gridCol w="885825">
                  <a:extLst>
                    <a:ext uri="{9D8B030D-6E8A-4147-A177-3AD203B41FA5}">
                      <a16:colId xmlns:a16="http://schemas.microsoft.com/office/drawing/2014/main" val="1468355758"/>
                    </a:ext>
                  </a:extLst>
                </a:gridCol>
                <a:gridCol w="1171575">
                  <a:extLst>
                    <a:ext uri="{9D8B030D-6E8A-4147-A177-3AD203B41FA5}">
                      <a16:colId xmlns:a16="http://schemas.microsoft.com/office/drawing/2014/main" val="3783909645"/>
                    </a:ext>
                  </a:extLst>
                </a:gridCol>
                <a:gridCol w="942975">
                  <a:extLst>
                    <a:ext uri="{9D8B030D-6E8A-4147-A177-3AD203B41FA5}">
                      <a16:colId xmlns:a16="http://schemas.microsoft.com/office/drawing/2014/main" val="1450501046"/>
                    </a:ext>
                  </a:extLst>
                </a:gridCol>
                <a:gridCol w="1028700">
                  <a:extLst>
                    <a:ext uri="{9D8B030D-6E8A-4147-A177-3AD203B41FA5}">
                      <a16:colId xmlns:a16="http://schemas.microsoft.com/office/drawing/2014/main" val="566970450"/>
                    </a:ext>
                  </a:extLst>
                </a:gridCol>
                <a:gridCol w="857250">
                  <a:extLst>
                    <a:ext uri="{9D8B030D-6E8A-4147-A177-3AD203B41FA5}">
                      <a16:colId xmlns:a16="http://schemas.microsoft.com/office/drawing/2014/main" val="333817025"/>
                    </a:ext>
                  </a:extLst>
                </a:gridCol>
                <a:gridCol w="1685925">
                  <a:extLst>
                    <a:ext uri="{9D8B030D-6E8A-4147-A177-3AD203B41FA5}">
                      <a16:colId xmlns:a16="http://schemas.microsoft.com/office/drawing/2014/main" val="2477548280"/>
                    </a:ext>
                  </a:extLst>
                </a:gridCol>
              </a:tblGrid>
              <a:tr h="208915">
                <a:tc rowSpan="5">
                  <a:txBody>
                    <a:bodyPr/>
                    <a:lstStyle/>
                    <a:p>
                      <a:pPr algn="ctr" fontAlgn="b"/>
                      <a:r>
                        <a:rPr lang="en-US" sz="1100" b="0" i="0" u="none" strike="noStrike">
                          <a:solidFill>
                            <a:schemeClr val="bg1"/>
                          </a:solidFill>
                          <a:effectLst/>
                          <a:latin typeface="Aptos Narrow" panose="020B0004020202020204" pitchFamily="34" charset="0"/>
                        </a:rPr>
                        <a:t>Some of the elements of the data highlighting coverage</a:t>
                      </a:r>
                    </a:p>
                    <a:p>
                      <a:pPr algn="ctr" fontAlgn="b"/>
                      <a:endParaRPr lang="en-US" sz="1100" b="1" i="0" u="none" strike="noStrike">
                        <a:solidFill>
                          <a:schemeClr val="bg1"/>
                        </a:solidFill>
                        <a:effectLst/>
                        <a:latin typeface="Aptos Narrow" panose="020B0004020202020204" pitchFamily="34" charset="0"/>
                      </a:endParaRPr>
                    </a:p>
                    <a:p>
                      <a:pPr algn="ctr" fontAlgn="b"/>
                      <a:r>
                        <a:rPr lang="en-US" sz="1100" b="1" i="1" u="none" strike="noStrike">
                          <a:solidFill>
                            <a:schemeClr val="bg1"/>
                          </a:solidFill>
                          <a:effectLst/>
                          <a:latin typeface="Aptos Narrow" panose="020B0004020202020204" pitchFamily="34" charset="0"/>
                        </a:rPr>
                        <a:t>50+ unique records</a:t>
                      </a:r>
                      <a:endParaRPr lang="en-GB" sz="1100" b="1" i="1" u="none" strike="noStrike">
                        <a:solidFill>
                          <a:schemeClr val="bg1"/>
                        </a:solidFill>
                        <a:effectLst/>
                        <a:latin typeface="Aptos Narrow" panose="020B0004020202020204" pitchFamily="34" charset="0"/>
                      </a:endParaRPr>
                    </a:p>
                  </a:txBody>
                  <a:tcPr marL="36000" marR="3600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Marketable products</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Policy lines</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Business category</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UW Company</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Org Type</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Ins structure</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US" sz="1100" b="1" i="0" u="none" strike="noStrike">
                          <a:solidFill>
                            <a:schemeClr val="bg1"/>
                          </a:solidFill>
                          <a:effectLst/>
                          <a:latin typeface="Aptos Narrow" panose="020B0004020202020204" pitchFamily="34" charset="0"/>
                        </a:rPr>
                        <a:t>Others …</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extLst>
                  <a:ext uri="{0D108BD9-81ED-4DB2-BD59-A6C34878D82A}">
                    <a16:rowId xmlns:a16="http://schemas.microsoft.com/office/drawing/2014/main" val="3581955642"/>
                  </a:ext>
                </a:extLst>
              </a:tr>
              <a:tr h="208915">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tc>
                  <a:txBody>
                    <a:bodyPr/>
                    <a:lstStyle/>
                    <a:p>
                      <a:pPr algn="l" fontAlgn="b"/>
                      <a:r>
                        <a:rPr lang="en-GB" sz="1100" b="0" i="0" u="none" strike="noStrike">
                          <a:solidFill>
                            <a:srgbClr val="000000"/>
                          </a:solidFill>
                          <a:effectLst/>
                          <a:latin typeface="Aptos Narrow" panose="020B0004020202020204" pitchFamily="34" charset="0"/>
                        </a:rPr>
                        <a:t>Advanced Boardroom &amp; Co Protection</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ML D&amp;O</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Admitted</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BICS</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Corporate Public</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Primary</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rowSpan="4">
                  <a:txBody>
                    <a:bodyPr/>
                    <a:lstStyle/>
                    <a:p>
                      <a:pPr marL="171450" indent="-171450" algn="l" fontAlgn="b">
                        <a:buFont typeface="Arial" panose="020B0604020202020204" pitchFamily="34" charset="0"/>
                        <a:buChar char="•"/>
                      </a:pPr>
                      <a:r>
                        <a:rPr lang="en-US" sz="1100" b="0" i="0" u="none" strike="noStrike">
                          <a:solidFill>
                            <a:srgbClr val="000000"/>
                          </a:solidFill>
                          <a:effectLst/>
                          <a:latin typeface="Aptos Narrow" panose="020B0004020202020204" pitchFamily="34" charset="0"/>
                        </a:rPr>
                        <a:t>Coverages</a:t>
                      </a:r>
                    </a:p>
                    <a:p>
                      <a:pPr marL="171450" indent="-171450" algn="l" fontAlgn="b">
                        <a:buFont typeface="Arial" panose="020B0604020202020204" pitchFamily="34" charset="0"/>
                        <a:buChar char="•"/>
                      </a:pPr>
                      <a:r>
                        <a:rPr lang="en-US" sz="1100" b="0" i="0" u="none" strike="noStrike">
                          <a:solidFill>
                            <a:srgbClr val="000000"/>
                          </a:solidFill>
                          <a:effectLst/>
                          <a:latin typeface="Aptos Narrow" panose="020B0004020202020204" pitchFamily="34" charset="0"/>
                        </a:rPr>
                        <a:t>Modifiers</a:t>
                      </a:r>
                    </a:p>
                    <a:p>
                      <a:pPr marL="171450" indent="-171450" algn="l" fontAlgn="b">
                        <a:buFont typeface="Arial" panose="020B0604020202020204" pitchFamily="34" charset="0"/>
                        <a:buChar char="•"/>
                      </a:pPr>
                      <a:r>
                        <a:rPr lang="en-US" sz="1100" b="0" i="0" u="none" strike="noStrike">
                          <a:solidFill>
                            <a:srgbClr val="000000"/>
                          </a:solidFill>
                          <a:effectLst/>
                          <a:latin typeface="Aptos Narrow" panose="020B0004020202020204" pitchFamily="34" charset="0"/>
                        </a:rPr>
                        <a:t>Insured details</a:t>
                      </a:r>
                    </a:p>
                    <a:p>
                      <a:pPr marL="171450" indent="-171450" algn="l" fontAlgn="b">
                        <a:buFont typeface="Arial" panose="020B0604020202020204" pitchFamily="34" charset="0"/>
                        <a:buChar char="•"/>
                      </a:pPr>
                      <a:r>
                        <a:rPr lang="en-US" sz="1100" b="0" i="0" u="none" strike="noStrike">
                          <a:solidFill>
                            <a:srgbClr val="000000"/>
                          </a:solidFill>
                          <a:effectLst/>
                          <a:latin typeface="Aptos Narrow" panose="020B0004020202020204" pitchFamily="34" charset="0"/>
                        </a:rPr>
                        <a:t>Producer and COB codes</a:t>
                      </a:r>
                    </a:p>
                    <a:p>
                      <a:pPr marL="171450" indent="-171450" algn="l" fontAlgn="b">
                        <a:buFont typeface="Arial" panose="020B0604020202020204" pitchFamily="34" charset="0"/>
                        <a:buChar char="•"/>
                      </a:pPr>
                      <a:r>
                        <a:rPr lang="en-US" sz="1100" b="0" i="0" u="none" strike="noStrike">
                          <a:solidFill>
                            <a:srgbClr val="000000"/>
                          </a:solidFill>
                          <a:effectLst/>
                          <a:latin typeface="Aptos Narrow" panose="020B0004020202020204" pitchFamily="34" charset="0"/>
                        </a:rPr>
                        <a:t>Trifocus codes</a:t>
                      </a:r>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1557728610"/>
                  </a:ext>
                </a:extLst>
              </a:tr>
              <a:tr h="208915">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tc>
                  <a:txBody>
                    <a:bodyPr/>
                    <a:lstStyle/>
                    <a:p>
                      <a:pPr algn="l" fontAlgn="b"/>
                      <a:r>
                        <a:rPr lang="en-GB" sz="1100" b="0" i="0" u="none" strike="noStrike">
                          <a:solidFill>
                            <a:srgbClr val="000000"/>
                          </a:solidFill>
                          <a:effectLst/>
                          <a:latin typeface="Aptos Narrow" panose="020B0004020202020204" pitchFamily="34" charset="0"/>
                        </a:rPr>
                        <a:t>Execuguard</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ML EPL</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Surplus</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BESI</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Private</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Excess</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vMerge="1">
                  <a:txBody>
                    <a:bodyPr/>
                    <a:lstStyle/>
                    <a:p>
                      <a:pPr algn="l" fontAlgn="b"/>
                      <a:endParaRPr lang="en-GB" sz="1100" b="0" i="0" u="none" strike="noStrike">
                        <a:solidFill>
                          <a:srgbClr val="000000"/>
                        </a:solidFill>
                        <a:effectLst/>
                        <a:latin typeface="Aptos Narrow" panose="020B0004020202020204" pitchFamily="34" charset="0"/>
                      </a:endParaRPr>
                    </a:p>
                  </a:txBody>
                  <a:tcPr marL="36000" marR="6350" marT="6350" marB="0" anchor="b">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051370304"/>
                  </a:ext>
                </a:extLst>
              </a:tr>
              <a:tr h="208915">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tc>
                  <a:txBody>
                    <a:bodyPr/>
                    <a:lstStyle/>
                    <a:p>
                      <a:pPr algn="l" fontAlgn="b"/>
                      <a:r>
                        <a:rPr lang="en-GB" sz="1100" b="0" i="0" u="none" strike="noStrike">
                          <a:solidFill>
                            <a:srgbClr val="000000"/>
                          </a:solidFill>
                          <a:effectLst/>
                          <a:latin typeface="Aptos Narrow" panose="020B0004020202020204" pitchFamily="34" charset="0"/>
                        </a:rPr>
                        <a:t>Armour boardroom Protection</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ML Fiduciary</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BICI</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65432155"/>
                  </a:ext>
                </a:extLst>
              </a:tr>
              <a:tr h="208915">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tc>
                  <a:txBody>
                    <a:bodyPr/>
                    <a:lstStyle/>
                    <a:p>
                      <a:pPr algn="l" fontAlgn="b"/>
                      <a:r>
                        <a:rPr lang="en-GB" sz="1100" b="0" i="0" u="none" strike="noStrike">
                          <a:solidFill>
                            <a:srgbClr val="000000"/>
                          </a:solidFill>
                          <a:effectLst/>
                          <a:latin typeface="Aptos Narrow" panose="020B0004020202020204" pitchFamily="34" charset="0"/>
                        </a:rPr>
                        <a:t>Beazley boardroom protect</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l" fontAlgn="b"/>
                      <a:r>
                        <a:rPr lang="en-GB" sz="1100" b="0" i="0" u="none" strike="noStrike">
                          <a:solidFill>
                            <a:srgbClr val="000000"/>
                          </a:solidFill>
                          <a:effectLst/>
                          <a:latin typeface="Aptos Narrow" panose="020B0004020202020204" pitchFamily="34" charset="0"/>
                        </a:rPr>
                        <a:t>BUSA</a:t>
                      </a: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36000" marR="6350" marT="635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369704819"/>
                  </a:ext>
                </a:extLst>
              </a:tr>
            </a:tbl>
          </a:graphicData>
        </a:graphic>
      </p:graphicFrame>
      <p:sp>
        <p:nvSpPr>
          <p:cNvPr id="9" name="TextBox 8">
            <a:extLst>
              <a:ext uri="{FF2B5EF4-FFF2-40B4-BE49-F238E27FC236}">
                <a16:creationId xmlns:a16="http://schemas.microsoft.com/office/drawing/2014/main" id="{FE446302-9D28-B70A-7DC0-70AD3057E5DF}"/>
              </a:ext>
            </a:extLst>
          </p:cNvPr>
          <p:cNvSpPr txBox="1"/>
          <p:nvPr/>
        </p:nvSpPr>
        <p:spPr>
          <a:xfrm>
            <a:off x="138115" y="708004"/>
            <a:ext cx="7433117" cy="369332"/>
          </a:xfrm>
          <a:prstGeom prst="rect">
            <a:avLst/>
          </a:prstGeom>
          <a:noFill/>
        </p:spPr>
        <p:txBody>
          <a:bodyPr wrap="square">
            <a:spAutoFit/>
          </a:bodyPr>
          <a:lstStyle/>
          <a:p>
            <a:r>
              <a:rPr lang="en-GB"/>
              <a:t>In Sprint testing measurable KPIs – </a:t>
            </a:r>
            <a:r>
              <a:rPr lang="en-GB" i="1"/>
              <a:t>All info available in Jira</a:t>
            </a:r>
          </a:p>
        </p:txBody>
      </p:sp>
      <p:sp>
        <p:nvSpPr>
          <p:cNvPr id="13" name="Freeform 37">
            <a:extLst>
              <a:ext uri="{FF2B5EF4-FFF2-40B4-BE49-F238E27FC236}">
                <a16:creationId xmlns:a16="http://schemas.microsoft.com/office/drawing/2014/main" id="{EC656909-B4E6-0C5C-BA6E-491E64A112AC}"/>
              </a:ext>
            </a:extLst>
          </p:cNvPr>
          <p:cNvSpPr>
            <a:spLocks noChangeAspect="1" noEditPoints="1"/>
          </p:cNvSpPr>
          <p:nvPr/>
        </p:nvSpPr>
        <p:spPr bwMode="auto">
          <a:xfrm>
            <a:off x="11256576" y="2822035"/>
            <a:ext cx="280553" cy="396349"/>
          </a:xfrm>
          <a:custGeom>
            <a:avLst/>
            <a:gdLst>
              <a:gd name="T0" fmla="*/ 796 w 1805"/>
              <a:gd name="T1" fmla="*/ 2087 h 2550"/>
              <a:gd name="T2" fmla="*/ 1751 w 1805"/>
              <a:gd name="T3" fmla="*/ 1593 h 2550"/>
              <a:gd name="T4" fmla="*/ 796 w 1805"/>
              <a:gd name="T5" fmla="*/ 1713 h 2550"/>
              <a:gd name="T6" fmla="*/ 1452 w 1805"/>
              <a:gd name="T7" fmla="*/ 1826 h 2550"/>
              <a:gd name="T8" fmla="*/ 664 w 1805"/>
              <a:gd name="T9" fmla="*/ 1185 h 2550"/>
              <a:gd name="T10" fmla="*/ 1418 w 1805"/>
              <a:gd name="T11" fmla="*/ 1060 h 2550"/>
              <a:gd name="T12" fmla="*/ 1391 w 1805"/>
              <a:gd name="T13" fmla="*/ 948 h 2550"/>
              <a:gd name="T14" fmla="*/ 1298 w 1805"/>
              <a:gd name="T15" fmla="*/ 849 h 2550"/>
              <a:gd name="T16" fmla="*/ 1087 w 1805"/>
              <a:gd name="T17" fmla="*/ 789 h 2550"/>
              <a:gd name="T18" fmla="*/ 950 w 1805"/>
              <a:gd name="T19" fmla="*/ 951 h 2550"/>
              <a:gd name="T20" fmla="*/ 484 w 1805"/>
              <a:gd name="T21" fmla="*/ 780 h 2550"/>
              <a:gd name="T22" fmla="*/ 613 w 1805"/>
              <a:gd name="T23" fmla="*/ 1220 h 2550"/>
              <a:gd name="T24" fmla="*/ 369 w 1805"/>
              <a:gd name="T25" fmla="*/ 804 h 2550"/>
              <a:gd name="T26" fmla="*/ 192 w 1805"/>
              <a:gd name="T27" fmla="*/ 884 h 2550"/>
              <a:gd name="T28" fmla="*/ 128 w 1805"/>
              <a:gd name="T29" fmla="*/ 988 h 2550"/>
              <a:gd name="T30" fmla="*/ 348 w 1805"/>
              <a:gd name="T31" fmla="*/ 2138 h 2550"/>
              <a:gd name="T32" fmla="*/ 400 w 1805"/>
              <a:gd name="T33" fmla="*/ 1965 h 2550"/>
              <a:gd name="T34" fmla="*/ 1634 w 1805"/>
              <a:gd name="T35" fmla="*/ 1943 h 2550"/>
              <a:gd name="T36" fmla="*/ 1703 w 1805"/>
              <a:gd name="T37" fmla="*/ 1937 h 2550"/>
              <a:gd name="T38" fmla="*/ 1804 w 1805"/>
              <a:gd name="T39" fmla="*/ 1687 h 2550"/>
              <a:gd name="T40" fmla="*/ 1790 w 1805"/>
              <a:gd name="T41" fmla="*/ 1624 h 2550"/>
              <a:gd name="T42" fmla="*/ 1751 w 1805"/>
              <a:gd name="T43" fmla="*/ 1687 h 2550"/>
              <a:gd name="T44" fmla="*/ 1673 w 1805"/>
              <a:gd name="T45" fmla="*/ 1895 h 2550"/>
              <a:gd name="T46" fmla="*/ 1509 w 1805"/>
              <a:gd name="T47" fmla="*/ 1809 h 2550"/>
              <a:gd name="T48" fmla="*/ 1457 w 1805"/>
              <a:gd name="T49" fmla="*/ 1725 h 2550"/>
              <a:gd name="T50" fmla="*/ 1716 w 1805"/>
              <a:gd name="T51" fmla="*/ 1639 h 2550"/>
              <a:gd name="T52" fmla="*/ 1752 w 1805"/>
              <a:gd name="T53" fmla="*/ 1664 h 2550"/>
              <a:gd name="T54" fmla="*/ 1307 w 1805"/>
              <a:gd name="T55" fmla="*/ 2216 h 2550"/>
              <a:gd name="T56" fmla="*/ 590 w 1805"/>
              <a:gd name="T57" fmla="*/ 666 h 2550"/>
              <a:gd name="T58" fmla="*/ 683 w 1805"/>
              <a:gd name="T59" fmla="*/ 671 h 2550"/>
              <a:gd name="T60" fmla="*/ 801 w 1805"/>
              <a:gd name="T61" fmla="*/ 685 h 2550"/>
              <a:gd name="T62" fmla="*/ 900 w 1805"/>
              <a:gd name="T63" fmla="*/ 657 h 2550"/>
              <a:gd name="T64" fmla="*/ 984 w 1805"/>
              <a:gd name="T65" fmla="*/ 670 h 2550"/>
              <a:gd name="T66" fmla="*/ 1076 w 1805"/>
              <a:gd name="T67" fmla="*/ 633 h 2550"/>
              <a:gd name="T68" fmla="*/ 1121 w 1805"/>
              <a:gd name="T69" fmla="*/ 553 h 2550"/>
              <a:gd name="T70" fmla="*/ 1022 w 1805"/>
              <a:gd name="T71" fmla="*/ 534 h 2550"/>
              <a:gd name="T72" fmla="*/ 1026 w 1805"/>
              <a:gd name="T73" fmla="*/ 490 h 2550"/>
              <a:gd name="T74" fmla="*/ 1057 w 1805"/>
              <a:gd name="T75" fmla="*/ 444 h 2550"/>
              <a:gd name="T76" fmla="*/ 1056 w 1805"/>
              <a:gd name="T77" fmla="*/ 268 h 2550"/>
              <a:gd name="T78" fmla="*/ 1012 w 1805"/>
              <a:gd name="T79" fmla="*/ 150 h 2550"/>
              <a:gd name="T80" fmla="*/ 931 w 1805"/>
              <a:gd name="T81" fmla="*/ 58 h 2550"/>
              <a:gd name="T82" fmla="*/ 822 w 1805"/>
              <a:gd name="T83" fmla="*/ 7 h 2550"/>
              <a:gd name="T84" fmla="*/ 712 w 1805"/>
              <a:gd name="T85" fmla="*/ 4 h 2550"/>
              <a:gd name="T86" fmla="*/ 601 w 1805"/>
              <a:gd name="T87" fmla="*/ 49 h 2550"/>
              <a:gd name="T88" fmla="*/ 517 w 1805"/>
              <a:gd name="T89" fmla="*/ 137 h 2550"/>
              <a:gd name="T90" fmla="*/ 468 w 1805"/>
              <a:gd name="T91" fmla="*/ 252 h 2550"/>
              <a:gd name="T92" fmla="*/ 460 w 1805"/>
              <a:gd name="T93" fmla="*/ 414 h 2550"/>
              <a:gd name="T94" fmla="*/ 485 w 1805"/>
              <a:gd name="T95" fmla="*/ 485 h 2550"/>
              <a:gd name="T96" fmla="*/ 538 w 1805"/>
              <a:gd name="T97" fmla="*/ 507 h 2550"/>
              <a:gd name="T98" fmla="*/ 421 w 1805"/>
              <a:gd name="T99" fmla="*/ 553 h 2550"/>
              <a:gd name="T100" fmla="*/ 420 w 1805"/>
              <a:gd name="T101" fmla="*/ 607 h 2550"/>
              <a:gd name="T102" fmla="*/ 497 w 1805"/>
              <a:gd name="T103" fmla="*/ 662 h 2550"/>
              <a:gd name="T104" fmla="*/ 626 w 1805"/>
              <a:gd name="T105" fmla="*/ 394 h 2550"/>
              <a:gd name="T106" fmla="*/ 784 w 1805"/>
              <a:gd name="T107" fmla="*/ 346 h 2550"/>
              <a:gd name="T108" fmla="*/ 899 w 1805"/>
              <a:gd name="T109" fmla="*/ 201 h 2550"/>
              <a:gd name="T110" fmla="*/ 959 w 1805"/>
              <a:gd name="T111" fmla="*/ 291 h 2550"/>
              <a:gd name="T112" fmla="*/ 947 w 1805"/>
              <a:gd name="T113" fmla="*/ 503 h 2550"/>
              <a:gd name="T114" fmla="*/ 842 w 1805"/>
              <a:gd name="T115" fmla="*/ 621 h 2550"/>
              <a:gd name="T116" fmla="*/ 711 w 1805"/>
              <a:gd name="T117" fmla="*/ 629 h 2550"/>
              <a:gd name="T118" fmla="*/ 597 w 1805"/>
              <a:gd name="T119" fmla="*/ 523 h 2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05" h="2550">
                <a:moveTo>
                  <a:pt x="1451" y="1846"/>
                </a:moveTo>
                <a:lnTo>
                  <a:pt x="796" y="1846"/>
                </a:lnTo>
                <a:lnTo>
                  <a:pt x="796" y="1898"/>
                </a:lnTo>
                <a:lnTo>
                  <a:pt x="1451" y="1898"/>
                </a:lnTo>
                <a:lnTo>
                  <a:pt x="1451" y="1846"/>
                </a:lnTo>
                <a:close/>
                <a:moveTo>
                  <a:pt x="1451" y="2035"/>
                </a:moveTo>
                <a:lnTo>
                  <a:pt x="796" y="2035"/>
                </a:lnTo>
                <a:lnTo>
                  <a:pt x="796" y="2087"/>
                </a:lnTo>
                <a:lnTo>
                  <a:pt x="1451" y="2087"/>
                </a:lnTo>
                <a:lnTo>
                  <a:pt x="1451" y="2035"/>
                </a:lnTo>
                <a:close/>
                <a:moveTo>
                  <a:pt x="1779" y="1611"/>
                </a:moveTo>
                <a:lnTo>
                  <a:pt x="1779" y="1611"/>
                </a:lnTo>
                <a:lnTo>
                  <a:pt x="1772" y="1606"/>
                </a:lnTo>
                <a:lnTo>
                  <a:pt x="1766" y="1601"/>
                </a:lnTo>
                <a:lnTo>
                  <a:pt x="1759" y="1597"/>
                </a:lnTo>
                <a:lnTo>
                  <a:pt x="1751" y="1593"/>
                </a:lnTo>
                <a:lnTo>
                  <a:pt x="1742" y="1591"/>
                </a:lnTo>
                <a:lnTo>
                  <a:pt x="1734" y="1589"/>
                </a:lnTo>
                <a:lnTo>
                  <a:pt x="1725" y="1588"/>
                </a:lnTo>
                <a:lnTo>
                  <a:pt x="1716" y="1588"/>
                </a:lnTo>
                <a:lnTo>
                  <a:pt x="1416" y="1588"/>
                </a:lnTo>
                <a:lnTo>
                  <a:pt x="1409" y="1662"/>
                </a:lnTo>
                <a:lnTo>
                  <a:pt x="796" y="1662"/>
                </a:lnTo>
                <a:lnTo>
                  <a:pt x="796" y="1713"/>
                </a:lnTo>
                <a:lnTo>
                  <a:pt x="1406" y="1713"/>
                </a:lnTo>
                <a:lnTo>
                  <a:pt x="1406" y="1713"/>
                </a:lnTo>
                <a:lnTo>
                  <a:pt x="1407" y="1734"/>
                </a:lnTo>
                <a:lnTo>
                  <a:pt x="1411" y="1754"/>
                </a:lnTo>
                <a:lnTo>
                  <a:pt x="1418" y="1774"/>
                </a:lnTo>
                <a:lnTo>
                  <a:pt x="1427" y="1792"/>
                </a:lnTo>
                <a:lnTo>
                  <a:pt x="1438" y="1810"/>
                </a:lnTo>
                <a:lnTo>
                  <a:pt x="1452" y="1826"/>
                </a:lnTo>
                <a:lnTo>
                  <a:pt x="1466" y="1841"/>
                </a:lnTo>
                <a:lnTo>
                  <a:pt x="1474" y="1847"/>
                </a:lnTo>
                <a:lnTo>
                  <a:pt x="1482" y="1853"/>
                </a:lnTo>
                <a:lnTo>
                  <a:pt x="1580" y="1914"/>
                </a:lnTo>
                <a:lnTo>
                  <a:pt x="1573" y="1914"/>
                </a:lnTo>
                <a:lnTo>
                  <a:pt x="1573" y="2498"/>
                </a:lnTo>
                <a:lnTo>
                  <a:pt x="664" y="2498"/>
                </a:lnTo>
                <a:lnTo>
                  <a:pt x="664" y="1185"/>
                </a:lnTo>
                <a:lnTo>
                  <a:pt x="1310" y="1185"/>
                </a:lnTo>
                <a:lnTo>
                  <a:pt x="1310" y="1463"/>
                </a:lnTo>
                <a:lnTo>
                  <a:pt x="1624" y="1463"/>
                </a:lnTo>
                <a:lnTo>
                  <a:pt x="1624" y="1403"/>
                </a:lnTo>
                <a:lnTo>
                  <a:pt x="1418" y="1202"/>
                </a:lnTo>
                <a:lnTo>
                  <a:pt x="1418" y="1077"/>
                </a:lnTo>
                <a:lnTo>
                  <a:pt x="1418" y="1077"/>
                </a:lnTo>
                <a:lnTo>
                  <a:pt x="1418" y="1060"/>
                </a:lnTo>
                <a:lnTo>
                  <a:pt x="1417" y="1045"/>
                </a:lnTo>
                <a:lnTo>
                  <a:pt x="1415" y="1029"/>
                </a:lnTo>
                <a:lnTo>
                  <a:pt x="1412" y="1013"/>
                </a:lnTo>
                <a:lnTo>
                  <a:pt x="1409" y="1000"/>
                </a:lnTo>
                <a:lnTo>
                  <a:pt x="1406" y="985"/>
                </a:lnTo>
                <a:lnTo>
                  <a:pt x="1401" y="973"/>
                </a:lnTo>
                <a:lnTo>
                  <a:pt x="1397" y="959"/>
                </a:lnTo>
                <a:lnTo>
                  <a:pt x="1391" y="948"/>
                </a:lnTo>
                <a:lnTo>
                  <a:pt x="1384" y="935"/>
                </a:lnTo>
                <a:lnTo>
                  <a:pt x="1378" y="925"/>
                </a:lnTo>
                <a:lnTo>
                  <a:pt x="1371" y="914"/>
                </a:lnTo>
                <a:lnTo>
                  <a:pt x="1363" y="905"/>
                </a:lnTo>
                <a:lnTo>
                  <a:pt x="1355" y="895"/>
                </a:lnTo>
                <a:lnTo>
                  <a:pt x="1337" y="878"/>
                </a:lnTo>
                <a:lnTo>
                  <a:pt x="1318" y="862"/>
                </a:lnTo>
                <a:lnTo>
                  <a:pt x="1298" y="849"/>
                </a:lnTo>
                <a:lnTo>
                  <a:pt x="1276" y="838"/>
                </a:lnTo>
                <a:lnTo>
                  <a:pt x="1252" y="828"/>
                </a:lnTo>
                <a:lnTo>
                  <a:pt x="1228" y="819"/>
                </a:lnTo>
                <a:lnTo>
                  <a:pt x="1203" y="811"/>
                </a:lnTo>
                <a:lnTo>
                  <a:pt x="1177" y="805"/>
                </a:lnTo>
                <a:lnTo>
                  <a:pt x="1151" y="799"/>
                </a:lnTo>
                <a:lnTo>
                  <a:pt x="1087" y="789"/>
                </a:lnTo>
                <a:lnTo>
                  <a:pt x="1087" y="789"/>
                </a:lnTo>
                <a:lnTo>
                  <a:pt x="1088" y="930"/>
                </a:lnTo>
                <a:lnTo>
                  <a:pt x="1089" y="942"/>
                </a:lnTo>
                <a:lnTo>
                  <a:pt x="1017" y="966"/>
                </a:lnTo>
                <a:lnTo>
                  <a:pt x="1087" y="1028"/>
                </a:lnTo>
                <a:lnTo>
                  <a:pt x="994" y="1133"/>
                </a:lnTo>
                <a:lnTo>
                  <a:pt x="948" y="1133"/>
                </a:lnTo>
                <a:lnTo>
                  <a:pt x="1039" y="1030"/>
                </a:lnTo>
                <a:lnTo>
                  <a:pt x="950" y="951"/>
                </a:lnTo>
                <a:lnTo>
                  <a:pt x="1055" y="917"/>
                </a:lnTo>
                <a:lnTo>
                  <a:pt x="1055" y="917"/>
                </a:lnTo>
                <a:lnTo>
                  <a:pt x="1052" y="784"/>
                </a:lnTo>
                <a:lnTo>
                  <a:pt x="954" y="768"/>
                </a:lnTo>
                <a:lnTo>
                  <a:pt x="781" y="1133"/>
                </a:lnTo>
                <a:lnTo>
                  <a:pt x="742" y="1133"/>
                </a:lnTo>
                <a:lnTo>
                  <a:pt x="567" y="763"/>
                </a:lnTo>
                <a:lnTo>
                  <a:pt x="484" y="780"/>
                </a:lnTo>
                <a:lnTo>
                  <a:pt x="484" y="780"/>
                </a:lnTo>
                <a:lnTo>
                  <a:pt x="482" y="839"/>
                </a:lnTo>
                <a:lnTo>
                  <a:pt x="482" y="839"/>
                </a:lnTo>
                <a:lnTo>
                  <a:pt x="481" y="917"/>
                </a:lnTo>
                <a:lnTo>
                  <a:pt x="586" y="951"/>
                </a:lnTo>
                <a:lnTo>
                  <a:pt x="497" y="1031"/>
                </a:lnTo>
                <a:lnTo>
                  <a:pt x="613" y="1167"/>
                </a:lnTo>
                <a:lnTo>
                  <a:pt x="613" y="1220"/>
                </a:lnTo>
                <a:lnTo>
                  <a:pt x="449" y="1028"/>
                </a:lnTo>
                <a:lnTo>
                  <a:pt x="518" y="966"/>
                </a:lnTo>
                <a:lnTo>
                  <a:pt x="448" y="942"/>
                </a:lnTo>
                <a:lnTo>
                  <a:pt x="448" y="930"/>
                </a:lnTo>
                <a:lnTo>
                  <a:pt x="448" y="930"/>
                </a:lnTo>
                <a:lnTo>
                  <a:pt x="449" y="787"/>
                </a:lnTo>
                <a:lnTo>
                  <a:pt x="369" y="804"/>
                </a:lnTo>
                <a:lnTo>
                  <a:pt x="369" y="804"/>
                </a:lnTo>
                <a:lnTo>
                  <a:pt x="343" y="810"/>
                </a:lnTo>
                <a:lnTo>
                  <a:pt x="319" y="816"/>
                </a:lnTo>
                <a:lnTo>
                  <a:pt x="295" y="823"/>
                </a:lnTo>
                <a:lnTo>
                  <a:pt x="273" y="833"/>
                </a:lnTo>
                <a:lnTo>
                  <a:pt x="250" y="843"/>
                </a:lnTo>
                <a:lnTo>
                  <a:pt x="229" y="856"/>
                </a:lnTo>
                <a:lnTo>
                  <a:pt x="210" y="869"/>
                </a:lnTo>
                <a:lnTo>
                  <a:pt x="192" y="884"/>
                </a:lnTo>
                <a:lnTo>
                  <a:pt x="175" y="901"/>
                </a:lnTo>
                <a:lnTo>
                  <a:pt x="160" y="920"/>
                </a:lnTo>
                <a:lnTo>
                  <a:pt x="154" y="930"/>
                </a:lnTo>
                <a:lnTo>
                  <a:pt x="147" y="940"/>
                </a:lnTo>
                <a:lnTo>
                  <a:pt x="141" y="951"/>
                </a:lnTo>
                <a:lnTo>
                  <a:pt x="137" y="964"/>
                </a:lnTo>
                <a:lnTo>
                  <a:pt x="132" y="976"/>
                </a:lnTo>
                <a:lnTo>
                  <a:pt x="128" y="988"/>
                </a:lnTo>
                <a:lnTo>
                  <a:pt x="125" y="1002"/>
                </a:lnTo>
                <a:lnTo>
                  <a:pt x="121" y="1015"/>
                </a:lnTo>
                <a:lnTo>
                  <a:pt x="119" y="1030"/>
                </a:lnTo>
                <a:lnTo>
                  <a:pt x="118" y="1046"/>
                </a:lnTo>
                <a:lnTo>
                  <a:pt x="117" y="1061"/>
                </a:lnTo>
                <a:lnTo>
                  <a:pt x="117" y="1077"/>
                </a:lnTo>
                <a:lnTo>
                  <a:pt x="0" y="2138"/>
                </a:lnTo>
                <a:lnTo>
                  <a:pt x="348" y="2138"/>
                </a:lnTo>
                <a:lnTo>
                  <a:pt x="348" y="1606"/>
                </a:lnTo>
                <a:lnTo>
                  <a:pt x="280" y="1300"/>
                </a:lnTo>
                <a:lnTo>
                  <a:pt x="332" y="1288"/>
                </a:lnTo>
                <a:lnTo>
                  <a:pt x="400" y="1600"/>
                </a:lnTo>
                <a:lnTo>
                  <a:pt x="400" y="1926"/>
                </a:lnTo>
                <a:lnTo>
                  <a:pt x="613" y="1926"/>
                </a:lnTo>
                <a:lnTo>
                  <a:pt x="613" y="1965"/>
                </a:lnTo>
                <a:lnTo>
                  <a:pt x="400" y="1965"/>
                </a:lnTo>
                <a:lnTo>
                  <a:pt x="400" y="2138"/>
                </a:lnTo>
                <a:lnTo>
                  <a:pt x="613" y="2138"/>
                </a:lnTo>
                <a:lnTo>
                  <a:pt x="613" y="2550"/>
                </a:lnTo>
                <a:lnTo>
                  <a:pt x="1624" y="2550"/>
                </a:lnTo>
                <a:lnTo>
                  <a:pt x="1624" y="2550"/>
                </a:lnTo>
                <a:lnTo>
                  <a:pt x="1624" y="1939"/>
                </a:lnTo>
                <a:lnTo>
                  <a:pt x="1624" y="1939"/>
                </a:lnTo>
                <a:lnTo>
                  <a:pt x="1634" y="1943"/>
                </a:lnTo>
                <a:lnTo>
                  <a:pt x="1643" y="1946"/>
                </a:lnTo>
                <a:lnTo>
                  <a:pt x="1652" y="1947"/>
                </a:lnTo>
                <a:lnTo>
                  <a:pt x="1661" y="1948"/>
                </a:lnTo>
                <a:lnTo>
                  <a:pt x="1663" y="1948"/>
                </a:lnTo>
                <a:lnTo>
                  <a:pt x="1663" y="1948"/>
                </a:lnTo>
                <a:lnTo>
                  <a:pt x="1677" y="1946"/>
                </a:lnTo>
                <a:lnTo>
                  <a:pt x="1689" y="1943"/>
                </a:lnTo>
                <a:lnTo>
                  <a:pt x="1703" y="1937"/>
                </a:lnTo>
                <a:lnTo>
                  <a:pt x="1714" y="1929"/>
                </a:lnTo>
                <a:lnTo>
                  <a:pt x="1724" y="1920"/>
                </a:lnTo>
                <a:lnTo>
                  <a:pt x="1733" y="1909"/>
                </a:lnTo>
                <a:lnTo>
                  <a:pt x="1740" y="1896"/>
                </a:lnTo>
                <a:lnTo>
                  <a:pt x="1746" y="1882"/>
                </a:lnTo>
                <a:lnTo>
                  <a:pt x="1801" y="1701"/>
                </a:lnTo>
                <a:lnTo>
                  <a:pt x="1801" y="1701"/>
                </a:lnTo>
                <a:lnTo>
                  <a:pt x="1804" y="1687"/>
                </a:lnTo>
                <a:lnTo>
                  <a:pt x="1805" y="1671"/>
                </a:lnTo>
                <a:lnTo>
                  <a:pt x="1805" y="1671"/>
                </a:lnTo>
                <a:lnTo>
                  <a:pt x="1804" y="1663"/>
                </a:lnTo>
                <a:lnTo>
                  <a:pt x="1803" y="1654"/>
                </a:lnTo>
                <a:lnTo>
                  <a:pt x="1802" y="1646"/>
                </a:lnTo>
                <a:lnTo>
                  <a:pt x="1798" y="1638"/>
                </a:lnTo>
                <a:lnTo>
                  <a:pt x="1795" y="1630"/>
                </a:lnTo>
                <a:lnTo>
                  <a:pt x="1790" y="1624"/>
                </a:lnTo>
                <a:lnTo>
                  <a:pt x="1785" y="1617"/>
                </a:lnTo>
                <a:lnTo>
                  <a:pt x="1779" y="1611"/>
                </a:lnTo>
                <a:lnTo>
                  <a:pt x="1779" y="1611"/>
                </a:lnTo>
                <a:close/>
                <a:moveTo>
                  <a:pt x="1362" y="1220"/>
                </a:moveTo>
                <a:lnTo>
                  <a:pt x="1559" y="1411"/>
                </a:lnTo>
                <a:lnTo>
                  <a:pt x="1362" y="1411"/>
                </a:lnTo>
                <a:lnTo>
                  <a:pt x="1362" y="1220"/>
                </a:lnTo>
                <a:close/>
                <a:moveTo>
                  <a:pt x="1751" y="1687"/>
                </a:moveTo>
                <a:lnTo>
                  <a:pt x="1696" y="1866"/>
                </a:lnTo>
                <a:lnTo>
                  <a:pt x="1696" y="1866"/>
                </a:lnTo>
                <a:lnTo>
                  <a:pt x="1693" y="1874"/>
                </a:lnTo>
                <a:lnTo>
                  <a:pt x="1689" y="1881"/>
                </a:lnTo>
                <a:lnTo>
                  <a:pt x="1686" y="1886"/>
                </a:lnTo>
                <a:lnTo>
                  <a:pt x="1682" y="1890"/>
                </a:lnTo>
                <a:lnTo>
                  <a:pt x="1677" y="1892"/>
                </a:lnTo>
                <a:lnTo>
                  <a:pt x="1673" y="1895"/>
                </a:lnTo>
                <a:lnTo>
                  <a:pt x="1667" y="1896"/>
                </a:lnTo>
                <a:lnTo>
                  <a:pt x="1661" y="1897"/>
                </a:lnTo>
                <a:lnTo>
                  <a:pt x="1661" y="1897"/>
                </a:lnTo>
                <a:lnTo>
                  <a:pt x="1657" y="1896"/>
                </a:lnTo>
                <a:lnTo>
                  <a:pt x="1650" y="1895"/>
                </a:lnTo>
                <a:lnTo>
                  <a:pt x="1645" y="1892"/>
                </a:lnTo>
                <a:lnTo>
                  <a:pt x="1638" y="1889"/>
                </a:lnTo>
                <a:lnTo>
                  <a:pt x="1509" y="1809"/>
                </a:lnTo>
                <a:lnTo>
                  <a:pt x="1509" y="1809"/>
                </a:lnTo>
                <a:lnTo>
                  <a:pt x="1499" y="1801"/>
                </a:lnTo>
                <a:lnTo>
                  <a:pt x="1489" y="1792"/>
                </a:lnTo>
                <a:lnTo>
                  <a:pt x="1480" y="1780"/>
                </a:lnTo>
                <a:lnTo>
                  <a:pt x="1472" y="1766"/>
                </a:lnTo>
                <a:lnTo>
                  <a:pt x="1465" y="1753"/>
                </a:lnTo>
                <a:lnTo>
                  <a:pt x="1461" y="1738"/>
                </a:lnTo>
                <a:lnTo>
                  <a:pt x="1457" y="1725"/>
                </a:lnTo>
                <a:lnTo>
                  <a:pt x="1456" y="1711"/>
                </a:lnTo>
                <a:lnTo>
                  <a:pt x="1456" y="1711"/>
                </a:lnTo>
                <a:lnTo>
                  <a:pt x="1457" y="1706"/>
                </a:lnTo>
                <a:lnTo>
                  <a:pt x="1435" y="1703"/>
                </a:lnTo>
                <a:lnTo>
                  <a:pt x="1435" y="1703"/>
                </a:lnTo>
                <a:lnTo>
                  <a:pt x="1457" y="1704"/>
                </a:lnTo>
                <a:lnTo>
                  <a:pt x="1463" y="1639"/>
                </a:lnTo>
                <a:lnTo>
                  <a:pt x="1716" y="1639"/>
                </a:lnTo>
                <a:lnTo>
                  <a:pt x="1716" y="1639"/>
                </a:lnTo>
                <a:lnTo>
                  <a:pt x="1725" y="1639"/>
                </a:lnTo>
                <a:lnTo>
                  <a:pt x="1733" y="1642"/>
                </a:lnTo>
                <a:lnTo>
                  <a:pt x="1739" y="1645"/>
                </a:lnTo>
                <a:lnTo>
                  <a:pt x="1744" y="1648"/>
                </a:lnTo>
                <a:lnTo>
                  <a:pt x="1748" y="1653"/>
                </a:lnTo>
                <a:lnTo>
                  <a:pt x="1751" y="1658"/>
                </a:lnTo>
                <a:lnTo>
                  <a:pt x="1752" y="1664"/>
                </a:lnTo>
                <a:lnTo>
                  <a:pt x="1753" y="1671"/>
                </a:lnTo>
                <a:lnTo>
                  <a:pt x="1753" y="1671"/>
                </a:lnTo>
                <a:lnTo>
                  <a:pt x="1752" y="1679"/>
                </a:lnTo>
                <a:lnTo>
                  <a:pt x="1751" y="1687"/>
                </a:lnTo>
                <a:lnTo>
                  <a:pt x="1751" y="1687"/>
                </a:lnTo>
                <a:close/>
                <a:moveTo>
                  <a:pt x="796" y="2268"/>
                </a:moveTo>
                <a:lnTo>
                  <a:pt x="1307" y="2268"/>
                </a:lnTo>
                <a:lnTo>
                  <a:pt x="1307" y="2216"/>
                </a:lnTo>
                <a:lnTo>
                  <a:pt x="796" y="2216"/>
                </a:lnTo>
                <a:lnTo>
                  <a:pt x="796" y="2268"/>
                </a:lnTo>
                <a:close/>
                <a:moveTo>
                  <a:pt x="536" y="670"/>
                </a:moveTo>
                <a:lnTo>
                  <a:pt x="536" y="670"/>
                </a:lnTo>
                <a:lnTo>
                  <a:pt x="550" y="670"/>
                </a:lnTo>
                <a:lnTo>
                  <a:pt x="563" y="670"/>
                </a:lnTo>
                <a:lnTo>
                  <a:pt x="577" y="668"/>
                </a:lnTo>
                <a:lnTo>
                  <a:pt x="590" y="666"/>
                </a:lnTo>
                <a:lnTo>
                  <a:pt x="602" y="662"/>
                </a:lnTo>
                <a:lnTo>
                  <a:pt x="616" y="658"/>
                </a:lnTo>
                <a:lnTo>
                  <a:pt x="627" y="653"/>
                </a:lnTo>
                <a:lnTo>
                  <a:pt x="639" y="646"/>
                </a:lnTo>
                <a:lnTo>
                  <a:pt x="639" y="646"/>
                </a:lnTo>
                <a:lnTo>
                  <a:pt x="654" y="655"/>
                </a:lnTo>
                <a:lnTo>
                  <a:pt x="669" y="664"/>
                </a:lnTo>
                <a:lnTo>
                  <a:pt x="683" y="671"/>
                </a:lnTo>
                <a:lnTo>
                  <a:pt x="700" y="677"/>
                </a:lnTo>
                <a:lnTo>
                  <a:pt x="716" y="681"/>
                </a:lnTo>
                <a:lnTo>
                  <a:pt x="733" y="685"/>
                </a:lnTo>
                <a:lnTo>
                  <a:pt x="750" y="687"/>
                </a:lnTo>
                <a:lnTo>
                  <a:pt x="767" y="687"/>
                </a:lnTo>
                <a:lnTo>
                  <a:pt x="767" y="687"/>
                </a:lnTo>
                <a:lnTo>
                  <a:pt x="784" y="687"/>
                </a:lnTo>
                <a:lnTo>
                  <a:pt x="801" y="685"/>
                </a:lnTo>
                <a:lnTo>
                  <a:pt x="817" y="682"/>
                </a:lnTo>
                <a:lnTo>
                  <a:pt x="832" y="678"/>
                </a:lnTo>
                <a:lnTo>
                  <a:pt x="847" y="673"/>
                </a:lnTo>
                <a:lnTo>
                  <a:pt x="862" y="667"/>
                </a:lnTo>
                <a:lnTo>
                  <a:pt x="876" y="660"/>
                </a:lnTo>
                <a:lnTo>
                  <a:pt x="890" y="652"/>
                </a:lnTo>
                <a:lnTo>
                  <a:pt x="890" y="652"/>
                </a:lnTo>
                <a:lnTo>
                  <a:pt x="900" y="657"/>
                </a:lnTo>
                <a:lnTo>
                  <a:pt x="911" y="660"/>
                </a:lnTo>
                <a:lnTo>
                  <a:pt x="923" y="664"/>
                </a:lnTo>
                <a:lnTo>
                  <a:pt x="934" y="667"/>
                </a:lnTo>
                <a:lnTo>
                  <a:pt x="947" y="669"/>
                </a:lnTo>
                <a:lnTo>
                  <a:pt x="959" y="670"/>
                </a:lnTo>
                <a:lnTo>
                  <a:pt x="971" y="670"/>
                </a:lnTo>
                <a:lnTo>
                  <a:pt x="984" y="670"/>
                </a:lnTo>
                <a:lnTo>
                  <a:pt x="984" y="670"/>
                </a:lnTo>
                <a:lnTo>
                  <a:pt x="997" y="668"/>
                </a:lnTo>
                <a:lnTo>
                  <a:pt x="1010" y="666"/>
                </a:lnTo>
                <a:lnTo>
                  <a:pt x="1023" y="662"/>
                </a:lnTo>
                <a:lnTo>
                  <a:pt x="1034" y="658"/>
                </a:lnTo>
                <a:lnTo>
                  <a:pt x="1046" y="653"/>
                </a:lnTo>
                <a:lnTo>
                  <a:pt x="1057" y="646"/>
                </a:lnTo>
                <a:lnTo>
                  <a:pt x="1067" y="640"/>
                </a:lnTo>
                <a:lnTo>
                  <a:pt x="1076" y="633"/>
                </a:lnTo>
                <a:lnTo>
                  <a:pt x="1085" y="625"/>
                </a:lnTo>
                <a:lnTo>
                  <a:pt x="1093" y="616"/>
                </a:lnTo>
                <a:lnTo>
                  <a:pt x="1099" y="607"/>
                </a:lnTo>
                <a:lnTo>
                  <a:pt x="1106" y="597"/>
                </a:lnTo>
                <a:lnTo>
                  <a:pt x="1111" y="587"/>
                </a:lnTo>
                <a:lnTo>
                  <a:pt x="1115" y="576"/>
                </a:lnTo>
                <a:lnTo>
                  <a:pt x="1118" y="564"/>
                </a:lnTo>
                <a:lnTo>
                  <a:pt x="1121" y="553"/>
                </a:lnTo>
                <a:lnTo>
                  <a:pt x="1118" y="553"/>
                </a:lnTo>
                <a:lnTo>
                  <a:pt x="1118" y="553"/>
                </a:lnTo>
                <a:lnTo>
                  <a:pt x="1102" y="553"/>
                </a:lnTo>
                <a:lnTo>
                  <a:pt x="1085" y="552"/>
                </a:lnTo>
                <a:lnTo>
                  <a:pt x="1068" y="550"/>
                </a:lnTo>
                <a:lnTo>
                  <a:pt x="1052" y="546"/>
                </a:lnTo>
                <a:lnTo>
                  <a:pt x="1037" y="541"/>
                </a:lnTo>
                <a:lnTo>
                  <a:pt x="1022" y="534"/>
                </a:lnTo>
                <a:lnTo>
                  <a:pt x="1007" y="526"/>
                </a:lnTo>
                <a:lnTo>
                  <a:pt x="994" y="517"/>
                </a:lnTo>
                <a:lnTo>
                  <a:pt x="994" y="517"/>
                </a:lnTo>
                <a:lnTo>
                  <a:pt x="1001" y="496"/>
                </a:lnTo>
                <a:lnTo>
                  <a:pt x="1001" y="496"/>
                </a:lnTo>
                <a:lnTo>
                  <a:pt x="1014" y="494"/>
                </a:lnTo>
                <a:lnTo>
                  <a:pt x="1021" y="492"/>
                </a:lnTo>
                <a:lnTo>
                  <a:pt x="1026" y="490"/>
                </a:lnTo>
                <a:lnTo>
                  <a:pt x="1032" y="487"/>
                </a:lnTo>
                <a:lnTo>
                  <a:pt x="1037" y="483"/>
                </a:lnTo>
                <a:lnTo>
                  <a:pt x="1041" y="479"/>
                </a:lnTo>
                <a:lnTo>
                  <a:pt x="1046" y="474"/>
                </a:lnTo>
                <a:lnTo>
                  <a:pt x="1049" y="468"/>
                </a:lnTo>
                <a:lnTo>
                  <a:pt x="1052" y="461"/>
                </a:lnTo>
                <a:lnTo>
                  <a:pt x="1055" y="453"/>
                </a:lnTo>
                <a:lnTo>
                  <a:pt x="1057" y="444"/>
                </a:lnTo>
                <a:lnTo>
                  <a:pt x="1060" y="424"/>
                </a:lnTo>
                <a:lnTo>
                  <a:pt x="1061" y="398"/>
                </a:lnTo>
                <a:lnTo>
                  <a:pt x="1061" y="333"/>
                </a:lnTo>
                <a:lnTo>
                  <a:pt x="1061" y="333"/>
                </a:lnTo>
                <a:lnTo>
                  <a:pt x="1061" y="317"/>
                </a:lnTo>
                <a:lnTo>
                  <a:pt x="1060" y="300"/>
                </a:lnTo>
                <a:lnTo>
                  <a:pt x="1058" y="284"/>
                </a:lnTo>
                <a:lnTo>
                  <a:pt x="1056" y="268"/>
                </a:lnTo>
                <a:lnTo>
                  <a:pt x="1052" y="252"/>
                </a:lnTo>
                <a:lnTo>
                  <a:pt x="1048" y="236"/>
                </a:lnTo>
                <a:lnTo>
                  <a:pt x="1043" y="221"/>
                </a:lnTo>
                <a:lnTo>
                  <a:pt x="1039" y="206"/>
                </a:lnTo>
                <a:lnTo>
                  <a:pt x="1032" y="191"/>
                </a:lnTo>
                <a:lnTo>
                  <a:pt x="1026" y="178"/>
                </a:lnTo>
                <a:lnTo>
                  <a:pt x="1019" y="163"/>
                </a:lnTo>
                <a:lnTo>
                  <a:pt x="1012" y="150"/>
                </a:lnTo>
                <a:lnTo>
                  <a:pt x="1003" y="137"/>
                </a:lnTo>
                <a:lnTo>
                  <a:pt x="994" y="124"/>
                </a:lnTo>
                <a:lnTo>
                  <a:pt x="985" y="111"/>
                </a:lnTo>
                <a:lnTo>
                  <a:pt x="975" y="100"/>
                </a:lnTo>
                <a:lnTo>
                  <a:pt x="965" y="89"/>
                </a:lnTo>
                <a:lnTo>
                  <a:pt x="955" y="79"/>
                </a:lnTo>
                <a:lnTo>
                  <a:pt x="943" y="69"/>
                </a:lnTo>
                <a:lnTo>
                  <a:pt x="931" y="58"/>
                </a:lnTo>
                <a:lnTo>
                  <a:pt x="919" y="49"/>
                </a:lnTo>
                <a:lnTo>
                  <a:pt x="906" y="42"/>
                </a:lnTo>
                <a:lnTo>
                  <a:pt x="893" y="34"/>
                </a:lnTo>
                <a:lnTo>
                  <a:pt x="880" y="27"/>
                </a:lnTo>
                <a:lnTo>
                  <a:pt x="866" y="21"/>
                </a:lnTo>
                <a:lnTo>
                  <a:pt x="851" y="16"/>
                </a:lnTo>
                <a:lnTo>
                  <a:pt x="838" y="11"/>
                </a:lnTo>
                <a:lnTo>
                  <a:pt x="822" y="7"/>
                </a:lnTo>
                <a:lnTo>
                  <a:pt x="808" y="4"/>
                </a:lnTo>
                <a:lnTo>
                  <a:pt x="792" y="2"/>
                </a:lnTo>
                <a:lnTo>
                  <a:pt x="776" y="0"/>
                </a:lnTo>
                <a:lnTo>
                  <a:pt x="761" y="0"/>
                </a:lnTo>
                <a:lnTo>
                  <a:pt x="761" y="0"/>
                </a:lnTo>
                <a:lnTo>
                  <a:pt x="744" y="0"/>
                </a:lnTo>
                <a:lnTo>
                  <a:pt x="728" y="2"/>
                </a:lnTo>
                <a:lnTo>
                  <a:pt x="712" y="4"/>
                </a:lnTo>
                <a:lnTo>
                  <a:pt x="698" y="7"/>
                </a:lnTo>
                <a:lnTo>
                  <a:pt x="683" y="11"/>
                </a:lnTo>
                <a:lnTo>
                  <a:pt x="669" y="16"/>
                </a:lnTo>
                <a:lnTo>
                  <a:pt x="654" y="21"/>
                </a:lnTo>
                <a:lnTo>
                  <a:pt x="641" y="27"/>
                </a:lnTo>
                <a:lnTo>
                  <a:pt x="627" y="34"/>
                </a:lnTo>
                <a:lnTo>
                  <a:pt x="614" y="42"/>
                </a:lnTo>
                <a:lnTo>
                  <a:pt x="601" y="49"/>
                </a:lnTo>
                <a:lnTo>
                  <a:pt x="589" y="58"/>
                </a:lnTo>
                <a:lnTo>
                  <a:pt x="578" y="69"/>
                </a:lnTo>
                <a:lnTo>
                  <a:pt x="567" y="79"/>
                </a:lnTo>
                <a:lnTo>
                  <a:pt x="555" y="89"/>
                </a:lnTo>
                <a:lnTo>
                  <a:pt x="545" y="100"/>
                </a:lnTo>
                <a:lnTo>
                  <a:pt x="535" y="111"/>
                </a:lnTo>
                <a:lnTo>
                  <a:pt x="526" y="124"/>
                </a:lnTo>
                <a:lnTo>
                  <a:pt x="517" y="137"/>
                </a:lnTo>
                <a:lnTo>
                  <a:pt x="509" y="150"/>
                </a:lnTo>
                <a:lnTo>
                  <a:pt x="501" y="163"/>
                </a:lnTo>
                <a:lnTo>
                  <a:pt x="495" y="178"/>
                </a:lnTo>
                <a:lnTo>
                  <a:pt x="488" y="191"/>
                </a:lnTo>
                <a:lnTo>
                  <a:pt x="482" y="206"/>
                </a:lnTo>
                <a:lnTo>
                  <a:pt x="477" y="221"/>
                </a:lnTo>
                <a:lnTo>
                  <a:pt x="472" y="236"/>
                </a:lnTo>
                <a:lnTo>
                  <a:pt x="468" y="252"/>
                </a:lnTo>
                <a:lnTo>
                  <a:pt x="464" y="268"/>
                </a:lnTo>
                <a:lnTo>
                  <a:pt x="462" y="284"/>
                </a:lnTo>
                <a:lnTo>
                  <a:pt x="461" y="300"/>
                </a:lnTo>
                <a:lnTo>
                  <a:pt x="460" y="317"/>
                </a:lnTo>
                <a:lnTo>
                  <a:pt x="459" y="333"/>
                </a:lnTo>
                <a:lnTo>
                  <a:pt x="459" y="398"/>
                </a:lnTo>
                <a:lnTo>
                  <a:pt x="459" y="398"/>
                </a:lnTo>
                <a:lnTo>
                  <a:pt x="460" y="414"/>
                </a:lnTo>
                <a:lnTo>
                  <a:pt x="460" y="426"/>
                </a:lnTo>
                <a:lnTo>
                  <a:pt x="462" y="438"/>
                </a:lnTo>
                <a:lnTo>
                  <a:pt x="464" y="449"/>
                </a:lnTo>
                <a:lnTo>
                  <a:pt x="467" y="459"/>
                </a:lnTo>
                <a:lnTo>
                  <a:pt x="470" y="467"/>
                </a:lnTo>
                <a:lnTo>
                  <a:pt x="475" y="473"/>
                </a:lnTo>
                <a:lnTo>
                  <a:pt x="479" y="479"/>
                </a:lnTo>
                <a:lnTo>
                  <a:pt x="485" y="485"/>
                </a:lnTo>
                <a:lnTo>
                  <a:pt x="490" y="488"/>
                </a:lnTo>
                <a:lnTo>
                  <a:pt x="496" y="491"/>
                </a:lnTo>
                <a:lnTo>
                  <a:pt x="503" y="494"/>
                </a:lnTo>
                <a:lnTo>
                  <a:pt x="509" y="495"/>
                </a:lnTo>
                <a:lnTo>
                  <a:pt x="517" y="496"/>
                </a:lnTo>
                <a:lnTo>
                  <a:pt x="534" y="495"/>
                </a:lnTo>
                <a:lnTo>
                  <a:pt x="534" y="495"/>
                </a:lnTo>
                <a:lnTo>
                  <a:pt x="538" y="507"/>
                </a:lnTo>
                <a:lnTo>
                  <a:pt x="538" y="507"/>
                </a:lnTo>
                <a:lnTo>
                  <a:pt x="524" y="518"/>
                </a:lnTo>
                <a:lnTo>
                  <a:pt x="508" y="528"/>
                </a:lnTo>
                <a:lnTo>
                  <a:pt x="492" y="536"/>
                </a:lnTo>
                <a:lnTo>
                  <a:pt x="476" y="543"/>
                </a:lnTo>
                <a:lnTo>
                  <a:pt x="458" y="549"/>
                </a:lnTo>
                <a:lnTo>
                  <a:pt x="439" y="552"/>
                </a:lnTo>
                <a:lnTo>
                  <a:pt x="421" y="553"/>
                </a:lnTo>
                <a:lnTo>
                  <a:pt x="402" y="553"/>
                </a:lnTo>
                <a:lnTo>
                  <a:pt x="398" y="553"/>
                </a:lnTo>
                <a:lnTo>
                  <a:pt x="398" y="553"/>
                </a:lnTo>
                <a:lnTo>
                  <a:pt x="400" y="564"/>
                </a:lnTo>
                <a:lnTo>
                  <a:pt x="404" y="576"/>
                </a:lnTo>
                <a:lnTo>
                  <a:pt x="408" y="587"/>
                </a:lnTo>
                <a:lnTo>
                  <a:pt x="414" y="597"/>
                </a:lnTo>
                <a:lnTo>
                  <a:pt x="420" y="607"/>
                </a:lnTo>
                <a:lnTo>
                  <a:pt x="426" y="616"/>
                </a:lnTo>
                <a:lnTo>
                  <a:pt x="434" y="625"/>
                </a:lnTo>
                <a:lnTo>
                  <a:pt x="443" y="633"/>
                </a:lnTo>
                <a:lnTo>
                  <a:pt x="452" y="640"/>
                </a:lnTo>
                <a:lnTo>
                  <a:pt x="462" y="646"/>
                </a:lnTo>
                <a:lnTo>
                  <a:pt x="473" y="653"/>
                </a:lnTo>
                <a:lnTo>
                  <a:pt x="485" y="658"/>
                </a:lnTo>
                <a:lnTo>
                  <a:pt x="497" y="662"/>
                </a:lnTo>
                <a:lnTo>
                  <a:pt x="509" y="666"/>
                </a:lnTo>
                <a:lnTo>
                  <a:pt x="523" y="668"/>
                </a:lnTo>
                <a:lnTo>
                  <a:pt x="536" y="670"/>
                </a:lnTo>
                <a:lnTo>
                  <a:pt x="536" y="670"/>
                </a:lnTo>
                <a:close/>
                <a:moveTo>
                  <a:pt x="573" y="389"/>
                </a:moveTo>
                <a:lnTo>
                  <a:pt x="573" y="389"/>
                </a:lnTo>
                <a:lnTo>
                  <a:pt x="599" y="392"/>
                </a:lnTo>
                <a:lnTo>
                  <a:pt x="626" y="394"/>
                </a:lnTo>
                <a:lnTo>
                  <a:pt x="626" y="394"/>
                </a:lnTo>
                <a:lnTo>
                  <a:pt x="651" y="392"/>
                </a:lnTo>
                <a:lnTo>
                  <a:pt x="675" y="389"/>
                </a:lnTo>
                <a:lnTo>
                  <a:pt x="699" y="385"/>
                </a:lnTo>
                <a:lnTo>
                  <a:pt x="721" y="378"/>
                </a:lnTo>
                <a:lnTo>
                  <a:pt x="744" y="369"/>
                </a:lnTo>
                <a:lnTo>
                  <a:pt x="764" y="359"/>
                </a:lnTo>
                <a:lnTo>
                  <a:pt x="784" y="346"/>
                </a:lnTo>
                <a:lnTo>
                  <a:pt x="803" y="333"/>
                </a:lnTo>
                <a:lnTo>
                  <a:pt x="821" y="317"/>
                </a:lnTo>
                <a:lnTo>
                  <a:pt x="838" y="301"/>
                </a:lnTo>
                <a:lnTo>
                  <a:pt x="853" y="283"/>
                </a:lnTo>
                <a:lnTo>
                  <a:pt x="867" y="264"/>
                </a:lnTo>
                <a:lnTo>
                  <a:pt x="878" y="244"/>
                </a:lnTo>
                <a:lnTo>
                  <a:pt x="890" y="224"/>
                </a:lnTo>
                <a:lnTo>
                  <a:pt x="899" y="201"/>
                </a:lnTo>
                <a:lnTo>
                  <a:pt x="905" y="179"/>
                </a:lnTo>
                <a:lnTo>
                  <a:pt x="905" y="179"/>
                </a:lnTo>
                <a:lnTo>
                  <a:pt x="918" y="195"/>
                </a:lnTo>
                <a:lnTo>
                  <a:pt x="929" y="211"/>
                </a:lnTo>
                <a:lnTo>
                  <a:pt x="939" y="229"/>
                </a:lnTo>
                <a:lnTo>
                  <a:pt x="947" y="248"/>
                </a:lnTo>
                <a:lnTo>
                  <a:pt x="954" y="270"/>
                </a:lnTo>
                <a:lnTo>
                  <a:pt x="959" y="291"/>
                </a:lnTo>
                <a:lnTo>
                  <a:pt x="961" y="314"/>
                </a:lnTo>
                <a:lnTo>
                  <a:pt x="963" y="336"/>
                </a:lnTo>
                <a:lnTo>
                  <a:pt x="963" y="415"/>
                </a:lnTo>
                <a:lnTo>
                  <a:pt x="963" y="415"/>
                </a:lnTo>
                <a:lnTo>
                  <a:pt x="961" y="438"/>
                </a:lnTo>
                <a:lnTo>
                  <a:pt x="959" y="461"/>
                </a:lnTo>
                <a:lnTo>
                  <a:pt x="954" y="482"/>
                </a:lnTo>
                <a:lnTo>
                  <a:pt x="947" y="503"/>
                </a:lnTo>
                <a:lnTo>
                  <a:pt x="939" y="523"/>
                </a:lnTo>
                <a:lnTo>
                  <a:pt x="929" y="541"/>
                </a:lnTo>
                <a:lnTo>
                  <a:pt x="918" y="558"/>
                </a:lnTo>
                <a:lnTo>
                  <a:pt x="904" y="573"/>
                </a:lnTo>
                <a:lnTo>
                  <a:pt x="891" y="588"/>
                </a:lnTo>
                <a:lnTo>
                  <a:pt x="876" y="600"/>
                </a:lnTo>
                <a:lnTo>
                  <a:pt x="859" y="612"/>
                </a:lnTo>
                <a:lnTo>
                  <a:pt x="842" y="621"/>
                </a:lnTo>
                <a:lnTo>
                  <a:pt x="825" y="629"/>
                </a:lnTo>
                <a:lnTo>
                  <a:pt x="807" y="634"/>
                </a:lnTo>
                <a:lnTo>
                  <a:pt x="788" y="638"/>
                </a:lnTo>
                <a:lnTo>
                  <a:pt x="767" y="639"/>
                </a:lnTo>
                <a:lnTo>
                  <a:pt x="767" y="639"/>
                </a:lnTo>
                <a:lnTo>
                  <a:pt x="748" y="638"/>
                </a:lnTo>
                <a:lnTo>
                  <a:pt x="729" y="634"/>
                </a:lnTo>
                <a:lnTo>
                  <a:pt x="711" y="629"/>
                </a:lnTo>
                <a:lnTo>
                  <a:pt x="693" y="621"/>
                </a:lnTo>
                <a:lnTo>
                  <a:pt x="676" y="612"/>
                </a:lnTo>
                <a:lnTo>
                  <a:pt x="660" y="600"/>
                </a:lnTo>
                <a:lnTo>
                  <a:pt x="645" y="588"/>
                </a:lnTo>
                <a:lnTo>
                  <a:pt x="630" y="573"/>
                </a:lnTo>
                <a:lnTo>
                  <a:pt x="618" y="558"/>
                </a:lnTo>
                <a:lnTo>
                  <a:pt x="607" y="541"/>
                </a:lnTo>
                <a:lnTo>
                  <a:pt x="597" y="523"/>
                </a:lnTo>
                <a:lnTo>
                  <a:pt x="589" y="503"/>
                </a:lnTo>
                <a:lnTo>
                  <a:pt x="582" y="482"/>
                </a:lnTo>
                <a:lnTo>
                  <a:pt x="577" y="461"/>
                </a:lnTo>
                <a:lnTo>
                  <a:pt x="573" y="438"/>
                </a:lnTo>
                <a:lnTo>
                  <a:pt x="573" y="415"/>
                </a:lnTo>
                <a:lnTo>
                  <a:pt x="573" y="389"/>
                </a:lnTo>
                <a:close/>
              </a:path>
            </a:pathLst>
          </a:custGeom>
          <a:solidFill>
            <a:srgbClr val="DC199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srgbClr val="000000"/>
              </a:solidFill>
              <a:effectLst/>
              <a:uLnTx/>
              <a:uFillTx/>
              <a:latin typeface="Ubuntu"/>
              <a:ea typeface="+mn-ea"/>
              <a:cs typeface="+mn-cs"/>
            </a:endParaRPr>
          </a:p>
        </p:txBody>
      </p:sp>
      <p:sp>
        <p:nvSpPr>
          <p:cNvPr id="14" name="TextBox 13">
            <a:extLst>
              <a:ext uri="{FF2B5EF4-FFF2-40B4-BE49-F238E27FC236}">
                <a16:creationId xmlns:a16="http://schemas.microsoft.com/office/drawing/2014/main" id="{C7CC4465-E9D2-191A-34B9-44AE6DEDB967}"/>
              </a:ext>
            </a:extLst>
          </p:cNvPr>
          <p:cNvSpPr txBox="1"/>
          <p:nvPr/>
        </p:nvSpPr>
        <p:spPr>
          <a:xfrm>
            <a:off x="10224536" y="3228536"/>
            <a:ext cx="2064080" cy="646331"/>
          </a:xfrm>
          <a:prstGeom prst="rect">
            <a:avLst/>
          </a:prstGeom>
          <a:noFill/>
        </p:spPr>
        <p:txBody>
          <a:bodyPr wrap="square">
            <a:spAutoFit/>
          </a:bodyPr>
          <a:lstStyle/>
          <a:p>
            <a:pPr algn="ctr"/>
            <a:r>
              <a:rPr lang="en-GB" sz="1200" i="1">
                <a:solidFill>
                  <a:srgbClr val="DC199B"/>
                </a:solidFill>
              </a:rPr>
              <a:t>Test assurance team conduct test case reviews.</a:t>
            </a:r>
          </a:p>
          <a:p>
            <a:pPr algn="ctr"/>
            <a:r>
              <a:rPr lang="en-GB" sz="1200" i="1">
                <a:solidFill>
                  <a:srgbClr val="DC199B"/>
                </a:solidFill>
              </a:rPr>
              <a:t>Collaboration with </a:t>
            </a:r>
            <a:r>
              <a:rPr lang="en-GB" sz="1200" i="1" err="1">
                <a:solidFill>
                  <a:srgbClr val="DC199B"/>
                </a:solidFill>
              </a:rPr>
              <a:t>POs.</a:t>
            </a:r>
            <a:endParaRPr lang="en-GB" sz="1200" i="1">
              <a:solidFill>
                <a:srgbClr val="DC199B"/>
              </a:solidFill>
            </a:endParaRPr>
          </a:p>
        </p:txBody>
      </p:sp>
      <p:pic>
        <p:nvPicPr>
          <p:cNvPr id="15" name="Graphic 14" descr="Robot outline">
            <a:extLst>
              <a:ext uri="{FF2B5EF4-FFF2-40B4-BE49-F238E27FC236}">
                <a16:creationId xmlns:a16="http://schemas.microsoft.com/office/drawing/2014/main" id="{5A00B291-EED5-526C-F58E-7E2BACF9F73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75358" y="4824586"/>
            <a:ext cx="492345" cy="492345"/>
          </a:xfrm>
          <a:prstGeom prst="rect">
            <a:avLst/>
          </a:prstGeom>
        </p:spPr>
      </p:pic>
      <p:sp>
        <p:nvSpPr>
          <p:cNvPr id="16" name="TextBox 15">
            <a:extLst>
              <a:ext uri="{FF2B5EF4-FFF2-40B4-BE49-F238E27FC236}">
                <a16:creationId xmlns:a16="http://schemas.microsoft.com/office/drawing/2014/main" id="{931AE2DD-F35E-464E-3511-90ED1B6FF6B2}"/>
              </a:ext>
            </a:extLst>
          </p:cNvPr>
          <p:cNvSpPr txBox="1"/>
          <p:nvPr/>
        </p:nvSpPr>
        <p:spPr>
          <a:xfrm>
            <a:off x="10536266" y="5316931"/>
            <a:ext cx="1632424" cy="1054135"/>
          </a:xfrm>
          <a:prstGeom prst="rect">
            <a:avLst/>
          </a:prstGeom>
          <a:noFill/>
        </p:spPr>
        <p:txBody>
          <a:bodyPr wrap="square">
            <a:spAutoFit/>
          </a:bodyPr>
          <a:lstStyle/>
          <a:p>
            <a:pPr algn="ctr"/>
            <a:r>
              <a:rPr lang="en-GB" sz="1200" i="1">
                <a:solidFill>
                  <a:srgbClr val="DC199B"/>
                </a:solidFill>
              </a:rPr>
              <a:t>Test data setup is </a:t>
            </a:r>
            <a:r>
              <a:rPr lang="en-GB" sz="1200" b="1" i="1">
                <a:solidFill>
                  <a:srgbClr val="DC199B"/>
                </a:solidFill>
              </a:rPr>
              <a:t>100% </a:t>
            </a:r>
            <a:r>
              <a:rPr lang="en-GB" sz="1200" i="1">
                <a:solidFill>
                  <a:srgbClr val="DC199B"/>
                </a:solidFill>
              </a:rPr>
              <a:t>automated.</a:t>
            </a:r>
          </a:p>
          <a:p>
            <a:pPr algn="ctr">
              <a:spcBef>
                <a:spcPts val="300"/>
              </a:spcBef>
            </a:pPr>
            <a:r>
              <a:rPr lang="en-GB" sz="1200" i="1">
                <a:solidFill>
                  <a:srgbClr val="DC199B"/>
                </a:solidFill>
              </a:rPr>
              <a:t>Supported test data setup for EBT.</a:t>
            </a:r>
          </a:p>
          <a:p>
            <a:pPr algn="ctr"/>
            <a:endParaRPr lang="en-GB" sz="1200" i="1">
              <a:solidFill>
                <a:srgbClr val="DC199B"/>
              </a:solidFill>
            </a:endParaRPr>
          </a:p>
        </p:txBody>
      </p:sp>
      <p:grpSp>
        <p:nvGrpSpPr>
          <p:cNvPr id="20" name="Group 19">
            <a:extLst>
              <a:ext uri="{FF2B5EF4-FFF2-40B4-BE49-F238E27FC236}">
                <a16:creationId xmlns:a16="http://schemas.microsoft.com/office/drawing/2014/main" id="{9B97645A-07FC-5E0F-34CE-03427D89BC01}"/>
              </a:ext>
            </a:extLst>
          </p:cNvPr>
          <p:cNvGrpSpPr>
            <a:grpSpLocks noChangeAspect="1"/>
          </p:cNvGrpSpPr>
          <p:nvPr/>
        </p:nvGrpSpPr>
        <p:grpSpPr>
          <a:xfrm>
            <a:off x="11211955" y="1118209"/>
            <a:ext cx="308077" cy="353436"/>
            <a:chOff x="8630608" y="1799459"/>
            <a:chExt cx="192686" cy="250320"/>
          </a:xfrm>
          <a:solidFill>
            <a:srgbClr val="DC199B"/>
          </a:solidFill>
        </p:grpSpPr>
        <p:sp>
          <p:nvSpPr>
            <p:cNvPr id="21" name="Freeform: Shape 20">
              <a:extLst>
                <a:ext uri="{FF2B5EF4-FFF2-40B4-BE49-F238E27FC236}">
                  <a16:creationId xmlns:a16="http://schemas.microsoft.com/office/drawing/2014/main" id="{C0703D17-B3BC-9B63-F6BD-50D3D0165745}"/>
                </a:ext>
              </a:extLst>
            </p:cNvPr>
            <p:cNvSpPr/>
            <p:nvPr/>
          </p:nvSpPr>
          <p:spPr>
            <a:xfrm>
              <a:off x="8630608" y="1799459"/>
              <a:ext cx="192686" cy="193993"/>
            </a:xfrm>
            <a:custGeom>
              <a:avLst/>
              <a:gdLst>
                <a:gd name="connsiteX0" fmla="*/ 191546 w 192686"/>
                <a:gd name="connsiteY0" fmla="*/ 79633 h 193993"/>
                <a:gd name="connsiteX1" fmla="*/ 188593 w 192686"/>
                <a:gd name="connsiteY1" fmla="*/ 64869 h 193993"/>
                <a:gd name="connsiteX2" fmla="*/ 176877 w 192686"/>
                <a:gd name="connsiteY2" fmla="*/ 59059 h 193993"/>
                <a:gd name="connsiteX3" fmla="*/ 176877 w 192686"/>
                <a:gd name="connsiteY3" fmla="*/ 59059 h 193993"/>
                <a:gd name="connsiteX4" fmla="*/ 165162 w 192686"/>
                <a:gd name="connsiteY4" fmla="*/ 76966 h 193993"/>
                <a:gd name="connsiteX5" fmla="*/ 168019 w 192686"/>
                <a:gd name="connsiteY5" fmla="*/ 97540 h 193993"/>
                <a:gd name="connsiteX6" fmla="*/ 94217 w 192686"/>
                <a:gd name="connsiteY6" fmla="*/ 167122 h 193993"/>
                <a:gd name="connsiteX7" fmla="*/ 24635 w 192686"/>
                <a:gd name="connsiteY7" fmla="*/ 93319 h 193993"/>
                <a:gd name="connsiteX8" fmla="*/ 94867 w 192686"/>
                <a:gd name="connsiteY8" fmla="*/ 23721 h 193993"/>
                <a:gd name="connsiteX9" fmla="*/ 135920 w 192686"/>
                <a:gd name="connsiteY9" fmla="*/ 38485 h 193993"/>
                <a:gd name="connsiteX10" fmla="*/ 147541 w 192686"/>
                <a:gd name="connsiteY10" fmla="*/ 23721 h 193993"/>
                <a:gd name="connsiteX11" fmla="*/ 132967 w 192686"/>
                <a:gd name="connsiteY11" fmla="*/ 14863 h 193993"/>
                <a:gd name="connsiteX12" fmla="*/ 127157 w 192686"/>
                <a:gd name="connsiteY12" fmla="*/ 6005 h 193993"/>
                <a:gd name="connsiteX13" fmla="*/ 115346 w 192686"/>
                <a:gd name="connsiteY13" fmla="*/ 99 h 193993"/>
                <a:gd name="connsiteX14" fmla="*/ 103630 w 192686"/>
                <a:gd name="connsiteY14" fmla="*/ 6005 h 193993"/>
                <a:gd name="connsiteX15" fmla="*/ 86104 w 192686"/>
                <a:gd name="connsiteY15" fmla="*/ 6005 h 193993"/>
                <a:gd name="connsiteX16" fmla="*/ 77246 w 192686"/>
                <a:gd name="connsiteY16" fmla="*/ 99 h 193993"/>
                <a:gd name="connsiteX17" fmla="*/ 65530 w 192686"/>
                <a:gd name="connsiteY17" fmla="*/ 6005 h 193993"/>
                <a:gd name="connsiteX18" fmla="*/ 56767 w 192686"/>
                <a:gd name="connsiteY18" fmla="*/ 14863 h 193993"/>
                <a:gd name="connsiteX19" fmla="*/ 45147 w 192686"/>
                <a:gd name="connsiteY19" fmla="*/ 23721 h 193993"/>
                <a:gd name="connsiteX20" fmla="*/ 33335 w 192686"/>
                <a:gd name="connsiteY20" fmla="*/ 23721 h 193993"/>
                <a:gd name="connsiteX21" fmla="*/ 21620 w 192686"/>
                <a:gd name="connsiteY21" fmla="*/ 32579 h 193993"/>
                <a:gd name="connsiteX22" fmla="*/ 21620 w 192686"/>
                <a:gd name="connsiteY22" fmla="*/ 44391 h 193993"/>
                <a:gd name="connsiteX23" fmla="*/ 12857 w 192686"/>
                <a:gd name="connsiteY23" fmla="*/ 59250 h 193993"/>
                <a:gd name="connsiteX24" fmla="*/ 4094 w 192686"/>
                <a:gd name="connsiteY24" fmla="*/ 65060 h 193993"/>
                <a:gd name="connsiteX25" fmla="*/ 1141 w 192686"/>
                <a:gd name="connsiteY25" fmla="*/ 79824 h 193993"/>
                <a:gd name="connsiteX26" fmla="*/ 6952 w 192686"/>
                <a:gd name="connsiteY26" fmla="*/ 88682 h 193993"/>
                <a:gd name="connsiteX27" fmla="*/ 6952 w 192686"/>
                <a:gd name="connsiteY27" fmla="*/ 106494 h 193993"/>
                <a:gd name="connsiteX28" fmla="*/ 1141 w 192686"/>
                <a:gd name="connsiteY28" fmla="*/ 115257 h 193993"/>
                <a:gd name="connsiteX29" fmla="*/ 4094 w 192686"/>
                <a:gd name="connsiteY29" fmla="*/ 130020 h 193993"/>
                <a:gd name="connsiteX30" fmla="*/ 12857 w 192686"/>
                <a:gd name="connsiteY30" fmla="*/ 135926 h 193993"/>
                <a:gd name="connsiteX31" fmla="*/ 21620 w 192686"/>
                <a:gd name="connsiteY31" fmla="*/ 150690 h 193993"/>
                <a:gd name="connsiteX32" fmla="*/ 21620 w 192686"/>
                <a:gd name="connsiteY32" fmla="*/ 159643 h 193993"/>
                <a:gd name="connsiteX33" fmla="*/ 33335 w 192686"/>
                <a:gd name="connsiteY33" fmla="*/ 171454 h 193993"/>
                <a:gd name="connsiteX34" fmla="*/ 45147 w 192686"/>
                <a:gd name="connsiteY34" fmla="*/ 171454 h 193993"/>
                <a:gd name="connsiteX35" fmla="*/ 56767 w 192686"/>
                <a:gd name="connsiteY35" fmla="*/ 180217 h 193993"/>
                <a:gd name="connsiteX36" fmla="*/ 65530 w 192686"/>
                <a:gd name="connsiteY36" fmla="*/ 189171 h 193993"/>
                <a:gd name="connsiteX37" fmla="*/ 77246 w 192686"/>
                <a:gd name="connsiteY37" fmla="*/ 192123 h 193993"/>
                <a:gd name="connsiteX38" fmla="*/ 86104 w 192686"/>
                <a:gd name="connsiteY38" fmla="*/ 189171 h 193993"/>
                <a:gd name="connsiteX39" fmla="*/ 103630 w 192686"/>
                <a:gd name="connsiteY39" fmla="*/ 189171 h 193993"/>
                <a:gd name="connsiteX40" fmla="*/ 115346 w 192686"/>
                <a:gd name="connsiteY40" fmla="*/ 192123 h 193993"/>
                <a:gd name="connsiteX41" fmla="*/ 125827 w 192686"/>
                <a:gd name="connsiteY41" fmla="*/ 191387 h 193993"/>
                <a:gd name="connsiteX42" fmla="*/ 127158 w 192686"/>
                <a:gd name="connsiteY42" fmla="*/ 189171 h 193993"/>
                <a:gd name="connsiteX43" fmla="*/ 132967 w 192686"/>
                <a:gd name="connsiteY43" fmla="*/ 180217 h 193993"/>
                <a:gd name="connsiteX44" fmla="*/ 147541 w 192686"/>
                <a:gd name="connsiteY44" fmla="*/ 171454 h 193993"/>
                <a:gd name="connsiteX45" fmla="*/ 159256 w 192686"/>
                <a:gd name="connsiteY45" fmla="*/ 171454 h 193993"/>
                <a:gd name="connsiteX46" fmla="*/ 168019 w 192686"/>
                <a:gd name="connsiteY46" fmla="*/ 159643 h 193993"/>
                <a:gd name="connsiteX47" fmla="*/ 170972 w 192686"/>
                <a:gd name="connsiteY47" fmla="*/ 150690 h 193993"/>
                <a:gd name="connsiteX48" fmla="*/ 176877 w 192686"/>
                <a:gd name="connsiteY48" fmla="*/ 135926 h 193993"/>
                <a:gd name="connsiteX49" fmla="*/ 188593 w 192686"/>
                <a:gd name="connsiteY49" fmla="*/ 130020 h 193993"/>
                <a:gd name="connsiteX50" fmla="*/ 191546 w 192686"/>
                <a:gd name="connsiteY50" fmla="*/ 115257 h 193993"/>
                <a:gd name="connsiteX51" fmla="*/ 185641 w 192686"/>
                <a:gd name="connsiteY51" fmla="*/ 106494 h 193993"/>
                <a:gd name="connsiteX52" fmla="*/ 185641 w 192686"/>
                <a:gd name="connsiteY52" fmla="*/ 88682 h 19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92686" h="193993">
                  <a:moveTo>
                    <a:pt x="191546" y="79633"/>
                  </a:moveTo>
                  <a:cubicBezTo>
                    <a:pt x="193787" y="74583"/>
                    <a:pt x="192604" y="68669"/>
                    <a:pt x="188593" y="64869"/>
                  </a:cubicBezTo>
                  <a:lnTo>
                    <a:pt x="176877" y="59059"/>
                  </a:lnTo>
                  <a:lnTo>
                    <a:pt x="176877" y="59059"/>
                  </a:lnTo>
                  <a:lnTo>
                    <a:pt x="165162" y="76966"/>
                  </a:lnTo>
                  <a:cubicBezTo>
                    <a:pt x="165162" y="82776"/>
                    <a:pt x="168019" y="88682"/>
                    <a:pt x="168019" y="97540"/>
                  </a:cubicBezTo>
                  <a:cubicBezTo>
                    <a:pt x="166853" y="137135"/>
                    <a:pt x="133811" y="168287"/>
                    <a:pt x="94217" y="167122"/>
                  </a:cubicBezTo>
                  <a:cubicBezTo>
                    <a:pt x="54622" y="165956"/>
                    <a:pt x="23469" y="132914"/>
                    <a:pt x="24635" y="93319"/>
                  </a:cubicBezTo>
                  <a:cubicBezTo>
                    <a:pt x="25760" y="55111"/>
                    <a:pt x="56651" y="24499"/>
                    <a:pt x="94867" y="23721"/>
                  </a:cubicBezTo>
                  <a:cubicBezTo>
                    <a:pt x="109778" y="24124"/>
                    <a:pt x="124167" y="29299"/>
                    <a:pt x="135920" y="38485"/>
                  </a:cubicBezTo>
                  <a:lnTo>
                    <a:pt x="147541" y="23721"/>
                  </a:lnTo>
                  <a:cubicBezTo>
                    <a:pt x="142323" y="21405"/>
                    <a:pt x="137426" y="18427"/>
                    <a:pt x="132967" y="14863"/>
                  </a:cubicBezTo>
                  <a:lnTo>
                    <a:pt x="127157" y="6005"/>
                  </a:lnTo>
                  <a:cubicBezTo>
                    <a:pt x="124791" y="1814"/>
                    <a:pt x="120118" y="-522"/>
                    <a:pt x="115346" y="99"/>
                  </a:cubicBezTo>
                  <a:lnTo>
                    <a:pt x="103630" y="6005"/>
                  </a:lnTo>
                  <a:cubicBezTo>
                    <a:pt x="98197" y="9097"/>
                    <a:pt x="91537" y="9097"/>
                    <a:pt x="86104" y="6005"/>
                  </a:cubicBezTo>
                  <a:lnTo>
                    <a:pt x="77246" y="99"/>
                  </a:lnTo>
                  <a:cubicBezTo>
                    <a:pt x="74293" y="99"/>
                    <a:pt x="65530" y="99"/>
                    <a:pt x="65530" y="6005"/>
                  </a:cubicBezTo>
                  <a:lnTo>
                    <a:pt x="56767" y="14863"/>
                  </a:lnTo>
                  <a:cubicBezTo>
                    <a:pt x="53814" y="17816"/>
                    <a:pt x="47909" y="23721"/>
                    <a:pt x="45147" y="23721"/>
                  </a:cubicBezTo>
                  <a:lnTo>
                    <a:pt x="33335" y="23721"/>
                  </a:lnTo>
                  <a:cubicBezTo>
                    <a:pt x="27525" y="23721"/>
                    <a:pt x="21620" y="26769"/>
                    <a:pt x="21620" y="32579"/>
                  </a:cubicBezTo>
                  <a:lnTo>
                    <a:pt x="21620" y="44391"/>
                  </a:lnTo>
                  <a:cubicBezTo>
                    <a:pt x="21754" y="50605"/>
                    <a:pt x="18360" y="56360"/>
                    <a:pt x="12857" y="59250"/>
                  </a:cubicBezTo>
                  <a:lnTo>
                    <a:pt x="4094" y="65060"/>
                  </a:lnTo>
                  <a:cubicBezTo>
                    <a:pt x="84" y="68860"/>
                    <a:pt x="-1099" y="74773"/>
                    <a:pt x="1141" y="79824"/>
                  </a:cubicBezTo>
                  <a:lnTo>
                    <a:pt x="6952" y="88682"/>
                  </a:lnTo>
                  <a:lnTo>
                    <a:pt x="6952" y="106494"/>
                  </a:lnTo>
                  <a:lnTo>
                    <a:pt x="1141" y="115257"/>
                  </a:lnTo>
                  <a:cubicBezTo>
                    <a:pt x="-1129" y="120303"/>
                    <a:pt x="57" y="126235"/>
                    <a:pt x="4094" y="130020"/>
                  </a:cubicBezTo>
                  <a:lnTo>
                    <a:pt x="12857" y="135926"/>
                  </a:lnTo>
                  <a:cubicBezTo>
                    <a:pt x="18345" y="138783"/>
                    <a:pt x="21740" y="144503"/>
                    <a:pt x="21620" y="150690"/>
                  </a:cubicBezTo>
                  <a:lnTo>
                    <a:pt x="21620" y="159643"/>
                  </a:lnTo>
                  <a:cubicBezTo>
                    <a:pt x="22070" y="165934"/>
                    <a:pt x="27049" y="170952"/>
                    <a:pt x="33335" y="171454"/>
                  </a:cubicBezTo>
                  <a:lnTo>
                    <a:pt x="45147" y="171454"/>
                  </a:lnTo>
                  <a:cubicBezTo>
                    <a:pt x="50201" y="172343"/>
                    <a:pt x="54523" y="175602"/>
                    <a:pt x="56767" y="180217"/>
                  </a:cubicBezTo>
                  <a:lnTo>
                    <a:pt x="65530" y="189171"/>
                  </a:lnTo>
                  <a:cubicBezTo>
                    <a:pt x="65530" y="194981"/>
                    <a:pt x="74293" y="194981"/>
                    <a:pt x="77246" y="192123"/>
                  </a:cubicBezTo>
                  <a:lnTo>
                    <a:pt x="86104" y="189171"/>
                  </a:lnTo>
                  <a:cubicBezTo>
                    <a:pt x="91537" y="186079"/>
                    <a:pt x="98197" y="186079"/>
                    <a:pt x="103630" y="189171"/>
                  </a:cubicBezTo>
                  <a:lnTo>
                    <a:pt x="115346" y="192123"/>
                  </a:lnTo>
                  <a:cubicBezTo>
                    <a:pt x="118444" y="194814"/>
                    <a:pt x="123136" y="194485"/>
                    <a:pt x="125827" y="191387"/>
                  </a:cubicBezTo>
                  <a:cubicBezTo>
                    <a:pt x="126397" y="190732"/>
                    <a:pt x="126847" y="189981"/>
                    <a:pt x="127158" y="189171"/>
                  </a:cubicBezTo>
                  <a:lnTo>
                    <a:pt x="132967" y="180217"/>
                  </a:lnTo>
                  <a:cubicBezTo>
                    <a:pt x="135794" y="174791"/>
                    <a:pt x="141422" y="171406"/>
                    <a:pt x="147541" y="171454"/>
                  </a:cubicBezTo>
                  <a:lnTo>
                    <a:pt x="159256" y="171454"/>
                  </a:lnTo>
                  <a:cubicBezTo>
                    <a:pt x="165162" y="171454"/>
                    <a:pt x="168019" y="165453"/>
                    <a:pt x="168019" y="159643"/>
                  </a:cubicBezTo>
                  <a:lnTo>
                    <a:pt x="170972" y="150690"/>
                  </a:lnTo>
                  <a:cubicBezTo>
                    <a:pt x="171101" y="145218"/>
                    <a:pt x="173198" y="139977"/>
                    <a:pt x="176877" y="135926"/>
                  </a:cubicBezTo>
                  <a:lnTo>
                    <a:pt x="188593" y="130020"/>
                  </a:lnTo>
                  <a:cubicBezTo>
                    <a:pt x="192630" y="126235"/>
                    <a:pt x="193816" y="120303"/>
                    <a:pt x="191546" y="115257"/>
                  </a:cubicBezTo>
                  <a:lnTo>
                    <a:pt x="185641" y="106494"/>
                  </a:lnTo>
                  <a:cubicBezTo>
                    <a:pt x="182694" y="100922"/>
                    <a:pt x="182694" y="94253"/>
                    <a:pt x="185641" y="88682"/>
                  </a:cubicBez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Ubuntu"/>
                <a:ea typeface="+mn-ea"/>
                <a:cs typeface="+mn-cs"/>
                <a:sym typeface="Helvetica Neue"/>
              </a:endParaRPr>
            </a:p>
          </p:txBody>
        </p:sp>
        <p:sp>
          <p:nvSpPr>
            <p:cNvPr id="22" name="Freeform: Shape 21">
              <a:extLst>
                <a:ext uri="{FF2B5EF4-FFF2-40B4-BE49-F238E27FC236}">
                  <a16:creationId xmlns:a16="http://schemas.microsoft.com/office/drawing/2014/main" id="{FFDA34E5-D08F-6868-28FC-3FFE1FB844AF}"/>
                </a:ext>
              </a:extLst>
            </p:cNvPr>
            <p:cNvSpPr/>
            <p:nvPr/>
          </p:nvSpPr>
          <p:spPr>
            <a:xfrm>
              <a:off x="8643651" y="1976723"/>
              <a:ext cx="78581" cy="73056"/>
            </a:xfrm>
            <a:custGeom>
              <a:avLst/>
              <a:gdLst>
                <a:gd name="connsiteX0" fmla="*/ 66961 w 78581"/>
                <a:gd name="connsiteY0" fmla="*/ 20383 h 73056"/>
                <a:gd name="connsiteX1" fmla="*/ 61056 w 78581"/>
                <a:gd name="connsiteY1" fmla="*/ 20383 h 73056"/>
                <a:gd name="connsiteX2" fmla="*/ 46482 w 78581"/>
                <a:gd name="connsiteY2" fmla="*/ 14668 h 73056"/>
                <a:gd name="connsiteX3" fmla="*/ 40767 w 78581"/>
                <a:gd name="connsiteY3" fmla="*/ 2858 h 73056"/>
                <a:gd name="connsiteX4" fmla="*/ 32100 w 78581"/>
                <a:gd name="connsiteY4" fmla="*/ 0 h 73056"/>
                <a:gd name="connsiteX5" fmla="*/ 23241 w 78581"/>
                <a:gd name="connsiteY5" fmla="*/ 0 h 73056"/>
                <a:gd name="connsiteX6" fmla="*/ 0 w 78581"/>
                <a:gd name="connsiteY6" fmla="*/ 52673 h 73056"/>
                <a:gd name="connsiteX7" fmla="*/ 32100 w 78581"/>
                <a:gd name="connsiteY7" fmla="*/ 52673 h 73056"/>
                <a:gd name="connsiteX8" fmla="*/ 55341 w 78581"/>
                <a:gd name="connsiteY8" fmla="*/ 73057 h 73056"/>
                <a:gd name="connsiteX9" fmla="*/ 55341 w 78581"/>
                <a:gd name="connsiteY9" fmla="*/ 73057 h 73056"/>
                <a:gd name="connsiteX10" fmla="*/ 78581 w 78581"/>
                <a:gd name="connsiteY10" fmla="*/ 14669 h 73056"/>
                <a:gd name="connsiteX11" fmla="*/ 78581 w 78581"/>
                <a:gd name="connsiteY11" fmla="*/ 14669 h 7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581" h="73056">
                  <a:moveTo>
                    <a:pt x="66961" y="20383"/>
                  </a:moveTo>
                  <a:lnTo>
                    <a:pt x="61056" y="20383"/>
                  </a:lnTo>
                  <a:cubicBezTo>
                    <a:pt x="55677" y="20253"/>
                    <a:pt x="50516" y="18229"/>
                    <a:pt x="46482" y="14668"/>
                  </a:cubicBezTo>
                  <a:lnTo>
                    <a:pt x="40767" y="2858"/>
                  </a:lnTo>
                  <a:cubicBezTo>
                    <a:pt x="37815" y="2858"/>
                    <a:pt x="34862" y="0"/>
                    <a:pt x="32100" y="0"/>
                  </a:cubicBezTo>
                  <a:lnTo>
                    <a:pt x="23241" y="0"/>
                  </a:lnTo>
                  <a:lnTo>
                    <a:pt x="0" y="52673"/>
                  </a:lnTo>
                  <a:lnTo>
                    <a:pt x="32100" y="52673"/>
                  </a:lnTo>
                  <a:lnTo>
                    <a:pt x="55341" y="73057"/>
                  </a:lnTo>
                  <a:lnTo>
                    <a:pt x="55341" y="73057"/>
                  </a:lnTo>
                  <a:lnTo>
                    <a:pt x="78581" y="14669"/>
                  </a:lnTo>
                  <a:lnTo>
                    <a:pt x="78581" y="14669"/>
                  </a:ln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Ubuntu"/>
                <a:ea typeface="+mn-ea"/>
                <a:cs typeface="+mn-cs"/>
                <a:sym typeface="Helvetica Neue"/>
              </a:endParaRPr>
            </a:p>
          </p:txBody>
        </p:sp>
        <p:sp>
          <p:nvSpPr>
            <p:cNvPr id="23" name="Freeform: Shape 22">
              <a:extLst>
                <a:ext uri="{FF2B5EF4-FFF2-40B4-BE49-F238E27FC236}">
                  <a16:creationId xmlns:a16="http://schemas.microsoft.com/office/drawing/2014/main" id="{58483B84-F835-2E10-8A90-453C9E69731C}"/>
                </a:ext>
              </a:extLst>
            </p:cNvPr>
            <p:cNvSpPr/>
            <p:nvPr/>
          </p:nvSpPr>
          <p:spPr>
            <a:xfrm>
              <a:off x="8727567" y="1976723"/>
              <a:ext cx="79914" cy="73056"/>
            </a:xfrm>
            <a:custGeom>
              <a:avLst/>
              <a:gdLst>
                <a:gd name="connsiteX0" fmla="*/ 50387 w 79914"/>
                <a:gd name="connsiteY0" fmla="*/ 0 h 73056"/>
                <a:gd name="connsiteX1" fmla="*/ 41434 w 79914"/>
                <a:gd name="connsiteY1" fmla="*/ 2858 h 73056"/>
                <a:gd name="connsiteX2" fmla="*/ 35528 w 79914"/>
                <a:gd name="connsiteY2" fmla="*/ 14669 h 73056"/>
                <a:gd name="connsiteX3" fmla="*/ 20764 w 79914"/>
                <a:gd name="connsiteY3" fmla="*/ 20384 h 73056"/>
                <a:gd name="connsiteX4" fmla="*/ 11906 w 79914"/>
                <a:gd name="connsiteY4" fmla="*/ 20383 h 73056"/>
                <a:gd name="connsiteX5" fmla="*/ 2953 w 79914"/>
                <a:gd name="connsiteY5" fmla="*/ 14669 h 73056"/>
                <a:gd name="connsiteX6" fmla="*/ 0 w 79914"/>
                <a:gd name="connsiteY6" fmla="*/ 14669 h 73056"/>
                <a:gd name="connsiteX7" fmla="*/ 26670 w 79914"/>
                <a:gd name="connsiteY7" fmla="*/ 73057 h 73056"/>
                <a:gd name="connsiteX8" fmla="*/ 26670 w 79914"/>
                <a:gd name="connsiteY8" fmla="*/ 73057 h 73056"/>
                <a:gd name="connsiteX9" fmla="*/ 47434 w 79914"/>
                <a:gd name="connsiteY9" fmla="*/ 52673 h 73056"/>
                <a:gd name="connsiteX10" fmla="*/ 79914 w 79914"/>
                <a:gd name="connsiteY10" fmla="*/ 52673 h 73056"/>
                <a:gd name="connsiteX11" fmla="*/ 59150 w 79914"/>
                <a:gd name="connsiteY11" fmla="*/ 0 h 7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914" h="73056">
                  <a:moveTo>
                    <a:pt x="50387" y="0"/>
                  </a:moveTo>
                  <a:cubicBezTo>
                    <a:pt x="47434" y="0"/>
                    <a:pt x="44386" y="2858"/>
                    <a:pt x="41434" y="2858"/>
                  </a:cubicBezTo>
                  <a:lnTo>
                    <a:pt x="35528" y="14669"/>
                  </a:lnTo>
                  <a:cubicBezTo>
                    <a:pt x="31432" y="18250"/>
                    <a:pt x="26204" y="20273"/>
                    <a:pt x="20764" y="20384"/>
                  </a:cubicBezTo>
                  <a:lnTo>
                    <a:pt x="11906" y="20383"/>
                  </a:lnTo>
                  <a:lnTo>
                    <a:pt x="2953" y="14669"/>
                  </a:lnTo>
                  <a:lnTo>
                    <a:pt x="0" y="14669"/>
                  </a:lnTo>
                  <a:lnTo>
                    <a:pt x="26670" y="73057"/>
                  </a:lnTo>
                  <a:lnTo>
                    <a:pt x="26670" y="73057"/>
                  </a:lnTo>
                  <a:lnTo>
                    <a:pt x="47434" y="52673"/>
                  </a:lnTo>
                  <a:lnTo>
                    <a:pt x="79914" y="52673"/>
                  </a:lnTo>
                  <a:lnTo>
                    <a:pt x="59150" y="0"/>
                  </a:ln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Ubuntu"/>
                <a:ea typeface="+mn-ea"/>
                <a:cs typeface="+mn-cs"/>
                <a:sym typeface="Helvetica Neue"/>
              </a:endParaRPr>
            </a:p>
          </p:txBody>
        </p:sp>
        <p:sp>
          <p:nvSpPr>
            <p:cNvPr id="25" name="Freeform: Shape 24">
              <a:extLst>
                <a:ext uri="{FF2B5EF4-FFF2-40B4-BE49-F238E27FC236}">
                  <a16:creationId xmlns:a16="http://schemas.microsoft.com/office/drawing/2014/main" id="{EE2B326A-A30A-D5D6-25DC-3E015B5D6B3B}"/>
                </a:ext>
              </a:extLst>
            </p:cNvPr>
            <p:cNvSpPr/>
            <p:nvPr/>
          </p:nvSpPr>
          <p:spPr>
            <a:xfrm>
              <a:off x="8680047" y="1821497"/>
              <a:ext cx="130289" cy="119793"/>
            </a:xfrm>
            <a:custGeom>
              <a:avLst/>
              <a:gdLst>
                <a:gd name="connsiteX0" fmla="*/ 44853 w 130289"/>
                <a:gd name="connsiteY0" fmla="*/ 84741 h 119793"/>
                <a:gd name="connsiteX1" fmla="*/ 24088 w 130289"/>
                <a:gd name="connsiteY1" fmla="*/ 58262 h 119793"/>
                <a:gd name="connsiteX2" fmla="*/ 6181 w 130289"/>
                <a:gd name="connsiteY2" fmla="*/ 58262 h 119793"/>
                <a:gd name="connsiteX3" fmla="*/ 1098 w 130289"/>
                <a:gd name="connsiteY3" fmla="*/ 72895 h 119793"/>
                <a:gd name="connsiteX4" fmla="*/ 3228 w 130289"/>
                <a:gd name="connsiteY4" fmla="*/ 75883 h 119793"/>
                <a:gd name="connsiteX5" fmla="*/ 35994 w 130289"/>
                <a:gd name="connsiteY5" fmla="*/ 113983 h 119793"/>
                <a:gd name="connsiteX6" fmla="*/ 44853 w 130289"/>
                <a:gd name="connsiteY6" fmla="*/ 119793 h 119793"/>
                <a:gd name="connsiteX7" fmla="*/ 44853 w 130289"/>
                <a:gd name="connsiteY7" fmla="*/ 119793 h 119793"/>
                <a:gd name="connsiteX8" fmla="*/ 56854 w 130289"/>
                <a:gd name="connsiteY8" fmla="*/ 113983 h 119793"/>
                <a:gd name="connsiteX9" fmla="*/ 104479 w 130289"/>
                <a:gd name="connsiteY9" fmla="*/ 52261 h 119793"/>
                <a:gd name="connsiteX10" fmla="*/ 110385 w 130289"/>
                <a:gd name="connsiteY10" fmla="*/ 43403 h 119793"/>
                <a:gd name="connsiteX11" fmla="*/ 116385 w 130289"/>
                <a:gd name="connsiteY11" fmla="*/ 37592 h 119793"/>
                <a:gd name="connsiteX12" fmla="*/ 122386 w 130289"/>
                <a:gd name="connsiteY12" fmla="*/ 28639 h 119793"/>
                <a:gd name="connsiteX13" fmla="*/ 128387 w 130289"/>
                <a:gd name="connsiteY13" fmla="*/ 22829 h 119793"/>
                <a:gd name="connsiteX14" fmla="*/ 125339 w 130289"/>
                <a:gd name="connsiteY14" fmla="*/ 2255 h 119793"/>
                <a:gd name="connsiteX15" fmla="*/ 110385 w 130289"/>
                <a:gd name="connsiteY15" fmla="*/ 2255 h 119793"/>
                <a:gd name="connsiteX16" fmla="*/ 104479 w 130289"/>
                <a:gd name="connsiteY16" fmla="*/ 5207 h 119793"/>
                <a:gd name="connsiteX17" fmla="*/ 98574 w 130289"/>
                <a:gd name="connsiteY17" fmla="*/ 13970 h 119793"/>
                <a:gd name="connsiteX18" fmla="*/ 92573 w 130289"/>
                <a:gd name="connsiteY18" fmla="*/ 19876 h 119793"/>
                <a:gd name="connsiteX19" fmla="*/ 86572 w 130289"/>
                <a:gd name="connsiteY19" fmla="*/ 28639 h 119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0289" h="119793">
                  <a:moveTo>
                    <a:pt x="44853" y="84741"/>
                  </a:moveTo>
                  <a:lnTo>
                    <a:pt x="24088" y="58262"/>
                  </a:lnTo>
                  <a:cubicBezTo>
                    <a:pt x="21040" y="52451"/>
                    <a:pt x="12182" y="52451"/>
                    <a:pt x="6181" y="58262"/>
                  </a:cubicBezTo>
                  <a:cubicBezTo>
                    <a:pt x="737" y="60899"/>
                    <a:pt x="-1539" y="67450"/>
                    <a:pt x="1098" y="72895"/>
                  </a:cubicBezTo>
                  <a:cubicBezTo>
                    <a:pt x="1635" y="74004"/>
                    <a:pt x="2356" y="75014"/>
                    <a:pt x="3228" y="75883"/>
                  </a:cubicBezTo>
                  <a:lnTo>
                    <a:pt x="35994" y="113983"/>
                  </a:lnTo>
                  <a:cubicBezTo>
                    <a:pt x="39043" y="116840"/>
                    <a:pt x="41995" y="119793"/>
                    <a:pt x="44853" y="119793"/>
                  </a:cubicBezTo>
                  <a:lnTo>
                    <a:pt x="44853" y="119793"/>
                  </a:lnTo>
                  <a:cubicBezTo>
                    <a:pt x="49514" y="119720"/>
                    <a:pt x="53906" y="117594"/>
                    <a:pt x="56854" y="113983"/>
                  </a:cubicBezTo>
                  <a:lnTo>
                    <a:pt x="104479" y="52261"/>
                  </a:lnTo>
                  <a:lnTo>
                    <a:pt x="110385" y="43403"/>
                  </a:lnTo>
                  <a:lnTo>
                    <a:pt x="116385" y="37592"/>
                  </a:lnTo>
                  <a:lnTo>
                    <a:pt x="122386" y="28639"/>
                  </a:lnTo>
                  <a:lnTo>
                    <a:pt x="128387" y="22829"/>
                  </a:lnTo>
                  <a:cubicBezTo>
                    <a:pt x="131778" y="16009"/>
                    <a:pt x="130561" y="7799"/>
                    <a:pt x="125339" y="2255"/>
                  </a:cubicBezTo>
                  <a:cubicBezTo>
                    <a:pt x="120807" y="-752"/>
                    <a:pt x="114916" y="-752"/>
                    <a:pt x="110385" y="2255"/>
                  </a:cubicBezTo>
                  <a:cubicBezTo>
                    <a:pt x="108831" y="3912"/>
                    <a:pt x="106737" y="4959"/>
                    <a:pt x="104479" y="5207"/>
                  </a:cubicBezTo>
                  <a:lnTo>
                    <a:pt x="98574" y="13970"/>
                  </a:lnTo>
                  <a:lnTo>
                    <a:pt x="92573" y="19876"/>
                  </a:lnTo>
                  <a:lnTo>
                    <a:pt x="86572" y="28639"/>
                  </a:lnTo>
                  <a:close/>
                </a:path>
              </a:pathLst>
            </a:custGeom>
            <a:grpFill/>
            <a:ln w="9525"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Ubuntu"/>
                <a:ea typeface="+mn-ea"/>
                <a:cs typeface="+mn-cs"/>
                <a:sym typeface="Helvetica Neue"/>
              </a:endParaRPr>
            </a:p>
          </p:txBody>
        </p:sp>
      </p:grpSp>
      <p:sp>
        <p:nvSpPr>
          <p:cNvPr id="26" name="TextBox 25">
            <a:extLst>
              <a:ext uri="{FF2B5EF4-FFF2-40B4-BE49-F238E27FC236}">
                <a16:creationId xmlns:a16="http://schemas.microsoft.com/office/drawing/2014/main" id="{57F4E68D-B553-0069-A647-2B1D10B3830A}"/>
              </a:ext>
            </a:extLst>
          </p:cNvPr>
          <p:cNvSpPr txBox="1"/>
          <p:nvPr/>
        </p:nvSpPr>
        <p:spPr>
          <a:xfrm>
            <a:off x="10318747" y="1450050"/>
            <a:ext cx="1849943" cy="646331"/>
          </a:xfrm>
          <a:prstGeom prst="rect">
            <a:avLst/>
          </a:prstGeom>
          <a:noFill/>
        </p:spPr>
        <p:txBody>
          <a:bodyPr wrap="square">
            <a:spAutoFit/>
          </a:bodyPr>
          <a:lstStyle/>
          <a:p>
            <a:pPr algn="ctr"/>
            <a:r>
              <a:rPr lang="en-GB" sz="1200" i="1">
                <a:solidFill>
                  <a:srgbClr val="DC199B"/>
                </a:solidFill>
              </a:rPr>
              <a:t>Sprint exit report provides insights into the Sprint test metrics</a:t>
            </a:r>
          </a:p>
        </p:txBody>
      </p:sp>
      <p:graphicFrame>
        <p:nvGraphicFramePr>
          <p:cNvPr id="27" name="Table 26">
            <a:extLst>
              <a:ext uri="{FF2B5EF4-FFF2-40B4-BE49-F238E27FC236}">
                <a16:creationId xmlns:a16="http://schemas.microsoft.com/office/drawing/2014/main" id="{9B67E140-9D62-8010-3954-01226B5FD9CA}"/>
              </a:ext>
            </a:extLst>
          </p:cNvPr>
          <p:cNvGraphicFramePr>
            <a:graphicFrameLocks noGrp="1"/>
          </p:cNvGraphicFramePr>
          <p:nvPr>
            <p:extLst>
              <p:ext uri="{D42A27DB-BD31-4B8C-83A1-F6EECF244321}">
                <p14:modId xmlns:p14="http://schemas.microsoft.com/office/powerpoint/2010/main" val="3675268948"/>
              </p:ext>
            </p:extLst>
          </p:nvPr>
        </p:nvGraphicFramePr>
        <p:xfrm>
          <a:off x="266701" y="1196104"/>
          <a:ext cx="10124848" cy="550545"/>
        </p:xfrm>
        <a:graphic>
          <a:graphicData uri="http://schemas.openxmlformats.org/drawingml/2006/table">
            <a:tbl>
              <a:tblPr/>
              <a:tblGrid>
                <a:gridCol w="1300513">
                  <a:extLst>
                    <a:ext uri="{9D8B030D-6E8A-4147-A177-3AD203B41FA5}">
                      <a16:colId xmlns:a16="http://schemas.microsoft.com/office/drawing/2014/main" val="382172722"/>
                    </a:ext>
                  </a:extLst>
                </a:gridCol>
                <a:gridCol w="1174057">
                  <a:extLst>
                    <a:ext uri="{9D8B030D-6E8A-4147-A177-3AD203B41FA5}">
                      <a16:colId xmlns:a16="http://schemas.microsoft.com/office/drawing/2014/main" val="376971376"/>
                    </a:ext>
                  </a:extLst>
                </a:gridCol>
                <a:gridCol w="2028643">
                  <a:extLst>
                    <a:ext uri="{9D8B030D-6E8A-4147-A177-3AD203B41FA5}">
                      <a16:colId xmlns:a16="http://schemas.microsoft.com/office/drawing/2014/main" val="3612641876"/>
                    </a:ext>
                  </a:extLst>
                </a:gridCol>
                <a:gridCol w="1916636">
                  <a:extLst>
                    <a:ext uri="{9D8B030D-6E8A-4147-A177-3AD203B41FA5}">
                      <a16:colId xmlns:a16="http://schemas.microsoft.com/office/drawing/2014/main" val="1350413433"/>
                    </a:ext>
                  </a:extLst>
                </a:gridCol>
                <a:gridCol w="1142301">
                  <a:extLst>
                    <a:ext uri="{9D8B030D-6E8A-4147-A177-3AD203B41FA5}">
                      <a16:colId xmlns:a16="http://schemas.microsoft.com/office/drawing/2014/main" val="820500610"/>
                    </a:ext>
                  </a:extLst>
                </a:gridCol>
                <a:gridCol w="1281349">
                  <a:extLst>
                    <a:ext uri="{9D8B030D-6E8A-4147-A177-3AD203B41FA5}">
                      <a16:colId xmlns:a16="http://schemas.microsoft.com/office/drawing/2014/main" val="3155703987"/>
                    </a:ext>
                  </a:extLst>
                </a:gridCol>
                <a:gridCol w="1281349">
                  <a:extLst>
                    <a:ext uri="{9D8B030D-6E8A-4147-A177-3AD203B41FA5}">
                      <a16:colId xmlns:a16="http://schemas.microsoft.com/office/drawing/2014/main" val="2927979081"/>
                    </a:ext>
                  </a:extLst>
                </a:gridCol>
              </a:tblGrid>
              <a:tr h="208915">
                <a:tc>
                  <a:txBody>
                    <a:bodyPr/>
                    <a:lstStyle/>
                    <a:p>
                      <a:pPr algn="ctr" fontAlgn="b"/>
                      <a:r>
                        <a:rPr lang="en-GB" sz="1100" b="1" i="0" u="none" strike="noStrike">
                          <a:solidFill>
                            <a:schemeClr val="bg1"/>
                          </a:solidFill>
                          <a:effectLst/>
                          <a:latin typeface="Aptos Narrow" panose="020B0004020202020204" pitchFamily="34" charset="0"/>
                        </a:rPr>
                        <a:t>100% planned test execution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Traceability matrix in Jira</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Functional regression coverage</a:t>
                      </a:r>
                    </a:p>
                    <a:p>
                      <a:pPr algn="ctr" fontAlgn="b"/>
                      <a:r>
                        <a:rPr lang="en-GB" sz="1100" b="1" i="0" u="none" strike="noStrike">
                          <a:solidFill>
                            <a:schemeClr val="bg1"/>
                          </a:solidFill>
                          <a:effectLst/>
                          <a:latin typeface="Aptos Narrow" panose="020B0004020202020204" pitchFamily="34" charset="0"/>
                        </a:rPr>
                        <a:t>Automated</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US" sz="1100" b="1" i="0" u="none" strike="noStrike">
                          <a:solidFill>
                            <a:schemeClr val="bg1"/>
                          </a:solidFill>
                          <a:effectLst/>
                          <a:latin typeface="Aptos Narrow" panose="020B0004020202020204" pitchFamily="34" charset="0"/>
                        </a:rPr>
                        <a:t>Minimum one full automated regression run each Sprint (n-1)</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Defect rejection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a:solidFill>
                            <a:schemeClr val="bg1"/>
                          </a:solidFill>
                          <a:effectLst/>
                          <a:latin typeface="Aptos Narrow" panose="020B0004020202020204" pitchFamily="34" charset="0"/>
                        </a:rPr>
                        <a:t>% of ad-hoc defects</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US" sz="1100" b="1" i="0" u="none" strike="noStrike">
                          <a:solidFill>
                            <a:schemeClr val="bg1"/>
                          </a:solidFill>
                          <a:effectLst/>
                          <a:latin typeface="Aptos Narrow" panose="020B0004020202020204" pitchFamily="34" charset="0"/>
                        </a:rPr>
                        <a:t>DOD Sheet filled for each US</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extLst>
                  <a:ext uri="{0D108BD9-81ED-4DB2-BD59-A6C34878D82A}">
                    <a16:rowId xmlns:a16="http://schemas.microsoft.com/office/drawing/2014/main" val="195806957"/>
                  </a:ext>
                </a:extLst>
              </a:tr>
              <a:tr h="208915">
                <a:tc>
                  <a:txBody>
                    <a:bodyPr/>
                    <a:lstStyle/>
                    <a:p>
                      <a:pPr algn="ctr" fontAlgn="b"/>
                      <a:r>
                        <a:rPr lang="en-US" sz="1100" b="0" i="0" u="none" strike="noStrike">
                          <a:solidFill>
                            <a:srgbClr val="000000"/>
                          </a:solidFill>
                          <a:effectLst/>
                          <a:latin typeface="Aptos Narrow" panose="020B0004020202020204" pitchFamily="34" charset="0"/>
                        </a:rPr>
                        <a:t>Always met</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Always met</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90% +</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Always met</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&lt; 5%</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&lt; 10%</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Always met</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2758694920"/>
                  </a:ext>
                </a:extLst>
              </a:tr>
            </a:tbl>
          </a:graphicData>
        </a:graphic>
      </p:graphicFrame>
      <p:sp>
        <p:nvSpPr>
          <p:cNvPr id="28" name="TextBox 27">
            <a:extLst>
              <a:ext uri="{FF2B5EF4-FFF2-40B4-BE49-F238E27FC236}">
                <a16:creationId xmlns:a16="http://schemas.microsoft.com/office/drawing/2014/main" id="{A19576E8-6A25-DF1C-5CB2-0738F725A6E7}"/>
              </a:ext>
            </a:extLst>
          </p:cNvPr>
          <p:cNvSpPr txBox="1"/>
          <p:nvPr/>
        </p:nvSpPr>
        <p:spPr>
          <a:xfrm>
            <a:off x="6927" y="1811687"/>
            <a:ext cx="2745416" cy="215444"/>
          </a:xfrm>
          <a:prstGeom prst="rect">
            <a:avLst/>
          </a:prstGeom>
          <a:noFill/>
        </p:spPr>
        <p:txBody>
          <a:bodyPr wrap="square">
            <a:spAutoFit/>
          </a:bodyPr>
          <a:lstStyle/>
          <a:p>
            <a:pPr algn="ctr"/>
            <a:r>
              <a:rPr lang="en-GB" sz="800" i="1"/>
              <a:t> * Exception - test cases for deferred User stories</a:t>
            </a:r>
          </a:p>
        </p:txBody>
      </p:sp>
      <p:sp>
        <p:nvSpPr>
          <p:cNvPr id="7" name="TextBox 6">
            <a:extLst>
              <a:ext uri="{FF2B5EF4-FFF2-40B4-BE49-F238E27FC236}">
                <a16:creationId xmlns:a16="http://schemas.microsoft.com/office/drawing/2014/main" id="{7EC52CCA-AAF1-717E-8243-A0906DD0E590}"/>
              </a:ext>
            </a:extLst>
          </p:cNvPr>
          <p:cNvSpPr txBox="1"/>
          <p:nvPr/>
        </p:nvSpPr>
        <p:spPr>
          <a:xfrm>
            <a:off x="7646134" y="3363219"/>
            <a:ext cx="2745416" cy="215444"/>
          </a:xfrm>
          <a:prstGeom prst="rect">
            <a:avLst/>
          </a:prstGeom>
          <a:noFill/>
        </p:spPr>
        <p:txBody>
          <a:bodyPr wrap="square">
            <a:spAutoFit/>
          </a:bodyPr>
          <a:lstStyle/>
          <a:p>
            <a:pPr algn="ctr"/>
            <a:r>
              <a:rPr lang="en-GB" sz="800" i="1"/>
              <a:t> * Emerge from requirement update, deferring of story</a:t>
            </a:r>
          </a:p>
        </p:txBody>
      </p:sp>
    </p:spTree>
    <p:extLst>
      <p:ext uri="{BB962C8B-B14F-4D97-AF65-F5344CB8AC3E}">
        <p14:creationId xmlns:p14="http://schemas.microsoft.com/office/powerpoint/2010/main" val="3977296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1E62C-A938-F2BB-2CC3-BCC74CD3DB4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07305D6E-3BDF-F1CE-BFE7-FA1E4D765BE1}"/>
              </a:ext>
            </a:extLst>
          </p:cNvPr>
          <p:cNvPicPr>
            <a:picLocks noChangeAspect="1"/>
          </p:cNvPicPr>
          <p:nvPr/>
        </p:nvPicPr>
        <p:blipFill>
          <a:blip r:embed="rId3"/>
          <a:stretch>
            <a:fillRect/>
          </a:stretch>
        </p:blipFill>
        <p:spPr>
          <a:xfrm>
            <a:off x="2531050" y="3586794"/>
            <a:ext cx="543839" cy="539015"/>
          </a:xfrm>
          <a:prstGeom prst="ellipse">
            <a:avLst/>
          </a:prstGeom>
          <a:ln w="63500" cap="rnd">
            <a:solidFill>
              <a:schemeClr val="bg1">
                <a:lumMod val="85000"/>
              </a:schemeClr>
            </a:solidFill>
          </a:ln>
          <a:effectLst/>
          <a:scene3d>
            <a:camera prst="orthographicFront"/>
            <a:lightRig rig="contrasting" dir="t">
              <a:rot lat="0" lon="0" rev="3000000"/>
            </a:lightRig>
          </a:scene3d>
          <a:sp3d contourW="7620">
            <a:bevelT w="95250" h="31750"/>
            <a:contourClr>
              <a:srgbClr val="333333"/>
            </a:contourClr>
          </a:sp3d>
        </p:spPr>
      </p:pic>
      <p:sp>
        <p:nvSpPr>
          <p:cNvPr id="10" name="Title 1">
            <a:extLst>
              <a:ext uri="{FF2B5EF4-FFF2-40B4-BE49-F238E27FC236}">
                <a16:creationId xmlns:a16="http://schemas.microsoft.com/office/drawing/2014/main" id="{FE3C7D9C-AAEF-3C2A-56ED-4CDFA83DB086}"/>
              </a:ext>
            </a:extLst>
          </p:cNvPr>
          <p:cNvSpPr txBox="1">
            <a:spLocks/>
          </p:cNvSpPr>
          <p:nvPr/>
        </p:nvSpPr>
        <p:spPr>
          <a:xfrm>
            <a:off x="8133" y="88492"/>
            <a:ext cx="7169281"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Testing Assurance </a:t>
            </a:r>
            <a:r>
              <a:rPr lang="en-GB">
                <a:solidFill>
                  <a:schemeClr val="tx1"/>
                </a:solidFill>
              </a:rPr>
              <a:t>Measures</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3" name="TextBox 2">
            <a:extLst>
              <a:ext uri="{FF2B5EF4-FFF2-40B4-BE49-F238E27FC236}">
                <a16:creationId xmlns:a16="http://schemas.microsoft.com/office/drawing/2014/main" id="{91F7B1A1-712A-C2C2-9901-9DC44EE3EFFD}"/>
              </a:ext>
            </a:extLst>
          </p:cNvPr>
          <p:cNvSpPr txBox="1"/>
          <p:nvPr/>
        </p:nvSpPr>
        <p:spPr>
          <a:xfrm>
            <a:off x="181190" y="4956282"/>
            <a:ext cx="10039157" cy="369332"/>
          </a:xfrm>
          <a:prstGeom prst="rect">
            <a:avLst/>
          </a:prstGeom>
          <a:noFill/>
        </p:spPr>
        <p:txBody>
          <a:bodyPr wrap="square">
            <a:spAutoFit/>
          </a:bodyPr>
          <a:lstStyle/>
          <a:p>
            <a:r>
              <a:rPr lang="en-GB"/>
              <a:t>User story workflow and sign off</a:t>
            </a:r>
            <a:endParaRPr lang="en-GB" i="1"/>
          </a:p>
        </p:txBody>
      </p:sp>
      <p:sp>
        <p:nvSpPr>
          <p:cNvPr id="9" name="TextBox 8">
            <a:extLst>
              <a:ext uri="{FF2B5EF4-FFF2-40B4-BE49-F238E27FC236}">
                <a16:creationId xmlns:a16="http://schemas.microsoft.com/office/drawing/2014/main" id="{9E4DCBD3-362E-D6F1-053A-C95E09CAD144}"/>
              </a:ext>
            </a:extLst>
          </p:cNvPr>
          <p:cNvSpPr txBox="1"/>
          <p:nvPr/>
        </p:nvSpPr>
        <p:spPr>
          <a:xfrm>
            <a:off x="138115" y="708004"/>
            <a:ext cx="11215688" cy="369332"/>
          </a:xfrm>
          <a:prstGeom prst="rect">
            <a:avLst/>
          </a:prstGeom>
          <a:noFill/>
        </p:spPr>
        <p:txBody>
          <a:bodyPr wrap="square">
            <a:spAutoFit/>
          </a:bodyPr>
          <a:lstStyle/>
          <a:p>
            <a:r>
              <a:rPr lang="en-GB"/>
              <a:t>In Sprint automated regression testing</a:t>
            </a:r>
            <a:endParaRPr lang="en-GB" i="1"/>
          </a:p>
        </p:txBody>
      </p:sp>
      <p:pic>
        <p:nvPicPr>
          <p:cNvPr id="2" name="Grafik 40" descr="Hürde mit einfarbiger Füllung">
            <a:extLst>
              <a:ext uri="{FF2B5EF4-FFF2-40B4-BE49-F238E27FC236}">
                <a16:creationId xmlns:a16="http://schemas.microsoft.com/office/drawing/2014/main" id="{AA722F05-DF07-005D-CAF4-55C3301C85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21653" y="1368249"/>
            <a:ext cx="470580" cy="470580"/>
          </a:xfrm>
          <a:prstGeom prst="rect">
            <a:avLst/>
          </a:prstGeom>
        </p:spPr>
      </p:pic>
      <p:sp>
        <p:nvSpPr>
          <p:cNvPr id="7" name="Freeform 45">
            <a:extLst>
              <a:ext uri="{FF2B5EF4-FFF2-40B4-BE49-F238E27FC236}">
                <a16:creationId xmlns:a16="http://schemas.microsoft.com/office/drawing/2014/main" id="{09252BA6-05EC-745A-0EF0-B72531DA6A43}"/>
              </a:ext>
            </a:extLst>
          </p:cNvPr>
          <p:cNvSpPr>
            <a:spLocks noChangeAspect="1" noEditPoints="1"/>
          </p:cNvSpPr>
          <p:nvPr/>
        </p:nvSpPr>
        <p:spPr bwMode="auto">
          <a:xfrm>
            <a:off x="11166927" y="5184432"/>
            <a:ext cx="373752" cy="416185"/>
          </a:xfrm>
          <a:custGeom>
            <a:avLst/>
            <a:gdLst>
              <a:gd name="T0" fmla="*/ 1626 w 2290"/>
              <a:gd name="T1" fmla="*/ 356 h 2550"/>
              <a:gd name="T2" fmla="*/ 1685 w 2290"/>
              <a:gd name="T3" fmla="*/ 221 h 2550"/>
              <a:gd name="T4" fmla="*/ 1625 w 2290"/>
              <a:gd name="T5" fmla="*/ 81 h 2550"/>
              <a:gd name="T6" fmla="*/ 1485 w 2290"/>
              <a:gd name="T7" fmla="*/ 43 h 2550"/>
              <a:gd name="T8" fmla="*/ 1379 w 2290"/>
              <a:gd name="T9" fmla="*/ 110 h 2550"/>
              <a:gd name="T10" fmla="*/ 1349 w 2290"/>
              <a:gd name="T11" fmla="*/ 274 h 2550"/>
              <a:gd name="T12" fmla="*/ 1428 w 2290"/>
              <a:gd name="T13" fmla="*/ 405 h 2550"/>
              <a:gd name="T14" fmla="*/ 1379 w 2290"/>
              <a:gd name="T15" fmla="*/ 187 h 2550"/>
              <a:gd name="T16" fmla="*/ 1478 w 2290"/>
              <a:gd name="T17" fmla="*/ 127 h 2550"/>
              <a:gd name="T18" fmla="*/ 1522 w 2290"/>
              <a:gd name="T19" fmla="*/ 219 h 2550"/>
              <a:gd name="T20" fmla="*/ 1580 w 2290"/>
              <a:gd name="T21" fmla="*/ 367 h 2550"/>
              <a:gd name="T22" fmla="*/ 1489 w 2290"/>
              <a:gd name="T23" fmla="*/ 396 h 2550"/>
              <a:gd name="T24" fmla="*/ 1392 w 2290"/>
              <a:gd name="T25" fmla="*/ 325 h 2550"/>
              <a:gd name="T26" fmla="*/ 1187 w 2290"/>
              <a:gd name="T27" fmla="*/ 1061 h 2550"/>
              <a:gd name="T28" fmla="*/ 1238 w 2290"/>
              <a:gd name="T29" fmla="*/ 1004 h 2550"/>
              <a:gd name="T30" fmla="*/ 1254 w 2290"/>
              <a:gd name="T31" fmla="*/ 975 h 2550"/>
              <a:gd name="T32" fmla="*/ 1280 w 2290"/>
              <a:gd name="T33" fmla="*/ 996 h 2550"/>
              <a:gd name="T34" fmla="*/ 1259 w 2290"/>
              <a:gd name="T35" fmla="*/ 1018 h 2550"/>
              <a:gd name="T36" fmla="*/ 1731 w 2290"/>
              <a:gd name="T37" fmla="*/ 473 h 2550"/>
              <a:gd name="T38" fmla="*/ 1657 w 2290"/>
              <a:gd name="T39" fmla="*/ 427 h 2550"/>
              <a:gd name="T40" fmla="*/ 1455 w 2290"/>
              <a:gd name="T41" fmla="*/ 553 h 2550"/>
              <a:gd name="T42" fmla="*/ 1594 w 2290"/>
              <a:gd name="T43" fmla="*/ 2550 h 2550"/>
              <a:gd name="T44" fmla="*/ 1848 w 2290"/>
              <a:gd name="T45" fmla="*/ 1311 h 2550"/>
              <a:gd name="T46" fmla="*/ 612 w 2290"/>
              <a:gd name="T47" fmla="*/ 744 h 2550"/>
              <a:gd name="T48" fmla="*/ 587 w 2290"/>
              <a:gd name="T49" fmla="*/ 567 h 2550"/>
              <a:gd name="T50" fmla="*/ 426 w 2290"/>
              <a:gd name="T51" fmla="*/ 416 h 2550"/>
              <a:gd name="T52" fmla="*/ 327 w 2290"/>
              <a:gd name="T53" fmla="*/ 415 h 2550"/>
              <a:gd name="T54" fmla="*/ 0 w 2290"/>
              <a:gd name="T55" fmla="*/ 2014 h 2550"/>
              <a:gd name="T56" fmla="*/ 481 w 2290"/>
              <a:gd name="T57" fmla="*/ 2550 h 2550"/>
              <a:gd name="T58" fmla="*/ 460 w 2290"/>
              <a:gd name="T59" fmla="*/ 1037 h 2550"/>
              <a:gd name="T60" fmla="*/ 394 w 2290"/>
              <a:gd name="T61" fmla="*/ 1009 h 2550"/>
              <a:gd name="T62" fmla="*/ 370 w 2290"/>
              <a:gd name="T63" fmla="*/ 1027 h 2550"/>
              <a:gd name="T64" fmla="*/ 458 w 2290"/>
              <a:gd name="T65" fmla="*/ 1067 h 2550"/>
              <a:gd name="T66" fmla="*/ 339 w 2290"/>
              <a:gd name="T67" fmla="*/ 480 h 2550"/>
              <a:gd name="T68" fmla="*/ 407 w 2290"/>
              <a:gd name="T69" fmla="*/ 473 h 2550"/>
              <a:gd name="T70" fmla="*/ 546 w 2290"/>
              <a:gd name="T71" fmla="*/ 616 h 2550"/>
              <a:gd name="T72" fmla="*/ 809 w 2290"/>
              <a:gd name="T73" fmla="*/ 884 h 2550"/>
              <a:gd name="T74" fmla="*/ 465 w 2290"/>
              <a:gd name="T75" fmla="*/ 405 h 2550"/>
              <a:gd name="T76" fmla="*/ 583 w 2290"/>
              <a:gd name="T77" fmla="*/ 397 h 2550"/>
              <a:gd name="T78" fmla="*/ 655 w 2290"/>
              <a:gd name="T79" fmla="*/ 278 h 2550"/>
              <a:gd name="T80" fmla="*/ 659 w 2290"/>
              <a:gd name="T81" fmla="*/ 145 h 2550"/>
              <a:gd name="T82" fmla="*/ 599 w 2290"/>
              <a:gd name="T83" fmla="*/ 51 h 2550"/>
              <a:gd name="T84" fmla="*/ 456 w 2290"/>
              <a:gd name="T85" fmla="*/ 2 h 2550"/>
              <a:gd name="T86" fmla="*/ 325 w 2290"/>
              <a:gd name="T87" fmla="*/ 76 h 2550"/>
              <a:gd name="T88" fmla="*/ 273 w 2290"/>
              <a:gd name="T89" fmla="*/ 186 h 2550"/>
              <a:gd name="T90" fmla="*/ 296 w 2290"/>
              <a:gd name="T91" fmla="*/ 306 h 2550"/>
              <a:gd name="T92" fmla="*/ 404 w 2290"/>
              <a:gd name="T93" fmla="*/ 381 h 2550"/>
              <a:gd name="T94" fmla="*/ 589 w 2290"/>
              <a:gd name="T95" fmla="*/ 137 h 2550"/>
              <a:gd name="T96" fmla="*/ 625 w 2290"/>
              <a:gd name="T97" fmla="*/ 274 h 2550"/>
              <a:gd name="T98" fmla="*/ 567 w 2290"/>
              <a:gd name="T99" fmla="*/ 371 h 2550"/>
              <a:gd name="T100" fmla="*/ 481 w 2290"/>
              <a:gd name="T101" fmla="*/ 381 h 2550"/>
              <a:gd name="T102" fmla="*/ 461 w 2290"/>
              <a:gd name="T103" fmla="*/ 319 h 2550"/>
              <a:gd name="T104" fmla="*/ 450 w 2290"/>
              <a:gd name="T105" fmla="*/ 234 h 2550"/>
              <a:gd name="T106" fmla="*/ 983 w 2290"/>
              <a:gd name="T107" fmla="*/ 1076 h 2550"/>
              <a:gd name="T108" fmla="*/ 1071 w 2290"/>
              <a:gd name="T109" fmla="*/ 1074 h 2550"/>
              <a:gd name="T110" fmla="*/ 1024 w 2290"/>
              <a:gd name="T111" fmla="*/ 1054 h 2550"/>
              <a:gd name="T112" fmla="*/ 940 w 2290"/>
              <a:gd name="T113" fmla="*/ 887 h 2550"/>
              <a:gd name="T114" fmla="*/ 1063 w 2290"/>
              <a:gd name="T115" fmla="*/ 859 h 2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90" h="2550">
                <a:moveTo>
                  <a:pt x="1502" y="426"/>
                </a:moveTo>
                <a:lnTo>
                  <a:pt x="1502" y="426"/>
                </a:lnTo>
                <a:lnTo>
                  <a:pt x="1521" y="425"/>
                </a:lnTo>
                <a:lnTo>
                  <a:pt x="1539" y="421"/>
                </a:lnTo>
                <a:lnTo>
                  <a:pt x="1557" y="415"/>
                </a:lnTo>
                <a:lnTo>
                  <a:pt x="1572" y="407"/>
                </a:lnTo>
                <a:lnTo>
                  <a:pt x="1588" y="397"/>
                </a:lnTo>
                <a:lnTo>
                  <a:pt x="1602" y="385"/>
                </a:lnTo>
                <a:lnTo>
                  <a:pt x="1615" y="372"/>
                </a:lnTo>
                <a:lnTo>
                  <a:pt x="1626" y="356"/>
                </a:lnTo>
                <a:lnTo>
                  <a:pt x="1626" y="356"/>
                </a:lnTo>
                <a:lnTo>
                  <a:pt x="1639" y="352"/>
                </a:lnTo>
                <a:lnTo>
                  <a:pt x="1650" y="346"/>
                </a:lnTo>
                <a:lnTo>
                  <a:pt x="1660" y="340"/>
                </a:lnTo>
                <a:lnTo>
                  <a:pt x="1669" y="333"/>
                </a:lnTo>
                <a:lnTo>
                  <a:pt x="1676" y="324"/>
                </a:lnTo>
                <a:lnTo>
                  <a:pt x="1682" y="315"/>
                </a:lnTo>
                <a:lnTo>
                  <a:pt x="1684" y="305"/>
                </a:lnTo>
                <a:lnTo>
                  <a:pt x="1685" y="293"/>
                </a:lnTo>
                <a:lnTo>
                  <a:pt x="1685" y="221"/>
                </a:lnTo>
                <a:lnTo>
                  <a:pt x="1685" y="221"/>
                </a:lnTo>
                <a:lnTo>
                  <a:pt x="1685" y="204"/>
                </a:lnTo>
                <a:lnTo>
                  <a:pt x="1683" y="186"/>
                </a:lnTo>
                <a:lnTo>
                  <a:pt x="1678" y="169"/>
                </a:lnTo>
                <a:lnTo>
                  <a:pt x="1673" y="152"/>
                </a:lnTo>
                <a:lnTo>
                  <a:pt x="1666" y="136"/>
                </a:lnTo>
                <a:lnTo>
                  <a:pt x="1658" y="120"/>
                </a:lnTo>
                <a:lnTo>
                  <a:pt x="1648" y="107"/>
                </a:lnTo>
                <a:lnTo>
                  <a:pt x="1638" y="93"/>
                </a:lnTo>
                <a:lnTo>
                  <a:pt x="1625" y="81"/>
                </a:lnTo>
                <a:lnTo>
                  <a:pt x="1613" y="71"/>
                </a:lnTo>
                <a:lnTo>
                  <a:pt x="1598" y="61"/>
                </a:lnTo>
                <a:lnTo>
                  <a:pt x="1584" y="53"/>
                </a:lnTo>
                <a:lnTo>
                  <a:pt x="1568" y="47"/>
                </a:lnTo>
                <a:lnTo>
                  <a:pt x="1552" y="43"/>
                </a:lnTo>
                <a:lnTo>
                  <a:pt x="1535" y="39"/>
                </a:lnTo>
                <a:lnTo>
                  <a:pt x="1517" y="38"/>
                </a:lnTo>
                <a:lnTo>
                  <a:pt x="1517" y="38"/>
                </a:lnTo>
                <a:lnTo>
                  <a:pt x="1499" y="39"/>
                </a:lnTo>
                <a:lnTo>
                  <a:pt x="1485" y="43"/>
                </a:lnTo>
                <a:lnTo>
                  <a:pt x="1485" y="43"/>
                </a:lnTo>
                <a:lnTo>
                  <a:pt x="1470" y="45"/>
                </a:lnTo>
                <a:lnTo>
                  <a:pt x="1457" y="49"/>
                </a:lnTo>
                <a:lnTo>
                  <a:pt x="1443" y="55"/>
                </a:lnTo>
                <a:lnTo>
                  <a:pt x="1431" y="61"/>
                </a:lnTo>
                <a:lnTo>
                  <a:pt x="1418" y="69"/>
                </a:lnTo>
                <a:lnTo>
                  <a:pt x="1407" y="78"/>
                </a:lnTo>
                <a:lnTo>
                  <a:pt x="1397" y="88"/>
                </a:lnTo>
                <a:lnTo>
                  <a:pt x="1387" y="98"/>
                </a:lnTo>
                <a:lnTo>
                  <a:pt x="1379" y="110"/>
                </a:lnTo>
                <a:lnTo>
                  <a:pt x="1371" y="123"/>
                </a:lnTo>
                <a:lnTo>
                  <a:pt x="1364" y="136"/>
                </a:lnTo>
                <a:lnTo>
                  <a:pt x="1359" y="150"/>
                </a:lnTo>
                <a:lnTo>
                  <a:pt x="1354" y="164"/>
                </a:lnTo>
                <a:lnTo>
                  <a:pt x="1351" y="179"/>
                </a:lnTo>
                <a:lnTo>
                  <a:pt x="1349" y="195"/>
                </a:lnTo>
                <a:lnTo>
                  <a:pt x="1349" y="210"/>
                </a:lnTo>
                <a:lnTo>
                  <a:pt x="1349" y="257"/>
                </a:lnTo>
                <a:lnTo>
                  <a:pt x="1349" y="257"/>
                </a:lnTo>
                <a:lnTo>
                  <a:pt x="1349" y="274"/>
                </a:lnTo>
                <a:lnTo>
                  <a:pt x="1351" y="291"/>
                </a:lnTo>
                <a:lnTo>
                  <a:pt x="1355" y="307"/>
                </a:lnTo>
                <a:lnTo>
                  <a:pt x="1360" y="323"/>
                </a:lnTo>
                <a:lnTo>
                  <a:pt x="1367" y="337"/>
                </a:lnTo>
                <a:lnTo>
                  <a:pt x="1374" y="351"/>
                </a:lnTo>
                <a:lnTo>
                  <a:pt x="1382" y="364"/>
                </a:lnTo>
                <a:lnTo>
                  <a:pt x="1392" y="376"/>
                </a:lnTo>
                <a:lnTo>
                  <a:pt x="1404" y="387"/>
                </a:lnTo>
                <a:lnTo>
                  <a:pt x="1415" y="397"/>
                </a:lnTo>
                <a:lnTo>
                  <a:pt x="1428" y="405"/>
                </a:lnTo>
                <a:lnTo>
                  <a:pt x="1442" y="413"/>
                </a:lnTo>
                <a:lnTo>
                  <a:pt x="1455" y="418"/>
                </a:lnTo>
                <a:lnTo>
                  <a:pt x="1470" y="423"/>
                </a:lnTo>
                <a:lnTo>
                  <a:pt x="1486" y="425"/>
                </a:lnTo>
                <a:lnTo>
                  <a:pt x="1502" y="426"/>
                </a:lnTo>
                <a:lnTo>
                  <a:pt x="1502" y="426"/>
                </a:lnTo>
                <a:close/>
                <a:moveTo>
                  <a:pt x="1377" y="210"/>
                </a:moveTo>
                <a:lnTo>
                  <a:pt x="1377" y="210"/>
                </a:lnTo>
                <a:lnTo>
                  <a:pt x="1378" y="198"/>
                </a:lnTo>
                <a:lnTo>
                  <a:pt x="1379" y="187"/>
                </a:lnTo>
                <a:lnTo>
                  <a:pt x="1381" y="175"/>
                </a:lnTo>
                <a:lnTo>
                  <a:pt x="1385" y="164"/>
                </a:lnTo>
                <a:lnTo>
                  <a:pt x="1388" y="153"/>
                </a:lnTo>
                <a:lnTo>
                  <a:pt x="1392" y="143"/>
                </a:lnTo>
                <a:lnTo>
                  <a:pt x="1398" y="134"/>
                </a:lnTo>
                <a:lnTo>
                  <a:pt x="1404" y="125"/>
                </a:lnTo>
                <a:lnTo>
                  <a:pt x="1457" y="125"/>
                </a:lnTo>
                <a:lnTo>
                  <a:pt x="1457" y="125"/>
                </a:lnTo>
                <a:lnTo>
                  <a:pt x="1468" y="125"/>
                </a:lnTo>
                <a:lnTo>
                  <a:pt x="1478" y="127"/>
                </a:lnTo>
                <a:lnTo>
                  <a:pt x="1487" y="130"/>
                </a:lnTo>
                <a:lnTo>
                  <a:pt x="1495" y="135"/>
                </a:lnTo>
                <a:lnTo>
                  <a:pt x="1502" y="139"/>
                </a:lnTo>
                <a:lnTo>
                  <a:pt x="1506" y="146"/>
                </a:lnTo>
                <a:lnTo>
                  <a:pt x="1511" y="153"/>
                </a:lnTo>
                <a:lnTo>
                  <a:pt x="1514" y="161"/>
                </a:lnTo>
                <a:lnTo>
                  <a:pt x="1516" y="170"/>
                </a:lnTo>
                <a:lnTo>
                  <a:pt x="1518" y="179"/>
                </a:lnTo>
                <a:lnTo>
                  <a:pt x="1521" y="198"/>
                </a:lnTo>
                <a:lnTo>
                  <a:pt x="1522" y="219"/>
                </a:lnTo>
                <a:lnTo>
                  <a:pt x="1522" y="241"/>
                </a:lnTo>
                <a:lnTo>
                  <a:pt x="1570" y="198"/>
                </a:lnTo>
                <a:lnTo>
                  <a:pt x="1570" y="295"/>
                </a:lnTo>
                <a:lnTo>
                  <a:pt x="1615" y="316"/>
                </a:lnTo>
                <a:lnTo>
                  <a:pt x="1615" y="316"/>
                </a:lnTo>
                <a:lnTo>
                  <a:pt x="1608" y="331"/>
                </a:lnTo>
                <a:lnTo>
                  <a:pt x="1599" y="344"/>
                </a:lnTo>
                <a:lnTo>
                  <a:pt x="1590" y="355"/>
                </a:lnTo>
                <a:lnTo>
                  <a:pt x="1580" y="367"/>
                </a:lnTo>
                <a:lnTo>
                  <a:pt x="1580" y="367"/>
                </a:lnTo>
                <a:lnTo>
                  <a:pt x="1571" y="373"/>
                </a:lnTo>
                <a:lnTo>
                  <a:pt x="1562" y="379"/>
                </a:lnTo>
                <a:lnTo>
                  <a:pt x="1553" y="385"/>
                </a:lnTo>
                <a:lnTo>
                  <a:pt x="1543" y="389"/>
                </a:lnTo>
                <a:lnTo>
                  <a:pt x="1534" y="392"/>
                </a:lnTo>
                <a:lnTo>
                  <a:pt x="1523" y="395"/>
                </a:lnTo>
                <a:lnTo>
                  <a:pt x="1513" y="397"/>
                </a:lnTo>
                <a:lnTo>
                  <a:pt x="1502" y="397"/>
                </a:lnTo>
                <a:lnTo>
                  <a:pt x="1502" y="397"/>
                </a:lnTo>
                <a:lnTo>
                  <a:pt x="1489" y="396"/>
                </a:lnTo>
                <a:lnTo>
                  <a:pt x="1477" y="395"/>
                </a:lnTo>
                <a:lnTo>
                  <a:pt x="1466" y="391"/>
                </a:lnTo>
                <a:lnTo>
                  <a:pt x="1454" y="387"/>
                </a:lnTo>
                <a:lnTo>
                  <a:pt x="1443" y="380"/>
                </a:lnTo>
                <a:lnTo>
                  <a:pt x="1433" y="373"/>
                </a:lnTo>
                <a:lnTo>
                  <a:pt x="1423" y="365"/>
                </a:lnTo>
                <a:lnTo>
                  <a:pt x="1414" y="356"/>
                </a:lnTo>
                <a:lnTo>
                  <a:pt x="1406" y="346"/>
                </a:lnTo>
                <a:lnTo>
                  <a:pt x="1399" y="336"/>
                </a:lnTo>
                <a:lnTo>
                  <a:pt x="1392" y="325"/>
                </a:lnTo>
                <a:lnTo>
                  <a:pt x="1387" y="313"/>
                </a:lnTo>
                <a:lnTo>
                  <a:pt x="1382" y="299"/>
                </a:lnTo>
                <a:lnTo>
                  <a:pt x="1380" y="286"/>
                </a:lnTo>
                <a:lnTo>
                  <a:pt x="1378" y="272"/>
                </a:lnTo>
                <a:lnTo>
                  <a:pt x="1377" y="257"/>
                </a:lnTo>
                <a:lnTo>
                  <a:pt x="1377" y="210"/>
                </a:lnTo>
                <a:close/>
                <a:moveTo>
                  <a:pt x="1407" y="741"/>
                </a:moveTo>
                <a:lnTo>
                  <a:pt x="1325" y="846"/>
                </a:lnTo>
                <a:lnTo>
                  <a:pt x="1187" y="846"/>
                </a:lnTo>
                <a:lnTo>
                  <a:pt x="1187" y="1061"/>
                </a:lnTo>
                <a:lnTo>
                  <a:pt x="1426" y="1061"/>
                </a:lnTo>
                <a:lnTo>
                  <a:pt x="1407" y="741"/>
                </a:lnTo>
                <a:close/>
                <a:moveTo>
                  <a:pt x="1259" y="1018"/>
                </a:moveTo>
                <a:lnTo>
                  <a:pt x="1259" y="1018"/>
                </a:lnTo>
                <a:lnTo>
                  <a:pt x="1254" y="1018"/>
                </a:lnTo>
                <a:lnTo>
                  <a:pt x="1250" y="1016"/>
                </a:lnTo>
                <a:lnTo>
                  <a:pt x="1246" y="1014"/>
                </a:lnTo>
                <a:lnTo>
                  <a:pt x="1243" y="1012"/>
                </a:lnTo>
                <a:lnTo>
                  <a:pt x="1241" y="1009"/>
                </a:lnTo>
                <a:lnTo>
                  <a:pt x="1238" y="1004"/>
                </a:lnTo>
                <a:lnTo>
                  <a:pt x="1237" y="1001"/>
                </a:lnTo>
                <a:lnTo>
                  <a:pt x="1236" y="996"/>
                </a:lnTo>
                <a:lnTo>
                  <a:pt x="1236" y="996"/>
                </a:lnTo>
                <a:lnTo>
                  <a:pt x="1237" y="992"/>
                </a:lnTo>
                <a:lnTo>
                  <a:pt x="1238" y="987"/>
                </a:lnTo>
                <a:lnTo>
                  <a:pt x="1241" y="984"/>
                </a:lnTo>
                <a:lnTo>
                  <a:pt x="1243" y="980"/>
                </a:lnTo>
                <a:lnTo>
                  <a:pt x="1246" y="978"/>
                </a:lnTo>
                <a:lnTo>
                  <a:pt x="1250" y="976"/>
                </a:lnTo>
                <a:lnTo>
                  <a:pt x="1254" y="975"/>
                </a:lnTo>
                <a:lnTo>
                  <a:pt x="1259" y="975"/>
                </a:lnTo>
                <a:lnTo>
                  <a:pt x="1259" y="975"/>
                </a:lnTo>
                <a:lnTo>
                  <a:pt x="1262" y="975"/>
                </a:lnTo>
                <a:lnTo>
                  <a:pt x="1266" y="976"/>
                </a:lnTo>
                <a:lnTo>
                  <a:pt x="1270" y="978"/>
                </a:lnTo>
                <a:lnTo>
                  <a:pt x="1273" y="980"/>
                </a:lnTo>
                <a:lnTo>
                  <a:pt x="1277" y="984"/>
                </a:lnTo>
                <a:lnTo>
                  <a:pt x="1278" y="987"/>
                </a:lnTo>
                <a:lnTo>
                  <a:pt x="1279" y="992"/>
                </a:lnTo>
                <a:lnTo>
                  <a:pt x="1280" y="996"/>
                </a:lnTo>
                <a:lnTo>
                  <a:pt x="1280" y="996"/>
                </a:lnTo>
                <a:lnTo>
                  <a:pt x="1279" y="1001"/>
                </a:lnTo>
                <a:lnTo>
                  <a:pt x="1278" y="1004"/>
                </a:lnTo>
                <a:lnTo>
                  <a:pt x="1277" y="1009"/>
                </a:lnTo>
                <a:lnTo>
                  <a:pt x="1273" y="1012"/>
                </a:lnTo>
                <a:lnTo>
                  <a:pt x="1270" y="1014"/>
                </a:lnTo>
                <a:lnTo>
                  <a:pt x="1266" y="1016"/>
                </a:lnTo>
                <a:lnTo>
                  <a:pt x="1262" y="1018"/>
                </a:lnTo>
                <a:lnTo>
                  <a:pt x="1259" y="1018"/>
                </a:lnTo>
                <a:lnTo>
                  <a:pt x="1259" y="1018"/>
                </a:lnTo>
                <a:close/>
                <a:moveTo>
                  <a:pt x="1825" y="1980"/>
                </a:moveTo>
                <a:lnTo>
                  <a:pt x="1939" y="2550"/>
                </a:lnTo>
                <a:lnTo>
                  <a:pt x="2146" y="2550"/>
                </a:lnTo>
                <a:lnTo>
                  <a:pt x="2094" y="1980"/>
                </a:lnTo>
                <a:lnTo>
                  <a:pt x="1825" y="1980"/>
                </a:lnTo>
                <a:close/>
                <a:moveTo>
                  <a:pt x="2011" y="1445"/>
                </a:moveTo>
                <a:lnTo>
                  <a:pt x="2036" y="1339"/>
                </a:lnTo>
                <a:lnTo>
                  <a:pt x="1735" y="486"/>
                </a:lnTo>
                <a:lnTo>
                  <a:pt x="1735" y="486"/>
                </a:lnTo>
                <a:lnTo>
                  <a:pt x="1731" y="473"/>
                </a:lnTo>
                <a:lnTo>
                  <a:pt x="1726" y="463"/>
                </a:lnTo>
                <a:lnTo>
                  <a:pt x="1720" y="454"/>
                </a:lnTo>
                <a:lnTo>
                  <a:pt x="1714" y="446"/>
                </a:lnTo>
                <a:lnTo>
                  <a:pt x="1707" y="440"/>
                </a:lnTo>
                <a:lnTo>
                  <a:pt x="1701" y="435"/>
                </a:lnTo>
                <a:lnTo>
                  <a:pt x="1693" y="431"/>
                </a:lnTo>
                <a:lnTo>
                  <a:pt x="1684" y="428"/>
                </a:lnTo>
                <a:lnTo>
                  <a:pt x="1676" y="427"/>
                </a:lnTo>
                <a:lnTo>
                  <a:pt x="1666" y="426"/>
                </a:lnTo>
                <a:lnTo>
                  <a:pt x="1657" y="427"/>
                </a:lnTo>
                <a:lnTo>
                  <a:pt x="1647" y="429"/>
                </a:lnTo>
                <a:lnTo>
                  <a:pt x="1635" y="432"/>
                </a:lnTo>
                <a:lnTo>
                  <a:pt x="1625" y="436"/>
                </a:lnTo>
                <a:lnTo>
                  <a:pt x="1602" y="445"/>
                </a:lnTo>
                <a:lnTo>
                  <a:pt x="1490" y="516"/>
                </a:lnTo>
                <a:lnTo>
                  <a:pt x="1490" y="516"/>
                </a:lnTo>
                <a:lnTo>
                  <a:pt x="1484" y="521"/>
                </a:lnTo>
                <a:lnTo>
                  <a:pt x="1478" y="526"/>
                </a:lnTo>
                <a:lnTo>
                  <a:pt x="1466" y="539"/>
                </a:lnTo>
                <a:lnTo>
                  <a:pt x="1455" y="553"/>
                </a:lnTo>
                <a:lnTo>
                  <a:pt x="1445" y="570"/>
                </a:lnTo>
                <a:lnTo>
                  <a:pt x="1437" y="589"/>
                </a:lnTo>
                <a:lnTo>
                  <a:pt x="1432" y="608"/>
                </a:lnTo>
                <a:lnTo>
                  <a:pt x="1430" y="617"/>
                </a:lnTo>
                <a:lnTo>
                  <a:pt x="1428" y="627"/>
                </a:lnTo>
                <a:lnTo>
                  <a:pt x="1428" y="638"/>
                </a:lnTo>
                <a:lnTo>
                  <a:pt x="1428" y="648"/>
                </a:lnTo>
                <a:lnTo>
                  <a:pt x="1479" y="1437"/>
                </a:lnTo>
                <a:lnTo>
                  <a:pt x="1394" y="2550"/>
                </a:lnTo>
                <a:lnTo>
                  <a:pt x="1594" y="2550"/>
                </a:lnTo>
                <a:lnTo>
                  <a:pt x="1710" y="1980"/>
                </a:lnTo>
                <a:lnTo>
                  <a:pt x="1637" y="1980"/>
                </a:lnTo>
                <a:lnTo>
                  <a:pt x="1637" y="1421"/>
                </a:lnTo>
                <a:lnTo>
                  <a:pt x="1852" y="1421"/>
                </a:lnTo>
                <a:lnTo>
                  <a:pt x="1828" y="1345"/>
                </a:lnTo>
                <a:lnTo>
                  <a:pt x="1766" y="1356"/>
                </a:lnTo>
                <a:lnTo>
                  <a:pt x="1597" y="778"/>
                </a:lnTo>
                <a:lnTo>
                  <a:pt x="1625" y="770"/>
                </a:lnTo>
                <a:lnTo>
                  <a:pt x="1786" y="1323"/>
                </a:lnTo>
                <a:lnTo>
                  <a:pt x="1848" y="1311"/>
                </a:lnTo>
                <a:lnTo>
                  <a:pt x="1893" y="1450"/>
                </a:lnTo>
                <a:lnTo>
                  <a:pt x="1665" y="1450"/>
                </a:lnTo>
                <a:lnTo>
                  <a:pt x="1666" y="1951"/>
                </a:lnTo>
                <a:lnTo>
                  <a:pt x="2290" y="1951"/>
                </a:lnTo>
                <a:lnTo>
                  <a:pt x="2290" y="1445"/>
                </a:lnTo>
                <a:lnTo>
                  <a:pt x="2011" y="1445"/>
                </a:lnTo>
                <a:close/>
                <a:moveTo>
                  <a:pt x="840" y="1067"/>
                </a:moveTo>
                <a:lnTo>
                  <a:pt x="840" y="858"/>
                </a:lnTo>
                <a:lnTo>
                  <a:pt x="608" y="858"/>
                </a:lnTo>
                <a:lnTo>
                  <a:pt x="612" y="744"/>
                </a:lnTo>
                <a:lnTo>
                  <a:pt x="612" y="744"/>
                </a:lnTo>
                <a:lnTo>
                  <a:pt x="612" y="702"/>
                </a:lnTo>
                <a:lnTo>
                  <a:pt x="611" y="663"/>
                </a:lnTo>
                <a:lnTo>
                  <a:pt x="610" y="646"/>
                </a:lnTo>
                <a:lnTo>
                  <a:pt x="607" y="631"/>
                </a:lnTo>
                <a:lnTo>
                  <a:pt x="605" y="616"/>
                </a:lnTo>
                <a:lnTo>
                  <a:pt x="602" y="603"/>
                </a:lnTo>
                <a:lnTo>
                  <a:pt x="597" y="590"/>
                </a:lnTo>
                <a:lnTo>
                  <a:pt x="593" y="578"/>
                </a:lnTo>
                <a:lnTo>
                  <a:pt x="587" y="567"/>
                </a:lnTo>
                <a:lnTo>
                  <a:pt x="580" y="555"/>
                </a:lnTo>
                <a:lnTo>
                  <a:pt x="574" y="545"/>
                </a:lnTo>
                <a:lnTo>
                  <a:pt x="565" y="535"/>
                </a:lnTo>
                <a:lnTo>
                  <a:pt x="556" y="525"/>
                </a:lnTo>
                <a:lnTo>
                  <a:pt x="544" y="515"/>
                </a:lnTo>
                <a:lnTo>
                  <a:pt x="452" y="435"/>
                </a:lnTo>
                <a:lnTo>
                  <a:pt x="452" y="435"/>
                </a:lnTo>
                <a:lnTo>
                  <a:pt x="443" y="427"/>
                </a:lnTo>
                <a:lnTo>
                  <a:pt x="435" y="422"/>
                </a:lnTo>
                <a:lnTo>
                  <a:pt x="426" y="416"/>
                </a:lnTo>
                <a:lnTo>
                  <a:pt x="418" y="412"/>
                </a:lnTo>
                <a:lnTo>
                  <a:pt x="409" y="408"/>
                </a:lnTo>
                <a:lnTo>
                  <a:pt x="402" y="406"/>
                </a:lnTo>
                <a:lnTo>
                  <a:pt x="394" y="404"/>
                </a:lnTo>
                <a:lnTo>
                  <a:pt x="386" y="403"/>
                </a:lnTo>
                <a:lnTo>
                  <a:pt x="378" y="401"/>
                </a:lnTo>
                <a:lnTo>
                  <a:pt x="370" y="401"/>
                </a:lnTo>
                <a:lnTo>
                  <a:pt x="355" y="404"/>
                </a:lnTo>
                <a:lnTo>
                  <a:pt x="341" y="408"/>
                </a:lnTo>
                <a:lnTo>
                  <a:pt x="327" y="415"/>
                </a:lnTo>
                <a:lnTo>
                  <a:pt x="315" y="423"/>
                </a:lnTo>
                <a:lnTo>
                  <a:pt x="305" y="433"/>
                </a:lnTo>
                <a:lnTo>
                  <a:pt x="295" y="445"/>
                </a:lnTo>
                <a:lnTo>
                  <a:pt x="286" y="458"/>
                </a:lnTo>
                <a:lnTo>
                  <a:pt x="279" y="472"/>
                </a:lnTo>
                <a:lnTo>
                  <a:pt x="273" y="487"/>
                </a:lnTo>
                <a:lnTo>
                  <a:pt x="270" y="503"/>
                </a:lnTo>
                <a:lnTo>
                  <a:pt x="268" y="518"/>
                </a:lnTo>
                <a:lnTo>
                  <a:pt x="223" y="1152"/>
                </a:lnTo>
                <a:lnTo>
                  <a:pt x="0" y="2014"/>
                </a:lnTo>
                <a:lnTo>
                  <a:pt x="114" y="2014"/>
                </a:lnTo>
                <a:lnTo>
                  <a:pt x="38" y="2550"/>
                </a:lnTo>
                <a:lnTo>
                  <a:pt x="97" y="2550"/>
                </a:lnTo>
                <a:lnTo>
                  <a:pt x="172" y="2014"/>
                </a:lnTo>
                <a:lnTo>
                  <a:pt x="350" y="2014"/>
                </a:lnTo>
                <a:lnTo>
                  <a:pt x="235" y="2550"/>
                </a:lnTo>
                <a:lnTo>
                  <a:pt x="263" y="2550"/>
                </a:lnTo>
                <a:lnTo>
                  <a:pt x="366" y="2074"/>
                </a:lnTo>
                <a:lnTo>
                  <a:pt x="451" y="2550"/>
                </a:lnTo>
                <a:lnTo>
                  <a:pt x="481" y="2550"/>
                </a:lnTo>
                <a:lnTo>
                  <a:pt x="385" y="2014"/>
                </a:lnTo>
                <a:lnTo>
                  <a:pt x="564" y="2014"/>
                </a:lnTo>
                <a:lnTo>
                  <a:pt x="614" y="2550"/>
                </a:lnTo>
                <a:lnTo>
                  <a:pt x="673" y="2550"/>
                </a:lnTo>
                <a:lnTo>
                  <a:pt x="622" y="2014"/>
                </a:lnTo>
                <a:lnTo>
                  <a:pt x="730" y="2014"/>
                </a:lnTo>
                <a:lnTo>
                  <a:pt x="601" y="1149"/>
                </a:lnTo>
                <a:lnTo>
                  <a:pt x="603" y="1067"/>
                </a:lnTo>
                <a:lnTo>
                  <a:pt x="840" y="1067"/>
                </a:lnTo>
                <a:close/>
                <a:moveTo>
                  <a:pt x="460" y="1037"/>
                </a:moveTo>
                <a:lnTo>
                  <a:pt x="460" y="1037"/>
                </a:lnTo>
                <a:lnTo>
                  <a:pt x="444" y="1036"/>
                </a:lnTo>
                <a:lnTo>
                  <a:pt x="431" y="1034"/>
                </a:lnTo>
                <a:lnTo>
                  <a:pt x="418" y="1032"/>
                </a:lnTo>
                <a:lnTo>
                  <a:pt x="409" y="1029"/>
                </a:lnTo>
                <a:lnTo>
                  <a:pt x="405" y="1025"/>
                </a:lnTo>
                <a:lnTo>
                  <a:pt x="402" y="1022"/>
                </a:lnTo>
                <a:lnTo>
                  <a:pt x="398" y="1019"/>
                </a:lnTo>
                <a:lnTo>
                  <a:pt x="396" y="1014"/>
                </a:lnTo>
                <a:lnTo>
                  <a:pt x="394" y="1009"/>
                </a:lnTo>
                <a:lnTo>
                  <a:pt x="393" y="1003"/>
                </a:lnTo>
                <a:lnTo>
                  <a:pt x="391" y="988"/>
                </a:lnTo>
                <a:lnTo>
                  <a:pt x="381" y="703"/>
                </a:lnTo>
                <a:lnTo>
                  <a:pt x="352" y="703"/>
                </a:lnTo>
                <a:lnTo>
                  <a:pt x="362" y="988"/>
                </a:lnTo>
                <a:lnTo>
                  <a:pt x="362" y="988"/>
                </a:lnTo>
                <a:lnTo>
                  <a:pt x="363" y="1000"/>
                </a:lnTo>
                <a:lnTo>
                  <a:pt x="364" y="1010"/>
                </a:lnTo>
                <a:lnTo>
                  <a:pt x="367" y="1019"/>
                </a:lnTo>
                <a:lnTo>
                  <a:pt x="370" y="1027"/>
                </a:lnTo>
                <a:lnTo>
                  <a:pt x="373" y="1034"/>
                </a:lnTo>
                <a:lnTo>
                  <a:pt x="378" y="1040"/>
                </a:lnTo>
                <a:lnTo>
                  <a:pt x="384" y="1046"/>
                </a:lnTo>
                <a:lnTo>
                  <a:pt x="389" y="1051"/>
                </a:lnTo>
                <a:lnTo>
                  <a:pt x="396" y="1055"/>
                </a:lnTo>
                <a:lnTo>
                  <a:pt x="403" y="1058"/>
                </a:lnTo>
                <a:lnTo>
                  <a:pt x="411" y="1061"/>
                </a:lnTo>
                <a:lnTo>
                  <a:pt x="418" y="1064"/>
                </a:lnTo>
                <a:lnTo>
                  <a:pt x="438" y="1067"/>
                </a:lnTo>
                <a:lnTo>
                  <a:pt x="458" y="1067"/>
                </a:lnTo>
                <a:lnTo>
                  <a:pt x="546" y="1067"/>
                </a:lnTo>
                <a:lnTo>
                  <a:pt x="543" y="1139"/>
                </a:lnTo>
                <a:lnTo>
                  <a:pt x="282" y="1139"/>
                </a:lnTo>
                <a:lnTo>
                  <a:pt x="325" y="522"/>
                </a:lnTo>
                <a:lnTo>
                  <a:pt x="325" y="522"/>
                </a:lnTo>
                <a:lnTo>
                  <a:pt x="326" y="512"/>
                </a:lnTo>
                <a:lnTo>
                  <a:pt x="328" y="503"/>
                </a:lnTo>
                <a:lnTo>
                  <a:pt x="332" y="494"/>
                </a:lnTo>
                <a:lnTo>
                  <a:pt x="335" y="487"/>
                </a:lnTo>
                <a:lnTo>
                  <a:pt x="339" y="480"/>
                </a:lnTo>
                <a:lnTo>
                  <a:pt x="344" y="473"/>
                </a:lnTo>
                <a:lnTo>
                  <a:pt x="350" y="469"/>
                </a:lnTo>
                <a:lnTo>
                  <a:pt x="355" y="465"/>
                </a:lnTo>
                <a:lnTo>
                  <a:pt x="362" y="463"/>
                </a:lnTo>
                <a:lnTo>
                  <a:pt x="369" y="461"/>
                </a:lnTo>
                <a:lnTo>
                  <a:pt x="376" y="461"/>
                </a:lnTo>
                <a:lnTo>
                  <a:pt x="384" y="462"/>
                </a:lnTo>
                <a:lnTo>
                  <a:pt x="391" y="464"/>
                </a:lnTo>
                <a:lnTo>
                  <a:pt x="399" y="468"/>
                </a:lnTo>
                <a:lnTo>
                  <a:pt x="407" y="473"/>
                </a:lnTo>
                <a:lnTo>
                  <a:pt x="415" y="479"/>
                </a:lnTo>
                <a:lnTo>
                  <a:pt x="507" y="559"/>
                </a:lnTo>
                <a:lnTo>
                  <a:pt x="507" y="559"/>
                </a:lnTo>
                <a:lnTo>
                  <a:pt x="515" y="566"/>
                </a:lnTo>
                <a:lnTo>
                  <a:pt x="522" y="573"/>
                </a:lnTo>
                <a:lnTo>
                  <a:pt x="529" y="581"/>
                </a:lnTo>
                <a:lnTo>
                  <a:pt x="533" y="589"/>
                </a:lnTo>
                <a:lnTo>
                  <a:pt x="538" y="598"/>
                </a:lnTo>
                <a:lnTo>
                  <a:pt x="542" y="607"/>
                </a:lnTo>
                <a:lnTo>
                  <a:pt x="546" y="616"/>
                </a:lnTo>
                <a:lnTo>
                  <a:pt x="548" y="626"/>
                </a:lnTo>
                <a:lnTo>
                  <a:pt x="552" y="650"/>
                </a:lnTo>
                <a:lnTo>
                  <a:pt x="555" y="677"/>
                </a:lnTo>
                <a:lnTo>
                  <a:pt x="555" y="707"/>
                </a:lnTo>
                <a:lnTo>
                  <a:pt x="555" y="742"/>
                </a:lnTo>
                <a:lnTo>
                  <a:pt x="551" y="862"/>
                </a:lnTo>
                <a:lnTo>
                  <a:pt x="551" y="862"/>
                </a:lnTo>
                <a:lnTo>
                  <a:pt x="565" y="877"/>
                </a:lnTo>
                <a:lnTo>
                  <a:pt x="570" y="884"/>
                </a:lnTo>
                <a:lnTo>
                  <a:pt x="809" y="884"/>
                </a:lnTo>
                <a:lnTo>
                  <a:pt x="809" y="1037"/>
                </a:lnTo>
                <a:lnTo>
                  <a:pt x="460" y="1037"/>
                </a:lnTo>
                <a:close/>
                <a:moveTo>
                  <a:pt x="404" y="381"/>
                </a:moveTo>
                <a:lnTo>
                  <a:pt x="404" y="381"/>
                </a:lnTo>
                <a:lnTo>
                  <a:pt x="422" y="376"/>
                </a:lnTo>
                <a:lnTo>
                  <a:pt x="422" y="376"/>
                </a:lnTo>
                <a:lnTo>
                  <a:pt x="432" y="385"/>
                </a:lnTo>
                <a:lnTo>
                  <a:pt x="442" y="392"/>
                </a:lnTo>
                <a:lnTo>
                  <a:pt x="452" y="399"/>
                </a:lnTo>
                <a:lnTo>
                  <a:pt x="465" y="405"/>
                </a:lnTo>
                <a:lnTo>
                  <a:pt x="476" y="409"/>
                </a:lnTo>
                <a:lnTo>
                  <a:pt x="488" y="413"/>
                </a:lnTo>
                <a:lnTo>
                  <a:pt x="502" y="415"/>
                </a:lnTo>
                <a:lnTo>
                  <a:pt x="515" y="415"/>
                </a:lnTo>
                <a:lnTo>
                  <a:pt x="515" y="415"/>
                </a:lnTo>
                <a:lnTo>
                  <a:pt x="530" y="415"/>
                </a:lnTo>
                <a:lnTo>
                  <a:pt x="543" y="413"/>
                </a:lnTo>
                <a:lnTo>
                  <a:pt x="557" y="408"/>
                </a:lnTo>
                <a:lnTo>
                  <a:pt x="570" y="403"/>
                </a:lnTo>
                <a:lnTo>
                  <a:pt x="583" y="397"/>
                </a:lnTo>
                <a:lnTo>
                  <a:pt x="594" y="389"/>
                </a:lnTo>
                <a:lnTo>
                  <a:pt x="604" y="380"/>
                </a:lnTo>
                <a:lnTo>
                  <a:pt x="614" y="370"/>
                </a:lnTo>
                <a:lnTo>
                  <a:pt x="623" y="359"/>
                </a:lnTo>
                <a:lnTo>
                  <a:pt x="631" y="347"/>
                </a:lnTo>
                <a:lnTo>
                  <a:pt x="639" y="334"/>
                </a:lnTo>
                <a:lnTo>
                  <a:pt x="644" y="322"/>
                </a:lnTo>
                <a:lnTo>
                  <a:pt x="649" y="307"/>
                </a:lnTo>
                <a:lnTo>
                  <a:pt x="652" y="292"/>
                </a:lnTo>
                <a:lnTo>
                  <a:pt x="655" y="278"/>
                </a:lnTo>
                <a:lnTo>
                  <a:pt x="656" y="262"/>
                </a:lnTo>
                <a:lnTo>
                  <a:pt x="656" y="228"/>
                </a:lnTo>
                <a:lnTo>
                  <a:pt x="656" y="228"/>
                </a:lnTo>
                <a:lnTo>
                  <a:pt x="655" y="218"/>
                </a:lnTo>
                <a:lnTo>
                  <a:pt x="653" y="207"/>
                </a:lnTo>
                <a:lnTo>
                  <a:pt x="652" y="197"/>
                </a:lnTo>
                <a:lnTo>
                  <a:pt x="649" y="187"/>
                </a:lnTo>
                <a:lnTo>
                  <a:pt x="658" y="154"/>
                </a:lnTo>
                <a:lnTo>
                  <a:pt x="658" y="154"/>
                </a:lnTo>
                <a:lnTo>
                  <a:pt x="659" y="145"/>
                </a:lnTo>
                <a:lnTo>
                  <a:pt x="659" y="136"/>
                </a:lnTo>
                <a:lnTo>
                  <a:pt x="659" y="127"/>
                </a:lnTo>
                <a:lnTo>
                  <a:pt x="658" y="117"/>
                </a:lnTo>
                <a:lnTo>
                  <a:pt x="656" y="108"/>
                </a:lnTo>
                <a:lnTo>
                  <a:pt x="651" y="99"/>
                </a:lnTo>
                <a:lnTo>
                  <a:pt x="647" y="90"/>
                </a:lnTo>
                <a:lnTo>
                  <a:pt x="639" y="83"/>
                </a:lnTo>
                <a:lnTo>
                  <a:pt x="639" y="83"/>
                </a:lnTo>
                <a:lnTo>
                  <a:pt x="619" y="65"/>
                </a:lnTo>
                <a:lnTo>
                  <a:pt x="599" y="51"/>
                </a:lnTo>
                <a:lnTo>
                  <a:pt x="599" y="51"/>
                </a:lnTo>
                <a:lnTo>
                  <a:pt x="569" y="31"/>
                </a:lnTo>
                <a:lnTo>
                  <a:pt x="555" y="22"/>
                </a:lnTo>
                <a:lnTo>
                  <a:pt x="540" y="16"/>
                </a:lnTo>
                <a:lnTo>
                  <a:pt x="526" y="10"/>
                </a:lnTo>
                <a:lnTo>
                  <a:pt x="512" y="6"/>
                </a:lnTo>
                <a:lnTo>
                  <a:pt x="498" y="2"/>
                </a:lnTo>
                <a:lnTo>
                  <a:pt x="485" y="0"/>
                </a:lnTo>
                <a:lnTo>
                  <a:pt x="470" y="0"/>
                </a:lnTo>
                <a:lnTo>
                  <a:pt x="456" y="2"/>
                </a:lnTo>
                <a:lnTo>
                  <a:pt x="440" y="6"/>
                </a:lnTo>
                <a:lnTo>
                  <a:pt x="424" y="10"/>
                </a:lnTo>
                <a:lnTo>
                  <a:pt x="407" y="18"/>
                </a:lnTo>
                <a:lnTo>
                  <a:pt x="389" y="27"/>
                </a:lnTo>
                <a:lnTo>
                  <a:pt x="371" y="38"/>
                </a:lnTo>
                <a:lnTo>
                  <a:pt x="351" y="53"/>
                </a:lnTo>
                <a:lnTo>
                  <a:pt x="351" y="53"/>
                </a:lnTo>
                <a:lnTo>
                  <a:pt x="342" y="60"/>
                </a:lnTo>
                <a:lnTo>
                  <a:pt x="333" y="67"/>
                </a:lnTo>
                <a:lnTo>
                  <a:pt x="325" y="76"/>
                </a:lnTo>
                <a:lnTo>
                  <a:pt x="317" y="85"/>
                </a:lnTo>
                <a:lnTo>
                  <a:pt x="310" y="94"/>
                </a:lnTo>
                <a:lnTo>
                  <a:pt x="304" y="105"/>
                </a:lnTo>
                <a:lnTo>
                  <a:pt x="297" y="116"/>
                </a:lnTo>
                <a:lnTo>
                  <a:pt x="291" y="127"/>
                </a:lnTo>
                <a:lnTo>
                  <a:pt x="287" y="138"/>
                </a:lnTo>
                <a:lnTo>
                  <a:pt x="282" y="150"/>
                </a:lnTo>
                <a:lnTo>
                  <a:pt x="279" y="162"/>
                </a:lnTo>
                <a:lnTo>
                  <a:pt x="276" y="173"/>
                </a:lnTo>
                <a:lnTo>
                  <a:pt x="273" y="186"/>
                </a:lnTo>
                <a:lnTo>
                  <a:pt x="271" y="198"/>
                </a:lnTo>
                <a:lnTo>
                  <a:pt x="271" y="210"/>
                </a:lnTo>
                <a:lnTo>
                  <a:pt x="271" y="224"/>
                </a:lnTo>
                <a:lnTo>
                  <a:pt x="272" y="236"/>
                </a:lnTo>
                <a:lnTo>
                  <a:pt x="273" y="248"/>
                </a:lnTo>
                <a:lnTo>
                  <a:pt x="277" y="260"/>
                </a:lnTo>
                <a:lnTo>
                  <a:pt x="280" y="272"/>
                </a:lnTo>
                <a:lnTo>
                  <a:pt x="285" y="283"/>
                </a:lnTo>
                <a:lnTo>
                  <a:pt x="290" y="295"/>
                </a:lnTo>
                <a:lnTo>
                  <a:pt x="296" y="306"/>
                </a:lnTo>
                <a:lnTo>
                  <a:pt x="304" y="317"/>
                </a:lnTo>
                <a:lnTo>
                  <a:pt x="313" y="327"/>
                </a:lnTo>
                <a:lnTo>
                  <a:pt x="322" y="336"/>
                </a:lnTo>
                <a:lnTo>
                  <a:pt x="333" y="346"/>
                </a:lnTo>
                <a:lnTo>
                  <a:pt x="344" y="354"/>
                </a:lnTo>
                <a:lnTo>
                  <a:pt x="358" y="362"/>
                </a:lnTo>
                <a:lnTo>
                  <a:pt x="371" y="370"/>
                </a:lnTo>
                <a:lnTo>
                  <a:pt x="387" y="376"/>
                </a:lnTo>
                <a:lnTo>
                  <a:pt x="404" y="381"/>
                </a:lnTo>
                <a:lnTo>
                  <a:pt x="404" y="381"/>
                </a:lnTo>
                <a:close/>
                <a:moveTo>
                  <a:pt x="506" y="175"/>
                </a:moveTo>
                <a:lnTo>
                  <a:pt x="506" y="175"/>
                </a:lnTo>
                <a:lnTo>
                  <a:pt x="522" y="163"/>
                </a:lnTo>
                <a:lnTo>
                  <a:pt x="535" y="153"/>
                </a:lnTo>
                <a:lnTo>
                  <a:pt x="548" y="145"/>
                </a:lnTo>
                <a:lnTo>
                  <a:pt x="559" y="138"/>
                </a:lnTo>
                <a:lnTo>
                  <a:pt x="574" y="130"/>
                </a:lnTo>
                <a:lnTo>
                  <a:pt x="580" y="128"/>
                </a:lnTo>
                <a:lnTo>
                  <a:pt x="580" y="128"/>
                </a:lnTo>
                <a:lnTo>
                  <a:pt x="589" y="137"/>
                </a:lnTo>
                <a:lnTo>
                  <a:pt x="598" y="147"/>
                </a:lnTo>
                <a:lnTo>
                  <a:pt x="607" y="159"/>
                </a:lnTo>
                <a:lnTo>
                  <a:pt x="614" y="171"/>
                </a:lnTo>
                <a:lnTo>
                  <a:pt x="619" y="184"/>
                </a:lnTo>
                <a:lnTo>
                  <a:pt x="623" y="199"/>
                </a:lnTo>
                <a:lnTo>
                  <a:pt x="625" y="214"/>
                </a:lnTo>
                <a:lnTo>
                  <a:pt x="626" y="228"/>
                </a:lnTo>
                <a:lnTo>
                  <a:pt x="626" y="262"/>
                </a:lnTo>
                <a:lnTo>
                  <a:pt x="626" y="262"/>
                </a:lnTo>
                <a:lnTo>
                  <a:pt x="625" y="274"/>
                </a:lnTo>
                <a:lnTo>
                  <a:pt x="624" y="287"/>
                </a:lnTo>
                <a:lnTo>
                  <a:pt x="621" y="299"/>
                </a:lnTo>
                <a:lnTo>
                  <a:pt x="617" y="310"/>
                </a:lnTo>
                <a:lnTo>
                  <a:pt x="613" y="322"/>
                </a:lnTo>
                <a:lnTo>
                  <a:pt x="607" y="332"/>
                </a:lnTo>
                <a:lnTo>
                  <a:pt x="601" y="342"/>
                </a:lnTo>
                <a:lnTo>
                  <a:pt x="593" y="350"/>
                </a:lnTo>
                <a:lnTo>
                  <a:pt x="585" y="359"/>
                </a:lnTo>
                <a:lnTo>
                  <a:pt x="577" y="365"/>
                </a:lnTo>
                <a:lnTo>
                  <a:pt x="567" y="371"/>
                </a:lnTo>
                <a:lnTo>
                  <a:pt x="558" y="377"/>
                </a:lnTo>
                <a:lnTo>
                  <a:pt x="548" y="381"/>
                </a:lnTo>
                <a:lnTo>
                  <a:pt x="537" y="385"/>
                </a:lnTo>
                <a:lnTo>
                  <a:pt x="526" y="386"/>
                </a:lnTo>
                <a:lnTo>
                  <a:pt x="515" y="387"/>
                </a:lnTo>
                <a:lnTo>
                  <a:pt x="515" y="387"/>
                </a:lnTo>
                <a:lnTo>
                  <a:pt x="506" y="386"/>
                </a:lnTo>
                <a:lnTo>
                  <a:pt x="498" y="385"/>
                </a:lnTo>
                <a:lnTo>
                  <a:pt x="489" y="383"/>
                </a:lnTo>
                <a:lnTo>
                  <a:pt x="481" y="381"/>
                </a:lnTo>
                <a:lnTo>
                  <a:pt x="467" y="373"/>
                </a:lnTo>
                <a:lnTo>
                  <a:pt x="452" y="364"/>
                </a:lnTo>
                <a:lnTo>
                  <a:pt x="452" y="364"/>
                </a:lnTo>
                <a:lnTo>
                  <a:pt x="472" y="358"/>
                </a:lnTo>
                <a:lnTo>
                  <a:pt x="483" y="354"/>
                </a:lnTo>
                <a:lnTo>
                  <a:pt x="495" y="352"/>
                </a:lnTo>
                <a:lnTo>
                  <a:pt x="495" y="352"/>
                </a:lnTo>
                <a:lnTo>
                  <a:pt x="484" y="341"/>
                </a:lnTo>
                <a:lnTo>
                  <a:pt x="469" y="327"/>
                </a:lnTo>
                <a:lnTo>
                  <a:pt x="461" y="319"/>
                </a:lnTo>
                <a:lnTo>
                  <a:pt x="454" y="310"/>
                </a:lnTo>
                <a:lnTo>
                  <a:pt x="448" y="301"/>
                </a:lnTo>
                <a:lnTo>
                  <a:pt x="443" y="290"/>
                </a:lnTo>
                <a:lnTo>
                  <a:pt x="440" y="280"/>
                </a:lnTo>
                <a:lnTo>
                  <a:pt x="440" y="268"/>
                </a:lnTo>
                <a:lnTo>
                  <a:pt x="440" y="261"/>
                </a:lnTo>
                <a:lnTo>
                  <a:pt x="441" y="254"/>
                </a:lnTo>
                <a:lnTo>
                  <a:pt x="443" y="247"/>
                </a:lnTo>
                <a:lnTo>
                  <a:pt x="447" y="241"/>
                </a:lnTo>
                <a:lnTo>
                  <a:pt x="450" y="234"/>
                </a:lnTo>
                <a:lnTo>
                  <a:pt x="454" y="226"/>
                </a:lnTo>
                <a:lnTo>
                  <a:pt x="468" y="210"/>
                </a:lnTo>
                <a:lnTo>
                  <a:pt x="485" y="193"/>
                </a:lnTo>
                <a:lnTo>
                  <a:pt x="506" y="175"/>
                </a:lnTo>
                <a:lnTo>
                  <a:pt x="506" y="175"/>
                </a:lnTo>
                <a:close/>
                <a:moveTo>
                  <a:pt x="974" y="1042"/>
                </a:moveTo>
                <a:lnTo>
                  <a:pt x="874" y="1002"/>
                </a:lnTo>
                <a:lnTo>
                  <a:pt x="874" y="1033"/>
                </a:lnTo>
                <a:lnTo>
                  <a:pt x="874" y="1033"/>
                </a:lnTo>
                <a:lnTo>
                  <a:pt x="983" y="1076"/>
                </a:lnTo>
                <a:lnTo>
                  <a:pt x="983" y="1076"/>
                </a:lnTo>
                <a:lnTo>
                  <a:pt x="994" y="1079"/>
                </a:lnTo>
                <a:lnTo>
                  <a:pt x="1006" y="1082"/>
                </a:lnTo>
                <a:lnTo>
                  <a:pt x="1017" y="1083"/>
                </a:lnTo>
                <a:lnTo>
                  <a:pt x="1028" y="1083"/>
                </a:lnTo>
                <a:lnTo>
                  <a:pt x="1039" y="1082"/>
                </a:lnTo>
                <a:lnTo>
                  <a:pt x="1049" y="1080"/>
                </a:lnTo>
                <a:lnTo>
                  <a:pt x="1061" y="1077"/>
                </a:lnTo>
                <a:lnTo>
                  <a:pt x="1071" y="1074"/>
                </a:lnTo>
                <a:lnTo>
                  <a:pt x="1071" y="1074"/>
                </a:lnTo>
                <a:lnTo>
                  <a:pt x="1102" y="1061"/>
                </a:lnTo>
                <a:lnTo>
                  <a:pt x="1128" y="1052"/>
                </a:lnTo>
                <a:lnTo>
                  <a:pt x="1167" y="1039"/>
                </a:lnTo>
                <a:lnTo>
                  <a:pt x="1167" y="1007"/>
                </a:lnTo>
                <a:lnTo>
                  <a:pt x="1072" y="1042"/>
                </a:lnTo>
                <a:lnTo>
                  <a:pt x="1072" y="1042"/>
                </a:lnTo>
                <a:lnTo>
                  <a:pt x="1058" y="1047"/>
                </a:lnTo>
                <a:lnTo>
                  <a:pt x="1046" y="1050"/>
                </a:lnTo>
                <a:lnTo>
                  <a:pt x="1035" y="1052"/>
                </a:lnTo>
                <a:lnTo>
                  <a:pt x="1024" y="1054"/>
                </a:lnTo>
                <a:lnTo>
                  <a:pt x="1012" y="1054"/>
                </a:lnTo>
                <a:lnTo>
                  <a:pt x="1000" y="1051"/>
                </a:lnTo>
                <a:lnTo>
                  <a:pt x="988" y="1048"/>
                </a:lnTo>
                <a:lnTo>
                  <a:pt x="974" y="1042"/>
                </a:lnTo>
                <a:lnTo>
                  <a:pt x="974" y="1042"/>
                </a:lnTo>
                <a:close/>
                <a:moveTo>
                  <a:pt x="982" y="844"/>
                </a:moveTo>
                <a:lnTo>
                  <a:pt x="967" y="858"/>
                </a:lnTo>
                <a:lnTo>
                  <a:pt x="873" y="858"/>
                </a:lnTo>
                <a:lnTo>
                  <a:pt x="873" y="887"/>
                </a:lnTo>
                <a:lnTo>
                  <a:pt x="940" y="887"/>
                </a:lnTo>
                <a:lnTo>
                  <a:pt x="909" y="926"/>
                </a:lnTo>
                <a:lnTo>
                  <a:pt x="967" y="958"/>
                </a:lnTo>
                <a:lnTo>
                  <a:pt x="1040" y="934"/>
                </a:lnTo>
                <a:lnTo>
                  <a:pt x="1079" y="970"/>
                </a:lnTo>
                <a:lnTo>
                  <a:pt x="1099" y="949"/>
                </a:lnTo>
                <a:lnTo>
                  <a:pt x="1047" y="902"/>
                </a:lnTo>
                <a:lnTo>
                  <a:pt x="971" y="926"/>
                </a:lnTo>
                <a:lnTo>
                  <a:pt x="953" y="917"/>
                </a:lnTo>
                <a:lnTo>
                  <a:pt x="991" y="871"/>
                </a:lnTo>
                <a:lnTo>
                  <a:pt x="1063" y="859"/>
                </a:lnTo>
                <a:lnTo>
                  <a:pt x="1167" y="877"/>
                </a:lnTo>
                <a:lnTo>
                  <a:pt x="1167" y="847"/>
                </a:lnTo>
                <a:lnTo>
                  <a:pt x="1063" y="830"/>
                </a:lnTo>
                <a:lnTo>
                  <a:pt x="982" y="844"/>
                </a:lnTo>
                <a:close/>
              </a:path>
            </a:pathLst>
          </a:custGeom>
          <a:solidFill>
            <a:srgbClr val="DC199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srgbClr val="DC199B"/>
              </a:solidFill>
              <a:effectLst/>
              <a:uLnTx/>
              <a:uFillTx/>
              <a:latin typeface="Ubuntu"/>
              <a:ea typeface="+mn-ea"/>
              <a:cs typeface="+mn-cs"/>
            </a:endParaRPr>
          </a:p>
        </p:txBody>
      </p:sp>
      <p:sp>
        <p:nvSpPr>
          <p:cNvPr id="11" name="TextBox 10">
            <a:extLst>
              <a:ext uri="{FF2B5EF4-FFF2-40B4-BE49-F238E27FC236}">
                <a16:creationId xmlns:a16="http://schemas.microsoft.com/office/drawing/2014/main" id="{F8FBCD2B-EC33-CECA-12BA-F2EDE70C7232}"/>
              </a:ext>
            </a:extLst>
          </p:cNvPr>
          <p:cNvSpPr txBox="1"/>
          <p:nvPr/>
        </p:nvSpPr>
        <p:spPr>
          <a:xfrm>
            <a:off x="10435233" y="1903812"/>
            <a:ext cx="1739346" cy="1384995"/>
          </a:xfrm>
          <a:prstGeom prst="rect">
            <a:avLst/>
          </a:prstGeom>
          <a:noFill/>
        </p:spPr>
        <p:txBody>
          <a:bodyPr wrap="square">
            <a:spAutoFit/>
          </a:bodyPr>
          <a:lstStyle/>
          <a:p>
            <a:pPr algn="ctr"/>
            <a:r>
              <a:rPr lang="en-GB" sz="1200" i="1">
                <a:solidFill>
                  <a:srgbClr val="DC199B"/>
                </a:solidFill>
              </a:rPr>
              <a:t>Scalable and Extendable framework with ability to rapidly onboard new LOBs</a:t>
            </a:r>
          </a:p>
          <a:p>
            <a:pPr algn="ctr"/>
            <a:endParaRPr lang="en-GB" sz="1200" i="1">
              <a:solidFill>
                <a:srgbClr val="DC199B"/>
              </a:solidFill>
            </a:endParaRPr>
          </a:p>
          <a:p>
            <a:pPr algn="ctr"/>
            <a:r>
              <a:rPr lang="en-GB" sz="1200" i="1">
                <a:solidFill>
                  <a:srgbClr val="DC199B"/>
                </a:solidFill>
              </a:rPr>
              <a:t>Test scripts leveraged to validate E2E env</a:t>
            </a:r>
          </a:p>
        </p:txBody>
      </p:sp>
      <p:sp>
        <p:nvSpPr>
          <p:cNvPr id="12" name="TextBox 11">
            <a:extLst>
              <a:ext uri="{FF2B5EF4-FFF2-40B4-BE49-F238E27FC236}">
                <a16:creationId xmlns:a16="http://schemas.microsoft.com/office/drawing/2014/main" id="{D9CDEF61-8B96-1AE2-F82F-F0DC6C02D146}"/>
              </a:ext>
            </a:extLst>
          </p:cNvPr>
          <p:cNvSpPr txBox="1"/>
          <p:nvPr/>
        </p:nvSpPr>
        <p:spPr>
          <a:xfrm>
            <a:off x="10125076" y="5647312"/>
            <a:ext cx="2130040" cy="461665"/>
          </a:xfrm>
          <a:prstGeom prst="rect">
            <a:avLst/>
          </a:prstGeom>
          <a:noFill/>
        </p:spPr>
        <p:txBody>
          <a:bodyPr wrap="square">
            <a:spAutoFit/>
          </a:bodyPr>
          <a:lstStyle/>
          <a:p>
            <a:pPr algn="ctr"/>
            <a:r>
              <a:rPr lang="en-GB" sz="1200" i="1">
                <a:solidFill>
                  <a:srgbClr val="DC199B"/>
                </a:solidFill>
              </a:rPr>
              <a:t>Only POs move US to DONE.</a:t>
            </a:r>
          </a:p>
          <a:p>
            <a:pPr algn="ctr"/>
            <a:r>
              <a:rPr lang="en-GB" sz="1200" i="1">
                <a:solidFill>
                  <a:srgbClr val="DC199B"/>
                </a:solidFill>
              </a:rPr>
              <a:t>DOD spread sheet filled</a:t>
            </a:r>
          </a:p>
        </p:txBody>
      </p:sp>
      <p:sp>
        <p:nvSpPr>
          <p:cNvPr id="17" name="TextBox 16">
            <a:extLst>
              <a:ext uri="{FF2B5EF4-FFF2-40B4-BE49-F238E27FC236}">
                <a16:creationId xmlns:a16="http://schemas.microsoft.com/office/drawing/2014/main" id="{C604CA5F-AC32-FD2A-23A8-5D7978EB2EE2}"/>
              </a:ext>
            </a:extLst>
          </p:cNvPr>
          <p:cNvSpPr txBox="1"/>
          <p:nvPr/>
        </p:nvSpPr>
        <p:spPr>
          <a:xfrm>
            <a:off x="144613" y="1143296"/>
            <a:ext cx="5141551" cy="276999"/>
          </a:xfrm>
          <a:prstGeom prst="rect">
            <a:avLst/>
          </a:prstGeom>
          <a:noFill/>
        </p:spPr>
        <p:txBody>
          <a:bodyPr wrap="square">
            <a:spAutoFit/>
          </a:bodyPr>
          <a:lstStyle/>
          <a:p>
            <a:r>
              <a:rPr lang="en-GB" sz="1200" b="1"/>
              <a:t>Functional regression testing – Sprint 1-4</a:t>
            </a:r>
            <a:endParaRPr lang="en-GB" sz="1200" b="1" i="1"/>
          </a:p>
        </p:txBody>
      </p:sp>
      <p:sp>
        <p:nvSpPr>
          <p:cNvPr id="18" name="TextBox 17">
            <a:extLst>
              <a:ext uri="{FF2B5EF4-FFF2-40B4-BE49-F238E27FC236}">
                <a16:creationId xmlns:a16="http://schemas.microsoft.com/office/drawing/2014/main" id="{40A9E2E5-80BE-FC88-6D86-586DAA132E33}"/>
              </a:ext>
            </a:extLst>
          </p:cNvPr>
          <p:cNvSpPr txBox="1"/>
          <p:nvPr/>
        </p:nvSpPr>
        <p:spPr>
          <a:xfrm>
            <a:off x="227499" y="3229483"/>
            <a:ext cx="3202532" cy="276999"/>
          </a:xfrm>
          <a:prstGeom prst="rect">
            <a:avLst/>
          </a:prstGeom>
          <a:noFill/>
        </p:spPr>
        <p:txBody>
          <a:bodyPr wrap="square">
            <a:spAutoFit/>
          </a:bodyPr>
          <a:lstStyle>
            <a:defPPr>
              <a:defRPr lang="en-US"/>
            </a:defPPr>
            <a:lvl1pPr>
              <a:defRPr sz="1200" b="1"/>
            </a:lvl1pPr>
          </a:lstStyle>
          <a:p>
            <a:r>
              <a:rPr lang="en-GB"/>
              <a:t>API test automation (case ingestion)</a:t>
            </a:r>
          </a:p>
        </p:txBody>
      </p:sp>
      <p:sp>
        <p:nvSpPr>
          <p:cNvPr id="4" name="TextBox 3">
            <a:extLst>
              <a:ext uri="{FF2B5EF4-FFF2-40B4-BE49-F238E27FC236}">
                <a16:creationId xmlns:a16="http://schemas.microsoft.com/office/drawing/2014/main" id="{DE32A7EA-F7F3-6962-E839-230D823A3144}"/>
              </a:ext>
            </a:extLst>
          </p:cNvPr>
          <p:cNvSpPr txBox="1"/>
          <p:nvPr/>
        </p:nvSpPr>
        <p:spPr>
          <a:xfrm>
            <a:off x="5745588" y="2285217"/>
            <a:ext cx="4637469" cy="215444"/>
          </a:xfrm>
          <a:prstGeom prst="rect">
            <a:avLst/>
          </a:prstGeom>
          <a:noFill/>
        </p:spPr>
        <p:txBody>
          <a:bodyPr wrap="square">
            <a:spAutoFit/>
          </a:bodyPr>
          <a:lstStyle/>
          <a:p>
            <a:pPr algn="r"/>
            <a:r>
              <a:rPr lang="en-GB" sz="800" i="1"/>
              <a:t>** Projects tend to include a range of 50-70% of functional coverage in automatable regression</a:t>
            </a:r>
          </a:p>
        </p:txBody>
      </p:sp>
      <p:sp>
        <p:nvSpPr>
          <p:cNvPr id="5" name="TextBox 4">
            <a:extLst>
              <a:ext uri="{FF2B5EF4-FFF2-40B4-BE49-F238E27FC236}">
                <a16:creationId xmlns:a16="http://schemas.microsoft.com/office/drawing/2014/main" id="{8DAAEFD1-35D2-09EB-B526-6833A254E7A8}"/>
              </a:ext>
            </a:extLst>
          </p:cNvPr>
          <p:cNvSpPr txBox="1"/>
          <p:nvPr/>
        </p:nvSpPr>
        <p:spPr>
          <a:xfrm>
            <a:off x="704088" y="2285217"/>
            <a:ext cx="4802903" cy="215444"/>
          </a:xfrm>
          <a:prstGeom prst="rect">
            <a:avLst/>
          </a:prstGeom>
          <a:noFill/>
        </p:spPr>
        <p:txBody>
          <a:bodyPr wrap="square">
            <a:spAutoFit/>
          </a:bodyPr>
          <a:lstStyle/>
          <a:p>
            <a:pPr algn="r"/>
            <a:r>
              <a:rPr lang="en-GB" sz="800" i="1"/>
              <a:t>* Assessment log in share point. Projects select a subset of automatable candidates for regression</a:t>
            </a:r>
          </a:p>
        </p:txBody>
      </p:sp>
      <p:graphicFrame>
        <p:nvGraphicFramePr>
          <p:cNvPr id="6" name="Table 5">
            <a:extLst>
              <a:ext uri="{FF2B5EF4-FFF2-40B4-BE49-F238E27FC236}">
                <a16:creationId xmlns:a16="http://schemas.microsoft.com/office/drawing/2014/main" id="{F8D3EC99-02F8-AD44-8934-A1BF1D3F74F6}"/>
              </a:ext>
            </a:extLst>
          </p:cNvPr>
          <p:cNvGraphicFramePr>
            <a:graphicFrameLocks noGrp="1"/>
          </p:cNvGraphicFramePr>
          <p:nvPr>
            <p:extLst>
              <p:ext uri="{D42A27DB-BD31-4B8C-83A1-F6EECF244321}">
                <p14:modId xmlns:p14="http://schemas.microsoft.com/office/powerpoint/2010/main" val="1823312085"/>
              </p:ext>
            </p:extLst>
          </p:nvPr>
        </p:nvGraphicFramePr>
        <p:xfrm>
          <a:off x="225110" y="2556811"/>
          <a:ext cx="10124850" cy="417830"/>
        </p:xfrm>
        <a:graphic>
          <a:graphicData uri="http://schemas.openxmlformats.org/drawingml/2006/table">
            <a:tbl>
              <a:tblPr/>
              <a:tblGrid>
                <a:gridCol w="1863610">
                  <a:extLst>
                    <a:ext uri="{9D8B030D-6E8A-4147-A177-3AD203B41FA5}">
                      <a16:colId xmlns:a16="http://schemas.microsoft.com/office/drawing/2014/main" val="2745909232"/>
                    </a:ext>
                  </a:extLst>
                </a:gridCol>
                <a:gridCol w="1863610">
                  <a:extLst>
                    <a:ext uri="{9D8B030D-6E8A-4147-A177-3AD203B41FA5}">
                      <a16:colId xmlns:a16="http://schemas.microsoft.com/office/drawing/2014/main" val="3544945503"/>
                    </a:ext>
                  </a:extLst>
                </a:gridCol>
                <a:gridCol w="1622404">
                  <a:extLst>
                    <a:ext uri="{9D8B030D-6E8A-4147-A177-3AD203B41FA5}">
                      <a16:colId xmlns:a16="http://schemas.microsoft.com/office/drawing/2014/main" val="675224739"/>
                    </a:ext>
                  </a:extLst>
                </a:gridCol>
                <a:gridCol w="2470462">
                  <a:extLst>
                    <a:ext uri="{9D8B030D-6E8A-4147-A177-3AD203B41FA5}">
                      <a16:colId xmlns:a16="http://schemas.microsoft.com/office/drawing/2014/main" val="3083180534"/>
                    </a:ext>
                  </a:extLst>
                </a:gridCol>
                <a:gridCol w="2304764">
                  <a:extLst>
                    <a:ext uri="{9D8B030D-6E8A-4147-A177-3AD203B41FA5}">
                      <a16:colId xmlns:a16="http://schemas.microsoft.com/office/drawing/2014/main" val="1994254279"/>
                    </a:ext>
                  </a:extLst>
                </a:gridCol>
              </a:tblGrid>
              <a:tr h="208915">
                <a:tc rowSpan="2">
                  <a:txBody>
                    <a:bodyPr/>
                    <a:lstStyle/>
                    <a:p>
                      <a:pPr algn="ctr" fontAlgn="b"/>
                      <a:r>
                        <a:rPr lang="en-US" sz="1100" b="1" i="0" u="none" strike="noStrike" kern="1200">
                          <a:solidFill>
                            <a:schemeClr val="bg1"/>
                          </a:solidFill>
                          <a:effectLst/>
                          <a:latin typeface="Aptos Narrow" panose="020B0004020202020204" pitchFamily="34" charset="0"/>
                          <a:ea typeface="+mn-ea"/>
                          <a:cs typeface="+mn-cs"/>
                        </a:rPr>
                        <a:t>Test cases execution</a:t>
                      </a:r>
                    </a:p>
                    <a:p>
                      <a:pPr algn="ctr" fontAlgn="b"/>
                      <a:r>
                        <a:rPr lang="en-US" sz="1100" b="1" i="0" u="none" strike="noStrike" kern="1200">
                          <a:solidFill>
                            <a:schemeClr val="bg1"/>
                          </a:solidFill>
                          <a:effectLst/>
                          <a:latin typeface="Aptos Narrow" panose="020B0004020202020204" pitchFamily="34" charset="0"/>
                          <a:ea typeface="+mn-ea"/>
                          <a:cs typeface="+mn-cs"/>
                        </a:rPr>
                        <a:t>till end of Sprint 5</a:t>
                      </a:r>
                      <a:endParaRPr lang="en-GB" sz="1100" b="1" i="0" u="none" strike="noStrike" kern="1200">
                        <a:solidFill>
                          <a:schemeClr val="bg1"/>
                        </a:solidFill>
                        <a:effectLst/>
                        <a:latin typeface="Aptos Narrow" panose="020B0004020202020204" pitchFamily="34" charset="0"/>
                        <a:ea typeface="+mn-ea"/>
                        <a:cs typeface="+mn-cs"/>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kern="1200">
                          <a:solidFill>
                            <a:schemeClr val="bg1"/>
                          </a:solidFill>
                          <a:effectLst/>
                          <a:latin typeface="Aptos Narrow" panose="020B0004020202020204" pitchFamily="34" charset="0"/>
                          <a:ea typeface="+mn-ea"/>
                          <a:cs typeface="+mn-cs"/>
                        </a:rPr>
                        <a:t>BZ Billing Center</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kern="1200">
                          <a:solidFill>
                            <a:schemeClr val="bg1"/>
                          </a:solidFill>
                          <a:effectLst/>
                          <a:latin typeface="Aptos Narrow" panose="020B0004020202020204" pitchFamily="34" charset="0"/>
                          <a:ea typeface="+mn-ea"/>
                          <a:cs typeface="+mn-cs"/>
                        </a:rPr>
                        <a:t>BZ Integration</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kern="1200">
                          <a:solidFill>
                            <a:schemeClr val="bg1"/>
                          </a:solidFill>
                          <a:effectLst/>
                          <a:latin typeface="Aptos Narrow" panose="020B0004020202020204" pitchFamily="34" charset="0"/>
                          <a:ea typeface="+mn-ea"/>
                          <a:cs typeface="+mn-cs"/>
                        </a:rPr>
                        <a:t>BZ Policy Center</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GB" sz="1100" b="1" i="0" u="none" strike="noStrike" kern="1200">
                          <a:solidFill>
                            <a:schemeClr val="bg1"/>
                          </a:solidFill>
                          <a:effectLst/>
                          <a:latin typeface="Aptos Narrow" panose="020B0004020202020204" pitchFamily="34" charset="0"/>
                          <a:ea typeface="+mn-ea"/>
                          <a:cs typeface="+mn-cs"/>
                        </a:rPr>
                        <a:t>Total</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extLst>
                  <a:ext uri="{0D108BD9-81ED-4DB2-BD59-A6C34878D82A}">
                    <a16:rowId xmlns:a16="http://schemas.microsoft.com/office/drawing/2014/main" val="3797848306"/>
                  </a:ext>
                </a:extLst>
              </a:tr>
              <a:tr h="208915">
                <a:tc vMerge="1">
                  <a:txBody>
                    <a:bodyPr/>
                    <a:lstStyle/>
                    <a:p>
                      <a:pPr algn="ctr" fontAlgn="b"/>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0" algn="ctr" defTabSz="914400" rtl="0" eaLnBrk="1" fontAlgn="b" latinLnBrk="0" hangingPunct="1"/>
                      <a:r>
                        <a:rPr lang="en-GB" sz="1100" b="0" i="0" u="none" strike="noStrike" kern="1200">
                          <a:solidFill>
                            <a:srgbClr val="000000"/>
                          </a:solidFill>
                          <a:effectLst/>
                          <a:latin typeface="Aptos Narrow" panose="020B0004020202020204" pitchFamily="34" charset="0"/>
                          <a:ea typeface="+mn-ea"/>
                          <a:cs typeface="+mn-cs"/>
                        </a:rPr>
                        <a:t>63</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0" algn="ctr" defTabSz="914400" rtl="0" eaLnBrk="1" fontAlgn="b" latinLnBrk="0" hangingPunct="1"/>
                      <a:r>
                        <a:rPr lang="en-GB" sz="1100" b="0" i="0" u="none" strike="noStrike" kern="1200">
                          <a:solidFill>
                            <a:srgbClr val="000000"/>
                          </a:solidFill>
                          <a:effectLst/>
                          <a:latin typeface="Aptos Narrow" panose="020B0004020202020204" pitchFamily="34" charset="0"/>
                          <a:ea typeface="+mn-ea"/>
                          <a:cs typeface="+mn-cs"/>
                        </a:rPr>
                        <a:t>50</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0" algn="ctr" defTabSz="914400" rtl="0" eaLnBrk="1" fontAlgn="b" latinLnBrk="0" hangingPunct="1"/>
                      <a:r>
                        <a:rPr lang="en-GB" sz="1100" b="0" i="0" u="none" strike="noStrike" kern="1200">
                          <a:solidFill>
                            <a:srgbClr val="000000"/>
                          </a:solidFill>
                          <a:effectLst/>
                          <a:latin typeface="Aptos Narrow" panose="020B0004020202020204" pitchFamily="34" charset="0"/>
                          <a:ea typeface="+mn-ea"/>
                          <a:cs typeface="+mn-cs"/>
                        </a:rPr>
                        <a:t>171</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marL="0" algn="ctr" defTabSz="914400" rtl="0" eaLnBrk="1" fontAlgn="b" latinLnBrk="0" hangingPunct="1"/>
                      <a:r>
                        <a:rPr lang="en-GB" sz="1100" b="0" i="0" u="none" strike="noStrike" kern="1200">
                          <a:solidFill>
                            <a:srgbClr val="000000"/>
                          </a:solidFill>
                          <a:effectLst/>
                          <a:latin typeface="Aptos Narrow" panose="020B0004020202020204" pitchFamily="34" charset="0"/>
                          <a:ea typeface="+mn-ea"/>
                          <a:cs typeface="+mn-cs"/>
                        </a:rPr>
                        <a:t>284</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3649545423"/>
                  </a:ext>
                </a:extLst>
              </a:tr>
            </a:tbl>
          </a:graphicData>
        </a:graphic>
      </p:graphicFrame>
      <p:graphicFrame>
        <p:nvGraphicFramePr>
          <p:cNvPr id="8" name="Table 7">
            <a:extLst>
              <a:ext uri="{FF2B5EF4-FFF2-40B4-BE49-F238E27FC236}">
                <a16:creationId xmlns:a16="http://schemas.microsoft.com/office/drawing/2014/main" id="{D9CECAE1-44D9-A7AC-62ED-514FF638BA02}"/>
              </a:ext>
            </a:extLst>
          </p:cNvPr>
          <p:cNvGraphicFramePr>
            <a:graphicFrameLocks noGrp="1"/>
          </p:cNvGraphicFramePr>
          <p:nvPr>
            <p:extLst>
              <p:ext uri="{D42A27DB-BD31-4B8C-83A1-F6EECF244321}">
                <p14:modId xmlns:p14="http://schemas.microsoft.com/office/powerpoint/2010/main" val="3850826732"/>
              </p:ext>
            </p:extLst>
          </p:nvPr>
        </p:nvGraphicFramePr>
        <p:xfrm>
          <a:off x="227499" y="1397474"/>
          <a:ext cx="10124850" cy="878474"/>
        </p:xfrm>
        <a:graphic>
          <a:graphicData uri="http://schemas.openxmlformats.org/drawingml/2006/table">
            <a:tbl>
              <a:tblPr/>
              <a:tblGrid>
                <a:gridCol w="2284012">
                  <a:extLst>
                    <a:ext uri="{9D8B030D-6E8A-4147-A177-3AD203B41FA5}">
                      <a16:colId xmlns:a16="http://schemas.microsoft.com/office/drawing/2014/main" val="1897536032"/>
                    </a:ext>
                  </a:extLst>
                </a:gridCol>
                <a:gridCol w="1988393">
                  <a:extLst>
                    <a:ext uri="{9D8B030D-6E8A-4147-A177-3AD203B41FA5}">
                      <a16:colId xmlns:a16="http://schemas.microsoft.com/office/drawing/2014/main" val="1948884156"/>
                    </a:ext>
                  </a:extLst>
                </a:gridCol>
                <a:gridCol w="3027762">
                  <a:extLst>
                    <a:ext uri="{9D8B030D-6E8A-4147-A177-3AD203B41FA5}">
                      <a16:colId xmlns:a16="http://schemas.microsoft.com/office/drawing/2014/main" val="2161862263"/>
                    </a:ext>
                  </a:extLst>
                </a:gridCol>
                <a:gridCol w="2824683">
                  <a:extLst>
                    <a:ext uri="{9D8B030D-6E8A-4147-A177-3AD203B41FA5}">
                      <a16:colId xmlns:a16="http://schemas.microsoft.com/office/drawing/2014/main" val="1929926307"/>
                    </a:ext>
                  </a:extLst>
                </a:gridCol>
              </a:tblGrid>
              <a:tr h="292627">
                <a:tc>
                  <a:txBody>
                    <a:bodyPr/>
                    <a:lstStyle/>
                    <a:p>
                      <a:pPr algn="ctr" fontAlgn="b"/>
                      <a:r>
                        <a:rPr lang="en-US" sz="1100" b="1" i="0" u="none" strike="noStrike">
                          <a:solidFill>
                            <a:schemeClr val="bg1"/>
                          </a:solidFill>
                          <a:effectLst/>
                          <a:latin typeface="Aptos Narrow" panose="020B0004020202020204" pitchFamily="34" charset="0"/>
                        </a:rPr>
                        <a:t>Work streams</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US" sz="1100" b="1" i="0" u="none" strike="noStrike">
                          <a:solidFill>
                            <a:schemeClr val="bg1"/>
                          </a:solidFill>
                          <a:effectLst/>
                          <a:latin typeface="Aptos Narrow" panose="020B0004020202020204" pitchFamily="34" charset="0"/>
                        </a:rPr>
                        <a:t>Testable user stories</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US" sz="1100" b="1" i="0" u="none" strike="noStrike">
                          <a:solidFill>
                            <a:schemeClr val="bg1"/>
                          </a:solidFill>
                          <a:effectLst/>
                          <a:latin typeface="Aptos Narrow" panose="020B0004020202020204" pitchFamily="34" charset="0"/>
                        </a:rPr>
                        <a:t>Automatable Candidates for</a:t>
                      </a:r>
                    </a:p>
                    <a:p>
                      <a:pPr algn="ctr" fontAlgn="b"/>
                      <a:r>
                        <a:rPr lang="en-US" sz="1100" b="1" i="0" u="none" strike="noStrike">
                          <a:solidFill>
                            <a:schemeClr val="bg1"/>
                          </a:solidFill>
                          <a:effectLst/>
                          <a:latin typeface="Aptos Narrow" panose="020B0004020202020204" pitchFamily="34" charset="0"/>
                        </a:rPr>
                        <a:t>Regression Testing *</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tc>
                  <a:txBody>
                    <a:bodyPr/>
                    <a:lstStyle/>
                    <a:p>
                      <a:pPr algn="ctr" fontAlgn="b"/>
                      <a:r>
                        <a:rPr lang="en-US" sz="1100" b="1" i="0" u="none" strike="noStrike">
                          <a:solidFill>
                            <a:schemeClr val="bg1"/>
                          </a:solidFill>
                          <a:effectLst/>
                          <a:latin typeface="Aptos Narrow" panose="020B0004020202020204" pitchFamily="34" charset="0"/>
                        </a:rPr>
                        <a:t>% of  functional coverage</a:t>
                      </a:r>
                    </a:p>
                    <a:p>
                      <a:pPr algn="ctr" fontAlgn="b"/>
                      <a:r>
                        <a:rPr lang="en-US" sz="1100" b="1" i="0" u="none" strike="noStrike">
                          <a:solidFill>
                            <a:schemeClr val="bg1"/>
                          </a:solidFill>
                          <a:effectLst/>
                          <a:latin typeface="Aptos Narrow" panose="020B0004020202020204" pitchFamily="34" charset="0"/>
                        </a:rPr>
                        <a:t>automated for regression testing **</a:t>
                      </a:r>
                      <a:endParaRPr lang="en-GB" sz="1100" b="1" i="0" u="none" strike="noStrike">
                        <a:solidFill>
                          <a:schemeClr val="bg1"/>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C199B"/>
                    </a:solidFill>
                  </a:tcPr>
                </a:tc>
                <a:extLst>
                  <a:ext uri="{0D108BD9-81ED-4DB2-BD59-A6C34878D82A}">
                    <a16:rowId xmlns:a16="http://schemas.microsoft.com/office/drawing/2014/main" val="1823900041"/>
                  </a:ext>
                </a:extLst>
              </a:tr>
              <a:tr h="178948">
                <a:tc>
                  <a:txBody>
                    <a:bodyPr/>
                    <a:lstStyle/>
                    <a:p>
                      <a:pPr algn="ctr" fontAlgn="b"/>
                      <a:r>
                        <a:rPr lang="en-US" sz="1100" b="0" i="0" u="none" strike="noStrike">
                          <a:solidFill>
                            <a:srgbClr val="000000"/>
                          </a:solidFill>
                          <a:effectLst/>
                          <a:latin typeface="Aptos Narrow" panose="020B0004020202020204" pitchFamily="34" charset="0"/>
                        </a:rPr>
                        <a:t>Policy Center</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60</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52</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(47) 90%</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941848942"/>
                  </a:ext>
                </a:extLst>
              </a:tr>
              <a:tr h="178948">
                <a:tc>
                  <a:txBody>
                    <a:bodyPr/>
                    <a:lstStyle/>
                    <a:p>
                      <a:pPr algn="ctr" fontAlgn="b"/>
                      <a:r>
                        <a:rPr lang="en-US" sz="1100" b="0" i="0" u="none" strike="noStrike">
                          <a:solidFill>
                            <a:srgbClr val="000000"/>
                          </a:solidFill>
                          <a:effectLst/>
                          <a:latin typeface="Aptos Narrow" panose="020B0004020202020204" pitchFamily="34" charset="0"/>
                        </a:rPr>
                        <a:t>Billing Center</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41</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35</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(35) 100%</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1064636795"/>
                  </a:ext>
                </a:extLst>
              </a:tr>
              <a:tr h="178948">
                <a:tc>
                  <a:txBody>
                    <a:bodyPr/>
                    <a:lstStyle/>
                    <a:p>
                      <a:pPr algn="ctr" fontAlgn="b"/>
                      <a:r>
                        <a:rPr lang="en-US" sz="1100" b="0" i="0" u="none" strike="noStrike">
                          <a:solidFill>
                            <a:srgbClr val="000000"/>
                          </a:solidFill>
                          <a:effectLst/>
                          <a:latin typeface="Aptos Narrow" panose="020B0004020202020204" pitchFamily="34" charset="0"/>
                        </a:rPr>
                        <a:t>Integration</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24</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21</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tc>
                  <a:txBody>
                    <a:bodyPr/>
                    <a:lstStyle/>
                    <a:p>
                      <a:pPr algn="ctr" fontAlgn="b"/>
                      <a:r>
                        <a:rPr lang="en-US" sz="1100" b="0" i="0" u="none" strike="noStrike">
                          <a:solidFill>
                            <a:srgbClr val="000000"/>
                          </a:solidFill>
                          <a:effectLst/>
                          <a:latin typeface="Aptos Narrow" panose="020B0004020202020204" pitchFamily="34" charset="0"/>
                        </a:rPr>
                        <a:t>(19) 90% </a:t>
                      </a:r>
                      <a:endParaRPr lang="en-GB" sz="11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F"/>
                    </a:solidFill>
                  </a:tcPr>
                </a:tc>
                <a:extLst>
                  <a:ext uri="{0D108BD9-81ED-4DB2-BD59-A6C34878D82A}">
                    <a16:rowId xmlns:a16="http://schemas.microsoft.com/office/drawing/2014/main" val="2704353126"/>
                  </a:ext>
                </a:extLst>
              </a:tr>
            </a:tbl>
          </a:graphicData>
        </a:graphic>
      </p:graphicFrame>
      <p:pic>
        <p:nvPicPr>
          <p:cNvPr id="16" name="Picture 15">
            <a:extLst>
              <a:ext uri="{FF2B5EF4-FFF2-40B4-BE49-F238E27FC236}">
                <a16:creationId xmlns:a16="http://schemas.microsoft.com/office/drawing/2014/main" id="{F6926B30-72CA-AB59-A978-EFCEBFCE2910}"/>
              </a:ext>
            </a:extLst>
          </p:cNvPr>
          <p:cNvPicPr>
            <a:picLocks noChangeAspect="1"/>
          </p:cNvPicPr>
          <p:nvPr/>
        </p:nvPicPr>
        <p:blipFill>
          <a:blip r:embed="rId6"/>
          <a:stretch>
            <a:fillRect/>
          </a:stretch>
        </p:blipFill>
        <p:spPr>
          <a:xfrm>
            <a:off x="5459867" y="3519468"/>
            <a:ext cx="606392" cy="558508"/>
          </a:xfrm>
          <a:prstGeom prst="ellipse">
            <a:avLst/>
          </a:prstGeom>
          <a:ln w="63500" cap="rnd">
            <a:solidFill>
              <a:schemeClr val="bg1">
                <a:lumMod val="85000"/>
              </a:schemeClr>
            </a:solidFill>
          </a:ln>
          <a:effectLst/>
          <a:scene3d>
            <a:camera prst="orthographicFront"/>
            <a:lightRig rig="contrasting" dir="t">
              <a:rot lat="0" lon="0" rev="3000000"/>
            </a:lightRig>
          </a:scene3d>
          <a:sp3d contourW="7620">
            <a:bevelT w="95250" h="31750"/>
            <a:contourClr>
              <a:srgbClr val="333333"/>
            </a:contourClr>
          </a:sp3d>
        </p:spPr>
      </p:pic>
      <p:sp>
        <p:nvSpPr>
          <p:cNvPr id="20" name="Flowchart: Card 19">
            <a:extLst>
              <a:ext uri="{FF2B5EF4-FFF2-40B4-BE49-F238E27FC236}">
                <a16:creationId xmlns:a16="http://schemas.microsoft.com/office/drawing/2014/main" id="{93332A14-1DA9-ED82-54AD-0681526BDE98}"/>
              </a:ext>
            </a:extLst>
          </p:cNvPr>
          <p:cNvSpPr/>
          <p:nvPr/>
        </p:nvSpPr>
        <p:spPr>
          <a:xfrm>
            <a:off x="3562923" y="4077976"/>
            <a:ext cx="543839" cy="504464"/>
          </a:xfrm>
          <a:prstGeom prst="flowChartPunchedCard">
            <a:avLst/>
          </a:prstGeom>
          <a:ln w="63500" cap="rnd">
            <a:solidFill>
              <a:schemeClr val="bg1">
                <a:lumMod val="85000"/>
              </a:schemeClr>
            </a:solidFill>
          </a:ln>
          <a:effectLst/>
          <a:scene3d>
            <a:camera prst="orthographicFront"/>
            <a:lightRig rig="contrasting" dir="t">
              <a:rot lat="0" lon="0" rev="3000000"/>
            </a:lightRig>
          </a:scene3d>
          <a:sp3d contourW="7620">
            <a:bevelT w="95250" h="31750"/>
            <a:contourClr>
              <a:srgbClr val="333333"/>
            </a:contourClr>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700"/>
              <a:t>Payload</a:t>
            </a:r>
          </a:p>
          <a:p>
            <a:pPr algn="ctr"/>
            <a:r>
              <a:rPr lang="en-US" sz="700"/>
              <a:t>Template</a:t>
            </a:r>
            <a:endParaRPr lang="en-GB" sz="700" err="1"/>
          </a:p>
        </p:txBody>
      </p:sp>
      <p:pic>
        <p:nvPicPr>
          <p:cNvPr id="22" name="Picture 21">
            <a:extLst>
              <a:ext uri="{FF2B5EF4-FFF2-40B4-BE49-F238E27FC236}">
                <a16:creationId xmlns:a16="http://schemas.microsoft.com/office/drawing/2014/main" id="{F4558D79-B38D-E713-0D18-855D6B318EAA}"/>
              </a:ext>
            </a:extLst>
          </p:cNvPr>
          <p:cNvPicPr>
            <a:picLocks noChangeAspect="1"/>
          </p:cNvPicPr>
          <p:nvPr/>
        </p:nvPicPr>
        <p:blipFill>
          <a:blip r:embed="rId7"/>
          <a:stretch>
            <a:fillRect/>
          </a:stretch>
        </p:blipFill>
        <p:spPr>
          <a:xfrm>
            <a:off x="7967167" y="3481052"/>
            <a:ext cx="566098" cy="566098"/>
          </a:xfrm>
          <a:prstGeom prst="ellipse">
            <a:avLst/>
          </a:prstGeom>
          <a:ln w="63500" cap="rnd">
            <a:solidFill>
              <a:schemeClr val="bg1">
                <a:lumMod val="85000"/>
              </a:schemeClr>
            </a:solidFill>
          </a:ln>
          <a:effectLst/>
          <a:scene3d>
            <a:camera prst="orthographicFront"/>
            <a:lightRig rig="contrasting" dir="t">
              <a:rot lat="0" lon="0" rev="3000000"/>
            </a:lightRig>
          </a:scene3d>
          <a:sp3d contourW="7620">
            <a:bevelT w="95250" h="31750"/>
            <a:contourClr>
              <a:srgbClr val="333333"/>
            </a:contourClr>
          </a:sp3d>
        </p:spPr>
      </p:pic>
      <p:sp>
        <p:nvSpPr>
          <p:cNvPr id="23" name="Rectangle 22">
            <a:extLst>
              <a:ext uri="{FF2B5EF4-FFF2-40B4-BE49-F238E27FC236}">
                <a16:creationId xmlns:a16="http://schemas.microsoft.com/office/drawing/2014/main" id="{D19DF3A1-EE59-A026-692B-4D515E2F9846}"/>
              </a:ext>
            </a:extLst>
          </p:cNvPr>
          <p:cNvSpPr/>
          <p:nvPr/>
        </p:nvSpPr>
        <p:spPr>
          <a:xfrm rot="16200000">
            <a:off x="7369261" y="3621650"/>
            <a:ext cx="718707" cy="28489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Int G/W</a:t>
            </a:r>
          </a:p>
          <a:p>
            <a:pPr algn="ctr"/>
            <a:r>
              <a:rPr lang="en-US" sz="800"/>
              <a:t>Cloud API</a:t>
            </a:r>
            <a:endParaRPr lang="en-GB" sz="800" err="1"/>
          </a:p>
        </p:txBody>
      </p:sp>
      <p:cxnSp>
        <p:nvCxnSpPr>
          <p:cNvPr id="25" name="Straight Arrow Connector 24">
            <a:extLst>
              <a:ext uri="{FF2B5EF4-FFF2-40B4-BE49-F238E27FC236}">
                <a16:creationId xmlns:a16="http://schemas.microsoft.com/office/drawing/2014/main" id="{07F440A2-6675-0FBC-7FEF-C0CF5F0EB19E}"/>
              </a:ext>
            </a:extLst>
          </p:cNvPr>
          <p:cNvCxnSpPr>
            <a:cxnSpLocks/>
          </p:cNvCxnSpPr>
          <p:nvPr/>
        </p:nvCxnSpPr>
        <p:spPr>
          <a:xfrm flipV="1">
            <a:off x="3098833" y="3828234"/>
            <a:ext cx="229843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1280BE8-35F8-B7C8-2741-58CDE72551D6}"/>
              </a:ext>
            </a:extLst>
          </p:cNvPr>
          <p:cNvCxnSpPr>
            <a:cxnSpLocks/>
          </p:cNvCxnSpPr>
          <p:nvPr/>
        </p:nvCxnSpPr>
        <p:spPr>
          <a:xfrm>
            <a:off x="6105144" y="3828234"/>
            <a:ext cx="144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0672383-6240-3C9D-B2C7-274569F3C270}"/>
              </a:ext>
            </a:extLst>
          </p:cNvPr>
          <p:cNvSpPr txBox="1"/>
          <p:nvPr/>
        </p:nvSpPr>
        <p:spPr>
          <a:xfrm>
            <a:off x="6200108" y="3644768"/>
            <a:ext cx="1073970" cy="215444"/>
          </a:xfrm>
          <a:prstGeom prst="rect">
            <a:avLst/>
          </a:prstGeom>
          <a:noFill/>
        </p:spPr>
        <p:txBody>
          <a:bodyPr wrap="square">
            <a:spAutoFit/>
          </a:bodyPr>
          <a:lstStyle/>
          <a:p>
            <a:pPr algn="ctr"/>
            <a:r>
              <a:rPr lang="en-US" sz="800" i="1"/>
              <a:t>C</a:t>
            </a:r>
            <a:r>
              <a:rPr lang="en-GB" sz="800" i="1" err="1"/>
              <a:t>ase</a:t>
            </a:r>
            <a:r>
              <a:rPr lang="en-GB" sz="800" i="1"/>
              <a:t> ingestion</a:t>
            </a:r>
          </a:p>
        </p:txBody>
      </p:sp>
      <p:sp>
        <p:nvSpPr>
          <p:cNvPr id="29" name="TextBox 28">
            <a:extLst>
              <a:ext uri="{FF2B5EF4-FFF2-40B4-BE49-F238E27FC236}">
                <a16:creationId xmlns:a16="http://schemas.microsoft.com/office/drawing/2014/main" id="{52899FAE-ECA6-0377-8E42-9007B408AE7A}"/>
              </a:ext>
            </a:extLst>
          </p:cNvPr>
          <p:cNvSpPr txBox="1"/>
          <p:nvPr/>
        </p:nvSpPr>
        <p:spPr>
          <a:xfrm>
            <a:off x="3231708" y="3651019"/>
            <a:ext cx="1902876" cy="215444"/>
          </a:xfrm>
          <a:prstGeom prst="rect">
            <a:avLst/>
          </a:prstGeom>
          <a:noFill/>
        </p:spPr>
        <p:txBody>
          <a:bodyPr wrap="square">
            <a:spAutoFit/>
          </a:bodyPr>
          <a:lstStyle/>
          <a:p>
            <a:pPr algn="ctr"/>
            <a:r>
              <a:rPr lang="en-US" sz="800" i="1"/>
              <a:t>User selects the record to be ingested</a:t>
            </a:r>
            <a:endParaRPr lang="en-GB" sz="800" i="1"/>
          </a:p>
        </p:txBody>
      </p:sp>
      <p:cxnSp>
        <p:nvCxnSpPr>
          <p:cNvPr id="31" name="Connector: Elbow 30">
            <a:extLst>
              <a:ext uri="{FF2B5EF4-FFF2-40B4-BE49-F238E27FC236}">
                <a16:creationId xmlns:a16="http://schemas.microsoft.com/office/drawing/2014/main" id="{A704D54C-FC97-1F19-2FFA-66F0D57D22CE}"/>
              </a:ext>
            </a:extLst>
          </p:cNvPr>
          <p:cNvCxnSpPr>
            <a:cxnSpLocks/>
            <a:stCxn id="16" idx="4"/>
          </p:cNvCxnSpPr>
          <p:nvPr/>
        </p:nvCxnSpPr>
        <p:spPr>
          <a:xfrm rot="5400000">
            <a:off x="4704768" y="3524145"/>
            <a:ext cx="504464" cy="1612126"/>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A0E6F33-A9B6-CE1D-46CB-5D5F37DC9F28}"/>
              </a:ext>
            </a:extLst>
          </p:cNvPr>
          <p:cNvSpPr txBox="1"/>
          <p:nvPr/>
        </p:nvSpPr>
        <p:spPr>
          <a:xfrm>
            <a:off x="4082394" y="4003989"/>
            <a:ext cx="1612126" cy="584775"/>
          </a:xfrm>
          <a:prstGeom prst="rect">
            <a:avLst/>
          </a:prstGeom>
          <a:noFill/>
        </p:spPr>
        <p:txBody>
          <a:bodyPr wrap="square">
            <a:spAutoFit/>
          </a:bodyPr>
          <a:lstStyle/>
          <a:p>
            <a:pPr algn="ctr"/>
            <a:r>
              <a:rPr lang="en-US" sz="800" i="1"/>
              <a:t>Playwright orchestrates the process to iteratively populate payload template and submit request to GW</a:t>
            </a:r>
            <a:endParaRPr lang="en-GB" sz="800" i="1"/>
          </a:p>
        </p:txBody>
      </p:sp>
      <p:sp>
        <p:nvSpPr>
          <p:cNvPr id="35" name="TextBox 34">
            <a:extLst>
              <a:ext uri="{FF2B5EF4-FFF2-40B4-BE49-F238E27FC236}">
                <a16:creationId xmlns:a16="http://schemas.microsoft.com/office/drawing/2014/main" id="{A9F29042-F1C7-633D-D0F3-9A7AB715CDF4}"/>
              </a:ext>
            </a:extLst>
          </p:cNvPr>
          <p:cNvSpPr txBox="1"/>
          <p:nvPr/>
        </p:nvSpPr>
        <p:spPr>
          <a:xfrm>
            <a:off x="10163633" y="3520454"/>
            <a:ext cx="2052926" cy="684803"/>
          </a:xfrm>
          <a:prstGeom prst="rect">
            <a:avLst/>
          </a:prstGeom>
          <a:noFill/>
        </p:spPr>
        <p:txBody>
          <a:bodyPr wrap="square">
            <a:spAutoFit/>
          </a:bodyPr>
          <a:lstStyle/>
          <a:p>
            <a:pPr algn="ctr"/>
            <a:r>
              <a:rPr lang="en-GB" sz="1200" i="1">
                <a:solidFill>
                  <a:srgbClr val="DC199B"/>
                </a:solidFill>
              </a:rPr>
              <a:t>Flexibility to update data sheet, payload template.</a:t>
            </a:r>
          </a:p>
          <a:p>
            <a:pPr algn="ctr">
              <a:spcBef>
                <a:spcPts val="300"/>
              </a:spcBef>
            </a:pPr>
            <a:r>
              <a:rPr lang="en-GB" sz="1200" i="1">
                <a:solidFill>
                  <a:srgbClr val="DC199B"/>
                </a:solidFill>
              </a:rPr>
              <a:t>Extendable to new LOBs.</a:t>
            </a:r>
          </a:p>
        </p:txBody>
      </p:sp>
      <p:sp>
        <p:nvSpPr>
          <p:cNvPr id="36" name="TextBox 35">
            <a:extLst>
              <a:ext uri="{FF2B5EF4-FFF2-40B4-BE49-F238E27FC236}">
                <a16:creationId xmlns:a16="http://schemas.microsoft.com/office/drawing/2014/main" id="{DB624310-1017-E4C6-2956-EB5C3894ABE1}"/>
              </a:ext>
            </a:extLst>
          </p:cNvPr>
          <p:cNvSpPr txBox="1"/>
          <p:nvPr/>
        </p:nvSpPr>
        <p:spPr>
          <a:xfrm>
            <a:off x="320040" y="6010075"/>
            <a:ext cx="1836494" cy="215444"/>
          </a:xfrm>
          <a:prstGeom prst="rect">
            <a:avLst/>
          </a:prstGeom>
          <a:noFill/>
        </p:spPr>
        <p:txBody>
          <a:bodyPr wrap="square">
            <a:spAutoFit/>
          </a:bodyPr>
          <a:lstStyle/>
          <a:p>
            <a:pPr algn="ctr"/>
            <a:r>
              <a:rPr lang="en-US" sz="800"/>
              <a:t>Test design runs in parallel</a:t>
            </a:r>
            <a:endParaRPr lang="en-GB" sz="800"/>
          </a:p>
        </p:txBody>
      </p:sp>
      <p:sp>
        <p:nvSpPr>
          <p:cNvPr id="38" name="Rectangle 37">
            <a:extLst>
              <a:ext uri="{FF2B5EF4-FFF2-40B4-BE49-F238E27FC236}">
                <a16:creationId xmlns:a16="http://schemas.microsoft.com/office/drawing/2014/main" id="{41EF3BA6-7515-DD9B-C613-4EB3E26CD0AE}"/>
              </a:ext>
            </a:extLst>
          </p:cNvPr>
          <p:cNvSpPr/>
          <p:nvPr/>
        </p:nvSpPr>
        <p:spPr>
          <a:xfrm>
            <a:off x="320040" y="5365906"/>
            <a:ext cx="1929384" cy="654452"/>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User Story Refinement</a:t>
            </a:r>
          </a:p>
          <a:p>
            <a:pPr algn="ctr"/>
            <a:r>
              <a:rPr lang="en-US" sz="1050"/>
              <a:t>Development process and build completion</a:t>
            </a:r>
            <a:endParaRPr lang="en-GB" sz="1050" err="1"/>
          </a:p>
        </p:txBody>
      </p:sp>
      <p:sp>
        <p:nvSpPr>
          <p:cNvPr id="39" name="TextBox 38">
            <a:extLst>
              <a:ext uri="{FF2B5EF4-FFF2-40B4-BE49-F238E27FC236}">
                <a16:creationId xmlns:a16="http://schemas.microsoft.com/office/drawing/2014/main" id="{5CD06218-971C-D7AF-38B2-8E8B302361D2}"/>
              </a:ext>
            </a:extLst>
          </p:cNvPr>
          <p:cNvSpPr txBox="1"/>
          <p:nvPr/>
        </p:nvSpPr>
        <p:spPr>
          <a:xfrm>
            <a:off x="368464" y="3805300"/>
            <a:ext cx="1836494" cy="461665"/>
          </a:xfrm>
          <a:prstGeom prst="rect">
            <a:avLst/>
          </a:prstGeom>
          <a:noFill/>
        </p:spPr>
        <p:txBody>
          <a:bodyPr wrap="square">
            <a:spAutoFit/>
          </a:bodyPr>
          <a:lstStyle/>
          <a:p>
            <a:pPr algn="ctr"/>
            <a:r>
              <a:rPr lang="en-US" sz="800" b="1"/>
              <a:t>Framework for ingesting submission. Playwright test automation tool at the core.</a:t>
            </a:r>
            <a:endParaRPr lang="en-GB" sz="800" b="1"/>
          </a:p>
        </p:txBody>
      </p:sp>
      <p:sp>
        <p:nvSpPr>
          <p:cNvPr id="40" name="Arrow: Right 39">
            <a:extLst>
              <a:ext uri="{FF2B5EF4-FFF2-40B4-BE49-F238E27FC236}">
                <a16:creationId xmlns:a16="http://schemas.microsoft.com/office/drawing/2014/main" id="{6758E650-272C-05FC-9DB9-4914B317D249}"/>
              </a:ext>
            </a:extLst>
          </p:cNvPr>
          <p:cNvSpPr/>
          <p:nvPr/>
        </p:nvSpPr>
        <p:spPr>
          <a:xfrm>
            <a:off x="2617751" y="5399524"/>
            <a:ext cx="283464" cy="277464"/>
          </a:xfrm>
          <a:prstGeom prst="rightArrow">
            <a:avLst/>
          </a:prstGeom>
          <a:solidFill>
            <a:srgbClr val="FDA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41" name="Rectangle 40">
            <a:extLst>
              <a:ext uri="{FF2B5EF4-FFF2-40B4-BE49-F238E27FC236}">
                <a16:creationId xmlns:a16="http://schemas.microsoft.com/office/drawing/2014/main" id="{B7CA08CE-0F7E-D5EC-98D5-AD780003A01F}"/>
              </a:ext>
            </a:extLst>
          </p:cNvPr>
          <p:cNvSpPr/>
          <p:nvPr/>
        </p:nvSpPr>
        <p:spPr>
          <a:xfrm>
            <a:off x="3244992" y="5342412"/>
            <a:ext cx="997511" cy="66841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t>Ready for test</a:t>
            </a:r>
            <a:endParaRPr lang="en-GB" sz="1050" b="1" err="1"/>
          </a:p>
        </p:txBody>
      </p:sp>
      <p:sp>
        <p:nvSpPr>
          <p:cNvPr id="42" name="TextBox 41">
            <a:extLst>
              <a:ext uri="{FF2B5EF4-FFF2-40B4-BE49-F238E27FC236}">
                <a16:creationId xmlns:a16="http://schemas.microsoft.com/office/drawing/2014/main" id="{07F2A5FF-5716-5CCB-7CB9-9BAC98F19B8E}"/>
              </a:ext>
            </a:extLst>
          </p:cNvPr>
          <p:cNvSpPr txBox="1"/>
          <p:nvPr/>
        </p:nvSpPr>
        <p:spPr>
          <a:xfrm>
            <a:off x="1899469" y="5680346"/>
            <a:ext cx="1656514" cy="338554"/>
          </a:xfrm>
          <a:prstGeom prst="rect">
            <a:avLst/>
          </a:prstGeom>
          <a:noFill/>
        </p:spPr>
        <p:txBody>
          <a:bodyPr wrap="square">
            <a:spAutoFit/>
          </a:bodyPr>
          <a:lstStyle/>
          <a:p>
            <a:pPr algn="ctr"/>
            <a:r>
              <a:rPr lang="en-US" sz="800">
                <a:solidFill>
                  <a:srgbClr val="DC199B"/>
                </a:solidFill>
              </a:rPr>
              <a:t>Handover session</a:t>
            </a:r>
          </a:p>
          <a:p>
            <a:pPr algn="ctr"/>
            <a:r>
              <a:rPr lang="en-US" sz="800">
                <a:solidFill>
                  <a:srgbClr val="DC199B"/>
                </a:solidFill>
              </a:rPr>
              <a:t>Unit test review</a:t>
            </a:r>
            <a:endParaRPr lang="en-GB" sz="800">
              <a:solidFill>
                <a:srgbClr val="DC199B"/>
              </a:solidFill>
            </a:endParaRPr>
          </a:p>
        </p:txBody>
      </p:sp>
      <p:sp>
        <p:nvSpPr>
          <p:cNvPr id="43" name="Arrow: Right 42">
            <a:extLst>
              <a:ext uri="{FF2B5EF4-FFF2-40B4-BE49-F238E27FC236}">
                <a16:creationId xmlns:a16="http://schemas.microsoft.com/office/drawing/2014/main" id="{2840359F-5F62-38A3-2EB6-E29A0C8BF831}"/>
              </a:ext>
            </a:extLst>
          </p:cNvPr>
          <p:cNvSpPr/>
          <p:nvPr/>
        </p:nvSpPr>
        <p:spPr>
          <a:xfrm>
            <a:off x="4579645" y="5350038"/>
            <a:ext cx="283464" cy="277464"/>
          </a:xfrm>
          <a:prstGeom prst="rightArrow">
            <a:avLst/>
          </a:prstGeom>
          <a:solidFill>
            <a:srgbClr val="FDA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45" name="Rectangle 44">
            <a:extLst>
              <a:ext uri="{FF2B5EF4-FFF2-40B4-BE49-F238E27FC236}">
                <a16:creationId xmlns:a16="http://schemas.microsoft.com/office/drawing/2014/main" id="{80CBC449-22CA-0200-00FD-A3B085FBC903}"/>
              </a:ext>
            </a:extLst>
          </p:cNvPr>
          <p:cNvSpPr/>
          <p:nvPr/>
        </p:nvSpPr>
        <p:spPr>
          <a:xfrm>
            <a:off x="5207067" y="5317336"/>
            <a:ext cx="997511" cy="66841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t>In testing</a:t>
            </a:r>
            <a:endParaRPr lang="en-GB" sz="1050" b="1" err="1"/>
          </a:p>
        </p:txBody>
      </p:sp>
      <p:sp>
        <p:nvSpPr>
          <p:cNvPr id="46" name="TextBox 45">
            <a:extLst>
              <a:ext uri="{FF2B5EF4-FFF2-40B4-BE49-F238E27FC236}">
                <a16:creationId xmlns:a16="http://schemas.microsoft.com/office/drawing/2014/main" id="{8EEBB4DD-9B30-0F62-FC07-603FCCE74FA0}"/>
              </a:ext>
            </a:extLst>
          </p:cNvPr>
          <p:cNvSpPr txBox="1"/>
          <p:nvPr/>
        </p:nvSpPr>
        <p:spPr>
          <a:xfrm>
            <a:off x="4194072" y="5616708"/>
            <a:ext cx="1075175" cy="338554"/>
          </a:xfrm>
          <a:prstGeom prst="rect">
            <a:avLst/>
          </a:prstGeom>
          <a:noFill/>
        </p:spPr>
        <p:txBody>
          <a:bodyPr wrap="square">
            <a:spAutoFit/>
          </a:bodyPr>
          <a:lstStyle/>
          <a:p>
            <a:pPr algn="ctr"/>
            <a:r>
              <a:rPr lang="en-US" sz="800">
                <a:solidFill>
                  <a:srgbClr val="DC199B"/>
                </a:solidFill>
              </a:rPr>
              <a:t>Test prerequisites</a:t>
            </a:r>
          </a:p>
          <a:p>
            <a:pPr algn="ctr"/>
            <a:r>
              <a:rPr lang="en-US" sz="800">
                <a:solidFill>
                  <a:srgbClr val="DC199B"/>
                </a:solidFill>
              </a:rPr>
              <a:t>completed</a:t>
            </a:r>
            <a:endParaRPr lang="en-GB" sz="800">
              <a:solidFill>
                <a:srgbClr val="DC199B"/>
              </a:solidFill>
            </a:endParaRPr>
          </a:p>
        </p:txBody>
      </p:sp>
      <p:sp>
        <p:nvSpPr>
          <p:cNvPr id="47" name="Rectangle 46">
            <a:extLst>
              <a:ext uri="{FF2B5EF4-FFF2-40B4-BE49-F238E27FC236}">
                <a16:creationId xmlns:a16="http://schemas.microsoft.com/office/drawing/2014/main" id="{DFCBDFC1-E778-FD05-6344-7FFBB7E46FEC}"/>
              </a:ext>
            </a:extLst>
          </p:cNvPr>
          <p:cNvSpPr/>
          <p:nvPr/>
        </p:nvSpPr>
        <p:spPr>
          <a:xfrm>
            <a:off x="7216387" y="5315995"/>
            <a:ext cx="997511" cy="66841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t>Ready for Showcase</a:t>
            </a:r>
            <a:endParaRPr lang="en-GB" sz="1050" b="1" err="1"/>
          </a:p>
        </p:txBody>
      </p:sp>
      <p:sp>
        <p:nvSpPr>
          <p:cNvPr id="48" name="Arrow: Right 47">
            <a:extLst>
              <a:ext uri="{FF2B5EF4-FFF2-40B4-BE49-F238E27FC236}">
                <a16:creationId xmlns:a16="http://schemas.microsoft.com/office/drawing/2014/main" id="{10C0BD73-B1AC-FAD0-1061-CA73C64AC7AB}"/>
              </a:ext>
            </a:extLst>
          </p:cNvPr>
          <p:cNvSpPr/>
          <p:nvPr/>
        </p:nvSpPr>
        <p:spPr>
          <a:xfrm>
            <a:off x="6545869" y="5328761"/>
            <a:ext cx="283464" cy="277464"/>
          </a:xfrm>
          <a:prstGeom prst="rightArrow">
            <a:avLst/>
          </a:prstGeom>
          <a:solidFill>
            <a:srgbClr val="FDA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49" name="TextBox 48">
            <a:extLst>
              <a:ext uri="{FF2B5EF4-FFF2-40B4-BE49-F238E27FC236}">
                <a16:creationId xmlns:a16="http://schemas.microsoft.com/office/drawing/2014/main" id="{72B1FAE5-565C-096B-06B0-B589CACBF173}"/>
              </a:ext>
            </a:extLst>
          </p:cNvPr>
          <p:cNvSpPr txBox="1"/>
          <p:nvPr/>
        </p:nvSpPr>
        <p:spPr>
          <a:xfrm>
            <a:off x="6175986" y="5531424"/>
            <a:ext cx="1084899" cy="461665"/>
          </a:xfrm>
          <a:prstGeom prst="rect">
            <a:avLst/>
          </a:prstGeom>
          <a:noFill/>
        </p:spPr>
        <p:txBody>
          <a:bodyPr wrap="square">
            <a:spAutoFit/>
          </a:bodyPr>
          <a:lstStyle/>
          <a:p>
            <a:pPr algn="ctr"/>
            <a:r>
              <a:rPr lang="en-US" sz="800">
                <a:solidFill>
                  <a:srgbClr val="DC199B"/>
                </a:solidFill>
              </a:rPr>
              <a:t>Tests passes</a:t>
            </a:r>
          </a:p>
          <a:p>
            <a:pPr algn="ctr"/>
            <a:r>
              <a:rPr lang="en-US" sz="800">
                <a:solidFill>
                  <a:srgbClr val="DC199B"/>
                </a:solidFill>
              </a:rPr>
              <a:t>Defects closed</a:t>
            </a:r>
          </a:p>
          <a:p>
            <a:pPr algn="ctr"/>
            <a:r>
              <a:rPr lang="en-US" sz="800">
                <a:solidFill>
                  <a:srgbClr val="DC199B"/>
                </a:solidFill>
              </a:rPr>
              <a:t>DOD criteria met</a:t>
            </a:r>
            <a:endParaRPr lang="en-GB" sz="800">
              <a:solidFill>
                <a:srgbClr val="DC199B"/>
              </a:solidFill>
            </a:endParaRPr>
          </a:p>
        </p:txBody>
      </p:sp>
      <p:sp>
        <p:nvSpPr>
          <p:cNvPr id="50" name="Rectangle 49">
            <a:extLst>
              <a:ext uri="{FF2B5EF4-FFF2-40B4-BE49-F238E27FC236}">
                <a16:creationId xmlns:a16="http://schemas.microsoft.com/office/drawing/2014/main" id="{CE3C525F-33B6-2268-B997-B18E3FD9703F}"/>
              </a:ext>
            </a:extLst>
          </p:cNvPr>
          <p:cNvSpPr/>
          <p:nvPr/>
        </p:nvSpPr>
        <p:spPr>
          <a:xfrm>
            <a:off x="9222836" y="5315995"/>
            <a:ext cx="997511" cy="668411"/>
          </a:xfrm>
          <a:prstGeom prst="rect">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t>Done</a:t>
            </a:r>
            <a:endParaRPr lang="en-GB" sz="1050" b="1" err="1"/>
          </a:p>
        </p:txBody>
      </p:sp>
      <p:sp>
        <p:nvSpPr>
          <p:cNvPr id="51" name="Arrow: Right 50">
            <a:extLst>
              <a:ext uri="{FF2B5EF4-FFF2-40B4-BE49-F238E27FC236}">
                <a16:creationId xmlns:a16="http://schemas.microsoft.com/office/drawing/2014/main" id="{06641556-D959-C6A0-CE9B-35A2EDEED1EF}"/>
              </a:ext>
            </a:extLst>
          </p:cNvPr>
          <p:cNvSpPr/>
          <p:nvPr/>
        </p:nvSpPr>
        <p:spPr>
          <a:xfrm>
            <a:off x="8589508" y="5320078"/>
            <a:ext cx="283464" cy="277464"/>
          </a:xfrm>
          <a:prstGeom prst="rightArrow">
            <a:avLst/>
          </a:prstGeom>
          <a:solidFill>
            <a:srgbClr val="FDA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52" name="TextBox 51">
            <a:extLst>
              <a:ext uri="{FF2B5EF4-FFF2-40B4-BE49-F238E27FC236}">
                <a16:creationId xmlns:a16="http://schemas.microsoft.com/office/drawing/2014/main" id="{A9195744-6D50-B7B2-64D4-6EAC5D5A9816}"/>
              </a:ext>
            </a:extLst>
          </p:cNvPr>
          <p:cNvSpPr txBox="1"/>
          <p:nvPr/>
        </p:nvSpPr>
        <p:spPr>
          <a:xfrm>
            <a:off x="8131560" y="5597542"/>
            <a:ext cx="1180494" cy="338554"/>
          </a:xfrm>
          <a:prstGeom prst="rect">
            <a:avLst/>
          </a:prstGeom>
          <a:noFill/>
        </p:spPr>
        <p:txBody>
          <a:bodyPr wrap="square">
            <a:spAutoFit/>
          </a:bodyPr>
          <a:lstStyle/>
          <a:p>
            <a:pPr algn="ctr"/>
            <a:r>
              <a:rPr lang="en-US" sz="800">
                <a:solidFill>
                  <a:srgbClr val="DC199B"/>
                </a:solidFill>
              </a:rPr>
              <a:t>US successfully demonstrated to PO</a:t>
            </a:r>
            <a:endParaRPr lang="en-GB" sz="800">
              <a:solidFill>
                <a:srgbClr val="DC199B"/>
              </a:solidFill>
            </a:endParaRPr>
          </a:p>
        </p:txBody>
      </p:sp>
    </p:spTree>
    <p:extLst>
      <p:ext uri="{BB962C8B-B14F-4D97-AF65-F5344CB8AC3E}">
        <p14:creationId xmlns:p14="http://schemas.microsoft.com/office/powerpoint/2010/main" val="39186429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3.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Beazley GPAS.potx" id="{F4947EC9-7F6E-4642-A148-D6E0D8454394}" vid="{61230EB2-3B37-4083-941A-2B59A1D91C6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3079850-A516-4C70-94B4-056CFF0AB15F}">
  <ds:schemaRefs>
    <ds:schemaRef ds:uri="http://schemas.microsoft.com/sharepoint/v3/contenttype/forms"/>
  </ds:schemaRefs>
</ds:datastoreItem>
</file>

<file path=customXml/itemProps2.xml><?xml version="1.0" encoding="utf-8"?>
<ds:datastoreItem xmlns:ds="http://schemas.openxmlformats.org/officeDocument/2006/customXml" ds:itemID="{E87125D9-6C32-4DD8-9720-C472766285E9}">
  <ds:schemaRefs>
    <ds:schemaRef ds:uri="886d0db5-4d18-497d-97ce-51cb0d7fa060"/>
    <ds:schemaRef ds:uri="e2f04ce6-5625-4773-b511-ff6e32fd78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3C1100F-4333-463B-BE59-A43FF880458C}">
  <ds:schemaRefs>
    <ds:schemaRef ds:uri="886d0db5-4d18-497d-97ce-51cb0d7fa060"/>
    <ds:schemaRef ds:uri="e2f04ce6-5625-4773-b511-ff6e32fd78d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13</Notes>
  <HiddenSlides>0</HiddenSlides>
  <ScaleCrop>false</ScaleCrop>
  <HeadingPairs>
    <vt:vector size="4" baseType="variant">
      <vt:variant>
        <vt:lpstr>Theme</vt:lpstr>
      </vt:variant>
      <vt:variant>
        <vt:i4>3</vt:i4>
      </vt:variant>
      <vt:variant>
        <vt:lpstr>Slide Titles</vt:lpstr>
      </vt:variant>
      <vt:variant>
        <vt:i4>14</vt:i4>
      </vt:variant>
    </vt:vector>
  </HeadingPairs>
  <TitlesOfParts>
    <vt:vector size="17" baseType="lpstr">
      <vt:lpstr>Capgemini Master 2021</vt:lpstr>
      <vt:lpstr>Capgemini Master 2021</vt:lpstr>
      <vt:lpstr>Capgemini Master 2021</vt:lpstr>
      <vt:lpstr>GPAS &amp; Billing In Sprint testing deep dive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Stakeholder demo  - 05/02/2025</dc:title>
  <dc:creator>Jagannathan, Sriram</dc:creator>
  <cp:revision>1</cp:revision>
  <dcterms:created xsi:type="dcterms:W3CDTF">2024-10-01T07:25:20Z</dcterms:created>
  <dcterms:modified xsi:type="dcterms:W3CDTF">2025-02-13T07:14:59Z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
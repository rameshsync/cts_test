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3.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Override1.xml" ContentType="application/vnd.openxmlformats-officedocument.themeOverrid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4.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5.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Override2.xml" ContentType="application/vnd.openxmlformats-officedocument.themeOverride+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theme/theme6.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theme/theme7.xml" ContentType="application/vnd.openxmlformats-officedocument.theme+xml"/>
  <Override PartName="/ppt/tags/tag48.xml" ContentType="application/vnd.openxmlformats-officedocument.presentationml.tags+xml"/>
  <Override PartName="/ppt/tags/tag49.xml" ContentType="application/vnd.openxmlformats-officedocument.presentationml.tags+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theme/theme8.xml" ContentType="application/vnd.openxmlformats-officedocument.them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heme/theme9.xml" ContentType="application/vnd.openxmlformats-officedocument.theme+xml"/>
  <Override PartName="/ppt/theme/themeOverride3.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4.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6.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 id="2147483688" r:id="rId6"/>
    <p:sldMasterId id="2147483704" r:id="rId7"/>
    <p:sldMasterId id="2147483729" r:id="rId8"/>
    <p:sldMasterId id="2147483759" r:id="rId9"/>
    <p:sldMasterId id="2147483829" r:id="rId10"/>
    <p:sldMasterId id="2147483833" r:id="rId11"/>
  </p:sldMasterIdLst>
  <p:notesMasterIdLst>
    <p:notesMasterId r:id="rId46"/>
  </p:notesMasterIdLst>
  <p:sldIdLst>
    <p:sldId id="2147474097" r:id="rId12"/>
    <p:sldId id="2147483507" r:id="rId13"/>
    <p:sldId id="2147483501" r:id="rId14"/>
    <p:sldId id="2147483508" r:id="rId15"/>
    <p:sldId id="2147483499" r:id="rId16"/>
    <p:sldId id="2147483504" r:id="rId17"/>
    <p:sldId id="2147483502" r:id="rId18"/>
    <p:sldId id="2147483500" r:id="rId19"/>
    <p:sldId id="256" r:id="rId20"/>
    <p:sldId id="2147483473" r:id="rId21"/>
    <p:sldId id="2147483476" r:id="rId22"/>
    <p:sldId id="2147483477" r:id="rId23"/>
    <p:sldId id="2147483478" r:id="rId24"/>
    <p:sldId id="2147483496" r:id="rId25"/>
    <p:sldId id="264" r:id="rId26"/>
    <p:sldId id="2147474099" r:id="rId27"/>
    <p:sldId id="2147474098" r:id="rId28"/>
    <p:sldId id="2147483472" r:id="rId29"/>
    <p:sldId id="2147483498" r:id="rId30"/>
    <p:sldId id="2147474173" r:id="rId31"/>
    <p:sldId id="2147483494" r:id="rId32"/>
    <p:sldId id="2147483493" r:id="rId33"/>
    <p:sldId id="2147483497" r:id="rId34"/>
    <p:sldId id="2147483486" r:id="rId35"/>
    <p:sldId id="2147483495" r:id="rId36"/>
    <p:sldId id="2147475690" r:id="rId37"/>
    <p:sldId id="2147475731" r:id="rId38"/>
    <p:sldId id="2147475721" r:id="rId39"/>
    <p:sldId id="2147475785" r:id="rId40"/>
    <p:sldId id="2147475788" r:id="rId41"/>
    <p:sldId id="2147475786" r:id="rId42"/>
    <p:sldId id="2076137828" r:id="rId43"/>
    <p:sldId id="2076137830" r:id="rId44"/>
    <p:sldId id="2147483505"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23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1BE100-25F8-B2CD-6557-27FEBA6CCE36}" v="6" dt="2025-07-16T14:20:37.5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theme" Target="theme/theme1.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4" Type="http://schemas.openxmlformats.org/officeDocument/2006/relationships/slide" Target="slides/slide33.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viewProps" Target="viewProps.xml"/><Relationship Id="rId8" Type="http://schemas.openxmlformats.org/officeDocument/2006/relationships/slideMaster" Target="slideMasters/slideMaster5.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notesMaster" Target="notesMasters/notesMaster1.xml"/><Relationship Id="rId20" Type="http://schemas.openxmlformats.org/officeDocument/2006/relationships/slide" Target="slides/slide9.xml"/><Relationship Id="rId41" Type="http://schemas.openxmlformats.org/officeDocument/2006/relationships/slide" Target="slides/slide30.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hik Miah" userId="S::athik.miah@beazley.com::a47aa1aa-a7c3-4558-bf6d-0fabf815d1dd" providerId="AD" clId="Web-{7DC6E606-FFAB-A81F-3D7F-01A19AAC458E}"/>
    <pc:docChg chg="addSld delSld modSld">
      <pc:chgData name="Athik Miah" userId="S::athik.miah@beazley.com::a47aa1aa-a7c3-4558-bf6d-0fabf815d1dd" providerId="AD" clId="Web-{7DC6E606-FFAB-A81F-3D7F-01A19AAC458E}" dt="2025-06-05T15:17:36.526" v="2053"/>
      <pc:docMkLst>
        <pc:docMk/>
      </pc:docMkLst>
      <pc:sldChg chg="addSp delSp modSp">
        <pc:chgData name="Athik Miah" userId="S::athik.miah@beazley.com::a47aa1aa-a7c3-4558-bf6d-0fabf815d1dd" providerId="AD" clId="Web-{7DC6E606-FFAB-A81F-3D7F-01A19AAC458E}" dt="2025-06-05T10:36:56.560" v="560"/>
        <pc:sldMkLst>
          <pc:docMk/>
          <pc:sldMk cId="1190063729" sldId="2147474098"/>
        </pc:sldMkLst>
      </pc:sldChg>
      <pc:sldChg chg="modSp">
        <pc:chgData name="Athik Miah" userId="S::athik.miah@beazley.com::a47aa1aa-a7c3-4558-bf6d-0fabf815d1dd" providerId="AD" clId="Web-{7DC6E606-FFAB-A81F-3D7F-01A19AAC458E}" dt="2025-06-05T10:21:29.416" v="48" actId="20577"/>
        <pc:sldMkLst>
          <pc:docMk/>
          <pc:sldMk cId="1604525862" sldId="2147474099"/>
        </pc:sldMkLst>
      </pc:sldChg>
      <pc:sldChg chg="modSp">
        <pc:chgData name="Athik Miah" userId="S::athik.miah@beazley.com::a47aa1aa-a7c3-4558-bf6d-0fabf815d1dd" providerId="AD" clId="Web-{7DC6E606-FFAB-A81F-3D7F-01A19AAC458E}" dt="2025-06-05T14:21:43.883" v="1070" actId="1076"/>
        <pc:sldMkLst>
          <pc:docMk/>
          <pc:sldMk cId="1783932635" sldId="2147483486"/>
        </pc:sldMkLst>
      </pc:sldChg>
      <pc:sldChg chg="addSp delSp modSp add replId">
        <pc:chgData name="Athik Miah" userId="S::athik.miah@beazley.com::a47aa1aa-a7c3-4558-bf6d-0fabf815d1dd" providerId="AD" clId="Web-{7DC6E606-FFAB-A81F-3D7F-01A19AAC458E}" dt="2025-06-05T10:25:44.519" v="124"/>
        <pc:sldMkLst>
          <pc:docMk/>
          <pc:sldMk cId="80682955" sldId="2147483498"/>
        </pc:sldMkLst>
      </pc:sldChg>
      <pc:sldChg chg="delSp modSp add del replId">
        <pc:chgData name="Athik Miah" userId="S::athik.miah@beazley.com::a47aa1aa-a7c3-4558-bf6d-0fabf815d1dd" providerId="AD" clId="Web-{7DC6E606-FFAB-A81F-3D7F-01A19AAC458E}" dt="2025-06-05T10:18:51.379" v="30"/>
        <pc:sldMkLst>
          <pc:docMk/>
          <pc:sldMk cId="3823990925" sldId="2147483498"/>
        </pc:sldMkLst>
      </pc:sldChg>
      <pc:sldChg chg="addSp delSp modSp add replId">
        <pc:chgData name="Athik Miah" userId="S::athik.miah@beazley.com::a47aa1aa-a7c3-4558-bf6d-0fabf815d1dd" providerId="AD" clId="Web-{7DC6E606-FFAB-A81F-3D7F-01A19AAC458E}" dt="2025-06-05T15:17:36.526" v="2053"/>
        <pc:sldMkLst>
          <pc:docMk/>
          <pc:sldMk cId="411609162" sldId="2147483499"/>
        </pc:sldMkLst>
      </pc:sldChg>
    </pc:docChg>
  </pc:docChgLst>
  <pc:docChgLst>
    <pc:chgData name="Kelly Reisling" userId="S::kelly.reisling@beazley.com::902451a9-97d0-42d9-b40d-9630ee38dc63" providerId="AD" clId="Web-{201BE100-25F8-B2CD-6557-27FEBA6CCE36}"/>
    <pc:docChg chg="modSld">
      <pc:chgData name="Kelly Reisling" userId="S::kelly.reisling@beazley.com::902451a9-97d0-42d9-b40d-9630ee38dc63" providerId="AD" clId="Web-{201BE100-25F8-B2CD-6557-27FEBA6CCE36}" dt="2025-07-16T14:20:37.530" v="5" actId="1076"/>
      <pc:docMkLst>
        <pc:docMk/>
      </pc:docMkLst>
      <pc:sldChg chg="modSp">
        <pc:chgData name="Kelly Reisling" userId="S::kelly.reisling@beazley.com::902451a9-97d0-42d9-b40d-9630ee38dc63" providerId="AD" clId="Web-{201BE100-25F8-B2CD-6557-27FEBA6CCE36}" dt="2025-07-16T14:20:37.530" v="5" actId="1076"/>
        <pc:sldMkLst>
          <pc:docMk/>
          <pc:sldMk cId="2070117374" sldId="2147483472"/>
        </pc:sldMkLst>
        <pc:picChg chg="mod">
          <ac:chgData name="Kelly Reisling" userId="S::kelly.reisling@beazley.com::902451a9-97d0-42d9-b40d-9630ee38dc63" providerId="AD" clId="Web-{201BE100-25F8-B2CD-6557-27FEBA6CCE36}" dt="2025-07-16T14:20:37.530" v="5" actId="1076"/>
          <ac:picMkLst>
            <pc:docMk/>
            <pc:sldMk cId="2070117374" sldId="2147483472"/>
            <ac:picMk id="5" creationId="{31D3A166-1E36-DCBC-86B3-2B155744A58F}"/>
          </ac:picMkLst>
        </pc:picChg>
      </pc:sldChg>
    </pc:docChg>
  </pc:docChgLst>
  <pc:docChgLst>
    <pc:chgData name="Kelly Reisling" userId="S::kelly.reisling@beazley.com::902451a9-97d0-42d9-b40d-9630ee38dc63" providerId="AD" clId="Web-{7C291CD8-53AC-03BF-E81D-F0AF9F6058C3}"/>
    <pc:docChg chg="modSld">
      <pc:chgData name="Kelly Reisling" userId="S::kelly.reisling@beazley.com::902451a9-97d0-42d9-b40d-9630ee38dc63" providerId="AD" clId="Web-{7C291CD8-53AC-03BF-E81D-F0AF9F6058C3}" dt="2025-06-02T17:01:13.325" v="2"/>
      <pc:docMkLst>
        <pc:docMk/>
      </pc:docMkLst>
      <pc:sldChg chg="addSp delSp modSp">
        <pc:chgData name="Kelly Reisling" userId="S::kelly.reisling@beazley.com::902451a9-97d0-42d9-b40d-9630ee38dc63" providerId="AD" clId="Web-{7C291CD8-53AC-03BF-E81D-F0AF9F6058C3}" dt="2025-06-02T17:01:13.325" v="2"/>
        <pc:sldMkLst>
          <pc:docMk/>
          <pc:sldMk cId="3594647886" sldId="2147483473"/>
        </pc:sldMkLst>
      </pc:sldChg>
    </pc:docChg>
  </pc:docChgLst>
  <pc:docChgLst>
    <pc:chgData name="Athik Miah" userId="a47aa1aa-a7c3-4558-bf6d-0fabf815d1dd" providerId="ADAL" clId="{98E45EAE-95E8-48B9-85E9-6E10F549D6C8}"/>
    <pc:docChg chg="undo redo custSel addSld delSld modSld sldOrd">
      <pc:chgData name="Athik Miah" userId="a47aa1aa-a7c3-4558-bf6d-0fabf815d1dd" providerId="ADAL" clId="{98E45EAE-95E8-48B9-85E9-6E10F549D6C8}" dt="2025-06-11T13:51:47.651" v="8533" actId="478"/>
      <pc:docMkLst>
        <pc:docMk/>
      </pc:docMkLst>
      <pc:sldChg chg="addSp delSp mod">
        <pc:chgData name="Athik Miah" userId="a47aa1aa-a7c3-4558-bf6d-0fabf815d1dd" providerId="ADAL" clId="{98E45EAE-95E8-48B9-85E9-6E10F549D6C8}" dt="2025-06-09T14:28:57.283" v="1993" actId="478"/>
        <pc:sldMkLst>
          <pc:docMk/>
          <pc:sldMk cId="1190063729" sldId="2147474098"/>
        </pc:sldMkLst>
      </pc:sldChg>
      <pc:sldChg chg="delSp mod">
        <pc:chgData name="Athik Miah" userId="a47aa1aa-a7c3-4558-bf6d-0fabf815d1dd" providerId="ADAL" clId="{98E45EAE-95E8-48B9-85E9-6E10F549D6C8}" dt="2025-06-11T13:28:32.512" v="7907" actId="478"/>
        <pc:sldMkLst>
          <pc:docMk/>
          <pc:sldMk cId="80682955" sldId="2147483498"/>
        </pc:sldMkLst>
      </pc:sldChg>
      <pc:sldChg chg="addSp delSp modSp mod ord">
        <pc:chgData name="Athik Miah" userId="a47aa1aa-a7c3-4558-bf6d-0fabf815d1dd" providerId="ADAL" clId="{98E45EAE-95E8-48B9-85E9-6E10F549D6C8}" dt="2025-06-11T12:48:12.783" v="7609" actId="6549"/>
        <pc:sldMkLst>
          <pc:docMk/>
          <pc:sldMk cId="411609162" sldId="2147483499"/>
        </pc:sldMkLst>
      </pc:sldChg>
      <pc:sldChg chg="modSp mod">
        <pc:chgData name="Athik Miah" userId="a47aa1aa-a7c3-4558-bf6d-0fabf815d1dd" providerId="ADAL" clId="{98E45EAE-95E8-48B9-85E9-6E10F549D6C8}" dt="2025-06-11T13:29:02.946" v="7908" actId="313"/>
        <pc:sldMkLst>
          <pc:docMk/>
          <pc:sldMk cId="1173257823" sldId="2147483500"/>
        </pc:sldMkLst>
      </pc:sldChg>
      <pc:sldChg chg="addSp delSp modSp mod">
        <pc:chgData name="Athik Miah" userId="a47aa1aa-a7c3-4558-bf6d-0fabf815d1dd" providerId="ADAL" clId="{98E45EAE-95E8-48B9-85E9-6E10F549D6C8}" dt="2025-06-11T08:58:21.343" v="4262" actId="113"/>
        <pc:sldMkLst>
          <pc:docMk/>
          <pc:sldMk cId="468884768" sldId="2147483501"/>
        </pc:sldMkLst>
      </pc:sldChg>
      <pc:sldChg chg="addSp delSp modSp add mod">
        <pc:chgData name="Athik Miah" userId="a47aa1aa-a7c3-4558-bf6d-0fabf815d1dd" providerId="ADAL" clId="{98E45EAE-95E8-48B9-85E9-6E10F549D6C8}" dt="2025-06-11T12:56:57.905" v="7899" actId="1076"/>
        <pc:sldMkLst>
          <pc:docMk/>
          <pc:sldMk cId="2764723787" sldId="2147483502"/>
        </pc:sldMkLst>
      </pc:sldChg>
      <pc:sldChg chg="add del setBg">
        <pc:chgData name="Athik Miah" userId="a47aa1aa-a7c3-4558-bf6d-0fabf815d1dd" providerId="ADAL" clId="{98E45EAE-95E8-48B9-85E9-6E10F549D6C8}" dt="2025-06-09T14:10:02.912" v="1586" actId="47"/>
        <pc:sldMkLst>
          <pc:docMk/>
          <pc:sldMk cId="3134131954" sldId="2147483503"/>
        </pc:sldMkLst>
      </pc:sldChg>
      <pc:sldChg chg="addSp delSp modSp add mod setBg">
        <pc:chgData name="Athik Miah" userId="a47aa1aa-a7c3-4558-bf6d-0fabf815d1dd" providerId="ADAL" clId="{98E45EAE-95E8-48B9-85E9-6E10F549D6C8}" dt="2025-06-11T13:51:47.651" v="8533" actId="478"/>
        <pc:sldMkLst>
          <pc:docMk/>
          <pc:sldMk cId="4206536742" sldId="2147483504"/>
        </pc:sldMkLst>
      </pc:sldChg>
      <pc:sldChg chg="delSp modSp add mod ord">
        <pc:chgData name="Athik Miah" userId="a47aa1aa-a7c3-4558-bf6d-0fabf815d1dd" providerId="ADAL" clId="{98E45EAE-95E8-48B9-85E9-6E10F549D6C8}" dt="2025-06-11T12:57:40.582" v="7901"/>
        <pc:sldMkLst>
          <pc:docMk/>
          <pc:sldMk cId="303277062" sldId="2147483505"/>
        </pc:sldMkLst>
      </pc:sldChg>
    </pc:docChg>
  </pc:docChgLst>
  <pc:docChgLst>
    <pc:chgData name="Sarah Kavanagh" userId="44cc17e0-1ecd-44f5-9084-0b28eeffbc35" providerId="ADAL" clId="{3B35A543-8D2E-4AE1-851E-CF0F17F1D5B4}"/>
    <pc:docChg chg="modSld">
      <pc:chgData name="Sarah Kavanagh" userId="44cc17e0-1ecd-44f5-9084-0b28eeffbc35" providerId="ADAL" clId="{3B35A543-8D2E-4AE1-851E-CF0F17F1D5B4}" dt="2025-05-30T16:45:01.549" v="1" actId="1076"/>
      <pc:docMkLst>
        <pc:docMk/>
      </pc:docMkLst>
      <pc:sldChg chg="addSp modSp">
        <pc:chgData name="Sarah Kavanagh" userId="44cc17e0-1ecd-44f5-9084-0b28eeffbc35" providerId="ADAL" clId="{3B35A543-8D2E-4AE1-851E-CF0F17F1D5B4}" dt="2025-05-30T16:45:01.549" v="1" actId="1076"/>
        <pc:sldMkLst>
          <pc:docMk/>
          <pc:sldMk cId="1190063729" sldId="2147474098"/>
        </pc:sldMkLst>
      </pc:sldChg>
    </pc:docChg>
  </pc:docChgLst>
  <pc:docChgLst>
    <pc:chgData name="Max Cartwright" userId="71902557-274d-435f-b096-5289ad8bbefe" providerId="ADAL" clId="{DD2F549A-C019-4C4D-86A2-72004F47994D}"/>
    <pc:docChg chg="undo custSel delSld modSld">
      <pc:chgData name="Max Cartwright" userId="71902557-274d-435f-b096-5289ad8bbefe" providerId="ADAL" clId="{DD2F549A-C019-4C4D-86A2-72004F47994D}" dt="2025-06-02T13:34:40.698" v="328" actId="208"/>
      <pc:docMkLst>
        <pc:docMk/>
      </pc:docMkLst>
      <pc:sldChg chg="del">
        <pc:chgData name="Max Cartwright" userId="71902557-274d-435f-b096-5289ad8bbefe" providerId="ADAL" clId="{DD2F549A-C019-4C4D-86A2-72004F47994D}" dt="2025-06-02T13:11:07.853" v="308" actId="47"/>
        <pc:sldMkLst>
          <pc:docMk/>
          <pc:sldMk cId="1817871902" sldId="961"/>
        </pc:sldMkLst>
      </pc:sldChg>
      <pc:sldChg chg="addSp modSp mod">
        <pc:chgData name="Max Cartwright" userId="71902557-274d-435f-b096-5289ad8bbefe" providerId="ADAL" clId="{DD2F549A-C019-4C4D-86A2-72004F47994D}" dt="2025-06-02T13:34:40.698" v="328" actId="208"/>
        <pc:sldMkLst>
          <pc:docMk/>
          <pc:sldMk cId="1783932635" sldId="2147483486"/>
        </pc:sldMkLst>
      </pc:sldChg>
      <pc:sldMasterChg chg="delSldLayout">
        <pc:chgData name="Max Cartwright" userId="71902557-274d-435f-b096-5289ad8bbefe" providerId="ADAL" clId="{DD2F549A-C019-4C4D-86A2-72004F47994D}" dt="2025-06-02T13:11:07.853" v="308" actId="47"/>
        <pc:sldMasterMkLst>
          <pc:docMk/>
          <pc:sldMasterMk cId="1736873049" sldId="2147483688"/>
        </pc:sldMasterMkLst>
        <pc:sldLayoutChg chg="del">
          <pc:chgData name="Max Cartwright" userId="71902557-274d-435f-b096-5289ad8bbefe" providerId="ADAL" clId="{DD2F549A-C019-4C4D-86A2-72004F47994D}" dt="2025-06-02T13:11:07.853" v="308" actId="47"/>
          <pc:sldLayoutMkLst>
            <pc:docMk/>
            <pc:sldMasterMk cId="1736873049" sldId="2147483688"/>
            <pc:sldLayoutMk cId="3427283533" sldId="2147483703"/>
          </pc:sldLayoutMkLst>
        </pc:sldLayoutChg>
      </pc:sldMasterChg>
    </pc:docChg>
  </pc:docChgLst>
  <pc:docChgLst>
    <pc:chgData name="Jeffrey Crawford" userId="S::jeffrey.crawford@beazley.com::549ee68e-074d-4a6f-be52-beaca2625454" providerId="AD" clId="Web-{7078BA05-37FA-29D8-7983-4C6249471FD1}"/>
    <pc:docChg chg="modSld">
      <pc:chgData name="Jeffrey Crawford" userId="S::jeffrey.crawford@beazley.com::549ee68e-074d-4a6f-be52-beaca2625454" providerId="AD" clId="Web-{7078BA05-37FA-29D8-7983-4C6249471FD1}" dt="2025-06-04T15:57:07.752" v="44" actId="1076"/>
      <pc:docMkLst>
        <pc:docMk/>
      </pc:docMkLst>
      <pc:sldChg chg="addSp modSp">
        <pc:chgData name="Jeffrey Crawford" userId="S::jeffrey.crawford@beazley.com::549ee68e-074d-4a6f-be52-beaca2625454" providerId="AD" clId="Web-{7078BA05-37FA-29D8-7983-4C6249471FD1}" dt="2025-06-04T15:57:07.752" v="44" actId="1076"/>
        <pc:sldMkLst>
          <pc:docMk/>
          <pc:sldMk cId="123133503" sldId="2147483478"/>
        </pc:sldMkLst>
      </pc:sldChg>
    </pc:docChg>
  </pc:docChgLst>
  <pc:docChgLst>
    <pc:chgData name="Jeffrey Crawford" userId="549ee68e-074d-4a6f-be52-beaca2625454" providerId="ADAL" clId="{82E0BA74-FB59-4BB2-AEB5-F27AAFEA2A99}"/>
    <pc:docChg chg="undo custSel addSld delSld modSld">
      <pc:chgData name="Jeffrey Crawford" userId="549ee68e-074d-4a6f-be52-beaca2625454" providerId="ADAL" clId="{82E0BA74-FB59-4BB2-AEB5-F27AAFEA2A99}" dt="2025-06-16T08:11:10.761" v="644" actId="20577"/>
      <pc:docMkLst>
        <pc:docMk/>
      </pc:docMkLst>
      <pc:sldChg chg="modSp new del mod">
        <pc:chgData name="Jeffrey Crawford" userId="549ee68e-074d-4a6f-be52-beaca2625454" providerId="ADAL" clId="{82E0BA74-FB59-4BB2-AEB5-F27AAFEA2A99}" dt="2025-06-16T08:02:04.136" v="26" actId="47"/>
        <pc:sldMkLst>
          <pc:docMk/>
          <pc:sldMk cId="1687023770" sldId="2147483506"/>
        </pc:sldMkLst>
      </pc:sldChg>
      <pc:sldChg chg="new del">
        <pc:chgData name="Jeffrey Crawford" userId="549ee68e-074d-4a6f-be52-beaca2625454" providerId="ADAL" clId="{82E0BA74-FB59-4BB2-AEB5-F27AAFEA2A99}" dt="2025-06-16T08:01:09.243" v="1" actId="680"/>
        <pc:sldMkLst>
          <pc:docMk/>
          <pc:sldMk cId="3593949697" sldId="2147483506"/>
        </pc:sldMkLst>
      </pc:sldChg>
      <pc:sldChg chg="modSp new mod">
        <pc:chgData name="Jeffrey Crawford" userId="549ee68e-074d-4a6f-be52-beaca2625454" providerId="ADAL" clId="{82E0BA74-FB59-4BB2-AEB5-F27AAFEA2A99}" dt="2025-06-16T08:11:10.761" v="644" actId="20577"/>
        <pc:sldMkLst>
          <pc:docMk/>
          <pc:sldMk cId="2476678646" sldId="2147483507"/>
        </pc:sldMkLst>
        <pc:spChg chg="mod">
          <ac:chgData name="Jeffrey Crawford" userId="549ee68e-074d-4a6f-be52-beaca2625454" providerId="ADAL" clId="{82E0BA74-FB59-4BB2-AEB5-F27AAFEA2A99}" dt="2025-06-16T08:11:10.761" v="644" actId="20577"/>
          <ac:spMkLst>
            <pc:docMk/>
            <pc:sldMk cId="2476678646" sldId="2147483507"/>
            <ac:spMk id="2" creationId="{2C015393-97AD-0340-E249-FF2F31633AAB}"/>
          </ac:spMkLst>
        </pc:spChg>
        <pc:spChg chg="mod">
          <ac:chgData name="Jeffrey Crawford" userId="549ee68e-074d-4a6f-be52-beaca2625454" providerId="ADAL" clId="{82E0BA74-FB59-4BB2-AEB5-F27AAFEA2A99}" dt="2025-06-16T08:04:21.536" v="47" actId="313"/>
          <ac:spMkLst>
            <pc:docMk/>
            <pc:sldMk cId="2476678646" sldId="2147483507"/>
            <ac:spMk id="3" creationId="{F044092E-4697-4402-621D-E100A361AD05}"/>
          </ac:spMkLst>
        </pc:spChg>
      </pc:sldChg>
    </pc:docChg>
  </pc:docChgLst>
  <pc:docChgLst>
    <pc:chgData name="Max Cartwright" userId="71902557-274d-435f-b096-5289ad8bbefe" providerId="ADAL" clId="{88971ACC-DB3B-4694-B989-CA018FCFC33F}"/>
    <pc:docChg chg="custSel modSld">
      <pc:chgData name="Max Cartwright" userId="71902557-274d-435f-b096-5289ad8bbefe" providerId="ADAL" clId="{88971ACC-DB3B-4694-B989-CA018FCFC33F}" dt="2025-06-05T15:42:53.139" v="0" actId="478"/>
      <pc:docMkLst>
        <pc:docMk/>
      </pc:docMkLst>
      <pc:sldChg chg="delSp mod">
        <pc:chgData name="Max Cartwright" userId="71902557-274d-435f-b096-5289ad8bbefe" providerId="ADAL" clId="{88971ACC-DB3B-4694-B989-CA018FCFC33F}" dt="2025-06-05T15:42:53.139" v="0" actId="478"/>
        <pc:sldMkLst>
          <pc:docMk/>
          <pc:sldMk cId="80682955" sldId="2147483498"/>
        </pc:sldMkLst>
      </pc:sldChg>
    </pc:docChg>
  </pc:docChgLst>
  <pc:docChgLst>
    <pc:chgData name="Athik Miah" userId="S::athik.miah@beazley.com::a47aa1aa-a7c3-4558-bf6d-0fabf815d1dd" providerId="AD" clId="Web-{CD54AB2C-1725-9511-C258-BD80D11A30E2}"/>
    <pc:docChg chg="modSld sldOrd">
      <pc:chgData name="Athik Miah" userId="S::athik.miah@beazley.com::a47aa1aa-a7c3-4558-bf6d-0fabf815d1dd" providerId="AD" clId="Web-{CD54AB2C-1725-9511-C258-BD80D11A30E2}" dt="2025-06-02T09:00:14.373" v="5"/>
      <pc:docMkLst>
        <pc:docMk/>
      </pc:docMkLst>
      <pc:sldChg chg="delSp">
        <pc:chgData name="Athik Miah" userId="S::athik.miah@beazley.com::a47aa1aa-a7c3-4558-bf6d-0fabf815d1dd" providerId="AD" clId="Web-{CD54AB2C-1725-9511-C258-BD80D11A30E2}" dt="2025-06-02T09:00:14.373" v="5"/>
        <pc:sldMkLst>
          <pc:docMk/>
          <pc:sldMk cId="1923745520" sldId="2147474097"/>
        </pc:sldMkLst>
      </pc:sldChg>
      <pc:sldChg chg="modSp ord">
        <pc:chgData name="Athik Miah" userId="S::athik.miah@beazley.com::a47aa1aa-a7c3-4558-bf6d-0fabf815d1dd" providerId="AD" clId="Web-{CD54AB2C-1725-9511-C258-BD80D11A30E2}" dt="2025-06-02T09:00:13.701" v="4" actId="20577"/>
        <pc:sldMkLst>
          <pc:docMk/>
          <pc:sldMk cId="1604525862" sldId="2147474099"/>
        </pc:sldMkLst>
      </pc:sldChg>
    </pc:docChg>
  </pc:docChgLst>
  <pc:docChgLst>
    <pc:chgData name="Max Cartwright" userId="71902557-274d-435f-b096-5289ad8bbefe" providerId="ADAL" clId="{03E28F29-FF94-4F2C-8A5D-1AD98AF5A10B}"/>
    <pc:docChg chg="custSel modSld">
      <pc:chgData name="Max Cartwright" userId="71902557-274d-435f-b096-5289ad8bbefe" providerId="ADAL" clId="{03E28F29-FF94-4F2C-8A5D-1AD98AF5A10B}" dt="2025-06-03T13:39:05.645" v="24" actId="1076"/>
      <pc:docMkLst>
        <pc:docMk/>
      </pc:docMkLst>
      <pc:sldChg chg="addSp delSp modSp mod">
        <pc:chgData name="Max Cartwright" userId="71902557-274d-435f-b096-5289ad8bbefe" providerId="ADAL" clId="{03E28F29-FF94-4F2C-8A5D-1AD98AF5A10B}" dt="2025-06-03T13:39:05.645" v="24" actId="1076"/>
        <pc:sldMkLst>
          <pc:docMk/>
          <pc:sldMk cId="1190063729" sldId="2147474098"/>
        </pc:sldMkLst>
      </pc:sldChg>
    </pc:docChg>
  </pc:docChgLst>
  <pc:docChgLst>
    <pc:chgData name="Athik Miah" userId="S::athik.miah@beazley.com::a47aa1aa-a7c3-4558-bf6d-0fabf815d1dd" providerId="AD" clId="Web-{A467D532-3B3B-AEC6-9FB3-145BC9A8586C}"/>
    <pc:docChg chg="modSld">
      <pc:chgData name="Athik Miah" userId="S::athik.miah@beazley.com::a47aa1aa-a7c3-4558-bf6d-0fabf815d1dd" providerId="AD" clId="Web-{A467D532-3B3B-AEC6-9FB3-145BC9A8586C}" dt="2025-06-03T14:19:05.344" v="207" actId="20577"/>
      <pc:docMkLst>
        <pc:docMk/>
      </pc:docMkLst>
      <pc:sldChg chg="modSp">
        <pc:chgData name="Athik Miah" userId="S::athik.miah@beazley.com::a47aa1aa-a7c3-4558-bf6d-0fabf815d1dd" providerId="AD" clId="Web-{A467D532-3B3B-AEC6-9FB3-145BC9A8586C}" dt="2025-06-03T14:19:05.344" v="207" actId="20577"/>
        <pc:sldMkLst>
          <pc:docMk/>
          <pc:sldMk cId="2070117374" sldId="2147483472"/>
        </pc:sldMkLst>
      </pc:sldChg>
    </pc:docChg>
  </pc:docChgLst>
  <pc:docChgLst>
    <pc:chgData name="Max Cartwright" userId="S::max.cartwright@beazley.com::71902557-274d-435f-b096-5289ad8bbefe" providerId="AD" clId="Web-{E56DF359-B224-ECD6-CC61-8676A91D468B}"/>
    <pc:docChg chg="modSld">
      <pc:chgData name="Max Cartwright" userId="S::max.cartwright@beazley.com::71902557-274d-435f-b096-5289ad8bbefe" providerId="AD" clId="Web-{E56DF359-B224-ECD6-CC61-8676A91D468B}" dt="2025-06-02T13:03:21.591" v="52" actId="14100"/>
      <pc:docMkLst>
        <pc:docMk/>
      </pc:docMkLst>
      <pc:sldChg chg="addSp delSp modSp">
        <pc:chgData name="Max Cartwright" userId="S::max.cartwright@beazley.com::71902557-274d-435f-b096-5289ad8bbefe" providerId="AD" clId="Web-{E56DF359-B224-ECD6-CC61-8676A91D468B}" dt="2025-06-02T13:03:21.591" v="52" actId="14100"/>
        <pc:sldMkLst>
          <pc:docMk/>
          <pc:sldMk cId="1783932635" sldId="2147483486"/>
        </pc:sldMkLst>
      </pc:sldChg>
    </pc:docChg>
  </pc:docChgLst>
  <pc:docChgLst>
    <pc:chgData name="Kelly Reisling" userId="S::kelly.reisling@beazley.com::902451a9-97d0-42d9-b40d-9630ee38dc63" providerId="AD" clId="Web-{6E154016-6A44-E63A-23DD-BF3F215A6518}"/>
    <pc:docChg chg="modSld">
      <pc:chgData name="Kelly Reisling" userId="S::kelly.reisling@beazley.com::902451a9-97d0-42d9-b40d-9630ee38dc63" providerId="AD" clId="Web-{6E154016-6A44-E63A-23DD-BF3F215A6518}" dt="2025-06-05T17:08:15.077" v="0"/>
      <pc:docMkLst>
        <pc:docMk/>
      </pc:docMkLst>
      <pc:sldChg chg="modSp">
        <pc:chgData name="Kelly Reisling" userId="S::kelly.reisling@beazley.com::902451a9-97d0-42d9-b40d-9630ee38dc63" providerId="AD" clId="Web-{6E154016-6A44-E63A-23DD-BF3F215A6518}" dt="2025-06-05T17:08:15.077" v="0"/>
        <pc:sldMkLst>
          <pc:docMk/>
          <pc:sldMk cId="3594647886" sldId="2147483473"/>
        </pc:sldMkLst>
      </pc:sldChg>
    </pc:docChg>
  </pc:docChgLst>
  <pc:docChgLst>
    <pc:chgData name="Sarah Kavanagh" userId="44cc17e0-1ecd-44f5-9084-0b28eeffbc35" providerId="ADAL" clId="{5EEC2274-568C-4B87-8D95-695970770581}"/>
    <pc:docChg chg="modSld">
      <pc:chgData name="Sarah Kavanagh" userId="44cc17e0-1ecd-44f5-9084-0b28eeffbc35" providerId="ADAL" clId="{5EEC2274-568C-4B87-8D95-695970770581}" dt="2025-06-05T15:15:46.786" v="100" actId="14100"/>
      <pc:docMkLst>
        <pc:docMk/>
      </pc:docMkLst>
      <pc:sldChg chg="addSp modSp mod">
        <pc:chgData name="Sarah Kavanagh" userId="44cc17e0-1ecd-44f5-9084-0b28eeffbc35" providerId="ADAL" clId="{5EEC2274-568C-4B87-8D95-695970770581}" dt="2025-06-05T15:15:46.786" v="100" actId="14100"/>
        <pc:sldMkLst>
          <pc:docMk/>
          <pc:sldMk cId="80682955" sldId="2147483498"/>
        </pc:sldMkLst>
      </pc:sldChg>
    </pc:docChg>
  </pc:docChgLst>
  <pc:docChgLst>
    <pc:chgData name="Athik Miah" userId="S::athik.miah@beazley.com::a47aa1aa-a7c3-4558-bf6d-0fabf815d1dd" providerId="AD" clId="Web-{D5B8C469-A630-0B46-97C2-18C52C809697}"/>
    <pc:docChg chg="modSld">
      <pc:chgData name="Athik Miah" userId="S::athik.miah@beazley.com::a47aa1aa-a7c3-4558-bf6d-0fabf815d1dd" providerId="AD" clId="Web-{D5B8C469-A630-0B46-97C2-18C52C809697}" dt="2025-06-16T07:34:37.223" v="24" actId="20577"/>
      <pc:docMkLst>
        <pc:docMk/>
      </pc:docMkLst>
      <pc:sldChg chg="modSp">
        <pc:chgData name="Athik Miah" userId="S::athik.miah@beazley.com::a47aa1aa-a7c3-4558-bf6d-0fabf815d1dd" providerId="AD" clId="Web-{D5B8C469-A630-0B46-97C2-18C52C809697}" dt="2025-06-16T07:34:37.223" v="24" actId="20577"/>
        <pc:sldMkLst>
          <pc:docMk/>
          <pc:sldMk cId="468884768" sldId="2147483501"/>
        </pc:sldMkLst>
        <pc:spChg chg="mod">
          <ac:chgData name="Athik Miah" userId="S::athik.miah@beazley.com::a47aa1aa-a7c3-4558-bf6d-0fabf815d1dd" providerId="AD" clId="Web-{D5B8C469-A630-0B46-97C2-18C52C809697}" dt="2025-06-16T07:29:36.494" v="23" actId="20577"/>
          <ac:spMkLst>
            <pc:docMk/>
            <pc:sldMk cId="468884768" sldId="2147483501"/>
            <ac:spMk id="3" creationId="{997820E5-65E0-6903-6B67-12B221145A63}"/>
          </ac:spMkLst>
        </pc:spChg>
        <pc:spChg chg="mod">
          <ac:chgData name="Athik Miah" userId="S::athik.miah@beazley.com::a47aa1aa-a7c3-4558-bf6d-0fabf815d1dd" providerId="AD" clId="Web-{D5B8C469-A630-0B46-97C2-18C52C809697}" dt="2025-06-16T07:34:37.223" v="24" actId="20577"/>
          <ac:spMkLst>
            <pc:docMk/>
            <pc:sldMk cId="468884768" sldId="2147483501"/>
            <ac:spMk id="12" creationId="{6414E72D-BE47-4DB7-0BED-72697B5390E5}"/>
          </ac:spMkLst>
        </pc:spChg>
      </pc:sldChg>
    </pc:docChg>
  </pc:docChgLst>
  <pc:docChgLst>
    <pc:chgData name="Jeffrey Crawford" userId="S::jeffrey.crawford@beazley.com::549ee68e-074d-4a6f-be52-beaca2625454" providerId="AD" clId="Web-{B6115519-CDF5-BDC9-7FBE-15AB32FD64E6}"/>
    <pc:docChg chg="addSld modSld">
      <pc:chgData name="Jeffrey Crawford" userId="S::jeffrey.crawford@beazley.com::549ee68e-074d-4a6f-be52-beaca2625454" providerId="AD" clId="Web-{B6115519-CDF5-BDC9-7FBE-15AB32FD64E6}" dt="2025-06-16T08:24:34.773" v="146" actId="20577"/>
      <pc:docMkLst>
        <pc:docMk/>
      </pc:docMkLst>
      <pc:sldChg chg="addSp modSp">
        <pc:chgData name="Jeffrey Crawford" userId="S::jeffrey.crawford@beazley.com::549ee68e-074d-4a6f-be52-beaca2625454" providerId="AD" clId="Web-{B6115519-CDF5-BDC9-7FBE-15AB32FD64E6}" dt="2025-06-16T08:19:09.809" v="58" actId="1076"/>
        <pc:sldMkLst>
          <pc:docMk/>
          <pc:sldMk cId="411609162" sldId="2147483499"/>
        </pc:sldMkLst>
        <pc:spChg chg="add mod">
          <ac:chgData name="Jeffrey Crawford" userId="S::jeffrey.crawford@beazley.com::549ee68e-074d-4a6f-be52-beaca2625454" providerId="AD" clId="Web-{B6115519-CDF5-BDC9-7FBE-15AB32FD64E6}" dt="2025-06-16T08:19:09.809" v="58" actId="1076"/>
          <ac:spMkLst>
            <pc:docMk/>
            <pc:sldMk cId="411609162" sldId="2147483499"/>
            <ac:spMk id="3" creationId="{AC7E87C8-FA68-D662-20BC-9398204DAF26}"/>
          </ac:spMkLst>
        </pc:spChg>
        <pc:spChg chg="mod">
          <ac:chgData name="Jeffrey Crawford" userId="S::jeffrey.crawford@beazley.com::549ee68e-074d-4a6f-be52-beaca2625454" providerId="AD" clId="Web-{B6115519-CDF5-BDC9-7FBE-15AB32FD64E6}" dt="2025-06-16T08:15:54.746" v="1" actId="20577"/>
          <ac:spMkLst>
            <pc:docMk/>
            <pc:sldMk cId="411609162" sldId="2147483499"/>
            <ac:spMk id="69" creationId="{EF29CAC1-5815-35EC-DE15-799ADA002825}"/>
          </ac:spMkLst>
        </pc:spChg>
      </pc:sldChg>
      <pc:sldChg chg="addSp modSp">
        <pc:chgData name="Jeffrey Crawford" userId="S::jeffrey.crawford@beazley.com::549ee68e-074d-4a6f-be52-beaca2625454" providerId="AD" clId="Web-{B6115519-CDF5-BDC9-7FBE-15AB32FD64E6}" dt="2025-06-16T08:22:02.260" v="89" actId="20577"/>
        <pc:sldMkLst>
          <pc:docMk/>
          <pc:sldMk cId="4206536742" sldId="2147483504"/>
        </pc:sldMkLst>
        <pc:spChg chg="add mod">
          <ac:chgData name="Jeffrey Crawford" userId="S::jeffrey.crawford@beazley.com::549ee68e-074d-4a6f-be52-beaca2625454" providerId="AD" clId="Web-{B6115519-CDF5-BDC9-7FBE-15AB32FD64E6}" dt="2025-06-16T08:22:02.260" v="89" actId="20577"/>
          <ac:spMkLst>
            <pc:docMk/>
            <pc:sldMk cId="4206536742" sldId="2147483504"/>
            <ac:spMk id="2" creationId="{60695B05-7F85-D039-1F67-25828583A456}"/>
          </ac:spMkLst>
        </pc:spChg>
      </pc:sldChg>
      <pc:sldChg chg="modSp new">
        <pc:chgData name="Jeffrey Crawford" userId="S::jeffrey.crawford@beazley.com::549ee68e-074d-4a6f-be52-beaca2625454" providerId="AD" clId="Web-{B6115519-CDF5-BDC9-7FBE-15AB32FD64E6}" dt="2025-06-16T08:24:34.773" v="146" actId="20577"/>
        <pc:sldMkLst>
          <pc:docMk/>
          <pc:sldMk cId="62943885" sldId="2147483508"/>
        </pc:sldMkLst>
        <pc:spChg chg="mod">
          <ac:chgData name="Jeffrey Crawford" userId="S::jeffrey.crawford@beazley.com::549ee68e-074d-4a6f-be52-beaca2625454" providerId="AD" clId="Web-{B6115519-CDF5-BDC9-7FBE-15AB32FD64E6}" dt="2025-06-16T08:22:35.419" v="97" actId="20577"/>
          <ac:spMkLst>
            <pc:docMk/>
            <pc:sldMk cId="62943885" sldId="2147483508"/>
            <ac:spMk id="2" creationId="{53D2AAB2-6041-D063-8873-20ED638D7938}"/>
          </ac:spMkLst>
        </pc:spChg>
        <pc:spChg chg="mod">
          <ac:chgData name="Jeffrey Crawford" userId="S::jeffrey.crawford@beazley.com::549ee68e-074d-4a6f-be52-beaca2625454" providerId="AD" clId="Web-{B6115519-CDF5-BDC9-7FBE-15AB32FD64E6}" dt="2025-06-16T08:24:34.773" v="146" actId="20577"/>
          <ac:spMkLst>
            <pc:docMk/>
            <pc:sldMk cId="62943885" sldId="2147483508"/>
            <ac:spMk id="3" creationId="{0A670C2E-5233-32C7-A86E-74B1E2F2E3D2}"/>
          </ac:spMkLst>
        </pc:spChg>
      </pc:sldChg>
    </pc:docChg>
  </pc:docChgLst>
  <pc:docChgLst>
    <pc:chgData name="Kelly Reisling" userId="902451a9-97d0-42d9-b40d-9630ee38dc63" providerId="ADAL" clId="{FB8B74AC-1E0F-4516-90D8-EDB8451DF3A8}"/>
    <pc:docChg chg="addSld delSld modSld">
      <pc:chgData name="Kelly Reisling" userId="902451a9-97d0-42d9-b40d-9630ee38dc63" providerId="ADAL" clId="{FB8B74AC-1E0F-4516-90D8-EDB8451DF3A8}" dt="2025-06-02T17:05:28.315" v="9" actId="1076"/>
      <pc:docMkLst>
        <pc:docMk/>
      </pc:docMkLst>
      <pc:sldChg chg="del">
        <pc:chgData name="Kelly Reisling" userId="902451a9-97d0-42d9-b40d-9630ee38dc63" providerId="ADAL" clId="{FB8B74AC-1E0F-4516-90D8-EDB8451DF3A8}" dt="2025-06-02T17:04:29.573" v="7" actId="2696"/>
        <pc:sldMkLst>
          <pc:docMk/>
          <pc:sldMk cId="2185600820" sldId="262"/>
        </pc:sldMkLst>
      </pc:sldChg>
      <pc:sldChg chg="del">
        <pc:chgData name="Kelly Reisling" userId="902451a9-97d0-42d9-b40d-9630ee38dc63" providerId="ADAL" clId="{FB8B74AC-1E0F-4516-90D8-EDB8451DF3A8}" dt="2025-06-02T17:02:40.283" v="2" actId="2696"/>
        <pc:sldMkLst>
          <pc:docMk/>
          <pc:sldMk cId="3525597361" sldId="2147474170"/>
        </pc:sldMkLst>
      </pc:sldChg>
      <pc:sldChg chg="del">
        <pc:chgData name="Kelly Reisling" userId="902451a9-97d0-42d9-b40d-9630ee38dc63" providerId="ADAL" clId="{FB8B74AC-1E0F-4516-90D8-EDB8451DF3A8}" dt="2025-06-02T17:02:45.801" v="3" actId="2696"/>
        <pc:sldMkLst>
          <pc:docMk/>
          <pc:sldMk cId="2265306323" sldId="2147474171"/>
        </pc:sldMkLst>
      </pc:sldChg>
      <pc:sldChg chg="del">
        <pc:chgData name="Kelly Reisling" userId="902451a9-97d0-42d9-b40d-9630ee38dc63" providerId="ADAL" clId="{FB8B74AC-1E0F-4516-90D8-EDB8451DF3A8}" dt="2025-06-02T17:03:37.906" v="5" actId="2696"/>
        <pc:sldMkLst>
          <pc:docMk/>
          <pc:sldMk cId="3796566580" sldId="2147479457"/>
        </pc:sldMkLst>
      </pc:sldChg>
      <pc:sldChg chg="addSp delSp modSp add mod">
        <pc:chgData name="Kelly Reisling" userId="902451a9-97d0-42d9-b40d-9630ee38dc63" providerId="ADAL" clId="{FB8B74AC-1E0F-4516-90D8-EDB8451DF3A8}" dt="2025-06-02T17:05:28.315" v="9" actId="1076"/>
        <pc:sldMkLst>
          <pc:docMk/>
          <pc:sldMk cId="1403068989" sldId="2147483476"/>
        </pc:sldMkLst>
      </pc:sldChg>
      <pc:sldChg chg="add">
        <pc:chgData name="Kelly Reisling" userId="902451a9-97d0-42d9-b40d-9630ee38dc63" providerId="ADAL" clId="{FB8B74AC-1E0F-4516-90D8-EDB8451DF3A8}" dt="2025-06-02T17:02:17.057" v="1"/>
        <pc:sldMkLst>
          <pc:docMk/>
          <pc:sldMk cId="431682131" sldId="2147483477"/>
        </pc:sldMkLst>
      </pc:sldChg>
      <pc:sldChg chg="add">
        <pc:chgData name="Kelly Reisling" userId="902451a9-97d0-42d9-b40d-9630ee38dc63" providerId="ADAL" clId="{FB8B74AC-1E0F-4516-90D8-EDB8451DF3A8}" dt="2025-06-02T17:03:19.114" v="4"/>
        <pc:sldMkLst>
          <pc:docMk/>
          <pc:sldMk cId="123133503" sldId="2147483478"/>
        </pc:sldMkLst>
      </pc:sldChg>
      <pc:sldChg chg="add">
        <pc:chgData name="Kelly Reisling" userId="902451a9-97d0-42d9-b40d-9630ee38dc63" providerId="ADAL" clId="{FB8B74AC-1E0F-4516-90D8-EDB8451DF3A8}" dt="2025-06-02T17:03:59.752" v="6"/>
        <pc:sldMkLst>
          <pc:docMk/>
          <pc:sldMk cId="3591075559" sldId="2147483496"/>
        </pc:sldMkLst>
      </pc:sldChg>
    </pc:docChg>
  </pc:docChgLst>
  <pc:docChgLst>
    <pc:chgData name="Kelly Reisling" userId="S::kelly.reisling@beazley.com::902451a9-97d0-42d9-b40d-9630ee38dc63" providerId="AD" clId="Web-{F0AD68FD-919B-E2A6-8F99-69D051F65394}"/>
    <pc:docChg chg="modSld">
      <pc:chgData name="Kelly Reisling" userId="S::kelly.reisling@beazley.com::902451a9-97d0-42d9-b40d-9630ee38dc63" providerId="AD" clId="Web-{F0AD68FD-919B-E2A6-8F99-69D051F65394}" dt="2025-06-04T16:10:11.858" v="80"/>
      <pc:docMkLst>
        <pc:docMk/>
      </pc:docMkLst>
      <pc:sldChg chg="modSp">
        <pc:chgData name="Kelly Reisling" userId="S::kelly.reisling@beazley.com::902451a9-97d0-42d9-b40d-9630ee38dc63" providerId="AD" clId="Web-{F0AD68FD-919B-E2A6-8F99-69D051F65394}" dt="2025-06-04T16:10:11.858" v="80"/>
        <pc:sldMkLst>
          <pc:docMk/>
          <pc:sldMk cId="123133503" sldId="2147483478"/>
        </pc:sldMkLst>
      </pc:sldChg>
      <pc:sldChg chg="addSp delSp modSp">
        <pc:chgData name="Kelly Reisling" userId="S::kelly.reisling@beazley.com::902451a9-97d0-42d9-b40d-9630ee38dc63" providerId="AD" clId="Web-{F0AD68FD-919B-E2A6-8F99-69D051F65394}" dt="2025-06-04T16:06:19.106" v="7" actId="1076"/>
        <pc:sldMkLst>
          <pc:docMk/>
          <pc:sldMk cId="3591075559" sldId="2147483496"/>
        </pc:sldMkLst>
      </pc:sldChg>
    </pc:docChg>
  </pc:docChgLst>
  <pc:docChgLst>
    <pc:chgData name="Max Cartwright" userId="71902557-274d-435f-b096-5289ad8bbefe" providerId="ADAL" clId="{7F23A235-81A5-41BF-81D3-6829FE6B51D8}"/>
    <pc:docChg chg="undo custSel addSld modSld">
      <pc:chgData name="Max Cartwright" userId="71902557-274d-435f-b096-5289ad8bbefe" providerId="ADAL" clId="{7F23A235-81A5-41BF-81D3-6829FE6B51D8}" dt="2025-06-04T16:03:45.300" v="197" actId="1076"/>
      <pc:docMkLst>
        <pc:docMk/>
      </pc:docMkLst>
      <pc:sldChg chg="addSp delSp modSp mod">
        <pc:chgData name="Max Cartwright" userId="71902557-274d-435f-b096-5289ad8bbefe" providerId="ADAL" clId="{7F23A235-81A5-41BF-81D3-6829FE6B51D8}" dt="2025-06-04T15:56:00.677" v="52" actId="478"/>
        <pc:sldMkLst>
          <pc:docMk/>
          <pc:sldMk cId="1783932635" sldId="2147483486"/>
        </pc:sldMkLst>
      </pc:sldChg>
      <pc:sldChg chg="addSp delSp mod">
        <pc:chgData name="Max Cartwright" userId="71902557-274d-435f-b096-5289ad8bbefe" providerId="ADAL" clId="{7F23A235-81A5-41BF-81D3-6829FE6B51D8}" dt="2025-06-04T15:55:04.795" v="20" actId="22"/>
        <pc:sldMkLst>
          <pc:docMk/>
          <pc:sldMk cId="1422120204" sldId="2147483493"/>
        </pc:sldMkLst>
      </pc:sldChg>
      <pc:sldChg chg="addSp delSp modSp add mod">
        <pc:chgData name="Max Cartwright" userId="71902557-274d-435f-b096-5289ad8bbefe" providerId="ADAL" clId="{7F23A235-81A5-41BF-81D3-6829FE6B51D8}" dt="2025-06-04T16:03:45.300" v="197" actId="1076"/>
        <pc:sldMkLst>
          <pc:docMk/>
          <pc:sldMk cId="3132824532" sldId="2147483497"/>
        </pc:sldMkLst>
      </pc:sldChg>
    </pc:docChg>
  </pc:docChgLst>
  <pc:docChgLst>
    <pc:chgData name="Athik Miah" userId="S::athik.miah@beazley.com::a47aa1aa-a7c3-4558-bf6d-0fabf815d1dd" providerId="AD" clId="Web-{D1851D7E-ED88-944A-1103-3CB62172AEC1}"/>
    <pc:docChg chg="addSld modSld">
      <pc:chgData name="Athik Miah" userId="S::athik.miah@beazley.com::a47aa1aa-a7c3-4558-bf6d-0fabf815d1dd" providerId="AD" clId="Web-{D1851D7E-ED88-944A-1103-3CB62172AEC1}" dt="2025-06-09T13:31:52.544" v="213" actId="14100"/>
      <pc:docMkLst>
        <pc:docMk/>
      </pc:docMkLst>
      <pc:sldChg chg="addSp delSp modSp">
        <pc:chgData name="Athik Miah" userId="S::athik.miah@beazley.com::a47aa1aa-a7c3-4558-bf6d-0fabf815d1dd" providerId="AD" clId="Web-{D1851D7E-ED88-944A-1103-3CB62172AEC1}" dt="2025-06-09T09:19:35.355" v="76" actId="20577"/>
        <pc:sldMkLst>
          <pc:docMk/>
          <pc:sldMk cId="411609162" sldId="2147483499"/>
        </pc:sldMkLst>
      </pc:sldChg>
      <pc:sldChg chg="modSp add replId">
        <pc:chgData name="Athik Miah" userId="S::athik.miah@beazley.com::a47aa1aa-a7c3-4558-bf6d-0fabf815d1dd" providerId="AD" clId="Web-{D1851D7E-ED88-944A-1103-3CB62172AEC1}" dt="2025-06-09T13:08:23.493" v="82" actId="20577"/>
        <pc:sldMkLst>
          <pc:docMk/>
          <pc:sldMk cId="1173257823" sldId="2147483500"/>
        </pc:sldMkLst>
      </pc:sldChg>
      <pc:sldChg chg="addSp delSp modSp add replId">
        <pc:chgData name="Athik Miah" userId="S::athik.miah@beazley.com::a47aa1aa-a7c3-4558-bf6d-0fabf815d1dd" providerId="AD" clId="Web-{D1851D7E-ED88-944A-1103-3CB62172AEC1}" dt="2025-06-09T13:31:52.544" v="213" actId="14100"/>
        <pc:sldMkLst>
          <pc:docMk/>
          <pc:sldMk cId="468884768" sldId="21474835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C4BDA6-C689-4B9C-9D34-E023D336A271}" type="datetimeFigureOut">
              <a:rPr lang="en-GB" smtClean="0"/>
              <a:t>16/07/2025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8901EE-B9DB-452F-93ED-DB44637CAE67}" type="slidenum">
              <a:rPr lang="en-GB" smtClean="0"/>
              <a:t>‹#›</a:t>
            </a:fld>
            <a:endParaRPr lang="en-GB"/>
          </a:p>
        </p:txBody>
      </p:sp>
    </p:spTree>
    <p:extLst>
      <p:ext uri="{BB962C8B-B14F-4D97-AF65-F5344CB8AC3E}">
        <p14:creationId xmlns:p14="http://schemas.microsoft.com/office/powerpoint/2010/main" val="2068759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D1F00-43B0-E146-2BE2-0BA635BA9C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0D174B-F703-BE73-F1D2-8A9DF0236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53560-5C83-904A-42B9-6D2F2F4C36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BEBFD6-805E-F154-79AA-0689292B6A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61F0B2D-BA26-41D6-A905-952A669B92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102541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9349E-529C-5A37-E57A-7ACAAFA6FB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8A1C1-FC6B-6942-4854-DA6FE1CAC9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96780B-FA87-1E33-5711-25BE5A2B49D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4B7E573-5CC5-D25B-12DB-1CF86ED899A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61F0B2D-BA26-41D6-A905-952A669B92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25823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AF413-8316-D1F6-27A3-29C4F5B0BC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D59092-CFAC-5F2A-4F4F-1B86F559AD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A6F17D-8743-598A-EF45-0D6D545DA10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07B3729-FBEA-DD2D-3BB2-4B7B54C1BD9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61F0B2D-BA26-41D6-A905-952A669B92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87852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D983C-625F-0080-6D24-7D31E1011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2E251-203F-71EB-C759-76F3279023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D2595B-EF5F-C8DB-042E-06B52437CA2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EF5E1CE-1A87-A731-B9A6-A8BFF0B2794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3BCCC2-4BDF-4875-AD10-2FD735CBA4E1}"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12433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99485-9F81-BDF5-1821-176CA781C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7E3B3F-6C47-035A-B09A-EBF0D2BBCC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CA3821-845E-4A89-8A80-7BAB2BDE4FD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D44B0D1-F71D-FA78-DEDC-D5C5978294E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3BCCC2-4BDF-4875-AD10-2FD735CBA4E1}"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59170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4CF020-0462-2D47-950F-817C4E9C0EDD}" type="slidenum">
              <a:rPr kumimoji="0" lang="en-US"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127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4CF020-0462-2D47-950F-817C4E9C0EDD}" type="slidenum">
              <a:rPr kumimoji="0" lang="en-US"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406243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4CF020-0462-2D47-950F-817C4E9C0EDD}" type="slidenum">
              <a:rPr kumimoji="0" lang="en-US"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661325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6332AD-D446-4BAD-BC08-494CEFCD9297}" type="slidenum">
              <a:rPr kumimoji="0" lang="en-GB"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39200658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6332AD-D446-4BAD-BC08-494CEFCD9297}" type="slidenum">
              <a:rPr kumimoji="0" lang="en-GB"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470838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xml"/><Relationship Id="rId4" Type="http://schemas.openxmlformats.org/officeDocument/2006/relationships/image" Target="../media/image5.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5.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5.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5.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8.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7.xml"/><Relationship Id="rId16" Type="http://schemas.openxmlformats.org/officeDocument/2006/relationships/image" Target="../media/image12.png"/><Relationship Id="rId1" Type="http://schemas.openxmlformats.org/officeDocument/2006/relationships/tags" Target="../tags/tag6.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2.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9.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5.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2.xml"/><Relationship Id="rId4" Type="http://schemas.openxmlformats.org/officeDocument/2006/relationships/image" Target="../media/image5.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14.xml"/><Relationship Id="rId4" Type="http://schemas.openxmlformats.org/officeDocument/2006/relationships/image" Target="../media/image5.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15.xml"/><Relationship Id="rId4" Type="http://schemas.openxmlformats.org/officeDocument/2006/relationships/image" Target="../media/image5.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16.xml"/><Relationship Id="rId4" Type="http://schemas.openxmlformats.org/officeDocument/2006/relationships/image" Target="../media/image5.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17.xml"/><Relationship Id="rId4" Type="http://schemas.openxmlformats.org/officeDocument/2006/relationships/image" Target="../media/image5.emf"/></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7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20.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19.xml"/><Relationship Id="rId16" Type="http://schemas.openxmlformats.org/officeDocument/2006/relationships/image" Target="../media/image12.png"/><Relationship Id="rId1" Type="http://schemas.openxmlformats.org/officeDocument/2006/relationships/tags" Target="../tags/tag18.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4.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21.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5.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23.xml"/><Relationship Id="rId4" Type="http://schemas.openxmlformats.org/officeDocument/2006/relationships/image" Target="../media/image5.emf"/></Relationships>
</file>

<file path=ppt/slideLayouts/_rels/slideLayout8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24.xml"/><Relationship Id="rId4" Type="http://schemas.openxmlformats.org/officeDocument/2006/relationships/image" Target="../media/image5.emf"/></Relationships>
</file>

<file path=ppt/slideLayouts/_rels/slideLayout9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25.xml"/><Relationship Id="rId4" Type="http://schemas.openxmlformats.org/officeDocument/2006/relationships/image" Target="../media/image5.emf"/></Relationships>
</file>

<file path=ppt/slideLayouts/_rels/slideLayout9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26.xml"/><Relationship Id="rId4" Type="http://schemas.openxmlformats.org/officeDocument/2006/relationships/image" Target="../media/image5.emf"/></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5.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9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2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28.xml"/><Relationship Id="rId16" Type="http://schemas.openxmlformats.org/officeDocument/2006/relationships/image" Target="../media/image12.png"/><Relationship Id="rId1" Type="http://schemas.openxmlformats.org/officeDocument/2006/relationships/tags" Target="../tags/tag27.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5.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3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5.xml"/><Relationship Id="rId1" Type="http://schemas.openxmlformats.org/officeDocument/2006/relationships/tags" Target="../tags/tag31.xml"/><Relationship Id="rId5" Type="http://schemas.openxmlformats.org/officeDocument/2006/relationships/image" Target="../media/image18.png"/><Relationship Id="rId4" Type="http://schemas.openxmlformats.org/officeDocument/2006/relationships/image" Target="../media/image5.emf"/></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2.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6.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33.xml"/><Relationship Id="rId4" Type="http://schemas.openxmlformats.org/officeDocument/2006/relationships/image" Target="../media/image5.emf"/></Relationships>
</file>

<file path=ppt/slideLayouts/_rels/slideLayout1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34.xml"/><Relationship Id="rId4" Type="http://schemas.openxmlformats.org/officeDocument/2006/relationships/image" Target="../media/image5.emf"/></Relationships>
</file>

<file path=ppt/slideLayouts/_rels/slideLayout1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35.xml"/><Relationship Id="rId4" Type="http://schemas.openxmlformats.org/officeDocument/2006/relationships/image" Target="../media/image5.emf"/></Relationships>
</file>

<file path=ppt/slideLayouts/_rels/slideLayout1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36.xml"/><Relationship Id="rId4" Type="http://schemas.openxmlformats.org/officeDocument/2006/relationships/image" Target="../media/image5.emf"/></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6.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2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3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38.xml"/><Relationship Id="rId16" Type="http://schemas.openxmlformats.org/officeDocument/2006/relationships/image" Target="../media/image12.png"/><Relationship Id="rId1" Type="http://schemas.openxmlformats.org/officeDocument/2006/relationships/tags" Target="../tags/tag37.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6.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4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6.xml"/><Relationship Id="rId1" Type="http://schemas.openxmlformats.org/officeDocument/2006/relationships/tags" Target="../tags/tag41.xml"/><Relationship Id="rId4" Type="http://schemas.openxmlformats.org/officeDocument/2006/relationships/image" Target="../media/image5.emf"/></Relationships>
</file>

<file path=ppt/slideLayouts/_rels/slideLayout13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42.xml"/><Relationship Id="rId4" Type="http://schemas.openxmlformats.org/officeDocument/2006/relationships/image" Target="../media/image5.emf"/></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43.xml"/><Relationship Id="rId4" Type="http://schemas.openxmlformats.org/officeDocument/2006/relationships/image" Target="../media/image5.emf"/></Relationships>
</file>

<file path=ppt/slideLayouts/_rels/slideLayout16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44.xml"/><Relationship Id="rId4" Type="http://schemas.openxmlformats.org/officeDocument/2006/relationships/image" Target="../media/image5.emf"/></Relationships>
</file>

<file path=ppt/slideLayouts/_rels/slideLayout17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45.xml"/><Relationship Id="rId4" Type="http://schemas.openxmlformats.org/officeDocument/2006/relationships/image" Target="../media/image5.emf"/></Relationships>
</file>

<file path=ppt/slideLayouts/_rels/slideLayout17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46.xml"/><Relationship Id="rId4" Type="http://schemas.openxmlformats.org/officeDocument/2006/relationships/image" Target="../media/image5.emf"/></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25.svg"/><Relationship Id="rId2" Type="http://schemas.openxmlformats.org/officeDocument/2006/relationships/slideMaster" Target="../slideMasters/slideMaster6.xml"/><Relationship Id="rId1" Type="http://schemas.openxmlformats.org/officeDocument/2006/relationships/tags" Target="../tags/tag4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emf"/></Relationships>
</file>

<file path=ppt/slideLayouts/_rels/slideLayout17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49.xml"/><Relationship Id="rId4" Type="http://schemas.openxmlformats.org/officeDocument/2006/relationships/image" Target="../media/image5.emf"/></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7.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8.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8.xml"/><Relationship Id="rId1" Type="http://schemas.openxmlformats.org/officeDocument/2006/relationships/tags" Target="../tags/tag51.xml"/><Relationship Id="rId4" Type="http://schemas.openxmlformats.org/officeDocument/2006/relationships/image" Target="../media/image5.emf"/></Relationships>
</file>

<file path=ppt/slideLayouts/_rels/slideLayout18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8.xml"/><Relationship Id="rId1" Type="http://schemas.openxmlformats.org/officeDocument/2006/relationships/tags" Target="../tags/tag52.xml"/><Relationship Id="rId4" Type="http://schemas.openxmlformats.org/officeDocument/2006/relationships/image" Target="../media/image5.emf"/></Relationships>
</file>

<file path=ppt/slideLayouts/_rels/slideLayout18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8.xml"/><Relationship Id="rId1" Type="http://schemas.openxmlformats.org/officeDocument/2006/relationships/tags" Target="../tags/tag53.xml"/><Relationship Id="rId4" Type="http://schemas.openxmlformats.org/officeDocument/2006/relationships/image" Target="../media/image5.emf"/></Relationships>
</file>

<file path=ppt/slideLayouts/_rels/slideLayout18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8.xml"/><Relationship Id="rId1" Type="http://schemas.openxmlformats.org/officeDocument/2006/relationships/tags" Target="../tags/tag54.xml"/><Relationship Id="rId4" Type="http://schemas.openxmlformats.org/officeDocument/2006/relationships/image" Target="../media/image5.emf"/></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8.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9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57.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56.xml"/><Relationship Id="rId16" Type="http://schemas.openxmlformats.org/officeDocument/2006/relationships/image" Target="../media/image12.png"/><Relationship Id="rId1" Type="http://schemas.openxmlformats.org/officeDocument/2006/relationships/tags" Target="../tags/tag55.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8.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58.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9609E-EB44-66AB-357D-E4AAB79C79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FA57087-47CE-EF5B-CB06-86F4FBB14B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FDB3593-CEA1-3D62-52DA-D74A74032A8F}"/>
              </a:ext>
            </a:extLst>
          </p:cNvPr>
          <p:cNvSpPr>
            <a:spLocks noGrp="1"/>
          </p:cNvSpPr>
          <p:nvPr>
            <p:ph type="dt" sz="half" idx="10"/>
          </p:nvPr>
        </p:nvSpPr>
        <p:spPr/>
        <p:txBody>
          <a:bodyPr/>
          <a:lstStyle/>
          <a:p>
            <a:fld id="{4D0C84C0-9999-4DE8-A892-C187C16E2AEA}" type="datetimeFigureOut">
              <a:rPr lang="en-GB" smtClean="0"/>
              <a:t>16/07/2025</a:t>
            </a:fld>
            <a:endParaRPr lang="en-GB"/>
          </a:p>
        </p:txBody>
      </p:sp>
      <p:sp>
        <p:nvSpPr>
          <p:cNvPr id="5" name="Footer Placeholder 4">
            <a:extLst>
              <a:ext uri="{FF2B5EF4-FFF2-40B4-BE49-F238E27FC236}">
                <a16:creationId xmlns:a16="http://schemas.microsoft.com/office/drawing/2014/main" id="{2B27134C-60AF-147A-84DE-E116BAE52B0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0BCFDC-E702-E30D-4A05-256DE2377833}"/>
              </a:ext>
            </a:extLst>
          </p:cNvPr>
          <p:cNvSpPr>
            <a:spLocks noGrp="1"/>
          </p:cNvSpPr>
          <p:nvPr>
            <p:ph type="sldNum" sz="quarter" idx="12"/>
          </p:nvPr>
        </p:nvSpPr>
        <p:spPr/>
        <p:txBody>
          <a:bodyPr/>
          <a:lstStyle/>
          <a:p>
            <a:fld id="{7D55F03D-D4BC-43C1-84BE-A72F688F5F48}" type="slidenum">
              <a:rPr lang="en-GB" smtClean="0"/>
              <a:t>‹#›</a:t>
            </a:fld>
            <a:endParaRPr lang="en-GB"/>
          </a:p>
        </p:txBody>
      </p:sp>
    </p:spTree>
    <p:extLst>
      <p:ext uri="{BB962C8B-B14F-4D97-AF65-F5344CB8AC3E}">
        <p14:creationId xmlns:p14="http://schemas.microsoft.com/office/powerpoint/2010/main" val="3367787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F63E7-04B7-6AB3-6329-B53999B9587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F30D8EF-531F-FD01-CBC8-9B39CD3EF2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E4DAA8C-B15B-299C-FD89-7EA0FB8CFE15}"/>
              </a:ext>
            </a:extLst>
          </p:cNvPr>
          <p:cNvSpPr>
            <a:spLocks noGrp="1"/>
          </p:cNvSpPr>
          <p:nvPr>
            <p:ph type="dt" sz="half" idx="10"/>
          </p:nvPr>
        </p:nvSpPr>
        <p:spPr/>
        <p:txBody>
          <a:bodyPr/>
          <a:lstStyle/>
          <a:p>
            <a:fld id="{4D0C84C0-9999-4DE8-A892-C187C16E2AEA}" type="datetimeFigureOut">
              <a:rPr lang="en-GB" smtClean="0"/>
              <a:t>16/07/2025</a:t>
            </a:fld>
            <a:endParaRPr lang="en-GB"/>
          </a:p>
        </p:txBody>
      </p:sp>
      <p:sp>
        <p:nvSpPr>
          <p:cNvPr id="5" name="Footer Placeholder 4">
            <a:extLst>
              <a:ext uri="{FF2B5EF4-FFF2-40B4-BE49-F238E27FC236}">
                <a16:creationId xmlns:a16="http://schemas.microsoft.com/office/drawing/2014/main" id="{DC721D3D-E897-E6EB-370D-1A2367EA211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CE34FEB-E5C2-026A-5FF7-2D1327217DF6}"/>
              </a:ext>
            </a:extLst>
          </p:cNvPr>
          <p:cNvSpPr>
            <a:spLocks noGrp="1"/>
          </p:cNvSpPr>
          <p:nvPr>
            <p:ph type="sldNum" sz="quarter" idx="12"/>
          </p:nvPr>
        </p:nvSpPr>
        <p:spPr/>
        <p:txBody>
          <a:bodyPr/>
          <a:lstStyle/>
          <a:p>
            <a:fld id="{7D55F03D-D4BC-43C1-84BE-A72F688F5F48}" type="slidenum">
              <a:rPr lang="en-GB" smtClean="0"/>
              <a:t>‹#›</a:t>
            </a:fld>
            <a:endParaRPr lang="en-GB"/>
          </a:p>
        </p:txBody>
      </p:sp>
    </p:spTree>
    <p:extLst>
      <p:ext uri="{BB962C8B-B14F-4D97-AF65-F5344CB8AC3E}">
        <p14:creationId xmlns:p14="http://schemas.microsoft.com/office/powerpoint/2010/main" val="4085419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9D62B-1F2A-EB01-C2BE-83F0FAC62E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714A56A-2417-3896-6799-BC4131CEC5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4548DB-A97B-AE11-36CD-AAD7D1884E32}"/>
              </a:ext>
            </a:extLst>
          </p:cNvPr>
          <p:cNvSpPr>
            <a:spLocks noGrp="1"/>
          </p:cNvSpPr>
          <p:nvPr>
            <p:ph type="dt" sz="half" idx="10"/>
          </p:nvPr>
        </p:nvSpPr>
        <p:spPr/>
        <p:txBody>
          <a:bodyPr/>
          <a:lstStyle/>
          <a:p>
            <a:fld id="{4D0C84C0-9999-4DE8-A892-C187C16E2AEA}" type="datetimeFigureOut">
              <a:rPr lang="en-GB" smtClean="0"/>
              <a:t>16/07/2025</a:t>
            </a:fld>
            <a:endParaRPr lang="en-GB"/>
          </a:p>
        </p:txBody>
      </p:sp>
      <p:sp>
        <p:nvSpPr>
          <p:cNvPr id="5" name="Footer Placeholder 4">
            <a:extLst>
              <a:ext uri="{FF2B5EF4-FFF2-40B4-BE49-F238E27FC236}">
                <a16:creationId xmlns:a16="http://schemas.microsoft.com/office/drawing/2014/main" id="{60FA0DF2-7133-7A87-0A18-A7241224761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650B79D-FDE5-3C04-4F45-1CEEF3805467}"/>
              </a:ext>
            </a:extLst>
          </p:cNvPr>
          <p:cNvSpPr>
            <a:spLocks noGrp="1"/>
          </p:cNvSpPr>
          <p:nvPr>
            <p:ph type="sldNum" sz="quarter" idx="12"/>
          </p:nvPr>
        </p:nvSpPr>
        <p:spPr/>
        <p:txBody>
          <a:bodyPr/>
          <a:lstStyle/>
          <a:p>
            <a:fld id="{7D55F03D-D4BC-43C1-84BE-A72F688F5F48}" type="slidenum">
              <a:rPr lang="en-GB" smtClean="0"/>
              <a:t>‹#›</a:t>
            </a:fld>
            <a:endParaRPr lang="en-GB"/>
          </a:p>
        </p:txBody>
      </p:sp>
    </p:spTree>
    <p:extLst>
      <p:ext uri="{BB962C8B-B14F-4D97-AF65-F5344CB8AC3E}">
        <p14:creationId xmlns:p14="http://schemas.microsoft.com/office/powerpoint/2010/main" val="952445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D63D8-A746-B2F8-EF7F-6F494CD38B5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5F69BE5-C0C4-392A-60CA-EC02F7653C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CA256D0-9E9E-2C0E-5B2F-CAF65BB44F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DBD68E0-F55D-9832-FC36-3C3116F7B141}"/>
              </a:ext>
            </a:extLst>
          </p:cNvPr>
          <p:cNvSpPr>
            <a:spLocks noGrp="1"/>
          </p:cNvSpPr>
          <p:nvPr>
            <p:ph type="dt" sz="half" idx="10"/>
          </p:nvPr>
        </p:nvSpPr>
        <p:spPr/>
        <p:txBody>
          <a:bodyPr/>
          <a:lstStyle/>
          <a:p>
            <a:fld id="{4D0C84C0-9999-4DE8-A892-C187C16E2AEA}" type="datetimeFigureOut">
              <a:rPr lang="en-GB" smtClean="0"/>
              <a:t>16/07/2025</a:t>
            </a:fld>
            <a:endParaRPr lang="en-GB"/>
          </a:p>
        </p:txBody>
      </p:sp>
      <p:sp>
        <p:nvSpPr>
          <p:cNvPr id="6" name="Footer Placeholder 5">
            <a:extLst>
              <a:ext uri="{FF2B5EF4-FFF2-40B4-BE49-F238E27FC236}">
                <a16:creationId xmlns:a16="http://schemas.microsoft.com/office/drawing/2014/main" id="{6BAC09BB-4EBE-617B-3A7F-83B09F74834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F2B7DDF-97AC-BCCC-2D13-9E0142D9799D}"/>
              </a:ext>
            </a:extLst>
          </p:cNvPr>
          <p:cNvSpPr>
            <a:spLocks noGrp="1"/>
          </p:cNvSpPr>
          <p:nvPr>
            <p:ph type="sldNum" sz="quarter" idx="12"/>
          </p:nvPr>
        </p:nvSpPr>
        <p:spPr/>
        <p:txBody>
          <a:bodyPr/>
          <a:lstStyle/>
          <a:p>
            <a:fld id="{7D55F03D-D4BC-43C1-84BE-A72F688F5F48}" type="slidenum">
              <a:rPr lang="en-GB" smtClean="0"/>
              <a:t>‹#›</a:t>
            </a:fld>
            <a:endParaRPr lang="en-GB"/>
          </a:p>
        </p:txBody>
      </p:sp>
    </p:spTree>
    <p:extLst>
      <p:ext uri="{BB962C8B-B14F-4D97-AF65-F5344CB8AC3E}">
        <p14:creationId xmlns:p14="http://schemas.microsoft.com/office/powerpoint/2010/main" val="3072286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6E296-04FE-A2E0-9351-7A99FBF31C0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6788BE7-3768-ED19-6429-36F9CDB07C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A19724-EC8E-6191-F628-BF3C6BB0BA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B5246D9-B1AF-5224-1911-E6BD31C07C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4B22C0-C7F9-53D0-7EE5-552C91CA99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A621D7F-214D-E8B4-1A38-29C1F6299F3F}"/>
              </a:ext>
            </a:extLst>
          </p:cNvPr>
          <p:cNvSpPr>
            <a:spLocks noGrp="1"/>
          </p:cNvSpPr>
          <p:nvPr>
            <p:ph type="dt" sz="half" idx="10"/>
          </p:nvPr>
        </p:nvSpPr>
        <p:spPr/>
        <p:txBody>
          <a:bodyPr/>
          <a:lstStyle/>
          <a:p>
            <a:fld id="{4D0C84C0-9999-4DE8-A892-C187C16E2AEA}" type="datetimeFigureOut">
              <a:rPr lang="en-GB" smtClean="0"/>
              <a:t>16/07/2025</a:t>
            </a:fld>
            <a:endParaRPr lang="en-GB"/>
          </a:p>
        </p:txBody>
      </p:sp>
      <p:sp>
        <p:nvSpPr>
          <p:cNvPr id="8" name="Footer Placeholder 7">
            <a:extLst>
              <a:ext uri="{FF2B5EF4-FFF2-40B4-BE49-F238E27FC236}">
                <a16:creationId xmlns:a16="http://schemas.microsoft.com/office/drawing/2014/main" id="{F3AD2335-2DFC-5B86-F637-317DE42888E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A384977-3242-649E-3200-E627589855D0}"/>
              </a:ext>
            </a:extLst>
          </p:cNvPr>
          <p:cNvSpPr>
            <a:spLocks noGrp="1"/>
          </p:cNvSpPr>
          <p:nvPr>
            <p:ph type="sldNum" sz="quarter" idx="12"/>
          </p:nvPr>
        </p:nvSpPr>
        <p:spPr/>
        <p:txBody>
          <a:bodyPr/>
          <a:lstStyle/>
          <a:p>
            <a:fld id="{7D55F03D-D4BC-43C1-84BE-A72F688F5F48}" type="slidenum">
              <a:rPr lang="en-GB" smtClean="0"/>
              <a:t>‹#›</a:t>
            </a:fld>
            <a:endParaRPr lang="en-GB"/>
          </a:p>
        </p:txBody>
      </p:sp>
    </p:spTree>
    <p:extLst>
      <p:ext uri="{BB962C8B-B14F-4D97-AF65-F5344CB8AC3E}">
        <p14:creationId xmlns:p14="http://schemas.microsoft.com/office/powerpoint/2010/main" val="4229937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F0CEB-2A33-C56F-F98B-424A0F6490B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59E9E98-A9FE-E430-D12A-D50792E5D758}"/>
              </a:ext>
            </a:extLst>
          </p:cNvPr>
          <p:cNvSpPr>
            <a:spLocks noGrp="1"/>
          </p:cNvSpPr>
          <p:nvPr>
            <p:ph type="dt" sz="half" idx="10"/>
          </p:nvPr>
        </p:nvSpPr>
        <p:spPr/>
        <p:txBody>
          <a:bodyPr/>
          <a:lstStyle/>
          <a:p>
            <a:fld id="{4D0C84C0-9999-4DE8-A892-C187C16E2AEA}" type="datetimeFigureOut">
              <a:rPr lang="en-GB" smtClean="0"/>
              <a:t>16/07/2025</a:t>
            </a:fld>
            <a:endParaRPr lang="en-GB"/>
          </a:p>
        </p:txBody>
      </p:sp>
      <p:sp>
        <p:nvSpPr>
          <p:cNvPr id="4" name="Footer Placeholder 3">
            <a:extLst>
              <a:ext uri="{FF2B5EF4-FFF2-40B4-BE49-F238E27FC236}">
                <a16:creationId xmlns:a16="http://schemas.microsoft.com/office/drawing/2014/main" id="{B202F6AE-FE98-05A6-468F-10C3566B64D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04E4280-3BE6-BE10-EB68-41812C123782}"/>
              </a:ext>
            </a:extLst>
          </p:cNvPr>
          <p:cNvSpPr>
            <a:spLocks noGrp="1"/>
          </p:cNvSpPr>
          <p:nvPr>
            <p:ph type="sldNum" sz="quarter" idx="12"/>
          </p:nvPr>
        </p:nvSpPr>
        <p:spPr/>
        <p:txBody>
          <a:bodyPr/>
          <a:lstStyle/>
          <a:p>
            <a:fld id="{7D55F03D-D4BC-43C1-84BE-A72F688F5F48}" type="slidenum">
              <a:rPr lang="en-GB" smtClean="0"/>
              <a:t>‹#›</a:t>
            </a:fld>
            <a:endParaRPr lang="en-GB"/>
          </a:p>
        </p:txBody>
      </p:sp>
    </p:spTree>
    <p:extLst>
      <p:ext uri="{BB962C8B-B14F-4D97-AF65-F5344CB8AC3E}">
        <p14:creationId xmlns:p14="http://schemas.microsoft.com/office/powerpoint/2010/main" val="3929396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E5645F-D72D-714C-7EB2-568EC3785E4C}"/>
              </a:ext>
            </a:extLst>
          </p:cNvPr>
          <p:cNvSpPr>
            <a:spLocks noGrp="1"/>
          </p:cNvSpPr>
          <p:nvPr>
            <p:ph type="dt" sz="half" idx="10"/>
          </p:nvPr>
        </p:nvSpPr>
        <p:spPr/>
        <p:txBody>
          <a:bodyPr/>
          <a:lstStyle/>
          <a:p>
            <a:fld id="{4D0C84C0-9999-4DE8-A892-C187C16E2AEA}" type="datetimeFigureOut">
              <a:rPr lang="en-GB" smtClean="0"/>
              <a:t>16/07/2025</a:t>
            </a:fld>
            <a:endParaRPr lang="en-GB"/>
          </a:p>
        </p:txBody>
      </p:sp>
      <p:sp>
        <p:nvSpPr>
          <p:cNvPr id="3" name="Footer Placeholder 2">
            <a:extLst>
              <a:ext uri="{FF2B5EF4-FFF2-40B4-BE49-F238E27FC236}">
                <a16:creationId xmlns:a16="http://schemas.microsoft.com/office/drawing/2014/main" id="{69A5D81F-ED1C-7E0D-E274-A1A0ACF8465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246B972-77DD-A51A-10CC-F486518EE5A2}"/>
              </a:ext>
            </a:extLst>
          </p:cNvPr>
          <p:cNvSpPr>
            <a:spLocks noGrp="1"/>
          </p:cNvSpPr>
          <p:nvPr>
            <p:ph type="sldNum" sz="quarter" idx="12"/>
          </p:nvPr>
        </p:nvSpPr>
        <p:spPr/>
        <p:txBody>
          <a:bodyPr/>
          <a:lstStyle/>
          <a:p>
            <a:fld id="{7D55F03D-D4BC-43C1-84BE-A72F688F5F48}" type="slidenum">
              <a:rPr lang="en-GB" smtClean="0"/>
              <a:t>‹#›</a:t>
            </a:fld>
            <a:endParaRPr lang="en-GB"/>
          </a:p>
        </p:txBody>
      </p:sp>
    </p:spTree>
    <p:extLst>
      <p:ext uri="{BB962C8B-B14F-4D97-AF65-F5344CB8AC3E}">
        <p14:creationId xmlns:p14="http://schemas.microsoft.com/office/powerpoint/2010/main" val="635351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DBB76-DB5A-58CC-3988-335EF1B0D3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79C2F21-A8D0-9BCF-0308-C3DDA7C9F4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191DEDE-1FEC-A241-6F21-7AD0BDA643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12C501-2144-6963-76CA-A28DD7700197}"/>
              </a:ext>
            </a:extLst>
          </p:cNvPr>
          <p:cNvSpPr>
            <a:spLocks noGrp="1"/>
          </p:cNvSpPr>
          <p:nvPr>
            <p:ph type="dt" sz="half" idx="10"/>
          </p:nvPr>
        </p:nvSpPr>
        <p:spPr/>
        <p:txBody>
          <a:bodyPr/>
          <a:lstStyle/>
          <a:p>
            <a:fld id="{4D0C84C0-9999-4DE8-A892-C187C16E2AEA}" type="datetimeFigureOut">
              <a:rPr lang="en-GB" smtClean="0"/>
              <a:t>16/07/2025</a:t>
            </a:fld>
            <a:endParaRPr lang="en-GB"/>
          </a:p>
        </p:txBody>
      </p:sp>
      <p:sp>
        <p:nvSpPr>
          <p:cNvPr id="6" name="Footer Placeholder 5">
            <a:extLst>
              <a:ext uri="{FF2B5EF4-FFF2-40B4-BE49-F238E27FC236}">
                <a16:creationId xmlns:a16="http://schemas.microsoft.com/office/drawing/2014/main" id="{1C6AFD3C-2CEA-1ED4-D20D-EF1B8A43D9D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0E5816A-9856-4732-A432-A6D73F8657A1}"/>
              </a:ext>
            </a:extLst>
          </p:cNvPr>
          <p:cNvSpPr>
            <a:spLocks noGrp="1"/>
          </p:cNvSpPr>
          <p:nvPr>
            <p:ph type="sldNum" sz="quarter" idx="12"/>
          </p:nvPr>
        </p:nvSpPr>
        <p:spPr/>
        <p:txBody>
          <a:bodyPr/>
          <a:lstStyle/>
          <a:p>
            <a:fld id="{7D55F03D-D4BC-43C1-84BE-A72F688F5F48}" type="slidenum">
              <a:rPr lang="en-GB" smtClean="0"/>
              <a:t>‹#›</a:t>
            </a:fld>
            <a:endParaRPr lang="en-GB"/>
          </a:p>
        </p:txBody>
      </p:sp>
    </p:spTree>
    <p:extLst>
      <p:ext uri="{BB962C8B-B14F-4D97-AF65-F5344CB8AC3E}">
        <p14:creationId xmlns:p14="http://schemas.microsoft.com/office/powerpoint/2010/main" val="2524395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37863-AEF9-A1B7-2AE4-636AD16CD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7010823-12D2-00FF-41F1-D41D5F3C64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6D13E2F-CE63-50D8-B353-8414C4432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248AF6-BAE8-CF86-D197-2D184E83D125}"/>
              </a:ext>
            </a:extLst>
          </p:cNvPr>
          <p:cNvSpPr>
            <a:spLocks noGrp="1"/>
          </p:cNvSpPr>
          <p:nvPr>
            <p:ph type="dt" sz="half" idx="10"/>
          </p:nvPr>
        </p:nvSpPr>
        <p:spPr/>
        <p:txBody>
          <a:bodyPr/>
          <a:lstStyle/>
          <a:p>
            <a:fld id="{4D0C84C0-9999-4DE8-A892-C187C16E2AEA}" type="datetimeFigureOut">
              <a:rPr lang="en-GB" smtClean="0"/>
              <a:t>16/07/2025</a:t>
            </a:fld>
            <a:endParaRPr lang="en-GB"/>
          </a:p>
        </p:txBody>
      </p:sp>
      <p:sp>
        <p:nvSpPr>
          <p:cNvPr id="6" name="Footer Placeholder 5">
            <a:extLst>
              <a:ext uri="{FF2B5EF4-FFF2-40B4-BE49-F238E27FC236}">
                <a16:creationId xmlns:a16="http://schemas.microsoft.com/office/drawing/2014/main" id="{EF5DE7C6-134D-6B42-3AF5-05EC19C8854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C2F31F6-E519-EDF9-A3B4-AD7C9A798070}"/>
              </a:ext>
            </a:extLst>
          </p:cNvPr>
          <p:cNvSpPr>
            <a:spLocks noGrp="1"/>
          </p:cNvSpPr>
          <p:nvPr>
            <p:ph type="sldNum" sz="quarter" idx="12"/>
          </p:nvPr>
        </p:nvSpPr>
        <p:spPr/>
        <p:txBody>
          <a:bodyPr/>
          <a:lstStyle/>
          <a:p>
            <a:fld id="{7D55F03D-D4BC-43C1-84BE-A72F688F5F48}" type="slidenum">
              <a:rPr lang="en-GB" smtClean="0"/>
              <a:t>‹#›</a:t>
            </a:fld>
            <a:endParaRPr lang="en-GB"/>
          </a:p>
        </p:txBody>
      </p:sp>
    </p:spTree>
    <p:extLst>
      <p:ext uri="{BB962C8B-B14F-4D97-AF65-F5344CB8AC3E}">
        <p14:creationId xmlns:p14="http://schemas.microsoft.com/office/powerpoint/2010/main" val="1639475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1CA66-2034-F44F-AA5C-BAFB2711949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2A60645-3676-9205-C35E-6350CB82A2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216A1C-F8F5-9A88-B6F9-83CBC06475A0}"/>
              </a:ext>
            </a:extLst>
          </p:cNvPr>
          <p:cNvSpPr>
            <a:spLocks noGrp="1"/>
          </p:cNvSpPr>
          <p:nvPr>
            <p:ph type="dt" sz="half" idx="10"/>
          </p:nvPr>
        </p:nvSpPr>
        <p:spPr/>
        <p:txBody>
          <a:bodyPr/>
          <a:lstStyle/>
          <a:p>
            <a:fld id="{4D0C84C0-9999-4DE8-A892-C187C16E2AEA}" type="datetimeFigureOut">
              <a:rPr lang="en-GB" smtClean="0"/>
              <a:t>16/07/2025</a:t>
            </a:fld>
            <a:endParaRPr lang="en-GB"/>
          </a:p>
        </p:txBody>
      </p:sp>
      <p:sp>
        <p:nvSpPr>
          <p:cNvPr id="5" name="Footer Placeholder 4">
            <a:extLst>
              <a:ext uri="{FF2B5EF4-FFF2-40B4-BE49-F238E27FC236}">
                <a16:creationId xmlns:a16="http://schemas.microsoft.com/office/drawing/2014/main" id="{D7495AE1-7414-8786-C627-092B63265E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B82D08A-C3C4-6BFE-470A-8111E1D95435}"/>
              </a:ext>
            </a:extLst>
          </p:cNvPr>
          <p:cNvSpPr>
            <a:spLocks noGrp="1"/>
          </p:cNvSpPr>
          <p:nvPr>
            <p:ph type="sldNum" sz="quarter" idx="12"/>
          </p:nvPr>
        </p:nvSpPr>
        <p:spPr/>
        <p:txBody>
          <a:bodyPr/>
          <a:lstStyle/>
          <a:p>
            <a:fld id="{7D55F03D-D4BC-43C1-84BE-A72F688F5F48}" type="slidenum">
              <a:rPr lang="en-GB" smtClean="0"/>
              <a:t>‹#›</a:t>
            </a:fld>
            <a:endParaRPr lang="en-GB"/>
          </a:p>
        </p:txBody>
      </p:sp>
    </p:spTree>
    <p:extLst>
      <p:ext uri="{BB962C8B-B14F-4D97-AF65-F5344CB8AC3E}">
        <p14:creationId xmlns:p14="http://schemas.microsoft.com/office/powerpoint/2010/main" val="875611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A7CE88-F629-97A0-9E35-CC3974FBDA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BE81AE6-6680-A92D-1972-2F05EF6ED3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752BD0D-38A0-3B31-B36B-1BD67357ADEE}"/>
              </a:ext>
            </a:extLst>
          </p:cNvPr>
          <p:cNvSpPr>
            <a:spLocks noGrp="1"/>
          </p:cNvSpPr>
          <p:nvPr>
            <p:ph type="dt" sz="half" idx="10"/>
          </p:nvPr>
        </p:nvSpPr>
        <p:spPr/>
        <p:txBody>
          <a:bodyPr/>
          <a:lstStyle/>
          <a:p>
            <a:fld id="{4D0C84C0-9999-4DE8-A892-C187C16E2AEA}" type="datetimeFigureOut">
              <a:rPr lang="en-GB" smtClean="0"/>
              <a:t>16/07/2025</a:t>
            </a:fld>
            <a:endParaRPr lang="en-GB"/>
          </a:p>
        </p:txBody>
      </p:sp>
      <p:sp>
        <p:nvSpPr>
          <p:cNvPr id="5" name="Footer Placeholder 4">
            <a:extLst>
              <a:ext uri="{FF2B5EF4-FFF2-40B4-BE49-F238E27FC236}">
                <a16:creationId xmlns:a16="http://schemas.microsoft.com/office/drawing/2014/main" id="{4AE212DE-B7B2-D31D-2772-2772AFC5412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F8CE41E-6B3D-59BF-A3DC-1B65C8344855}"/>
              </a:ext>
            </a:extLst>
          </p:cNvPr>
          <p:cNvSpPr>
            <a:spLocks noGrp="1"/>
          </p:cNvSpPr>
          <p:nvPr>
            <p:ph type="sldNum" sz="quarter" idx="12"/>
          </p:nvPr>
        </p:nvSpPr>
        <p:spPr/>
        <p:txBody>
          <a:bodyPr/>
          <a:lstStyle/>
          <a:p>
            <a:fld id="{7D55F03D-D4BC-43C1-84BE-A72F688F5F48}" type="slidenum">
              <a:rPr lang="en-GB" smtClean="0"/>
              <a:t>‹#›</a:t>
            </a:fld>
            <a:endParaRPr lang="en-GB"/>
          </a:p>
        </p:txBody>
      </p:sp>
    </p:spTree>
    <p:extLst>
      <p:ext uri="{BB962C8B-B14F-4D97-AF65-F5344CB8AC3E}">
        <p14:creationId xmlns:p14="http://schemas.microsoft.com/office/powerpoint/2010/main" val="2678444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641049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t>Click to edit Master title style</a:t>
            </a:r>
          </a:p>
        </p:txBody>
      </p:sp>
    </p:spTree>
    <p:extLst>
      <p:ext uri="{BB962C8B-B14F-4D97-AF65-F5344CB8AC3E}">
        <p14:creationId xmlns:p14="http://schemas.microsoft.com/office/powerpoint/2010/main" val="13103222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lank_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993B8-4083-E2EF-12B9-2FD8D9D4262F}"/>
              </a:ext>
            </a:extLst>
          </p:cNvPr>
          <p:cNvSpPr>
            <a:spLocks noGrp="1"/>
          </p:cNvSpPr>
          <p:nvPr>
            <p:ph type="title"/>
          </p:nvPr>
        </p:nvSpPr>
        <p:spPr>
          <a:xfrm>
            <a:off x="404813" y="388188"/>
            <a:ext cx="10947772" cy="716711"/>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36316497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632126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256324848"/>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98139307"/>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22534532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30400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874225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3902031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9457996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6295323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607475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3473527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4116850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006413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4218349408"/>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26496510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91100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0741487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16255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941160861"/>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7605694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706308251"/>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8948935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11920954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ln/>
        </p:spPr>
        <p:txBody>
          <a:bodyPr/>
          <a:lstStyle>
            <a:lvl1pPr>
              <a:defRPr/>
            </a:lvl1pPr>
          </a:lstStyle>
          <a:p>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ln/>
        </p:spPr>
        <p:txBody>
          <a:bodyPr/>
          <a:lstStyle>
            <a:lvl1pPr>
              <a:defRPr/>
            </a:lvl1pPr>
          </a:lstStyle>
          <a:p>
            <a:endParaRPr lang="en-GB" altLang="en-US"/>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ln/>
        </p:spPr>
        <p:txBody>
          <a:bodyPr/>
          <a:lstStyle>
            <a:lvl1pPr>
              <a:defRPr/>
            </a:lvl1pPr>
          </a:lstStyle>
          <a:p>
            <a:endParaRPr lang="en-GB" altLang="en-US"/>
          </a:p>
        </p:txBody>
      </p:sp>
    </p:spTree>
    <p:extLst>
      <p:ext uri="{BB962C8B-B14F-4D97-AF65-F5344CB8AC3E}">
        <p14:creationId xmlns:p14="http://schemas.microsoft.com/office/powerpoint/2010/main" val="363682518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CB0F1-9E5B-45DE-88F6-453E7CBE73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D4186F-A385-4EE2-9B52-5C96F647E8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C80C20-F4D8-4291-975B-DCC3C27AFACF}"/>
              </a:ext>
            </a:extLst>
          </p:cNvPr>
          <p:cNvSpPr>
            <a:spLocks noGrp="1"/>
          </p:cNvSpPr>
          <p:nvPr>
            <p:ph type="dt" sz="half" idx="10"/>
          </p:nvPr>
        </p:nvSpPr>
        <p:spPr/>
        <p:txBody>
          <a:bodyPr/>
          <a:lstStyle/>
          <a:p>
            <a:fld id="{63ED0650-D9F0-459B-9D87-0B1326143F31}" type="datetimeFigureOut">
              <a:rPr lang="en-IN" smtClean="0"/>
              <a:t>16-07-2025</a:t>
            </a:fld>
            <a:endParaRPr lang="en-IN"/>
          </a:p>
        </p:txBody>
      </p:sp>
      <p:sp>
        <p:nvSpPr>
          <p:cNvPr id="5" name="Footer Placeholder 4">
            <a:extLst>
              <a:ext uri="{FF2B5EF4-FFF2-40B4-BE49-F238E27FC236}">
                <a16:creationId xmlns:a16="http://schemas.microsoft.com/office/drawing/2014/main" id="{1F4CC7C2-D2E0-4001-96CC-DC9AC930E1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CE88BB-7B9D-48CD-A5A0-EE4D617F7716}"/>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314578387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Image and Text1 (fixe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0ECE27-3956-4FE1-8709-933577BED3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pic>
        <p:nvPicPr>
          <p:cNvPr id="7" name="Graphic 6">
            <a:extLst>
              <a:ext uri="{FF2B5EF4-FFF2-40B4-BE49-F238E27FC236}">
                <a16:creationId xmlns:a16="http://schemas.microsoft.com/office/drawing/2014/main" id="{0D0D1E5A-3176-4CB4-975A-4DC18D29026C}"/>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23077" b="19676"/>
          <a:stretch/>
        </p:blipFill>
        <p:spPr>
          <a:xfrm rot="16200000">
            <a:off x="5406681" y="72677"/>
            <a:ext cx="6870699" cy="6699938"/>
          </a:xfrm>
          <a:prstGeom prst="rect">
            <a:avLst/>
          </a:prstGeom>
        </p:spPr>
      </p:pic>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6688365" y="4308293"/>
            <a:ext cx="3484336" cy="1721321"/>
          </a:xfrm>
          <a:prstGeom prst="rect">
            <a:avLst/>
          </a:prstGeom>
        </p:spPr>
        <p:txBody>
          <a:bodyPr vert="horz" lIns="0" tIns="0" rIns="0" bIns="45720" rtlCol="0" anchor="b">
            <a:noAutofit/>
          </a:bodyPr>
          <a:lstStyle>
            <a:lvl1pPr>
              <a:lnSpc>
                <a:spcPts val="3000"/>
              </a:lnSpc>
              <a:defRPr sz="2600">
                <a:solidFill>
                  <a:schemeClr val="bg1"/>
                </a:solidFill>
              </a:defRPr>
            </a:lvl1pPr>
          </a:lstStyle>
          <a:p>
            <a:r>
              <a:rPr lang="en-US"/>
              <a:t>Click to add title</a:t>
            </a:r>
            <a:endParaRPr lang="pt-PT"/>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5085184"/>
            <a:ext cx="4123375" cy="944430"/>
          </a:xfrm>
          <a:prstGeom prst="rect">
            <a:avLst/>
          </a:prstGeom>
        </p:spPr>
        <p:txBody>
          <a:bodyPr anchor="b">
            <a:noAutofit/>
          </a:bodyPr>
          <a:lstStyle>
            <a:lvl1pPr>
              <a:lnSpc>
                <a:spcPts val="2200"/>
              </a:lnSpc>
              <a:spcAft>
                <a:spcPts val="0"/>
              </a:spcAft>
              <a:defRPr sz="18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insert text</a:t>
            </a:r>
          </a:p>
        </p:txBody>
      </p:sp>
    </p:spTree>
    <p:extLst>
      <p:ext uri="{BB962C8B-B14F-4D97-AF65-F5344CB8AC3E}">
        <p14:creationId xmlns:p14="http://schemas.microsoft.com/office/powerpoint/2010/main" val="205785260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193036"/>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748278948"/>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2474853350"/>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3" name="TextBox 2">
            <a:extLst>
              <a:ext uri="{FF2B5EF4-FFF2-40B4-BE49-F238E27FC236}">
                <a16:creationId xmlns:a16="http://schemas.microsoft.com/office/drawing/2014/main" id="{E82F2702-4C4D-A0C9-D7C5-F23AB977FFD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5127757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7955A24A-68A6-CF39-3A24-555CF059A8E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88550332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2D465798-4577-105A-8826-CCD70EE8AF77}"/>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5586740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265ADF3D-E852-9EE7-AB31-F21362C143B6}"/>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929748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E3A8FEED-E8C1-5824-35D0-9E01DADE75D7}"/>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6639525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A22FF26E-B171-CAA5-2CE7-4C1B0F913F3B}"/>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6443382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49687847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6362056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15294346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fld id="{63ED0650-D9F0-459B-9D87-0B1326143F31}" type="datetimeFigureOut">
              <a:rPr lang="en-IN" smtClean="0"/>
              <a:t>16-07-2025</a:t>
            </a:fld>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244588071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4150" y="175419"/>
            <a:ext cx="10515600" cy="365127"/>
          </a:xfrm>
        </p:spPr>
        <p:txBody>
          <a:bodyPr anchor="t">
            <a:normAutofit/>
          </a:bodyPr>
          <a:lstStyle>
            <a:lvl1pPr>
              <a:defRPr lang="en-US" sz="2800" kern="1200" dirty="0">
                <a:solidFill>
                  <a:srgbClr val="FF0000"/>
                </a:solidFill>
                <a:latin typeface="+mn-lt"/>
                <a:ea typeface="+mn-ea"/>
                <a:cs typeface="+mn-cs"/>
              </a:defRPr>
            </a:lvl1pPr>
          </a:lstStyle>
          <a:p>
            <a:r>
              <a:rPr lang="en-US"/>
              <a:t>Main Heading</a:t>
            </a:r>
          </a:p>
        </p:txBody>
      </p:sp>
      <p:sp>
        <p:nvSpPr>
          <p:cNvPr id="4" name="Date Placeholder 3"/>
          <p:cNvSpPr>
            <a:spLocks noGrp="1"/>
          </p:cNvSpPr>
          <p:nvPr>
            <p:ph type="dt" sz="half" idx="10"/>
          </p:nvPr>
        </p:nvSpPr>
        <p:spPr/>
        <p:txBody>
          <a:bodyPr/>
          <a:lstStyle/>
          <a:p>
            <a:fld id="{A62CCA1E-0EEA-4CCA-A9F2-89AEF8419AFD}" type="datetimeFigureOut">
              <a:rPr lang="en-GB" smtClean="0"/>
              <a:t>16/07/2025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612583-AFA1-4562-9DDD-EB238F2D05DB}" type="slidenum">
              <a:rPr lang="en-GB" smtClean="0"/>
              <a:t>‹#›</a:t>
            </a:fld>
            <a:endParaRPr lang="en-GB"/>
          </a:p>
        </p:txBody>
      </p:sp>
      <p:sp>
        <p:nvSpPr>
          <p:cNvPr id="7" name="Subtitle 2">
            <a:extLst>
              <a:ext uri="{FF2B5EF4-FFF2-40B4-BE49-F238E27FC236}">
                <a16:creationId xmlns:a16="http://schemas.microsoft.com/office/drawing/2014/main" id="{D0007C42-634C-FE59-CD16-D8B207A58BAD}"/>
              </a:ext>
            </a:extLst>
          </p:cNvPr>
          <p:cNvSpPr>
            <a:spLocks noGrp="1"/>
          </p:cNvSpPr>
          <p:nvPr>
            <p:ph type="subTitle" idx="1" hasCustomPrompt="1"/>
          </p:nvPr>
        </p:nvSpPr>
        <p:spPr>
          <a:xfrm>
            <a:off x="184150" y="617538"/>
            <a:ext cx="9144000" cy="365125"/>
          </a:xfrm>
        </p:spPr>
        <p:txBody>
          <a:bodyPr>
            <a:normAutofit/>
          </a:bodyPr>
          <a:lstStyle>
            <a:lvl1pPr marL="0" indent="0" algn="l">
              <a:buNone/>
              <a:defRPr sz="1800">
                <a:solidFill>
                  <a:schemeClr val="accent6">
                    <a:lumMod val="7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Optional </a:t>
            </a:r>
            <a:r>
              <a:rPr lang="en-US" err="1"/>
              <a:t>Subheader</a:t>
            </a:r>
            <a:endParaRPr lang="en-US"/>
          </a:p>
        </p:txBody>
      </p:sp>
    </p:spTree>
    <p:extLst>
      <p:ext uri="{BB962C8B-B14F-4D97-AF65-F5344CB8AC3E}">
        <p14:creationId xmlns:p14="http://schemas.microsoft.com/office/powerpoint/2010/main" val="1153117037"/>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6244915"/>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3437427732"/>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3880990707"/>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257454691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8653785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9414498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59378250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9485160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52946103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1796829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4069101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26124181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89985658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94408231"/>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58550075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617362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6875990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83180166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4064291131"/>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223262323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872127880"/>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193664144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fld id="{63ED0650-D9F0-459B-9D87-0B1326143F31}" type="datetimeFigureOut">
              <a:rPr lang="en-IN" smtClean="0"/>
              <a:t>16-07-2025</a:t>
            </a:fld>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23597556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217125118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592166"/>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3736094223"/>
      </p:ext>
    </p:extLst>
  </p:cSld>
  <p:clrMapOvr>
    <a:masterClrMapping/>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86200985"/>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228014748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98015889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78505517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45740144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84186514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43038951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79203764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50764192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76603963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33211580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674738803"/>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333887781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129284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82133028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25670980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903046120"/>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9418834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692073736"/>
      </p:ext>
    </p:extLst>
  </p:cSld>
  <p:clrMapOvr>
    <a:masterClrMapping/>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29423458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252888619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16/07/2025</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Tree>
    <p:extLst>
      <p:ext uri="{BB962C8B-B14F-4D97-AF65-F5344CB8AC3E}">
        <p14:creationId xmlns:p14="http://schemas.microsoft.com/office/powerpoint/2010/main" val="362681840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8918" marR="0" lvl="1"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Second level</a:t>
            </a:r>
          </a:p>
          <a:p>
            <a:pPr marL="517512" marR="0" lvl="2"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Third level</a:t>
            </a:r>
          </a:p>
          <a:p>
            <a:pPr marL="746107" marR="0" lvl="3"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Fourth level</a:t>
            </a:r>
          </a:p>
          <a:p>
            <a:pPr marL="974701" marR="0" lvl="4"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Tree>
    <p:extLst>
      <p:ext uri="{BB962C8B-B14F-4D97-AF65-F5344CB8AC3E}">
        <p14:creationId xmlns:p14="http://schemas.microsoft.com/office/powerpoint/2010/main" val="113986234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399265246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a:extLst>
              <a:ext uri="{FF2B5EF4-FFF2-40B4-BE49-F238E27FC236}">
                <a16:creationId xmlns:a16="http://schemas.microsoft.com/office/drawing/2014/main" id="{BEB2DB99-1ECC-8785-ED78-2DB4C12E3F08}"/>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6858000"/>
          </a:xfrm>
          <a:custGeom>
            <a:avLst/>
            <a:gdLst>
              <a:gd name="connsiteX0" fmla="*/ 10732376 w 12192000"/>
              <a:gd name="connsiteY0" fmla="*/ 287238 h 6858000"/>
              <a:gd name="connsiteX1" fmla="*/ 10732376 w 12192000"/>
              <a:gd name="connsiteY1" fmla="*/ 1007318 h 6858000"/>
              <a:gd name="connsiteX2" fmla="*/ 11668480 w 12192000"/>
              <a:gd name="connsiteY2" fmla="*/ 1007318 h 6858000"/>
              <a:gd name="connsiteX3" fmla="*/ 11668480 w 12192000"/>
              <a:gd name="connsiteY3" fmla="*/ 287238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0732376" y="287238"/>
                </a:moveTo>
                <a:lnTo>
                  <a:pt x="10732376" y="1007318"/>
                </a:lnTo>
                <a:lnTo>
                  <a:pt x="11668480" y="1007318"/>
                </a:lnTo>
                <a:lnTo>
                  <a:pt x="11668480" y="287238"/>
                </a:lnTo>
                <a:close/>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68327512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4150" y="175419"/>
            <a:ext cx="10515600" cy="365127"/>
          </a:xfrm>
        </p:spPr>
        <p:txBody>
          <a:bodyPr anchor="t">
            <a:normAutofit/>
          </a:bodyPr>
          <a:lstStyle>
            <a:lvl1pPr>
              <a:defRPr lang="en-US" sz="2800" kern="1200" dirty="0">
                <a:solidFill>
                  <a:srgbClr val="FF0000"/>
                </a:solidFill>
                <a:latin typeface="+mn-lt"/>
                <a:ea typeface="+mn-ea"/>
                <a:cs typeface="+mn-cs"/>
              </a:defRPr>
            </a:lvl1pPr>
          </a:lstStyle>
          <a:p>
            <a:r>
              <a:rPr lang="en-US"/>
              <a:t>Main Heading</a:t>
            </a:r>
          </a:p>
        </p:txBody>
      </p:sp>
      <p:sp>
        <p:nvSpPr>
          <p:cNvPr id="4" name="Date Placeholder 3"/>
          <p:cNvSpPr>
            <a:spLocks noGrp="1"/>
          </p:cNvSpPr>
          <p:nvPr>
            <p:ph type="dt" sz="half" idx="10"/>
          </p:nvPr>
        </p:nvSpPr>
        <p:spPr/>
        <p:txBody>
          <a:bodyPr/>
          <a:lstStyle/>
          <a:p>
            <a:fld id="{A62CCA1E-0EEA-4CCA-A9F2-89AEF8419AFD}" type="datetimeFigureOut">
              <a:rPr lang="en-GB" smtClean="0"/>
              <a:t>16/07/2025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612583-AFA1-4562-9DDD-EB238F2D05DB}" type="slidenum">
              <a:rPr lang="en-GB" smtClean="0"/>
              <a:t>‹#›</a:t>
            </a:fld>
            <a:endParaRPr lang="en-GB"/>
          </a:p>
        </p:txBody>
      </p:sp>
      <p:sp>
        <p:nvSpPr>
          <p:cNvPr id="7" name="Subtitle 2">
            <a:extLst>
              <a:ext uri="{FF2B5EF4-FFF2-40B4-BE49-F238E27FC236}">
                <a16:creationId xmlns:a16="http://schemas.microsoft.com/office/drawing/2014/main" id="{D0007C42-634C-FE59-CD16-D8B207A58BAD}"/>
              </a:ext>
            </a:extLst>
          </p:cNvPr>
          <p:cNvSpPr>
            <a:spLocks noGrp="1"/>
          </p:cNvSpPr>
          <p:nvPr>
            <p:ph type="subTitle" idx="1" hasCustomPrompt="1"/>
          </p:nvPr>
        </p:nvSpPr>
        <p:spPr>
          <a:xfrm>
            <a:off x="184150" y="617538"/>
            <a:ext cx="9144000" cy="365125"/>
          </a:xfrm>
        </p:spPr>
        <p:txBody>
          <a:bodyPr>
            <a:normAutofit/>
          </a:bodyPr>
          <a:lstStyle>
            <a:lvl1pPr marL="0" indent="0" algn="l">
              <a:buNone/>
              <a:defRPr sz="1800">
                <a:solidFill>
                  <a:schemeClr val="accent6">
                    <a:lumMod val="7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Optional </a:t>
            </a:r>
            <a:r>
              <a:rPr lang="en-US" err="1"/>
              <a:t>Subheader</a:t>
            </a:r>
            <a:endParaRPr lang="en-US"/>
          </a:p>
        </p:txBody>
      </p:sp>
    </p:spTree>
    <p:extLst>
      <p:ext uri="{BB962C8B-B14F-4D97-AF65-F5344CB8AC3E}">
        <p14:creationId xmlns:p14="http://schemas.microsoft.com/office/powerpoint/2010/main" val="2182159049"/>
      </p:ext>
    </p:extLst>
  </p:cSld>
  <p:clrMapOvr>
    <a:overrideClrMapping bg1="lt1" tx1="dk1" bg2="lt2" tx2="dk2" accent1="accent1" accent2="accent2" accent3="accent3" accent4="accent4" accent5="accent5" accent6="accent6" hlink="hlink" folHlink="folHlink"/>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9493355"/>
      </p:ext>
    </p:extLst>
  </p:cSld>
  <p:clrMapOvr>
    <a:masterClrMapping/>
  </p:clrMapOvr>
  <p:extLst>
    <p:ext uri="{DCECCB84-F9BA-43D5-87BE-67443E8EF086}">
      <p15:sldGuideLst xmlns:p15="http://schemas.microsoft.com/office/powerpoint/2012/main"/>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228696136"/>
      </p:ext>
    </p:extLst>
  </p:cSld>
  <p:clrMapOvr>
    <a:masterClrMapping/>
  </p:clrMapOvr>
  <p:extLst>
    <p:ext uri="{DCECCB84-F9BA-43D5-87BE-67443E8EF086}">
      <p15:sldGuideLst xmlns:p15="http://schemas.microsoft.com/office/powerpoint/2012/main"/>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2779685911"/>
      </p:ext>
    </p:extLst>
  </p:cSld>
  <p:clrMapOvr>
    <a:masterClrMapping/>
  </p:clrMapOvr>
  <p:extLst>
    <p:ext uri="{DCECCB84-F9BA-43D5-87BE-67443E8EF086}">
      <p15:sldGuideLst xmlns:p15="http://schemas.microsoft.com/office/powerpoint/2012/main"/>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t>Click to edit Master title style</a:t>
            </a:r>
          </a:p>
        </p:txBody>
      </p:sp>
    </p:spTree>
    <p:extLst>
      <p:ext uri="{BB962C8B-B14F-4D97-AF65-F5344CB8AC3E}">
        <p14:creationId xmlns:p14="http://schemas.microsoft.com/office/powerpoint/2010/main" val="347360992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9788505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2135681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72915366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02045871"/>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3314841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5630258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6545410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6838436"/>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2519396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822600216"/>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508050284"/>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873991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7060958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80248482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4255072980"/>
      </p:ext>
    </p:extLst>
  </p:cSld>
  <p:clrMapOvr>
    <a:masterClrMapping/>
  </p:clrMapOvr>
  <p:extLst>
    <p:ext uri="{DCECCB84-F9BA-43D5-87BE-67443E8EF086}">
      <p15:sldGuideLst xmlns:p15="http://schemas.microsoft.com/office/powerpoint/2012/main"/>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6679133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811293637"/>
      </p:ext>
    </p:extLst>
  </p:cSld>
  <p:clrMapOvr>
    <a:masterClrMapping/>
  </p:clrMapOvr>
  <p:extLst>
    <p:ext uri="{DCECCB84-F9BA-43D5-87BE-67443E8EF086}">
      <p15:sldGuideLst xmlns:p15="http://schemas.microsoft.com/office/powerpoint/2012/main"/>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29857366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16/07/2025</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Tree>
    <p:extLst>
      <p:ext uri="{BB962C8B-B14F-4D97-AF65-F5344CB8AC3E}">
        <p14:creationId xmlns:p14="http://schemas.microsoft.com/office/powerpoint/2010/main" val="208026796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9660"/>
          </a:xfrm>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1297316828"/>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0" marR="0" lvl="1"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Second level</a:t>
            </a:r>
          </a:p>
          <a:p>
            <a:pPr marL="0" marR="0" lvl="2"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Third level</a:t>
            </a:r>
          </a:p>
          <a:p>
            <a:pPr marL="0" marR="0" lvl="3"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Fourth level</a:t>
            </a:r>
          </a:p>
          <a:p>
            <a:pPr marL="0" marR="0" lvl="4"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Fifth level</a:t>
            </a:r>
            <a:endParaRPr kumimoji="0" lang="en-US" sz="2000" b="0" i="0" u="none" strike="noStrike" kern="1200" cap="none" spc="0" normalizeH="0" baseline="0" noProof="0">
              <a:ln>
                <a:noFill/>
              </a:ln>
              <a:solidFill>
                <a:srgbClr val="000000"/>
              </a:solidFill>
              <a:effectLst/>
              <a:uLnTx/>
              <a:uFillTx/>
              <a:latin typeface="+mn-lt"/>
              <a:ea typeface="+mn-ea"/>
              <a:cs typeface="+mn-cs"/>
            </a:endParaRP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Tree>
    <p:extLst>
      <p:ext uri="{BB962C8B-B14F-4D97-AF65-F5344CB8AC3E}">
        <p14:creationId xmlns:p14="http://schemas.microsoft.com/office/powerpoint/2010/main" val="123405460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2088837310"/>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914400" y="1219200"/>
            <a:ext cx="10972800" cy="5257800"/>
          </a:xfrm>
        </p:spPr>
        <p:txBody>
          <a:bodyPr/>
          <a:lstStyle>
            <a:lvl1pPr>
              <a:spcBef>
                <a:spcPts val="5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5690043"/>
      </p:ext>
    </p:extLst>
  </p:cSld>
  <p:clrMapOvr>
    <a:masterClrMapping/>
  </p:clrMapOvr>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Blank_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993B8-4083-E2EF-12B9-2FD8D9D4262F}"/>
              </a:ext>
            </a:extLst>
          </p:cNvPr>
          <p:cNvSpPr>
            <a:spLocks noGrp="1"/>
          </p:cNvSpPr>
          <p:nvPr>
            <p:ph type="title"/>
          </p:nvPr>
        </p:nvSpPr>
        <p:spPr>
          <a:xfrm>
            <a:off x="404813" y="388188"/>
            <a:ext cx="10947772" cy="716711"/>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40074336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userDrawn="1">
  <p:cSld name="Two Content">
    <p:bg>
      <p:bgPr>
        <a:solidFill>
          <a:schemeClr val="bg1"/>
        </a:solidFill>
        <a:effectLst/>
      </p:bgPr>
    </p:bg>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F3BA43F2-680F-A443-AA9D-94B887275913}"/>
              </a:ext>
            </a:extLst>
          </p:cNvPr>
          <p:cNvSpPr>
            <a:spLocks noGrp="1"/>
          </p:cNvSpPr>
          <p:nvPr>
            <p:ph type="body" sz="quarter" idx="10" hasCustomPrompt="1"/>
          </p:nvPr>
        </p:nvSpPr>
        <p:spPr>
          <a:xfrm>
            <a:off x="393038" y="778052"/>
            <a:ext cx="3074987" cy="194301"/>
          </a:xfrm>
        </p:spPr>
        <p:txBody>
          <a:bodyPr>
            <a:normAutofit/>
          </a:bodyPr>
          <a:lstStyle>
            <a:lvl1pPr>
              <a:defRPr sz="1200"/>
            </a:lvl1pPr>
          </a:lstStyle>
          <a:p>
            <a:pPr lvl="0"/>
            <a:r>
              <a:rPr lang="en-GB"/>
              <a:t>CLICK TO EDIT</a:t>
            </a:r>
            <a:endParaRPr lang="en-PL"/>
          </a:p>
        </p:txBody>
      </p:sp>
      <p:sp>
        <p:nvSpPr>
          <p:cNvPr id="30" name="Text Placeholder 27">
            <a:extLst>
              <a:ext uri="{FF2B5EF4-FFF2-40B4-BE49-F238E27FC236}">
                <a16:creationId xmlns:a16="http://schemas.microsoft.com/office/drawing/2014/main" id="{48D6BDC6-DCC0-804F-848D-3F1511944ABF}"/>
              </a:ext>
            </a:extLst>
          </p:cNvPr>
          <p:cNvSpPr>
            <a:spLocks noGrp="1"/>
          </p:cNvSpPr>
          <p:nvPr>
            <p:ph type="body" sz="quarter" idx="11" hasCustomPrompt="1"/>
          </p:nvPr>
        </p:nvSpPr>
        <p:spPr>
          <a:xfrm>
            <a:off x="404813" y="1449142"/>
            <a:ext cx="4448175" cy="753146"/>
          </a:xfrm>
        </p:spPr>
        <p:txBody>
          <a:bodyPr>
            <a:normAutofit/>
          </a:bodyPr>
          <a:lstStyle>
            <a:lvl1pPr marL="0">
              <a:lnSpc>
                <a:spcPct val="80000"/>
              </a:lnSpc>
              <a:spcAft>
                <a:spcPts val="0"/>
              </a:spcAft>
              <a:defRPr sz="2400" b="0" spc="0">
                <a:latin typeface="+mj-lt"/>
              </a:defRPr>
            </a:lvl1pPr>
          </a:lstStyle>
          <a:p>
            <a:pPr lvl="0"/>
            <a:r>
              <a:rPr lang="en-GB"/>
              <a:t>CLICK TO EDIT MASTER</a:t>
            </a:r>
            <a:endParaRPr lang="en-PL"/>
          </a:p>
        </p:txBody>
      </p:sp>
      <p:sp>
        <p:nvSpPr>
          <p:cNvPr id="8" name="Retângulo 43">
            <a:extLst>
              <a:ext uri="{FF2B5EF4-FFF2-40B4-BE49-F238E27FC236}">
                <a16:creationId xmlns:a16="http://schemas.microsoft.com/office/drawing/2014/main" id="{5E5BE0AE-C7B9-3F4F-B0B5-415E551882B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2469866186"/>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1628222429"/>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1307311811"/>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1_Title, subtitle and content ">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6400" y="1098161"/>
            <a:ext cx="11379200" cy="247651"/>
          </a:xfrm>
          <a:prstGeom prst="rect">
            <a:avLst/>
          </a:prstGeom>
        </p:spPr>
        <p:txBody>
          <a:bodyPr anchor="ctr">
            <a:normAutofit/>
          </a:bodyPr>
          <a:lstStyle>
            <a:lvl1pPr>
              <a:defRPr sz="1600">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nchor="ctr"/>
          <a:lstStyle>
            <a:lvl1pPr>
              <a:defRPr sz="2400" b="1"/>
            </a:lvl1pPr>
          </a:lstStyle>
          <a:p>
            <a:r>
              <a:rPr lang="en-US"/>
              <a:t>Click to edit Master title style</a:t>
            </a:r>
            <a:endParaRPr lang="de-DE"/>
          </a:p>
        </p:txBody>
      </p:sp>
    </p:spTree>
    <p:extLst>
      <p:ext uri="{BB962C8B-B14F-4D97-AF65-F5344CB8AC3E}">
        <p14:creationId xmlns:p14="http://schemas.microsoft.com/office/powerpoint/2010/main" val="1888892980"/>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Title Slide_Dark">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65426" y="1103215"/>
            <a:ext cx="6722148" cy="2242079"/>
          </a:xfrm>
        </p:spPr>
        <p:txBody>
          <a:bodyPr anchor="b">
            <a:normAutofit/>
          </a:bodyPr>
          <a:lstStyle>
            <a:lvl1pPr algn="l">
              <a:defRPr sz="3600">
                <a:solidFill>
                  <a:schemeClr val="accent5"/>
                </a:solidFill>
                <a:latin typeface="Zurich Sans" panose="02000000000000000000" pitchFamily="2" charset="0"/>
              </a:defRPr>
            </a:lvl1pPr>
          </a:lstStyle>
          <a:p>
            <a:r>
              <a:rPr lang="en-US"/>
              <a:t>Click to edit Master title style</a:t>
            </a:r>
          </a:p>
        </p:txBody>
      </p:sp>
      <p:sp>
        <p:nvSpPr>
          <p:cNvPr id="3" name="Subtitle 2"/>
          <p:cNvSpPr>
            <a:spLocks noGrp="1"/>
          </p:cNvSpPr>
          <p:nvPr>
            <p:ph type="subTitle" idx="1"/>
          </p:nvPr>
        </p:nvSpPr>
        <p:spPr>
          <a:xfrm>
            <a:off x="265426" y="3437369"/>
            <a:ext cx="5761567" cy="1283999"/>
          </a:xfrm>
        </p:spPr>
        <p:txBody>
          <a:bodyPr>
            <a:normAutofit/>
          </a:bodyPr>
          <a:lstStyle>
            <a:lvl1pPr marL="0" indent="0" algn="l">
              <a:buNone/>
              <a:defRPr sz="2000">
                <a:solidFill>
                  <a:schemeClr val="accent5"/>
                </a:solidFill>
                <a:latin typeface="Zurich Sans" panose="02000000000000000000" pitchFamily="2"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10" name="Oval 9">
            <a:extLst>
              <a:ext uri="{FF2B5EF4-FFF2-40B4-BE49-F238E27FC236}">
                <a16:creationId xmlns:a16="http://schemas.microsoft.com/office/drawing/2014/main" id="{DCD6D046-9E8A-417B-B758-A6E20A0FE31C}"/>
              </a:ext>
            </a:extLst>
          </p:cNvPr>
          <p:cNvSpPr/>
          <p:nvPr userDrawn="1"/>
        </p:nvSpPr>
        <p:spPr bwMode="auto">
          <a:xfrm>
            <a:off x="6795409" y="5403527"/>
            <a:ext cx="547941" cy="547483"/>
          </a:xfrm>
          <a:prstGeom prst="ellipse">
            <a:avLst/>
          </a:prstGeom>
          <a:solidFill>
            <a:schemeClr val="tx1"/>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5" rIns="91428" bIns="45715" numCol="1" spcCol="0" rtlCol="0" fromWordArt="0" anchor="ctr" anchorCtr="0" forceAA="0" compatLnSpc="1">
            <a:prstTxWarp prst="textNoShape">
              <a:avLst/>
            </a:prstTxWarp>
            <a:noAutofit/>
          </a:bodyPr>
          <a:lstStyle/>
          <a:p>
            <a:pPr marL="0" marR="0" indent="0" algn="l" defTabSz="914256" rtl="0" eaLnBrk="1" fontAlgn="base" latinLnBrk="0" hangingPunct="1">
              <a:lnSpc>
                <a:spcPct val="100000"/>
              </a:lnSpc>
              <a:spcBef>
                <a:spcPct val="0"/>
              </a:spcBef>
              <a:spcAft>
                <a:spcPct val="0"/>
              </a:spcAft>
              <a:buClrTx/>
              <a:buSzTx/>
              <a:buFontTx/>
              <a:buNone/>
              <a:tabLst/>
            </a:pPr>
            <a:endParaRPr kumimoji="0" lang="en-ES" sz="2000" b="0" i="0" u="none" strike="noStrike" cap="none" normalizeH="0" baseline="0">
              <a:ln>
                <a:noFill/>
              </a:ln>
              <a:solidFill>
                <a:schemeClr val="accent6"/>
              </a:solidFill>
              <a:effectLst/>
              <a:latin typeface="Zurich Sans" panose="02000000000000000000" pitchFamily="2" charset="0"/>
            </a:endParaRPr>
          </a:p>
        </p:txBody>
      </p:sp>
      <p:sp>
        <p:nvSpPr>
          <p:cNvPr id="11" name="Freeform 8">
            <a:extLst>
              <a:ext uri="{FF2B5EF4-FFF2-40B4-BE49-F238E27FC236}">
                <a16:creationId xmlns:a16="http://schemas.microsoft.com/office/drawing/2014/main" id="{977530C5-2DE6-44CA-8A8F-019E4D7C204F}"/>
              </a:ext>
            </a:extLst>
          </p:cNvPr>
          <p:cNvSpPr/>
          <p:nvPr userDrawn="1"/>
        </p:nvSpPr>
        <p:spPr bwMode="auto">
          <a:xfrm>
            <a:off x="5937452" y="5954034"/>
            <a:ext cx="1802643" cy="908104"/>
          </a:xfrm>
          <a:custGeom>
            <a:avLst/>
            <a:gdLst>
              <a:gd name="connsiteX0" fmla="*/ 531 w 1423686"/>
              <a:gd name="connsiteY0" fmla="*/ 0 h 717107"/>
              <a:gd name="connsiteX1" fmla="*/ 1423155 w 1423686"/>
              <a:gd name="connsiteY1" fmla="*/ 0 h 717107"/>
              <a:gd name="connsiteX2" fmla="*/ 1423686 w 1423686"/>
              <a:gd name="connsiteY2" fmla="*/ 5264 h 717107"/>
              <a:gd name="connsiteX3" fmla="*/ 711843 w 1423686"/>
              <a:gd name="connsiteY3" fmla="*/ 717107 h 717107"/>
              <a:gd name="connsiteX4" fmla="*/ 0 w 1423686"/>
              <a:gd name="connsiteY4" fmla="*/ 5264 h 717107"/>
              <a:gd name="connsiteX5" fmla="*/ 531 w 1423686"/>
              <a:gd name="connsiteY5" fmla="*/ 0 h 717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3686" h="717107">
                <a:moveTo>
                  <a:pt x="531" y="0"/>
                </a:moveTo>
                <a:lnTo>
                  <a:pt x="1423155" y="0"/>
                </a:lnTo>
                <a:lnTo>
                  <a:pt x="1423686" y="5264"/>
                </a:lnTo>
                <a:cubicBezTo>
                  <a:pt x="1423686" y="398404"/>
                  <a:pt x="1104983" y="717107"/>
                  <a:pt x="711843" y="717107"/>
                </a:cubicBezTo>
                <a:cubicBezTo>
                  <a:pt x="318703" y="717107"/>
                  <a:pt x="0" y="398404"/>
                  <a:pt x="0" y="5264"/>
                </a:cubicBezTo>
                <a:lnTo>
                  <a:pt x="531" y="0"/>
                </a:lnTo>
                <a:close/>
              </a:path>
            </a:pathLst>
          </a:custGeom>
          <a:solidFill>
            <a:schemeClr val="accent4"/>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5" rIns="91428" bIns="45715" numCol="1" spcCol="0" rtlCol="0" fromWordArt="0" anchor="ctr" anchorCtr="0" forceAA="0" compatLnSpc="1">
            <a:prstTxWarp prst="textNoShape">
              <a:avLst/>
            </a:prstTxWarp>
            <a:noAutofit/>
          </a:bodyPr>
          <a:lstStyle/>
          <a:p>
            <a:pPr marL="0" marR="0" indent="0" algn="l" defTabSz="914256" rtl="0" eaLnBrk="1" fontAlgn="base" latinLnBrk="0" hangingPunct="1">
              <a:lnSpc>
                <a:spcPct val="100000"/>
              </a:lnSpc>
              <a:spcBef>
                <a:spcPct val="0"/>
              </a:spcBef>
              <a:spcAft>
                <a:spcPct val="0"/>
              </a:spcAft>
              <a:buClrTx/>
              <a:buSzTx/>
              <a:buFontTx/>
              <a:buNone/>
              <a:tabLst/>
            </a:pPr>
            <a:endParaRPr kumimoji="0" lang="en-ES" sz="2000" b="0" i="0" u="none" strike="noStrike" cap="none" normalizeH="0" baseline="0">
              <a:ln>
                <a:noFill/>
              </a:ln>
              <a:solidFill>
                <a:schemeClr val="accent6"/>
              </a:solidFill>
              <a:effectLst/>
              <a:latin typeface="Zurich Sans" panose="02000000000000000000" pitchFamily="2" charset="0"/>
            </a:endParaRPr>
          </a:p>
        </p:txBody>
      </p:sp>
      <p:sp>
        <p:nvSpPr>
          <p:cNvPr id="12" name="Freeform 10">
            <a:extLst>
              <a:ext uri="{FF2B5EF4-FFF2-40B4-BE49-F238E27FC236}">
                <a16:creationId xmlns:a16="http://schemas.microsoft.com/office/drawing/2014/main" id="{CBDF7E11-8F3D-4306-A7C9-3CBBFA98620F}"/>
              </a:ext>
            </a:extLst>
          </p:cNvPr>
          <p:cNvSpPr/>
          <p:nvPr userDrawn="1"/>
        </p:nvSpPr>
        <p:spPr bwMode="auto">
          <a:xfrm rot="7933215">
            <a:off x="6026493" y="5002745"/>
            <a:ext cx="1201179" cy="604951"/>
          </a:xfrm>
          <a:custGeom>
            <a:avLst/>
            <a:gdLst>
              <a:gd name="connsiteX0" fmla="*/ 531 w 1423686"/>
              <a:gd name="connsiteY0" fmla="*/ 0 h 717107"/>
              <a:gd name="connsiteX1" fmla="*/ 1423155 w 1423686"/>
              <a:gd name="connsiteY1" fmla="*/ 0 h 717107"/>
              <a:gd name="connsiteX2" fmla="*/ 1423686 w 1423686"/>
              <a:gd name="connsiteY2" fmla="*/ 5264 h 717107"/>
              <a:gd name="connsiteX3" fmla="*/ 711843 w 1423686"/>
              <a:gd name="connsiteY3" fmla="*/ 717107 h 717107"/>
              <a:gd name="connsiteX4" fmla="*/ 0 w 1423686"/>
              <a:gd name="connsiteY4" fmla="*/ 5264 h 717107"/>
              <a:gd name="connsiteX5" fmla="*/ 531 w 1423686"/>
              <a:gd name="connsiteY5" fmla="*/ 0 h 717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3686" h="717107">
                <a:moveTo>
                  <a:pt x="531" y="0"/>
                </a:moveTo>
                <a:lnTo>
                  <a:pt x="1423155" y="0"/>
                </a:lnTo>
                <a:lnTo>
                  <a:pt x="1423686" y="5264"/>
                </a:lnTo>
                <a:cubicBezTo>
                  <a:pt x="1423686" y="398404"/>
                  <a:pt x="1104983" y="717107"/>
                  <a:pt x="711843" y="717107"/>
                </a:cubicBezTo>
                <a:cubicBezTo>
                  <a:pt x="318703" y="717107"/>
                  <a:pt x="0" y="398404"/>
                  <a:pt x="0" y="5264"/>
                </a:cubicBezTo>
                <a:lnTo>
                  <a:pt x="531" y="0"/>
                </a:lnTo>
                <a:close/>
              </a:path>
            </a:pathLst>
          </a:custGeom>
          <a:solidFill>
            <a:schemeClr val="accent2"/>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5" rIns="91428" bIns="45715" numCol="1" spcCol="0" rtlCol="0" fromWordArt="0" anchor="ctr" anchorCtr="0" forceAA="0" compatLnSpc="1">
            <a:prstTxWarp prst="textNoShape">
              <a:avLst/>
            </a:prstTxWarp>
            <a:noAutofit/>
          </a:bodyPr>
          <a:lstStyle/>
          <a:p>
            <a:pPr marL="0" marR="0" indent="0" algn="l" defTabSz="914256" rtl="0" eaLnBrk="1" fontAlgn="base" latinLnBrk="0" hangingPunct="1">
              <a:lnSpc>
                <a:spcPct val="100000"/>
              </a:lnSpc>
              <a:spcBef>
                <a:spcPct val="0"/>
              </a:spcBef>
              <a:spcAft>
                <a:spcPct val="0"/>
              </a:spcAft>
              <a:buClrTx/>
              <a:buSzTx/>
              <a:buFontTx/>
              <a:buNone/>
              <a:tabLst/>
            </a:pPr>
            <a:endParaRPr kumimoji="0" lang="en-ES" sz="2000" b="0" i="0" u="none" strike="noStrike" cap="none" normalizeH="0" baseline="0">
              <a:ln>
                <a:noFill/>
              </a:ln>
              <a:solidFill>
                <a:schemeClr val="accent6"/>
              </a:solidFill>
              <a:effectLst/>
              <a:latin typeface="Zurich Sans" panose="02000000000000000000" pitchFamily="2" charset="0"/>
            </a:endParaRPr>
          </a:p>
        </p:txBody>
      </p:sp>
      <p:sp>
        <p:nvSpPr>
          <p:cNvPr id="22" name="Picture Placeholder 2">
            <a:extLst>
              <a:ext uri="{FF2B5EF4-FFF2-40B4-BE49-F238E27FC236}">
                <a16:creationId xmlns:a16="http://schemas.microsoft.com/office/drawing/2014/main" id="{8C38856E-DF0D-49BD-A0AF-37F515F1D5FF}"/>
              </a:ext>
            </a:extLst>
          </p:cNvPr>
          <p:cNvSpPr>
            <a:spLocks noGrp="1"/>
          </p:cNvSpPr>
          <p:nvPr>
            <p:ph type="pic" sz="quarter" idx="13" hasCustomPrompt="1"/>
          </p:nvPr>
        </p:nvSpPr>
        <p:spPr>
          <a:xfrm>
            <a:off x="7154272" y="1819093"/>
            <a:ext cx="5040000" cy="5040000"/>
          </a:xfrm>
          <a:prstGeom prst="ellipse">
            <a:avLst/>
          </a:prstGeom>
        </p:spPr>
        <p:txBody>
          <a:bodyPr/>
          <a:lstStyle>
            <a:lvl1pPr algn="ctr">
              <a:buNone/>
              <a:defRPr b="0" i="0">
                <a:solidFill>
                  <a:schemeClr val="accent5"/>
                </a:solidFill>
              </a:defRPr>
            </a:lvl1pPr>
          </a:lstStyle>
          <a:p>
            <a:r>
              <a:rPr lang="en-US" noProof="0"/>
              <a:t>Add a picture here</a:t>
            </a:r>
          </a:p>
        </p:txBody>
      </p:sp>
      <p:sp>
        <p:nvSpPr>
          <p:cNvPr id="20" name="Date Name Organization">
            <a:extLst>
              <a:ext uri="{FF2B5EF4-FFF2-40B4-BE49-F238E27FC236}">
                <a16:creationId xmlns:a16="http://schemas.microsoft.com/office/drawing/2014/main" id="{B679C166-F3F4-4469-BDA4-0521529C846E}"/>
              </a:ext>
            </a:extLst>
          </p:cNvPr>
          <p:cNvSpPr>
            <a:spLocks noGrp="1"/>
          </p:cNvSpPr>
          <p:nvPr>
            <p:ph type="body" sz="quarter" idx="14" hasCustomPrompt="1"/>
          </p:nvPr>
        </p:nvSpPr>
        <p:spPr>
          <a:xfrm>
            <a:off x="265425" y="4913252"/>
            <a:ext cx="5251984" cy="1056000"/>
          </a:xfrm>
        </p:spPr>
        <p:txBody>
          <a:bodyPr anchor="b"/>
          <a:lstStyle>
            <a:lvl1pPr marL="0" indent="0">
              <a:spcAft>
                <a:spcPts val="133"/>
              </a:spcAft>
              <a:buNone/>
              <a:defRPr sz="1200">
                <a:solidFill>
                  <a:schemeClr val="accent5"/>
                </a:solidFill>
              </a:defRPr>
            </a:lvl1pPr>
            <a:lvl2pPr>
              <a:defRPr>
                <a:solidFill>
                  <a:schemeClr val="accent5"/>
                </a:solidFill>
              </a:defRPr>
            </a:lvl2pPr>
            <a:lvl3pPr>
              <a:defRPr>
                <a:solidFill>
                  <a:schemeClr val="accent5"/>
                </a:solidFill>
              </a:defRPr>
            </a:lvl3pPr>
            <a:lvl4pPr>
              <a:defRPr>
                <a:solidFill>
                  <a:schemeClr val="accent5"/>
                </a:solidFill>
              </a:defRPr>
            </a:lvl4pPr>
            <a:lvl5pPr>
              <a:defRPr>
                <a:solidFill>
                  <a:schemeClr val="accent5"/>
                </a:solidFill>
              </a:defRPr>
            </a:lvl5pPr>
          </a:lstStyle>
          <a:p>
            <a:pPr lvl="0"/>
            <a:r>
              <a:rPr lang="en-US"/>
              <a:t>[Date]</a:t>
            </a:r>
            <a:br>
              <a:rPr lang="en-US"/>
            </a:br>
            <a:r>
              <a:rPr lang="en-US"/>
              <a:t>[Name of moderator]</a:t>
            </a:r>
            <a:br>
              <a:rPr lang="en-US"/>
            </a:br>
            <a:r>
              <a:rPr lang="en-US"/>
              <a:t>[Organizational Unit]</a:t>
            </a:r>
          </a:p>
        </p:txBody>
      </p:sp>
      <p:sp>
        <p:nvSpPr>
          <p:cNvPr id="23" name="TextBox 22">
            <a:extLst>
              <a:ext uri="{FF2B5EF4-FFF2-40B4-BE49-F238E27FC236}">
                <a16:creationId xmlns:a16="http://schemas.microsoft.com/office/drawing/2014/main" id="{F693D7AA-4B02-44F3-849A-D51D7F7A9CD0}"/>
              </a:ext>
            </a:extLst>
          </p:cNvPr>
          <p:cNvSpPr txBox="1"/>
          <p:nvPr userDrawn="1"/>
        </p:nvSpPr>
        <p:spPr>
          <a:xfrm>
            <a:off x="11158230" y="6548967"/>
            <a:ext cx="699337" cy="143565"/>
          </a:xfrm>
          <a:prstGeom prst="rect">
            <a:avLst/>
          </a:prstGeom>
        </p:spPr>
        <p:txBody>
          <a:bodyPr vert="horz" lIns="0" tIns="0" rIns="0" bIns="0" rtlCol="0" anchor="t" anchorCtr="0">
            <a:spAutoFit/>
          </a:bodyPr>
          <a:lstStyle>
            <a:defPPr>
              <a:defRPr lang="en-US"/>
            </a:defPPr>
            <a:lvl1pPr algn="r">
              <a:defRPr sz="700">
                <a:solidFill>
                  <a:schemeClr val="accent1"/>
                </a:solidFill>
              </a:defRPr>
            </a:lvl1pPr>
          </a:lstStyle>
          <a:p>
            <a:pPr lvl="0"/>
            <a:r>
              <a:rPr lang="en-US" sz="900">
                <a:solidFill>
                  <a:schemeClr val="accent6"/>
                </a:solidFill>
              </a:rPr>
              <a:t>© Zurich</a:t>
            </a:r>
          </a:p>
        </p:txBody>
      </p:sp>
      <p:pic>
        <p:nvPicPr>
          <p:cNvPr id="13" name="Picture 12" descr="Logo&#10;&#10;Description automatically generated">
            <a:extLst>
              <a:ext uri="{FF2B5EF4-FFF2-40B4-BE49-F238E27FC236}">
                <a16:creationId xmlns:a16="http://schemas.microsoft.com/office/drawing/2014/main" id="{EE62961D-FD32-4853-B26D-281814937F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7" y="157397"/>
            <a:ext cx="1779965" cy="684000"/>
          </a:xfrm>
          <a:prstGeom prst="rect">
            <a:avLst/>
          </a:prstGeom>
        </p:spPr>
      </p:pic>
    </p:spTree>
    <p:extLst>
      <p:ext uri="{BB962C8B-B14F-4D97-AF65-F5344CB8AC3E}">
        <p14:creationId xmlns:p14="http://schemas.microsoft.com/office/powerpoint/2010/main" val="4250259094"/>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59451" y="1205994"/>
            <a:ext cx="11518145" cy="5040145"/>
          </a:xfr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1">
            <a:extLst>
              <a:ext uri="{FF2B5EF4-FFF2-40B4-BE49-F238E27FC236}">
                <a16:creationId xmlns:a16="http://schemas.microsoft.com/office/drawing/2014/main" id="{29FBF581-E754-574B-A309-6F2FB382E481}"/>
              </a:ext>
            </a:extLst>
          </p:cNvPr>
          <p:cNvSpPr>
            <a:spLocks noGrp="1"/>
          </p:cNvSpPr>
          <p:nvPr>
            <p:ph type="title"/>
          </p:nvPr>
        </p:nvSpPr>
        <p:spPr>
          <a:xfrm>
            <a:off x="252659" y="260268"/>
            <a:ext cx="9586415" cy="332399"/>
          </a:xfrm>
        </p:spPr>
        <p:txBody>
          <a:bodyPr>
            <a:spAutoFit/>
          </a:bodyPr>
          <a:lstStyle/>
          <a:p>
            <a:r>
              <a:rPr lang="en-US"/>
              <a:t>Click to edit Master title style</a:t>
            </a:r>
          </a:p>
        </p:txBody>
      </p:sp>
      <p:sp>
        <p:nvSpPr>
          <p:cNvPr id="22" name="Subtitle 2">
            <a:extLst>
              <a:ext uri="{FF2B5EF4-FFF2-40B4-BE49-F238E27FC236}">
                <a16:creationId xmlns:a16="http://schemas.microsoft.com/office/drawing/2014/main" id="{60580A64-4AC1-D547-A7C8-FF2A5434D2C5}"/>
              </a:ext>
            </a:extLst>
          </p:cNvPr>
          <p:cNvSpPr>
            <a:spLocks noGrp="1"/>
          </p:cNvSpPr>
          <p:nvPr>
            <p:ph type="subTitle" idx="13"/>
          </p:nvPr>
        </p:nvSpPr>
        <p:spPr>
          <a:xfrm>
            <a:off x="252658" y="610597"/>
            <a:ext cx="9586415" cy="332399"/>
          </a:xfrm>
          <a:prstGeom prst="rect">
            <a:avLst/>
          </a:prstGeom>
        </p:spPr>
        <p:txBody>
          <a:bodyPr anchor="t">
            <a:normAutofit/>
          </a:bodyPr>
          <a:lstStyle>
            <a:lvl1pPr marL="0" indent="0" algn="l">
              <a:buFont typeface="Arial" panose="020B0604020202020204" pitchFamily="34" charset="0"/>
              <a:buNone/>
              <a:defRPr sz="1800" b="0" i="0">
                <a:solidFill>
                  <a:srgbClr val="2167AE"/>
                </a:solidFill>
                <a:latin typeface="Zurich Sans Light" panose="02000000000000000000" pitchFamily="2" charset="0"/>
                <a:cs typeface="Arial" panose="020B0604020202020204" pitchFamily="34" charset="0"/>
              </a:defRPr>
            </a:lvl1pPr>
            <a:lvl2pPr marL="342854" indent="0" algn="ctr">
              <a:buNone/>
              <a:defRPr>
                <a:solidFill>
                  <a:schemeClr val="tx1">
                    <a:tint val="75000"/>
                  </a:schemeClr>
                </a:solidFill>
              </a:defRPr>
            </a:lvl2pPr>
            <a:lvl3pPr marL="685709" indent="0" algn="ctr">
              <a:buNone/>
              <a:defRPr>
                <a:solidFill>
                  <a:schemeClr val="tx1">
                    <a:tint val="75000"/>
                  </a:schemeClr>
                </a:solidFill>
              </a:defRPr>
            </a:lvl3pPr>
            <a:lvl4pPr marL="1028563" indent="0" algn="ctr">
              <a:buNone/>
              <a:defRPr>
                <a:solidFill>
                  <a:schemeClr val="tx1">
                    <a:tint val="75000"/>
                  </a:schemeClr>
                </a:solidFill>
              </a:defRPr>
            </a:lvl4pPr>
            <a:lvl5pPr marL="1371417" indent="0" algn="ctr">
              <a:buNone/>
              <a:defRPr>
                <a:solidFill>
                  <a:schemeClr val="tx1">
                    <a:tint val="75000"/>
                  </a:schemeClr>
                </a:solidFill>
              </a:defRPr>
            </a:lvl5pPr>
            <a:lvl6pPr marL="1714271" indent="0" algn="ctr">
              <a:buNone/>
              <a:defRPr>
                <a:solidFill>
                  <a:schemeClr val="tx1">
                    <a:tint val="75000"/>
                  </a:schemeClr>
                </a:solidFill>
              </a:defRPr>
            </a:lvl6pPr>
            <a:lvl7pPr marL="2057126" indent="0" algn="ctr">
              <a:buNone/>
              <a:defRPr>
                <a:solidFill>
                  <a:schemeClr val="tx1">
                    <a:tint val="75000"/>
                  </a:schemeClr>
                </a:solidFill>
              </a:defRPr>
            </a:lvl7pPr>
            <a:lvl8pPr marL="2399980" indent="0" algn="ctr">
              <a:buNone/>
              <a:defRPr>
                <a:solidFill>
                  <a:schemeClr val="tx1">
                    <a:tint val="75000"/>
                  </a:schemeClr>
                </a:solidFill>
              </a:defRPr>
            </a:lvl8pPr>
            <a:lvl9pPr marL="2742834" indent="0" algn="ctr">
              <a:buNone/>
              <a:defRPr>
                <a:solidFill>
                  <a:schemeClr val="tx1">
                    <a:tint val="75000"/>
                  </a:schemeClr>
                </a:solidFill>
              </a:defRPr>
            </a:lvl9pPr>
          </a:lstStyle>
          <a:p>
            <a:r>
              <a:rPr lang="en-US"/>
              <a:t>Click to edit Master subtitle style</a:t>
            </a:r>
            <a:endParaRPr lang="en-GB" noProof="0"/>
          </a:p>
        </p:txBody>
      </p:sp>
    </p:spTree>
    <p:extLst>
      <p:ext uri="{BB962C8B-B14F-4D97-AF65-F5344CB8AC3E}">
        <p14:creationId xmlns:p14="http://schemas.microsoft.com/office/powerpoint/2010/main" val="3415625146"/>
      </p:ext>
    </p:extLst>
  </p:cSld>
  <p:clrMapOvr>
    <a:masterClrMapping/>
  </p:clrMapOvr>
  <p:hf hdr="0"/>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Thank you">
    <p:bg>
      <p:bgPr>
        <a:solidFill>
          <a:schemeClr val="accent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BACFF7A-0A26-4F0A-A400-3AF20106862B}"/>
              </a:ext>
            </a:extLst>
          </p:cNvPr>
          <p:cNvSpPr>
            <a:spLocks noGrp="1"/>
          </p:cNvSpPr>
          <p:nvPr>
            <p:ph type="ctrTitle" hasCustomPrompt="1"/>
          </p:nvPr>
        </p:nvSpPr>
        <p:spPr>
          <a:xfrm>
            <a:off x="250825" y="2490259"/>
            <a:ext cx="6722148" cy="2242079"/>
          </a:xfrm>
        </p:spPr>
        <p:txBody>
          <a:bodyPr anchor="b">
            <a:noAutofit/>
          </a:bodyPr>
          <a:lstStyle>
            <a:lvl1pPr algn="l">
              <a:defRPr sz="3600">
                <a:solidFill>
                  <a:schemeClr val="accent5"/>
                </a:solidFill>
                <a:latin typeface="Zurich Sans" panose="02000000000000000000" pitchFamily="2" charset="0"/>
              </a:defRPr>
            </a:lvl1pPr>
          </a:lstStyle>
          <a:p>
            <a:r>
              <a:rPr lang="en-US"/>
              <a:t>Click to edit title</a:t>
            </a:r>
          </a:p>
        </p:txBody>
      </p:sp>
      <p:sp>
        <p:nvSpPr>
          <p:cNvPr id="9" name="Subtitle 2">
            <a:extLst>
              <a:ext uri="{FF2B5EF4-FFF2-40B4-BE49-F238E27FC236}">
                <a16:creationId xmlns:a16="http://schemas.microsoft.com/office/drawing/2014/main" id="{5D52D574-4430-4847-B932-BA1C1DC56322}"/>
              </a:ext>
            </a:extLst>
          </p:cNvPr>
          <p:cNvSpPr>
            <a:spLocks noGrp="1"/>
          </p:cNvSpPr>
          <p:nvPr>
            <p:ph type="subTitle" idx="13" hasCustomPrompt="1"/>
          </p:nvPr>
        </p:nvSpPr>
        <p:spPr>
          <a:xfrm>
            <a:off x="250825" y="4911725"/>
            <a:ext cx="6719063" cy="1283999"/>
          </a:xfrm>
        </p:spPr>
        <p:txBody>
          <a:bodyPr>
            <a:normAutofit/>
          </a:bodyPr>
          <a:lstStyle>
            <a:lvl1pPr marL="0" indent="0" algn="l">
              <a:buNone/>
              <a:defRPr sz="2000">
                <a:solidFill>
                  <a:schemeClr val="accent5"/>
                </a:solidFill>
                <a:latin typeface="Zurich Sans" panose="02000000000000000000" pitchFamily="2"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subtitle</a:t>
            </a:r>
          </a:p>
        </p:txBody>
      </p:sp>
      <p:sp>
        <p:nvSpPr>
          <p:cNvPr id="15" name="Picture Placeholder 2">
            <a:extLst>
              <a:ext uri="{FF2B5EF4-FFF2-40B4-BE49-F238E27FC236}">
                <a16:creationId xmlns:a16="http://schemas.microsoft.com/office/drawing/2014/main" id="{207E0EDD-CE7D-485D-90AA-EB92659F4C2E}"/>
              </a:ext>
            </a:extLst>
          </p:cNvPr>
          <p:cNvSpPr>
            <a:spLocks noGrp="1" noChangeAspect="1"/>
          </p:cNvSpPr>
          <p:nvPr>
            <p:ph type="pic" sz="quarter" idx="14" hasCustomPrompt="1"/>
          </p:nvPr>
        </p:nvSpPr>
        <p:spPr>
          <a:xfrm>
            <a:off x="9061251" y="1902437"/>
            <a:ext cx="3120000" cy="3120000"/>
          </a:xfrm>
          <a:prstGeom prst="ellipse">
            <a:avLst/>
          </a:prstGeom>
        </p:spPr>
        <p:txBody>
          <a:bodyPr/>
          <a:lstStyle>
            <a:lvl1pPr algn="ctr">
              <a:buNone/>
              <a:defRPr b="0" i="0">
                <a:solidFill>
                  <a:schemeClr val="accent5"/>
                </a:solidFill>
              </a:defRPr>
            </a:lvl1pPr>
          </a:lstStyle>
          <a:p>
            <a:r>
              <a:rPr lang="en-GB"/>
              <a:t>Add a picture here</a:t>
            </a:r>
          </a:p>
        </p:txBody>
      </p:sp>
      <p:sp>
        <p:nvSpPr>
          <p:cNvPr id="16" name="Freeform 12">
            <a:extLst>
              <a:ext uri="{FF2B5EF4-FFF2-40B4-BE49-F238E27FC236}">
                <a16:creationId xmlns:a16="http://schemas.microsoft.com/office/drawing/2014/main" id="{CDD94F9F-17AF-4158-8273-144D6BB8BFBA}"/>
              </a:ext>
            </a:extLst>
          </p:cNvPr>
          <p:cNvSpPr/>
          <p:nvPr userDrawn="1"/>
        </p:nvSpPr>
        <p:spPr bwMode="auto">
          <a:xfrm rot="735038">
            <a:off x="9719774" y="4974386"/>
            <a:ext cx="933047" cy="469973"/>
          </a:xfrm>
          <a:custGeom>
            <a:avLst/>
            <a:gdLst>
              <a:gd name="connsiteX0" fmla="*/ 531 w 1423686"/>
              <a:gd name="connsiteY0" fmla="*/ 0 h 717107"/>
              <a:gd name="connsiteX1" fmla="*/ 1423155 w 1423686"/>
              <a:gd name="connsiteY1" fmla="*/ 0 h 717107"/>
              <a:gd name="connsiteX2" fmla="*/ 1423686 w 1423686"/>
              <a:gd name="connsiteY2" fmla="*/ 5264 h 717107"/>
              <a:gd name="connsiteX3" fmla="*/ 711843 w 1423686"/>
              <a:gd name="connsiteY3" fmla="*/ 717107 h 717107"/>
              <a:gd name="connsiteX4" fmla="*/ 0 w 1423686"/>
              <a:gd name="connsiteY4" fmla="*/ 5264 h 717107"/>
              <a:gd name="connsiteX5" fmla="*/ 531 w 1423686"/>
              <a:gd name="connsiteY5" fmla="*/ 0 h 717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3686" h="717107">
                <a:moveTo>
                  <a:pt x="531" y="0"/>
                </a:moveTo>
                <a:lnTo>
                  <a:pt x="1423155" y="0"/>
                </a:lnTo>
                <a:lnTo>
                  <a:pt x="1423686" y="5264"/>
                </a:lnTo>
                <a:cubicBezTo>
                  <a:pt x="1423686" y="398404"/>
                  <a:pt x="1104983" y="717107"/>
                  <a:pt x="711843" y="717107"/>
                </a:cubicBezTo>
                <a:cubicBezTo>
                  <a:pt x="318703" y="717107"/>
                  <a:pt x="0" y="398404"/>
                  <a:pt x="0" y="5264"/>
                </a:cubicBezTo>
                <a:lnTo>
                  <a:pt x="531" y="0"/>
                </a:lnTo>
                <a:close/>
              </a:path>
            </a:pathLst>
          </a:custGeom>
          <a:solidFill>
            <a:schemeClr val="accent4"/>
          </a:solidFill>
          <a:ln w="9525" cap="flat" cmpd="sng" algn="ctr">
            <a:noFill/>
            <a:prstDash val="solid"/>
            <a:round/>
            <a:headEnd type="none" w="med" len="med"/>
            <a:tailEnd type="none" w="med" len="me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indent="0" algn="l" defTabSz="1219170" rtl="0" eaLnBrk="1" fontAlgn="base" latinLnBrk="0" hangingPunct="1">
              <a:lnSpc>
                <a:spcPct val="100000"/>
              </a:lnSpc>
              <a:spcBef>
                <a:spcPct val="0"/>
              </a:spcBef>
              <a:spcAft>
                <a:spcPct val="0"/>
              </a:spcAft>
              <a:buClrTx/>
              <a:buSzTx/>
              <a:buFontTx/>
              <a:buNone/>
              <a:tabLst/>
            </a:pPr>
            <a:endParaRPr kumimoji="0" lang="en-ES" sz="2667" b="0" i="0" u="none" strike="noStrike" cap="none" normalizeH="0" baseline="0">
              <a:ln>
                <a:noFill/>
              </a:ln>
              <a:solidFill>
                <a:schemeClr val="accent6"/>
              </a:solidFill>
              <a:effectLst/>
              <a:latin typeface="Arial" panose="020B0604020202020204" pitchFamily="34" charset="0"/>
            </a:endParaRPr>
          </a:p>
        </p:txBody>
      </p:sp>
      <p:sp>
        <p:nvSpPr>
          <p:cNvPr id="17" name="Freeform 17">
            <a:extLst>
              <a:ext uri="{FF2B5EF4-FFF2-40B4-BE49-F238E27FC236}">
                <a16:creationId xmlns:a16="http://schemas.microsoft.com/office/drawing/2014/main" id="{03EA52F0-9F47-4C1A-A653-1F060850BB16}"/>
              </a:ext>
            </a:extLst>
          </p:cNvPr>
          <p:cNvSpPr/>
          <p:nvPr userDrawn="1"/>
        </p:nvSpPr>
        <p:spPr bwMode="auto">
          <a:xfrm rot="8315714" flipH="1">
            <a:off x="9180227" y="5547933"/>
            <a:ext cx="1677271" cy="863308"/>
          </a:xfrm>
          <a:custGeom>
            <a:avLst/>
            <a:gdLst>
              <a:gd name="connsiteX0" fmla="*/ 531 w 1423686"/>
              <a:gd name="connsiteY0" fmla="*/ 0 h 717107"/>
              <a:gd name="connsiteX1" fmla="*/ 1423155 w 1423686"/>
              <a:gd name="connsiteY1" fmla="*/ 0 h 717107"/>
              <a:gd name="connsiteX2" fmla="*/ 1423686 w 1423686"/>
              <a:gd name="connsiteY2" fmla="*/ 5264 h 717107"/>
              <a:gd name="connsiteX3" fmla="*/ 711843 w 1423686"/>
              <a:gd name="connsiteY3" fmla="*/ 717107 h 717107"/>
              <a:gd name="connsiteX4" fmla="*/ 0 w 1423686"/>
              <a:gd name="connsiteY4" fmla="*/ 5264 h 717107"/>
              <a:gd name="connsiteX5" fmla="*/ 531 w 1423686"/>
              <a:gd name="connsiteY5" fmla="*/ 0 h 717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3686" h="717107">
                <a:moveTo>
                  <a:pt x="531" y="0"/>
                </a:moveTo>
                <a:lnTo>
                  <a:pt x="1423155" y="0"/>
                </a:lnTo>
                <a:lnTo>
                  <a:pt x="1423686" y="5264"/>
                </a:lnTo>
                <a:cubicBezTo>
                  <a:pt x="1423686" y="398404"/>
                  <a:pt x="1104983" y="717107"/>
                  <a:pt x="711843" y="717107"/>
                </a:cubicBezTo>
                <a:cubicBezTo>
                  <a:pt x="318703" y="717107"/>
                  <a:pt x="0" y="398404"/>
                  <a:pt x="0" y="5264"/>
                </a:cubicBezTo>
                <a:lnTo>
                  <a:pt x="531" y="0"/>
                </a:lnTo>
                <a:close/>
              </a:path>
            </a:pathLst>
          </a:custGeom>
          <a:solidFill>
            <a:schemeClr val="tx1"/>
          </a:solidFill>
          <a:ln w="9525" cap="flat" cmpd="sng" algn="ctr">
            <a:noFill/>
            <a:prstDash val="solid"/>
            <a:round/>
            <a:headEnd type="none" w="med" len="med"/>
            <a:tailEnd type="none" w="med" len="me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indent="0" algn="l" defTabSz="1219170" rtl="0" eaLnBrk="1" fontAlgn="base" latinLnBrk="0" hangingPunct="1">
              <a:lnSpc>
                <a:spcPct val="100000"/>
              </a:lnSpc>
              <a:spcBef>
                <a:spcPct val="0"/>
              </a:spcBef>
              <a:spcAft>
                <a:spcPct val="0"/>
              </a:spcAft>
              <a:buClrTx/>
              <a:buSzTx/>
              <a:buFontTx/>
              <a:buNone/>
              <a:tabLst/>
            </a:pPr>
            <a:endParaRPr kumimoji="0" lang="en-ES" sz="2667" b="0" i="0" u="none" strike="noStrike" cap="none" normalizeH="0" baseline="0">
              <a:ln>
                <a:noFill/>
              </a:ln>
              <a:solidFill>
                <a:schemeClr val="accent6"/>
              </a:solidFill>
              <a:effectLst/>
              <a:latin typeface="Arial" panose="020B0604020202020204" pitchFamily="34" charset="0"/>
            </a:endParaRPr>
          </a:p>
        </p:txBody>
      </p:sp>
      <p:sp>
        <p:nvSpPr>
          <p:cNvPr id="18" name="Oval 17">
            <a:extLst>
              <a:ext uri="{FF2B5EF4-FFF2-40B4-BE49-F238E27FC236}">
                <a16:creationId xmlns:a16="http://schemas.microsoft.com/office/drawing/2014/main" id="{6AED791D-1518-403F-BA5A-79F94E7CDCCB}"/>
              </a:ext>
            </a:extLst>
          </p:cNvPr>
          <p:cNvSpPr>
            <a:spLocks noChangeAspect="1"/>
          </p:cNvSpPr>
          <p:nvPr userDrawn="1"/>
        </p:nvSpPr>
        <p:spPr bwMode="auto">
          <a:xfrm rot="5400000">
            <a:off x="10403602" y="5983124"/>
            <a:ext cx="875301" cy="874456"/>
          </a:xfrm>
          <a:prstGeom prst="ellipse">
            <a:avLst/>
          </a:prstGeom>
          <a:solidFill>
            <a:schemeClr val="accent2"/>
          </a:solidFill>
          <a:ln w="9525" cap="flat" cmpd="sng" algn="ctr">
            <a:noFill/>
            <a:prstDash val="solid"/>
            <a:round/>
            <a:headEnd type="none" w="med" len="med"/>
            <a:tailEnd type="none" w="med" len="me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indent="0" algn="l" defTabSz="1219170" rtl="0" eaLnBrk="1" fontAlgn="base" latinLnBrk="0" hangingPunct="1">
              <a:lnSpc>
                <a:spcPct val="100000"/>
              </a:lnSpc>
              <a:spcBef>
                <a:spcPct val="0"/>
              </a:spcBef>
              <a:spcAft>
                <a:spcPct val="0"/>
              </a:spcAft>
              <a:buClrTx/>
              <a:buSzTx/>
              <a:buFontTx/>
              <a:buNone/>
              <a:tabLst/>
            </a:pPr>
            <a:endParaRPr kumimoji="0" lang="en-ES" sz="2667" b="0" i="0" u="none" strike="noStrike" cap="none" normalizeH="0" baseline="0">
              <a:ln>
                <a:noFill/>
              </a:ln>
              <a:solidFill>
                <a:schemeClr val="accent6"/>
              </a:solidFill>
              <a:effectLst/>
              <a:latin typeface="Arial" panose="020B0604020202020204" pitchFamily="34" charset="0"/>
            </a:endParaRPr>
          </a:p>
        </p:txBody>
      </p:sp>
      <p:sp>
        <p:nvSpPr>
          <p:cNvPr id="26" name="TextBox 25">
            <a:extLst>
              <a:ext uri="{FF2B5EF4-FFF2-40B4-BE49-F238E27FC236}">
                <a16:creationId xmlns:a16="http://schemas.microsoft.com/office/drawing/2014/main" id="{964649C4-0FE0-4E4D-B386-F39D40C28AE9}"/>
              </a:ext>
            </a:extLst>
          </p:cNvPr>
          <p:cNvSpPr txBox="1"/>
          <p:nvPr userDrawn="1"/>
        </p:nvSpPr>
        <p:spPr>
          <a:xfrm>
            <a:off x="11158230" y="6548967"/>
            <a:ext cx="699337" cy="143565"/>
          </a:xfrm>
          <a:prstGeom prst="rect">
            <a:avLst/>
          </a:prstGeom>
        </p:spPr>
        <p:txBody>
          <a:bodyPr vert="horz" lIns="0" tIns="0" rIns="0" bIns="0" rtlCol="0" anchor="t" anchorCtr="0">
            <a:spAutoFit/>
          </a:bodyPr>
          <a:lstStyle>
            <a:defPPr>
              <a:defRPr lang="en-US"/>
            </a:defPPr>
            <a:lvl1pPr algn="r">
              <a:defRPr sz="700">
                <a:solidFill>
                  <a:schemeClr val="accent1"/>
                </a:solidFill>
              </a:defRPr>
            </a:lvl1pPr>
          </a:lstStyle>
          <a:p>
            <a:pPr lvl="0"/>
            <a:r>
              <a:rPr lang="en-US" sz="900">
                <a:solidFill>
                  <a:schemeClr val="accent6"/>
                </a:solidFill>
              </a:rPr>
              <a:t>© Zurich</a:t>
            </a:r>
          </a:p>
        </p:txBody>
      </p:sp>
      <p:pic>
        <p:nvPicPr>
          <p:cNvPr id="10" name="Picture 9" descr="Logo&#10;&#10;Description automatically generated">
            <a:extLst>
              <a:ext uri="{FF2B5EF4-FFF2-40B4-BE49-F238E27FC236}">
                <a16:creationId xmlns:a16="http://schemas.microsoft.com/office/drawing/2014/main" id="{E109CABE-B073-42F6-BFFF-0779C438F2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7" y="157397"/>
            <a:ext cx="1779965" cy="684000"/>
          </a:xfrm>
          <a:prstGeom prst="rect">
            <a:avLst/>
          </a:prstGeom>
        </p:spPr>
      </p:pic>
    </p:spTree>
    <p:extLst>
      <p:ext uri="{BB962C8B-B14F-4D97-AF65-F5344CB8AC3E}">
        <p14:creationId xmlns:p14="http://schemas.microsoft.com/office/powerpoint/2010/main" val="4200471952"/>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Title Only Gre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sz="2400"/>
            </a:lvl1pPr>
          </a:lstStyle>
          <a:p>
            <a:r>
              <a:rPr lang="fr-FR"/>
              <a:t>Modifiez le style du titre</a:t>
            </a:r>
            <a:endParaRPr lang="en-US"/>
          </a:p>
        </p:txBody>
      </p:sp>
    </p:spTree>
    <p:extLst>
      <p:ext uri="{BB962C8B-B14F-4D97-AF65-F5344CB8AC3E}">
        <p14:creationId xmlns:p14="http://schemas.microsoft.com/office/powerpoint/2010/main" val="444897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3_Blank-Whit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0389019"/>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Title Slide 6b">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b="0" i="0">
                <a:solidFill>
                  <a:schemeClr val="tx1">
                    <a:lumMod val="50000"/>
                    <a:lumOff val="50000"/>
                  </a:schemeClr>
                </a:solidFill>
                <a:latin typeface="Ubuntu" panose="020B0504030602030204" pitchFamily="34" charset="0"/>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285134"/>
            <a:ext cx="4597606"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spTree>
    <p:extLst>
      <p:ext uri="{BB962C8B-B14F-4D97-AF65-F5344CB8AC3E}">
        <p14:creationId xmlns:p14="http://schemas.microsoft.com/office/powerpoint/2010/main" val="1874710302"/>
      </p:ext>
    </p:extLst>
  </p:cSld>
  <p:clrMapOvr>
    <a:masterClrMapping/>
  </p:clrMapOvr>
  <p:extLst>
    <p:ext uri="{DCECCB84-F9BA-43D5-87BE-67443E8EF086}">
      <p15:sldGuideLst xmlns:p15="http://schemas.microsoft.com/office/powerpoint/2012/main"/>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Title Slide 6c">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48527"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b="0" i="0">
                <a:solidFill>
                  <a:schemeClr val="tx1">
                    <a:lumMod val="50000"/>
                    <a:lumOff val="50000"/>
                  </a:schemeClr>
                </a:solidFill>
                <a:latin typeface="Ubuntu" panose="020B0504030602030204" pitchFamily="34" charset="0"/>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grpSp>
        <p:nvGrpSpPr>
          <p:cNvPr id="2" name="Graphic 8">
            <a:extLst>
              <a:ext uri="{FF2B5EF4-FFF2-40B4-BE49-F238E27FC236}">
                <a16:creationId xmlns:a16="http://schemas.microsoft.com/office/drawing/2014/main" id="{635E06F8-7817-3FF9-3F31-645BC4D19B53}"/>
              </a:ext>
            </a:extLst>
          </p:cNvPr>
          <p:cNvGrpSpPr/>
          <p:nvPr userDrawn="1"/>
        </p:nvGrpSpPr>
        <p:grpSpPr>
          <a:xfrm>
            <a:off x="1" y="0"/>
            <a:ext cx="119335" cy="6858000"/>
            <a:chOff x="1775520" y="-1816306"/>
            <a:chExt cx="1555841" cy="1051251"/>
          </a:xfrm>
        </p:grpSpPr>
        <p:sp>
          <p:nvSpPr>
            <p:cNvPr id="3" name="Freeform 8">
              <a:extLst>
                <a:ext uri="{FF2B5EF4-FFF2-40B4-BE49-F238E27FC236}">
                  <a16:creationId xmlns:a16="http://schemas.microsoft.com/office/drawing/2014/main" id="{088B20F8-539E-CFE1-8BE6-1078C296E04F}"/>
                </a:ext>
              </a:extLst>
            </p:cNvPr>
            <p:cNvSpPr/>
            <p:nvPr/>
          </p:nvSpPr>
          <p:spPr>
            <a:xfrm>
              <a:off x="1775520" y="-1816306"/>
              <a:ext cx="1555841" cy="170935"/>
            </a:xfrm>
            <a:custGeom>
              <a:avLst/>
              <a:gdLst>
                <a:gd name="connsiteX0" fmla="*/ -4 w 1555841"/>
                <a:gd name="connsiteY0" fmla="*/ -2 h 170935"/>
                <a:gd name="connsiteX1" fmla="*/ 1555838 w 1555841"/>
                <a:gd name="connsiteY1" fmla="*/ -2 h 170935"/>
                <a:gd name="connsiteX2" fmla="*/ 1555838 w 1555841"/>
                <a:gd name="connsiteY2" fmla="*/ 170933 h 170935"/>
                <a:gd name="connsiteX3" fmla="*/ -4 w 1555841"/>
                <a:gd name="connsiteY3" fmla="*/ 170933 h 170935"/>
              </a:gdLst>
              <a:ahLst/>
              <a:cxnLst>
                <a:cxn ang="0">
                  <a:pos x="connsiteX0" y="connsiteY0"/>
                </a:cxn>
                <a:cxn ang="0">
                  <a:pos x="connsiteX1" y="connsiteY1"/>
                </a:cxn>
                <a:cxn ang="0">
                  <a:pos x="connsiteX2" y="connsiteY2"/>
                </a:cxn>
                <a:cxn ang="0">
                  <a:pos x="connsiteX3" y="connsiteY3"/>
                </a:cxn>
              </a:cxnLst>
              <a:rect l="l" t="t" r="r" b="b"/>
              <a:pathLst>
                <a:path w="1555841" h="170935">
                  <a:moveTo>
                    <a:pt x="-4" y="-2"/>
                  </a:moveTo>
                  <a:lnTo>
                    <a:pt x="1555838" y="-2"/>
                  </a:lnTo>
                  <a:lnTo>
                    <a:pt x="1555838" y="170933"/>
                  </a:lnTo>
                  <a:lnTo>
                    <a:pt x="-4" y="170933"/>
                  </a:lnTo>
                  <a:close/>
                </a:path>
              </a:pathLst>
            </a:custGeom>
            <a:solidFill>
              <a:srgbClr val="EC1C2E"/>
            </a:solidFill>
            <a:ln w="9498" cap="flat">
              <a:noFill/>
              <a:prstDash val="solid"/>
              <a:miter/>
            </a:ln>
          </p:spPr>
          <p:txBody>
            <a:bodyPr rtlCol="0" anchor="ctr"/>
            <a:lstStyle/>
            <a:p>
              <a:endParaRPr lang="en-US" b="0" i="0">
                <a:latin typeface="Ubuntu" panose="020B0504030602030204" pitchFamily="34" charset="0"/>
              </a:endParaRPr>
            </a:p>
          </p:txBody>
        </p:sp>
        <p:sp>
          <p:nvSpPr>
            <p:cNvPr id="4" name="Freeform 9">
              <a:extLst>
                <a:ext uri="{FF2B5EF4-FFF2-40B4-BE49-F238E27FC236}">
                  <a16:creationId xmlns:a16="http://schemas.microsoft.com/office/drawing/2014/main" id="{4B70AE20-17FF-8F8D-B3EF-F76FA54685A9}"/>
                </a:ext>
              </a:extLst>
            </p:cNvPr>
            <p:cNvSpPr/>
            <p:nvPr/>
          </p:nvSpPr>
          <p:spPr>
            <a:xfrm>
              <a:off x="1775520" y="-1603587"/>
              <a:ext cx="1555841" cy="208920"/>
            </a:xfrm>
            <a:custGeom>
              <a:avLst/>
              <a:gdLst>
                <a:gd name="connsiteX0" fmla="*/ -4 w 1555841"/>
                <a:gd name="connsiteY0" fmla="*/ -2 h 208920"/>
                <a:gd name="connsiteX1" fmla="*/ 1555838 w 1555841"/>
                <a:gd name="connsiteY1" fmla="*/ -2 h 208920"/>
                <a:gd name="connsiteX2" fmla="*/ 1555838 w 1555841"/>
                <a:gd name="connsiteY2" fmla="*/ 208919 h 208920"/>
                <a:gd name="connsiteX3" fmla="*/ -4 w 1555841"/>
                <a:gd name="connsiteY3" fmla="*/ 208919 h 208920"/>
              </a:gdLst>
              <a:ahLst/>
              <a:cxnLst>
                <a:cxn ang="0">
                  <a:pos x="connsiteX0" y="connsiteY0"/>
                </a:cxn>
                <a:cxn ang="0">
                  <a:pos x="connsiteX1" y="connsiteY1"/>
                </a:cxn>
                <a:cxn ang="0">
                  <a:pos x="connsiteX2" y="connsiteY2"/>
                </a:cxn>
                <a:cxn ang="0">
                  <a:pos x="connsiteX3" y="connsiteY3"/>
                </a:cxn>
              </a:cxnLst>
              <a:rect l="l" t="t" r="r" b="b"/>
              <a:pathLst>
                <a:path w="1555841" h="208920">
                  <a:moveTo>
                    <a:pt x="-4" y="-2"/>
                  </a:moveTo>
                  <a:lnTo>
                    <a:pt x="1555838" y="-2"/>
                  </a:lnTo>
                  <a:lnTo>
                    <a:pt x="1555838" y="208919"/>
                  </a:lnTo>
                  <a:lnTo>
                    <a:pt x="-4" y="208919"/>
                  </a:lnTo>
                  <a:close/>
                </a:path>
              </a:pathLst>
            </a:custGeom>
            <a:solidFill>
              <a:srgbClr val="944599"/>
            </a:solidFill>
            <a:ln w="9498" cap="flat">
              <a:noFill/>
              <a:prstDash val="solid"/>
              <a:miter/>
            </a:ln>
          </p:spPr>
          <p:txBody>
            <a:bodyPr rtlCol="0" anchor="ctr"/>
            <a:lstStyle/>
            <a:p>
              <a:endParaRPr lang="en-US" b="0" i="0">
                <a:latin typeface="Ubuntu" panose="020B0504030602030204" pitchFamily="34" charset="0"/>
              </a:endParaRPr>
            </a:p>
          </p:txBody>
        </p:sp>
        <p:sp>
          <p:nvSpPr>
            <p:cNvPr id="5" name="Freeform 10">
              <a:extLst>
                <a:ext uri="{FF2B5EF4-FFF2-40B4-BE49-F238E27FC236}">
                  <a16:creationId xmlns:a16="http://schemas.microsoft.com/office/drawing/2014/main" id="{E55A5B40-C526-0873-F543-587DC6B26705}"/>
                </a:ext>
              </a:extLst>
            </p:cNvPr>
            <p:cNvSpPr/>
            <p:nvPr/>
          </p:nvSpPr>
          <p:spPr>
            <a:xfrm>
              <a:off x="1775520" y="-867616"/>
              <a:ext cx="1555841" cy="102561"/>
            </a:xfrm>
            <a:custGeom>
              <a:avLst/>
              <a:gdLst>
                <a:gd name="connsiteX0" fmla="*/ -4 w 1555841"/>
                <a:gd name="connsiteY0" fmla="*/ -2 h 102561"/>
                <a:gd name="connsiteX1" fmla="*/ 1555838 w 1555841"/>
                <a:gd name="connsiteY1" fmla="*/ -2 h 102561"/>
                <a:gd name="connsiteX2" fmla="*/ 1555838 w 1555841"/>
                <a:gd name="connsiteY2" fmla="*/ 102559 h 102561"/>
                <a:gd name="connsiteX3" fmla="*/ -4 w 1555841"/>
                <a:gd name="connsiteY3" fmla="*/ 102559 h 102561"/>
              </a:gdLst>
              <a:ahLst/>
              <a:cxnLst>
                <a:cxn ang="0">
                  <a:pos x="connsiteX0" y="connsiteY0"/>
                </a:cxn>
                <a:cxn ang="0">
                  <a:pos x="connsiteX1" y="connsiteY1"/>
                </a:cxn>
                <a:cxn ang="0">
                  <a:pos x="connsiteX2" y="connsiteY2"/>
                </a:cxn>
                <a:cxn ang="0">
                  <a:pos x="connsiteX3" y="connsiteY3"/>
                </a:cxn>
              </a:cxnLst>
              <a:rect l="l" t="t" r="r" b="b"/>
              <a:pathLst>
                <a:path w="1555841" h="102561">
                  <a:moveTo>
                    <a:pt x="-4" y="-2"/>
                  </a:moveTo>
                  <a:lnTo>
                    <a:pt x="1555838" y="-2"/>
                  </a:lnTo>
                  <a:lnTo>
                    <a:pt x="1555838" y="102559"/>
                  </a:lnTo>
                  <a:lnTo>
                    <a:pt x="-4" y="102559"/>
                  </a:lnTo>
                  <a:close/>
                </a:path>
              </a:pathLst>
            </a:custGeom>
            <a:solidFill>
              <a:srgbClr val="F9AA53"/>
            </a:solidFill>
            <a:ln w="9498" cap="flat">
              <a:noFill/>
              <a:prstDash val="solid"/>
              <a:miter/>
            </a:ln>
          </p:spPr>
          <p:txBody>
            <a:bodyPr rtlCol="0" anchor="ctr"/>
            <a:lstStyle/>
            <a:p>
              <a:endParaRPr lang="en-US" b="0" i="0">
                <a:latin typeface="Ubuntu" panose="020B0504030602030204" pitchFamily="34" charset="0"/>
              </a:endParaRPr>
            </a:p>
          </p:txBody>
        </p:sp>
        <p:sp>
          <p:nvSpPr>
            <p:cNvPr id="14" name="Freeform 11">
              <a:extLst>
                <a:ext uri="{FF2B5EF4-FFF2-40B4-BE49-F238E27FC236}">
                  <a16:creationId xmlns:a16="http://schemas.microsoft.com/office/drawing/2014/main" id="{BD9417C3-D63C-163C-7B52-825A3CD74930}"/>
                </a:ext>
              </a:extLst>
            </p:cNvPr>
            <p:cNvSpPr/>
            <p:nvPr/>
          </p:nvSpPr>
          <p:spPr>
            <a:xfrm>
              <a:off x="1775520" y="-992968"/>
              <a:ext cx="1555841" cy="101611"/>
            </a:xfrm>
            <a:custGeom>
              <a:avLst/>
              <a:gdLst>
                <a:gd name="connsiteX0" fmla="*/ -4 w 1555841"/>
                <a:gd name="connsiteY0" fmla="*/ -2 h 101611"/>
                <a:gd name="connsiteX1" fmla="*/ 1555838 w 1555841"/>
                <a:gd name="connsiteY1" fmla="*/ -2 h 101611"/>
                <a:gd name="connsiteX2" fmla="*/ 1555838 w 1555841"/>
                <a:gd name="connsiteY2" fmla="*/ 101609 h 101611"/>
                <a:gd name="connsiteX3" fmla="*/ -4 w 1555841"/>
                <a:gd name="connsiteY3" fmla="*/ 101609 h 101611"/>
              </a:gdLst>
              <a:ahLst/>
              <a:cxnLst>
                <a:cxn ang="0">
                  <a:pos x="connsiteX0" y="connsiteY0"/>
                </a:cxn>
                <a:cxn ang="0">
                  <a:pos x="connsiteX1" y="connsiteY1"/>
                </a:cxn>
                <a:cxn ang="0">
                  <a:pos x="connsiteX2" y="connsiteY2"/>
                </a:cxn>
                <a:cxn ang="0">
                  <a:pos x="connsiteX3" y="connsiteY3"/>
                </a:cxn>
              </a:cxnLst>
              <a:rect l="l" t="t" r="r" b="b"/>
              <a:pathLst>
                <a:path w="1555841" h="101611">
                  <a:moveTo>
                    <a:pt x="-4" y="-2"/>
                  </a:moveTo>
                  <a:lnTo>
                    <a:pt x="1555838" y="-2"/>
                  </a:lnTo>
                  <a:lnTo>
                    <a:pt x="1555838" y="101609"/>
                  </a:lnTo>
                  <a:lnTo>
                    <a:pt x="-4" y="101609"/>
                  </a:lnTo>
                  <a:close/>
                </a:path>
              </a:pathLst>
            </a:custGeom>
            <a:solidFill>
              <a:srgbClr val="008061"/>
            </a:solidFill>
            <a:ln w="9498" cap="flat">
              <a:noFill/>
              <a:prstDash val="solid"/>
              <a:miter/>
            </a:ln>
          </p:spPr>
          <p:txBody>
            <a:bodyPr rtlCol="0" anchor="ctr"/>
            <a:lstStyle/>
            <a:p>
              <a:endParaRPr lang="en-US" b="0" i="0">
                <a:latin typeface="Ubuntu" panose="020B0504030602030204" pitchFamily="34" charset="0"/>
              </a:endParaRPr>
            </a:p>
          </p:txBody>
        </p:sp>
        <p:sp>
          <p:nvSpPr>
            <p:cNvPr id="15" name="Freeform 12">
              <a:extLst>
                <a:ext uri="{FF2B5EF4-FFF2-40B4-BE49-F238E27FC236}">
                  <a16:creationId xmlns:a16="http://schemas.microsoft.com/office/drawing/2014/main" id="{3D833304-FC99-D983-4305-81ECB4098636}"/>
                </a:ext>
              </a:extLst>
            </p:cNvPr>
            <p:cNvSpPr/>
            <p:nvPr/>
          </p:nvSpPr>
          <p:spPr>
            <a:xfrm>
              <a:off x="1775520" y="-1136364"/>
              <a:ext cx="1555841" cy="172834"/>
            </a:xfrm>
            <a:custGeom>
              <a:avLst/>
              <a:gdLst>
                <a:gd name="connsiteX0" fmla="*/ -4 w 1555841"/>
                <a:gd name="connsiteY0" fmla="*/ -2 h 172834"/>
                <a:gd name="connsiteX1" fmla="*/ 1555838 w 1555841"/>
                <a:gd name="connsiteY1" fmla="*/ -2 h 172834"/>
                <a:gd name="connsiteX2" fmla="*/ 1555838 w 1555841"/>
                <a:gd name="connsiteY2" fmla="*/ 172832 h 172834"/>
                <a:gd name="connsiteX3" fmla="*/ -4 w 1555841"/>
                <a:gd name="connsiteY3" fmla="*/ 172832 h 172834"/>
              </a:gdLst>
              <a:ahLst/>
              <a:cxnLst>
                <a:cxn ang="0">
                  <a:pos x="connsiteX0" y="connsiteY0"/>
                </a:cxn>
                <a:cxn ang="0">
                  <a:pos x="connsiteX1" y="connsiteY1"/>
                </a:cxn>
                <a:cxn ang="0">
                  <a:pos x="connsiteX2" y="connsiteY2"/>
                </a:cxn>
                <a:cxn ang="0">
                  <a:pos x="connsiteX3" y="connsiteY3"/>
                </a:cxn>
              </a:cxnLst>
              <a:rect l="l" t="t" r="r" b="b"/>
              <a:pathLst>
                <a:path w="1555841" h="172834">
                  <a:moveTo>
                    <a:pt x="-4" y="-2"/>
                  </a:moveTo>
                  <a:lnTo>
                    <a:pt x="1555838" y="-2"/>
                  </a:lnTo>
                  <a:lnTo>
                    <a:pt x="1555838" y="172832"/>
                  </a:lnTo>
                  <a:lnTo>
                    <a:pt x="-4" y="172832"/>
                  </a:lnTo>
                  <a:close/>
                </a:path>
              </a:pathLst>
            </a:custGeom>
            <a:solidFill>
              <a:srgbClr val="7DC142"/>
            </a:solidFill>
            <a:ln w="9498" cap="flat">
              <a:noFill/>
              <a:prstDash val="solid"/>
              <a:miter/>
            </a:ln>
          </p:spPr>
          <p:txBody>
            <a:bodyPr rtlCol="0" anchor="ctr"/>
            <a:lstStyle/>
            <a:p>
              <a:endParaRPr lang="en-US" b="0" i="0">
                <a:latin typeface="Ubuntu" panose="020B0504030602030204" pitchFamily="34" charset="0"/>
              </a:endParaRPr>
            </a:p>
          </p:txBody>
        </p:sp>
        <p:sp>
          <p:nvSpPr>
            <p:cNvPr id="16" name="Freeform 13">
              <a:extLst>
                <a:ext uri="{FF2B5EF4-FFF2-40B4-BE49-F238E27FC236}">
                  <a16:creationId xmlns:a16="http://schemas.microsoft.com/office/drawing/2014/main" id="{064B3B9B-BC94-2FFD-E735-1EA462995C0E}"/>
                </a:ext>
              </a:extLst>
            </p:cNvPr>
            <p:cNvSpPr/>
            <p:nvPr/>
          </p:nvSpPr>
          <p:spPr>
            <a:xfrm>
              <a:off x="1775520" y="-1248421"/>
              <a:ext cx="1555841" cy="139597"/>
            </a:xfrm>
            <a:custGeom>
              <a:avLst/>
              <a:gdLst>
                <a:gd name="connsiteX0" fmla="*/ -4 w 1555841"/>
                <a:gd name="connsiteY0" fmla="*/ -2 h 139597"/>
                <a:gd name="connsiteX1" fmla="*/ 1555838 w 1555841"/>
                <a:gd name="connsiteY1" fmla="*/ -2 h 139597"/>
                <a:gd name="connsiteX2" fmla="*/ 1555838 w 1555841"/>
                <a:gd name="connsiteY2" fmla="*/ 139595 h 139597"/>
                <a:gd name="connsiteX3" fmla="*/ -4 w 1555841"/>
                <a:gd name="connsiteY3" fmla="*/ 139595 h 139597"/>
              </a:gdLst>
              <a:ahLst/>
              <a:cxnLst>
                <a:cxn ang="0">
                  <a:pos x="connsiteX0" y="connsiteY0"/>
                </a:cxn>
                <a:cxn ang="0">
                  <a:pos x="connsiteX1" y="connsiteY1"/>
                </a:cxn>
                <a:cxn ang="0">
                  <a:pos x="connsiteX2" y="connsiteY2"/>
                </a:cxn>
                <a:cxn ang="0">
                  <a:pos x="connsiteX3" y="connsiteY3"/>
                </a:cxn>
              </a:cxnLst>
              <a:rect l="l" t="t" r="r" b="b"/>
              <a:pathLst>
                <a:path w="1555841" h="139597">
                  <a:moveTo>
                    <a:pt x="-4" y="-2"/>
                  </a:moveTo>
                  <a:lnTo>
                    <a:pt x="1555838" y="-2"/>
                  </a:lnTo>
                  <a:lnTo>
                    <a:pt x="1555838" y="139595"/>
                  </a:lnTo>
                  <a:lnTo>
                    <a:pt x="-4" y="139595"/>
                  </a:lnTo>
                  <a:close/>
                </a:path>
              </a:pathLst>
            </a:custGeom>
            <a:solidFill>
              <a:srgbClr val="00ADEE"/>
            </a:solidFill>
            <a:ln w="9498" cap="flat">
              <a:noFill/>
              <a:prstDash val="solid"/>
              <a:miter/>
            </a:ln>
          </p:spPr>
          <p:txBody>
            <a:bodyPr rtlCol="0" anchor="ctr"/>
            <a:lstStyle/>
            <a:p>
              <a:endParaRPr lang="en-US" b="0" i="0">
                <a:latin typeface="Ubuntu" panose="020B0504030602030204" pitchFamily="34" charset="0"/>
              </a:endParaRPr>
            </a:p>
          </p:txBody>
        </p:sp>
        <p:sp>
          <p:nvSpPr>
            <p:cNvPr id="17" name="Freeform 14">
              <a:extLst>
                <a:ext uri="{FF2B5EF4-FFF2-40B4-BE49-F238E27FC236}">
                  <a16:creationId xmlns:a16="http://schemas.microsoft.com/office/drawing/2014/main" id="{36E2912C-D64F-BA3B-16CE-8DDF71FA51EC}"/>
                </a:ext>
              </a:extLst>
            </p:cNvPr>
            <p:cNvSpPr/>
            <p:nvPr/>
          </p:nvSpPr>
          <p:spPr>
            <a:xfrm>
              <a:off x="1775520" y="-1281659"/>
              <a:ext cx="1555841" cy="52230"/>
            </a:xfrm>
            <a:custGeom>
              <a:avLst/>
              <a:gdLst>
                <a:gd name="connsiteX0" fmla="*/ -4 w 1555841"/>
                <a:gd name="connsiteY0" fmla="*/ -2 h 52230"/>
                <a:gd name="connsiteX1" fmla="*/ 1555838 w 1555841"/>
                <a:gd name="connsiteY1" fmla="*/ -2 h 52230"/>
                <a:gd name="connsiteX2" fmla="*/ 1555838 w 1555841"/>
                <a:gd name="connsiteY2" fmla="*/ 52228 h 52230"/>
                <a:gd name="connsiteX3" fmla="*/ -4 w 1555841"/>
                <a:gd name="connsiteY3" fmla="*/ 52228 h 52230"/>
              </a:gdLst>
              <a:ahLst/>
              <a:cxnLst>
                <a:cxn ang="0">
                  <a:pos x="connsiteX0" y="connsiteY0"/>
                </a:cxn>
                <a:cxn ang="0">
                  <a:pos x="connsiteX1" y="connsiteY1"/>
                </a:cxn>
                <a:cxn ang="0">
                  <a:pos x="connsiteX2" y="connsiteY2"/>
                </a:cxn>
                <a:cxn ang="0">
                  <a:pos x="connsiteX3" y="connsiteY3"/>
                </a:cxn>
              </a:cxnLst>
              <a:rect l="l" t="t" r="r" b="b"/>
              <a:pathLst>
                <a:path w="1555841" h="52230">
                  <a:moveTo>
                    <a:pt x="-4" y="-2"/>
                  </a:moveTo>
                  <a:lnTo>
                    <a:pt x="1555838" y="-2"/>
                  </a:lnTo>
                  <a:lnTo>
                    <a:pt x="1555838" y="52228"/>
                  </a:lnTo>
                  <a:lnTo>
                    <a:pt x="-4" y="52228"/>
                  </a:lnTo>
                  <a:close/>
                </a:path>
              </a:pathLst>
            </a:custGeom>
            <a:solidFill>
              <a:srgbClr val="0081C3"/>
            </a:solidFill>
            <a:ln w="9498" cap="flat">
              <a:noFill/>
              <a:prstDash val="solid"/>
              <a:miter/>
            </a:ln>
          </p:spPr>
          <p:txBody>
            <a:bodyPr rtlCol="0" anchor="ctr"/>
            <a:lstStyle/>
            <a:p>
              <a:endParaRPr lang="en-US" b="0" i="0">
                <a:latin typeface="Ubuntu" panose="020B0504030602030204" pitchFamily="34" charset="0"/>
              </a:endParaRPr>
            </a:p>
          </p:txBody>
        </p:sp>
        <p:sp>
          <p:nvSpPr>
            <p:cNvPr id="18" name="Freeform 15">
              <a:extLst>
                <a:ext uri="{FF2B5EF4-FFF2-40B4-BE49-F238E27FC236}">
                  <a16:creationId xmlns:a16="http://schemas.microsoft.com/office/drawing/2014/main" id="{F01D1401-934F-C856-80C6-DF4FA320476A}"/>
                </a:ext>
              </a:extLst>
            </p:cNvPr>
            <p:cNvSpPr/>
            <p:nvPr/>
          </p:nvSpPr>
          <p:spPr>
            <a:xfrm>
              <a:off x="1775520" y="-1319644"/>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00539E"/>
            </a:solidFill>
            <a:ln w="9498" cap="flat">
              <a:noFill/>
              <a:prstDash val="solid"/>
              <a:miter/>
            </a:ln>
          </p:spPr>
          <p:txBody>
            <a:bodyPr rtlCol="0" anchor="ctr"/>
            <a:lstStyle/>
            <a:p>
              <a:endParaRPr lang="en-US" b="0" i="0">
                <a:latin typeface="Ubuntu" panose="020B0504030602030204" pitchFamily="34" charset="0"/>
              </a:endParaRPr>
            </a:p>
          </p:txBody>
        </p:sp>
        <p:sp>
          <p:nvSpPr>
            <p:cNvPr id="20" name="Freeform 16">
              <a:extLst>
                <a:ext uri="{FF2B5EF4-FFF2-40B4-BE49-F238E27FC236}">
                  <a16:creationId xmlns:a16="http://schemas.microsoft.com/office/drawing/2014/main" id="{8871FF39-8821-7CE7-397D-00FC0EB5B963}"/>
                </a:ext>
              </a:extLst>
            </p:cNvPr>
            <p:cNvSpPr/>
            <p:nvPr/>
          </p:nvSpPr>
          <p:spPr>
            <a:xfrm>
              <a:off x="1775520" y="-1340536"/>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393995"/>
            </a:solidFill>
            <a:ln w="9498" cap="flat">
              <a:noFill/>
              <a:prstDash val="solid"/>
              <a:miter/>
            </a:ln>
          </p:spPr>
          <p:txBody>
            <a:bodyPr rtlCol="0" anchor="ctr"/>
            <a:lstStyle/>
            <a:p>
              <a:endParaRPr lang="en-US" b="0" i="0">
                <a:latin typeface="Ubuntu" panose="020B0504030602030204" pitchFamily="34" charset="0"/>
              </a:endParaRPr>
            </a:p>
          </p:txBody>
        </p:sp>
        <p:sp>
          <p:nvSpPr>
            <p:cNvPr id="21" name="Freeform 17">
              <a:extLst>
                <a:ext uri="{FF2B5EF4-FFF2-40B4-BE49-F238E27FC236}">
                  <a16:creationId xmlns:a16="http://schemas.microsoft.com/office/drawing/2014/main" id="{A07A4921-B96B-3A61-FFE5-C14E32C55851}"/>
                </a:ext>
              </a:extLst>
            </p:cNvPr>
            <p:cNvSpPr/>
            <p:nvPr/>
          </p:nvSpPr>
          <p:spPr>
            <a:xfrm>
              <a:off x="1775520" y="-1380421"/>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00539E"/>
            </a:solidFill>
            <a:ln w="9498" cap="flat">
              <a:noFill/>
              <a:prstDash val="solid"/>
              <a:miter/>
            </a:ln>
          </p:spPr>
          <p:txBody>
            <a:bodyPr rtlCol="0" anchor="ctr"/>
            <a:lstStyle/>
            <a:p>
              <a:endParaRPr lang="en-US" b="0" i="0">
                <a:latin typeface="Ubuntu" panose="020B0504030602030204" pitchFamily="34" charset="0"/>
              </a:endParaRPr>
            </a:p>
          </p:txBody>
        </p:sp>
        <p:sp>
          <p:nvSpPr>
            <p:cNvPr id="22" name="Freeform 18">
              <a:extLst>
                <a:ext uri="{FF2B5EF4-FFF2-40B4-BE49-F238E27FC236}">
                  <a16:creationId xmlns:a16="http://schemas.microsoft.com/office/drawing/2014/main" id="{146F39E7-D619-3652-49D4-3FA76A3B1397}"/>
                </a:ext>
              </a:extLst>
            </p:cNvPr>
            <p:cNvSpPr/>
            <p:nvPr/>
          </p:nvSpPr>
          <p:spPr>
            <a:xfrm>
              <a:off x="1775520" y="-1413659"/>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393995"/>
            </a:solidFill>
            <a:ln w="9498" cap="flat">
              <a:noFill/>
              <a:prstDash val="solid"/>
              <a:miter/>
            </a:ln>
          </p:spPr>
          <p:txBody>
            <a:bodyPr rtlCol="0" anchor="ctr"/>
            <a:lstStyle/>
            <a:p>
              <a:endParaRPr lang="en-US" b="0" i="0">
                <a:latin typeface="Ubuntu" panose="020B0504030602030204" pitchFamily="34" charset="0"/>
              </a:endParaRPr>
            </a:p>
          </p:txBody>
        </p:sp>
        <p:sp>
          <p:nvSpPr>
            <p:cNvPr id="23" name="Freeform 20">
              <a:extLst>
                <a:ext uri="{FF2B5EF4-FFF2-40B4-BE49-F238E27FC236}">
                  <a16:creationId xmlns:a16="http://schemas.microsoft.com/office/drawing/2014/main" id="{1EF83649-253B-953D-2ED2-64E37427086D}"/>
                </a:ext>
              </a:extLst>
            </p:cNvPr>
            <p:cNvSpPr/>
            <p:nvPr/>
          </p:nvSpPr>
          <p:spPr>
            <a:xfrm>
              <a:off x="1775520" y="-1687155"/>
              <a:ext cx="1555841" cy="84517"/>
            </a:xfrm>
            <a:custGeom>
              <a:avLst/>
              <a:gdLst>
                <a:gd name="connsiteX0" fmla="*/ -4 w 1555841"/>
                <a:gd name="connsiteY0" fmla="*/ -2 h 84517"/>
                <a:gd name="connsiteX1" fmla="*/ 1555838 w 1555841"/>
                <a:gd name="connsiteY1" fmla="*/ -2 h 84517"/>
                <a:gd name="connsiteX2" fmla="*/ 1555838 w 1555841"/>
                <a:gd name="connsiteY2" fmla="*/ 84516 h 84517"/>
                <a:gd name="connsiteX3" fmla="*/ -4 w 1555841"/>
                <a:gd name="connsiteY3" fmla="*/ 84516 h 84517"/>
              </a:gdLst>
              <a:ahLst/>
              <a:cxnLst>
                <a:cxn ang="0">
                  <a:pos x="connsiteX0" y="connsiteY0"/>
                </a:cxn>
                <a:cxn ang="0">
                  <a:pos x="connsiteX1" y="connsiteY1"/>
                </a:cxn>
                <a:cxn ang="0">
                  <a:pos x="connsiteX2" y="connsiteY2"/>
                </a:cxn>
                <a:cxn ang="0">
                  <a:pos x="connsiteX3" y="connsiteY3"/>
                </a:cxn>
              </a:cxnLst>
              <a:rect l="l" t="t" r="r" b="b"/>
              <a:pathLst>
                <a:path w="1555841" h="84517">
                  <a:moveTo>
                    <a:pt x="-4" y="-2"/>
                  </a:moveTo>
                  <a:lnTo>
                    <a:pt x="1555838" y="-2"/>
                  </a:lnTo>
                  <a:lnTo>
                    <a:pt x="1555838" y="84516"/>
                  </a:lnTo>
                  <a:lnTo>
                    <a:pt x="-4" y="84516"/>
                  </a:lnTo>
                  <a:close/>
                </a:path>
              </a:pathLst>
            </a:custGeom>
            <a:solidFill>
              <a:srgbClr val="EB008B"/>
            </a:solidFill>
            <a:ln w="9498" cap="flat">
              <a:noFill/>
              <a:prstDash val="solid"/>
              <a:miter/>
            </a:ln>
          </p:spPr>
          <p:txBody>
            <a:bodyPr rtlCol="0" anchor="ctr"/>
            <a:lstStyle/>
            <a:p>
              <a:endParaRPr lang="en-US" b="0" i="0">
                <a:latin typeface="Ubuntu" panose="020B0504030602030204" pitchFamily="34" charset="0"/>
              </a:endParaRPr>
            </a:p>
          </p:txBody>
        </p:sp>
        <p:sp>
          <p:nvSpPr>
            <p:cNvPr id="31" name="Freeform 22">
              <a:extLst>
                <a:ext uri="{FF2B5EF4-FFF2-40B4-BE49-F238E27FC236}">
                  <a16:creationId xmlns:a16="http://schemas.microsoft.com/office/drawing/2014/main" id="{81182228-9817-8576-32D4-51DF462004F8}"/>
                </a:ext>
              </a:extLst>
            </p:cNvPr>
            <p:cNvSpPr/>
            <p:nvPr/>
          </p:nvSpPr>
          <p:spPr>
            <a:xfrm>
              <a:off x="1775520" y="-891357"/>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FCB827"/>
            </a:solidFill>
            <a:ln w="9498" cap="flat">
              <a:noFill/>
              <a:prstDash val="solid"/>
              <a:miter/>
            </a:ln>
          </p:spPr>
          <p:txBody>
            <a:bodyPr rtlCol="0" anchor="ctr"/>
            <a:lstStyle/>
            <a:p>
              <a:endParaRPr lang="en-US" b="0" i="0">
                <a:latin typeface="Ubuntu" panose="020B0504030602030204" pitchFamily="34" charset="0"/>
              </a:endParaRPr>
            </a:p>
          </p:txBody>
        </p:sp>
      </p:grpSp>
    </p:spTree>
    <p:extLst>
      <p:ext uri="{BB962C8B-B14F-4D97-AF65-F5344CB8AC3E}">
        <p14:creationId xmlns:p14="http://schemas.microsoft.com/office/powerpoint/2010/main" val="1205914790"/>
      </p:ext>
    </p:extLst>
  </p:cSld>
  <p:clrMapOvr>
    <a:masterClrMapping/>
  </p:clrMapOvr>
  <p:extLst>
    <p:ext uri="{DCECCB84-F9BA-43D5-87BE-67443E8EF086}">
      <p15:sldGuideLst xmlns:p15="http://schemas.microsoft.com/office/powerpoint/2012/main"/>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Agenda Dark and Picture">
    <p:bg>
      <p:bgPr>
        <a:solidFill>
          <a:schemeClr val="accent4"/>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b="0" i="0">
                <a:solidFill>
                  <a:schemeClr val="tx1">
                    <a:lumMod val="50000"/>
                    <a:lumOff val="50000"/>
                  </a:schemeClr>
                </a:solidFill>
                <a:latin typeface="Ubuntu" panose="020B0504030602030204" pitchFamily="34" charset="0"/>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a:t>Click to edit Agenda</a:t>
            </a:r>
            <a:endParaRPr lang="en-GB"/>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b="0" i="0">
                <a:solidFill>
                  <a:schemeClr val="bg1"/>
                </a:solidFill>
                <a:latin typeface="Ubuntu" panose="020B0504030602030204" pitchFamily="34" charset="0"/>
              </a:defRPr>
            </a:lvl1pPr>
            <a:lvl2pPr>
              <a:buClr>
                <a:schemeClr val="bg1"/>
              </a:buClr>
              <a:defRPr sz="1600" b="0" i="0">
                <a:solidFill>
                  <a:schemeClr val="bg1"/>
                </a:solidFill>
                <a:latin typeface="Ubuntu" panose="020B0504030602030204" pitchFamily="34" charset="0"/>
              </a:defRPr>
            </a:lvl2pPr>
            <a:lvl3pPr>
              <a:buClr>
                <a:schemeClr val="bg1"/>
              </a:buClr>
              <a:defRPr sz="1600" b="0" i="0">
                <a:solidFill>
                  <a:schemeClr val="bg1"/>
                </a:solidFill>
                <a:latin typeface="Ubuntu" panose="020B0504030602030204" pitchFamily="34" charset="0"/>
              </a:defRPr>
            </a:lvl3pPr>
            <a:lvl4pPr>
              <a:buClr>
                <a:schemeClr val="bg1"/>
              </a:buClr>
              <a:defRPr sz="1400" b="0" i="0">
                <a:solidFill>
                  <a:schemeClr val="bg1"/>
                </a:solidFill>
                <a:latin typeface="Ubuntu" panose="020B0504030602030204" pitchFamily="34" charset="0"/>
              </a:defRPr>
            </a:lvl4pPr>
            <a:lvl5pPr>
              <a:buClr>
                <a:schemeClr val="bg1"/>
              </a:buClr>
              <a:defRPr sz="1400" b="0" i="0">
                <a:solidFill>
                  <a:schemeClr val="bg1"/>
                </a:solidFill>
                <a:latin typeface="Ubuntu" panose="020B0504030602030204" pitchFamily="34"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3198371601"/>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1_Agenda">
    <p:bg>
      <p:bgPr>
        <a:solidFill>
          <a:schemeClr val="accent4"/>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b="0" i="0">
                <a:solidFill>
                  <a:schemeClr val="tx1"/>
                </a:solidFill>
                <a:latin typeface="Ubuntu" panose="020B0504030602030204" pitchFamily="34" charset="0"/>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b="0" i="0">
                <a:solidFill>
                  <a:schemeClr val="tx1"/>
                </a:solidFill>
                <a:latin typeface="Ubuntu" panose="020B0504030602030204" pitchFamily="34" charset="0"/>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b="0" i="0">
                <a:solidFill>
                  <a:schemeClr val="tx1"/>
                </a:solidFill>
                <a:latin typeface="Ubuntu" panose="020B0504030602030204" pitchFamily="34" charset="0"/>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0" i="0" dirty="0">
                <a:solidFill>
                  <a:schemeClr val="accent2"/>
                </a:solidFill>
                <a:latin typeface="Ubuntu" panose="020B0504030602030204" pitchFamily="34" charset="0"/>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0" i="0" dirty="0">
                <a:solidFill>
                  <a:schemeClr val="accent2"/>
                </a:solidFill>
                <a:latin typeface="Ubuntu" panose="020B0504030602030204" pitchFamily="34" charset="0"/>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0" i="0" dirty="0">
                <a:solidFill>
                  <a:schemeClr val="accent2"/>
                </a:solidFill>
                <a:latin typeface="Ubuntu" panose="020B0504030602030204" pitchFamily="34" charset="0"/>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b="0" i="0">
                <a:solidFill>
                  <a:schemeClr val="tx1"/>
                </a:solidFill>
                <a:latin typeface="Ubuntu" panose="020B0504030602030204" pitchFamily="34" charset="0"/>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b="0" i="0">
                <a:solidFill>
                  <a:schemeClr val="tx1"/>
                </a:solidFill>
                <a:latin typeface="Ubuntu" panose="020B0504030602030204" pitchFamily="34" charset="0"/>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b="0" i="0">
                <a:solidFill>
                  <a:schemeClr val="tx1"/>
                </a:solidFill>
                <a:latin typeface="Ubuntu" panose="020B0504030602030204" pitchFamily="34" charset="0"/>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0" i="0" dirty="0">
                <a:solidFill>
                  <a:schemeClr val="accent2"/>
                </a:solidFill>
                <a:latin typeface="Ubuntu" panose="020B0504030602030204" pitchFamily="34" charset="0"/>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0" i="0" dirty="0">
                <a:solidFill>
                  <a:schemeClr val="accent2"/>
                </a:solidFill>
                <a:latin typeface="Ubuntu" panose="020B0504030602030204" pitchFamily="34" charset="0"/>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0" i="0" dirty="0">
                <a:solidFill>
                  <a:schemeClr val="accent2"/>
                </a:solidFill>
                <a:latin typeface="Ubuntu" panose="020B0504030602030204" pitchFamily="34" charset="0"/>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808BAF09-C52E-54E6-E538-78C64D8AB519}"/>
              </a:ext>
            </a:extLst>
          </p:cNvPr>
          <p:cNvSpPr>
            <a:spLocks noGrp="1"/>
          </p:cNvSpPr>
          <p:nvPr>
            <p:ph type="title"/>
          </p:nvPr>
        </p:nvSpPr>
        <p:spPr>
          <a:xfrm>
            <a:off x="1079321" y="260350"/>
            <a:ext cx="8640763" cy="792163"/>
          </a:xfrm>
        </p:spPr>
        <p:txBody>
          <a:bodyPr/>
          <a:lstStyle>
            <a:lvl1pPr>
              <a:defRPr>
                <a:solidFill>
                  <a:schemeClr val="accent2"/>
                </a:solidFill>
              </a:defRPr>
            </a:lvl1pPr>
          </a:lstStyle>
          <a:p>
            <a:r>
              <a:rPr lang="fr-FR"/>
              <a:t>Modifiez le style du titre</a:t>
            </a:r>
            <a:endParaRPr lang="en-US"/>
          </a:p>
        </p:txBody>
      </p:sp>
      <p:pic>
        <p:nvPicPr>
          <p:cNvPr id="4" name="Picture 16">
            <a:extLst>
              <a:ext uri="{FF2B5EF4-FFF2-40B4-BE49-F238E27FC236}">
                <a16:creationId xmlns:a16="http://schemas.microsoft.com/office/drawing/2014/main" id="{21B52807-7673-5576-DEE4-0A88870C0C1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375920" y="1628775"/>
            <a:ext cx="8281358" cy="6858000"/>
          </a:xfrm>
          <a:prstGeom prst="rect">
            <a:avLst/>
          </a:prstGeom>
        </p:spPr>
      </p:pic>
    </p:spTree>
    <p:extLst>
      <p:ext uri="{BB962C8B-B14F-4D97-AF65-F5344CB8AC3E}">
        <p14:creationId xmlns:p14="http://schemas.microsoft.com/office/powerpoint/2010/main" val="4137663329"/>
      </p:ext>
    </p:extLst>
  </p:cSld>
  <p:clrMapOvr>
    <a:overrideClrMapping bg1="lt1" tx1="dk1" bg2="lt2" tx2="dk2" accent1="accent1" accent2="accent2" accent3="accent3" accent4="accent4" accent5="accent5" accent6="accent6" hlink="hlink" folHlink="folHlink"/>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49D2F3-3C15-428F-AF70-D31974E2F35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52613" y="3199768"/>
            <a:ext cx="9079459" cy="3532255"/>
          </a:xfrm>
          <a:prstGeom prst="rect">
            <a:avLst/>
          </a:prstGeom>
        </p:spPr>
      </p:pic>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b="0" i="0">
                <a:latin typeface="Ubuntu" panose="020B0504030602030204" pitchFamily="34" charset="0"/>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b="0" i="0">
                <a:latin typeface="Ubuntu" panose="020B0504030602030204" pitchFamily="34" charset="0"/>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b="0" i="0">
                <a:latin typeface="Ubuntu" panose="020B0504030602030204" pitchFamily="34" charset="0"/>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0" i="0" dirty="0">
                <a:solidFill>
                  <a:schemeClr val="accent2"/>
                </a:solidFill>
                <a:latin typeface="Ubuntu" panose="020B0504030602030204" pitchFamily="34" charset="0"/>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0" i="0" dirty="0">
                <a:solidFill>
                  <a:schemeClr val="accent2"/>
                </a:solidFill>
                <a:latin typeface="Ubuntu" panose="020B0504030602030204" pitchFamily="34" charset="0"/>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0" i="0" dirty="0">
                <a:solidFill>
                  <a:schemeClr val="accent2"/>
                </a:solidFill>
                <a:latin typeface="Ubuntu" panose="020B0504030602030204" pitchFamily="34" charset="0"/>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b="0" i="0">
                <a:latin typeface="Ubuntu" panose="020B0504030602030204" pitchFamily="34" charset="0"/>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b="0" i="0">
                <a:latin typeface="Ubuntu" panose="020B0504030602030204" pitchFamily="34" charset="0"/>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b="0" i="0">
                <a:latin typeface="Ubuntu" panose="020B0504030602030204" pitchFamily="34" charset="0"/>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0" i="0" dirty="0">
                <a:solidFill>
                  <a:schemeClr val="accent2"/>
                </a:solidFill>
                <a:latin typeface="Ubuntu" panose="020B0504030602030204" pitchFamily="34" charset="0"/>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0" i="0" dirty="0">
                <a:solidFill>
                  <a:schemeClr val="accent2"/>
                </a:solidFill>
                <a:latin typeface="Ubuntu" panose="020B0504030602030204" pitchFamily="34" charset="0"/>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0" i="0" dirty="0">
                <a:solidFill>
                  <a:schemeClr val="accent2"/>
                </a:solidFill>
                <a:latin typeface="Ubuntu" panose="020B0504030602030204" pitchFamily="34" charset="0"/>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1079321" y="260350"/>
            <a:ext cx="8640763" cy="792163"/>
          </a:xfrm>
        </p:spPr>
        <p:txBody>
          <a:bodyPr/>
          <a:lstStyle>
            <a:lvl1pPr>
              <a:defRPr>
                <a:solidFill>
                  <a:schemeClr val="accent2"/>
                </a:solidFill>
              </a:defRPr>
            </a:lvl1pPr>
          </a:lstStyle>
          <a:p>
            <a:r>
              <a:rPr lang="fr-FR"/>
              <a:t>Modifiez le style du titre</a:t>
            </a:r>
            <a:endParaRPr lang="en-US"/>
          </a:p>
        </p:txBody>
      </p:sp>
    </p:spTree>
    <p:extLst>
      <p:ext uri="{BB962C8B-B14F-4D97-AF65-F5344CB8AC3E}">
        <p14:creationId xmlns:p14="http://schemas.microsoft.com/office/powerpoint/2010/main" val="135989861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1_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p:txBody>
          <a:bodyPr/>
          <a:lstStyle>
            <a:lvl1pPr>
              <a:defRPr sz="2400"/>
            </a:lvl1pPr>
          </a:lstStyle>
          <a:p>
            <a:r>
              <a:rPr lang="fr-FR"/>
              <a:t>Modifiez le style du titre</a:t>
            </a:r>
            <a:endParaRPr lang="en-US"/>
          </a:p>
        </p:txBody>
      </p:sp>
    </p:spTree>
    <p:extLst>
      <p:ext uri="{BB962C8B-B14F-4D97-AF65-F5344CB8AC3E}">
        <p14:creationId xmlns:p14="http://schemas.microsoft.com/office/powerpoint/2010/main" val="574827643"/>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2_Title and Subtitl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wrap="square">
            <a:spAutoFit/>
          </a:bodyPr>
          <a:lstStyle>
            <a:lvl1pPr>
              <a:defRPr sz="1600" b="0">
                <a:solidFill>
                  <a:schemeClr val="tx1"/>
                </a:solidFill>
                <a:latin typeface="Ubuntu Light" panose="020B0304030602030204" pitchFamily="34" charset="0"/>
              </a:defRPr>
            </a:lvl1pPr>
          </a:lstStyle>
          <a:p>
            <a:pPr lvl="0"/>
            <a:r>
              <a:rPr lang="fr-FR"/>
              <a:t>Cliquez pour modifier les styles du texte du masque</a:t>
            </a:r>
          </a:p>
        </p:txBody>
      </p:sp>
      <p:sp>
        <p:nvSpPr>
          <p:cNvPr id="2" name="Title 1">
            <a:extLst>
              <a:ext uri="{FF2B5EF4-FFF2-40B4-BE49-F238E27FC236}">
                <a16:creationId xmlns:a16="http://schemas.microsoft.com/office/drawing/2014/main" id="{DA3D6CCA-5023-D91C-5084-3ED466DC8001}"/>
              </a:ext>
            </a:extLst>
          </p:cNvPr>
          <p:cNvSpPr>
            <a:spLocks noGrp="1"/>
          </p:cNvSpPr>
          <p:nvPr>
            <p:ph type="title"/>
          </p:nvPr>
        </p:nvSpPr>
        <p:spPr/>
        <p:txBody>
          <a:bodyPr/>
          <a:lstStyle>
            <a:lvl1pPr>
              <a:defRPr sz="2400"/>
            </a:lvl1pPr>
          </a:lstStyle>
          <a:p>
            <a:r>
              <a:rPr lang="fr-FR"/>
              <a:t>Modifiez le style du titre</a:t>
            </a:r>
            <a:endParaRPr lang="en-US"/>
          </a:p>
        </p:txBody>
      </p:sp>
    </p:spTree>
    <p:extLst>
      <p:ext uri="{BB962C8B-B14F-4D97-AF65-F5344CB8AC3E}">
        <p14:creationId xmlns:p14="http://schemas.microsoft.com/office/powerpoint/2010/main" val="2075574250"/>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1_Title Only Gre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sz="2400"/>
            </a:lvl1pPr>
          </a:lstStyle>
          <a:p>
            <a:r>
              <a:rPr lang="fr-FR"/>
              <a:t>Modifiez le style du titre</a:t>
            </a:r>
            <a:endParaRPr lang="en-US"/>
          </a:p>
        </p:txBody>
      </p:sp>
    </p:spTree>
    <p:extLst>
      <p:ext uri="{BB962C8B-B14F-4D97-AF65-F5344CB8AC3E}">
        <p14:creationId xmlns:p14="http://schemas.microsoft.com/office/powerpoint/2010/main" val="2771928228"/>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Subtitle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fr-FR"/>
              <a:t>Cliquez pour modifier les styles du texte du masque</a:t>
            </a:r>
          </a:p>
        </p:txBody>
      </p:sp>
      <p:sp>
        <p:nvSpPr>
          <p:cNvPr id="2" name="Title 1">
            <a:extLst>
              <a:ext uri="{FF2B5EF4-FFF2-40B4-BE49-F238E27FC236}">
                <a16:creationId xmlns:a16="http://schemas.microsoft.com/office/drawing/2014/main" id="{96963528-AA21-5972-C236-27F2D7209CFD}"/>
              </a:ext>
            </a:extLst>
          </p:cNvPr>
          <p:cNvSpPr>
            <a:spLocks noGrp="1"/>
          </p:cNvSpPr>
          <p:nvPr>
            <p:ph type="title"/>
          </p:nvPr>
        </p:nvSpPr>
        <p:spPr/>
        <p:txBody>
          <a:bodyPr/>
          <a:lstStyle>
            <a:lvl1pPr>
              <a:defRPr sz="2400"/>
            </a:lvl1pPr>
          </a:lstStyle>
          <a:p>
            <a:r>
              <a:rPr lang="fr-FR"/>
              <a:t>Modifiez le style du titre</a:t>
            </a:r>
            <a:endParaRPr lang="en-US"/>
          </a:p>
        </p:txBody>
      </p:sp>
    </p:spTree>
    <p:extLst>
      <p:ext uri="{BB962C8B-B14F-4D97-AF65-F5344CB8AC3E}">
        <p14:creationId xmlns:p14="http://schemas.microsoft.com/office/powerpoint/2010/main" val="3563607512"/>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itle Subtitle Content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fr-FR"/>
              <a:t>Cliquez pour modifier les styles du texte du masque</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b="0" i="0">
                <a:latin typeface="Ubuntu" panose="020B0504030602030204" pitchFamily="34" charset="0"/>
              </a:defRPr>
            </a:lvl1pPr>
            <a:lvl2pPr>
              <a:defRPr b="0" i="0">
                <a:latin typeface="Ubuntu" panose="020B0504030602030204" pitchFamily="34" charset="0"/>
              </a:defRPr>
            </a:lvl2pPr>
            <a:lvl3pPr>
              <a:defRPr b="0" i="0">
                <a:latin typeface="Ubuntu" panose="020B0504030602030204" pitchFamily="34" charset="0"/>
              </a:defRPr>
            </a:lvl3pPr>
            <a:lvl4pPr>
              <a:defRPr b="0" i="0">
                <a:latin typeface="Ubuntu" panose="020B0504030602030204" pitchFamily="34" charset="0"/>
              </a:defRPr>
            </a:lvl4pPr>
            <a:lvl5pPr>
              <a:defRPr b="0" i="0">
                <a:latin typeface="Ubuntu" panose="020B0504030602030204" pitchFamily="34"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sz="2400"/>
            </a:lvl1pPr>
          </a:lstStyle>
          <a:p>
            <a:r>
              <a:rPr lang="fr-FR"/>
              <a:t>Modifiez le style du titre</a:t>
            </a:r>
            <a:endParaRPr lang="en-US"/>
          </a:p>
        </p:txBody>
      </p:sp>
    </p:spTree>
    <p:extLst>
      <p:ext uri="{BB962C8B-B14F-4D97-AF65-F5344CB8AC3E}">
        <p14:creationId xmlns:p14="http://schemas.microsoft.com/office/powerpoint/2010/main" val="377569290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1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b="0" i="0">
                <a:solidFill>
                  <a:schemeClr val="tx1">
                    <a:lumMod val="50000"/>
                    <a:lumOff val="50000"/>
                  </a:schemeClr>
                </a:solidFill>
                <a:latin typeface="Ubuntu" panose="020B0504030602030204" pitchFamily="34" charset="0"/>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409221"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1628800"/>
            <a:ext cx="7409221" cy="4824388"/>
          </a:xfrm>
          <a:prstGeom prst="rect">
            <a:avLst/>
          </a:prstGeom>
        </p:spPr>
        <p:txBody>
          <a:bodyPr rIns="216000">
            <a:noAutofit/>
          </a:bodyPr>
          <a:lstStyle>
            <a:lvl1pPr>
              <a:defRPr sz="1400" b="0" i="0">
                <a:latin typeface="Ubuntu" panose="020B0504030602030204" pitchFamily="34" charset="0"/>
              </a:defRPr>
            </a:lvl1pPr>
            <a:lvl2pPr>
              <a:defRPr sz="1400" b="0" i="0">
                <a:latin typeface="Ubuntu" panose="020B0504030602030204" pitchFamily="34" charset="0"/>
              </a:defRPr>
            </a:lvl2pPr>
            <a:lvl3pPr>
              <a:defRPr sz="1400" b="0" i="0">
                <a:latin typeface="Ubuntu" panose="020B0504030602030204" pitchFamily="34" charset="0"/>
              </a:defRPr>
            </a:lvl3pPr>
            <a:lvl4pPr>
              <a:defRPr sz="1200" b="0" i="0">
                <a:latin typeface="Ubuntu" panose="020B0504030602030204" pitchFamily="34" charset="0"/>
              </a:defRPr>
            </a:lvl4pPr>
            <a:lvl5pPr>
              <a:defRPr sz="1200" b="0" i="0">
                <a:latin typeface="Ubuntu" panose="020B0504030602030204" pitchFamily="34"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p:txBody>
          <a:bodyPr/>
          <a:lstStyle>
            <a:lvl1pPr>
              <a:defRPr sz="2400"/>
            </a:lvl1pPr>
          </a:lstStyle>
          <a:p>
            <a:r>
              <a:rPr lang="fr-FR"/>
              <a:t>Modifiez le style du titre</a:t>
            </a:r>
            <a:endParaRPr lang="en-US"/>
          </a:p>
        </p:txBody>
      </p:sp>
    </p:spTree>
    <p:extLst>
      <p:ext uri="{BB962C8B-B14F-4D97-AF65-F5344CB8AC3E}">
        <p14:creationId xmlns:p14="http://schemas.microsoft.com/office/powerpoint/2010/main" val="3075742316"/>
      </p:ext>
    </p:extLst>
  </p:cSld>
  <p:clrMapOvr>
    <a:masterClrMapping/>
  </p:clrMapOvr>
  <p:extLst>
    <p:ext uri="{DCECCB84-F9BA-43D5-87BE-67443E8EF086}">
      <p15:sldGuideLst xmlns:p15="http://schemas.microsoft.com/office/powerpoint/2012/main">
        <p15:guide id="1" pos="5065">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2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6000" y="1122907"/>
            <a:ext cx="6096001"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b="0" i="0">
                <a:solidFill>
                  <a:schemeClr val="tx1">
                    <a:lumMod val="50000"/>
                    <a:lumOff val="50000"/>
                  </a:schemeClr>
                </a:solidFill>
                <a:latin typeface="Ubuntu" panose="020B0504030602030204" pitchFamily="34" charset="0"/>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8F1655B6-7DE6-4895-863F-EF917B2F07E5}"/>
              </a:ext>
            </a:extLst>
          </p:cNvPr>
          <p:cNvSpPr>
            <a:spLocks noGrp="1"/>
          </p:cNvSpPr>
          <p:nvPr>
            <p:ph type="body" sz="quarter" idx="17"/>
          </p:nvPr>
        </p:nvSpPr>
        <p:spPr>
          <a:xfrm>
            <a:off x="414971" y="1628775"/>
            <a:ext cx="5545137" cy="4824413"/>
          </a:xfrm>
          <a:prstGeom prst="rect">
            <a:avLst/>
          </a:prstGeom>
        </p:spPr>
        <p:txBody>
          <a:bodyPr rIns="216000">
            <a:noAutofit/>
          </a:bodyPr>
          <a:lstStyle>
            <a:lvl1pPr>
              <a:defRPr sz="1400" b="0" i="0">
                <a:latin typeface="Ubuntu" panose="020B0504030602030204" pitchFamily="34" charset="0"/>
              </a:defRPr>
            </a:lvl1pPr>
            <a:lvl2pPr>
              <a:defRPr sz="1400" b="0" i="0">
                <a:latin typeface="Ubuntu" panose="020B0504030602030204" pitchFamily="34" charset="0"/>
              </a:defRPr>
            </a:lvl2pPr>
            <a:lvl3pPr>
              <a:defRPr sz="1400" b="0" i="0">
                <a:latin typeface="Ubuntu" panose="020B0504030602030204" pitchFamily="34" charset="0"/>
              </a:defRPr>
            </a:lvl3pPr>
            <a:lvl4pPr>
              <a:defRPr sz="1200" b="0" i="0">
                <a:latin typeface="Ubuntu" panose="020B0504030602030204" pitchFamily="34" charset="0"/>
              </a:defRPr>
            </a:lvl4pPr>
            <a:lvl5pPr>
              <a:defRPr sz="1200" b="0" i="0">
                <a:latin typeface="Ubuntu" panose="020B0504030602030204" pitchFamily="34"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80C572A4-9113-ABE4-A840-37A9AAC56C99}"/>
              </a:ext>
            </a:extLst>
          </p:cNvPr>
          <p:cNvSpPr>
            <a:spLocks noGrp="1"/>
          </p:cNvSpPr>
          <p:nvPr>
            <p:ph type="title"/>
          </p:nvPr>
        </p:nvSpPr>
        <p:spPr/>
        <p:txBody>
          <a:bodyPr/>
          <a:lstStyle>
            <a:lvl1pPr>
              <a:defRPr sz="2400"/>
            </a:lvl1pPr>
          </a:lstStyle>
          <a:p>
            <a:r>
              <a:rPr lang="fr-FR"/>
              <a:t>Modifiez le style du titre</a:t>
            </a:r>
            <a:endParaRPr lang="en-US"/>
          </a:p>
        </p:txBody>
      </p:sp>
    </p:spTree>
    <p:extLst>
      <p:ext uri="{BB962C8B-B14F-4D97-AF65-F5344CB8AC3E}">
        <p14:creationId xmlns:p14="http://schemas.microsoft.com/office/powerpoint/2010/main" val="4185751651"/>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3_Title Only Short White">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8C20F-AA44-45A0-8BD7-3F72A12E08AD}"/>
              </a:ext>
            </a:extLst>
          </p:cNvPr>
          <p:cNvSpPr/>
          <p:nvPr userDrawn="1"/>
        </p:nvSpPr>
        <p:spPr>
          <a:xfrm>
            <a:off x="0" y="0"/>
            <a:ext cx="40736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Ubuntu" panose="020B0504030602030204" pitchFamily="34" charset="0"/>
            </a:endParaRPr>
          </a:p>
        </p:txBody>
      </p:sp>
      <p:sp>
        <p:nvSpPr>
          <p:cNvPr id="16" name="Text Placeholder 9">
            <a:extLst>
              <a:ext uri="{FF2B5EF4-FFF2-40B4-BE49-F238E27FC236}">
                <a16:creationId xmlns:a16="http://schemas.microsoft.com/office/drawing/2014/main" id="{8003CB7C-5AB2-4487-B779-DFE57F79C583}"/>
              </a:ext>
            </a:extLst>
          </p:cNvPr>
          <p:cNvSpPr>
            <a:spLocks noGrp="1"/>
          </p:cNvSpPr>
          <p:nvPr>
            <p:ph type="body" sz="quarter" idx="16" hasCustomPrompt="1"/>
          </p:nvPr>
        </p:nvSpPr>
        <p:spPr>
          <a:xfrm>
            <a:off x="4444744" y="1125538"/>
            <a:ext cx="69840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6">
            <a:extLst>
              <a:ext uri="{FF2B5EF4-FFF2-40B4-BE49-F238E27FC236}">
                <a16:creationId xmlns:a16="http://schemas.microsoft.com/office/drawing/2014/main" id="{9219CA61-951E-46A4-A7C6-8A4C09FDC629}"/>
              </a:ext>
            </a:extLst>
          </p:cNvPr>
          <p:cNvSpPr>
            <a:spLocks noGrp="1"/>
          </p:cNvSpPr>
          <p:nvPr>
            <p:ph type="body" sz="quarter" idx="18"/>
          </p:nvPr>
        </p:nvSpPr>
        <p:spPr>
          <a:xfrm>
            <a:off x="4445407" y="1628774"/>
            <a:ext cx="6962544" cy="4824413"/>
          </a:xfrm>
          <a:prstGeom prst="rect">
            <a:avLst/>
          </a:prstGeom>
        </p:spPr>
        <p:txBody>
          <a:bodyPr>
            <a:noAutofit/>
          </a:bodyPr>
          <a:lstStyle>
            <a:lvl1pPr>
              <a:defRPr sz="1400" b="0" i="0">
                <a:latin typeface="Ubuntu" panose="020B0504030602030204" pitchFamily="34" charset="0"/>
              </a:defRPr>
            </a:lvl1pPr>
            <a:lvl2pPr>
              <a:defRPr sz="1400" b="0" i="0">
                <a:latin typeface="Ubuntu" panose="020B0504030602030204" pitchFamily="34" charset="0"/>
              </a:defRPr>
            </a:lvl2pPr>
            <a:lvl3pPr>
              <a:defRPr sz="1400" b="0" i="0">
                <a:latin typeface="Ubuntu" panose="020B0504030602030204" pitchFamily="34" charset="0"/>
              </a:defRPr>
            </a:lvl3pPr>
            <a:lvl4pPr>
              <a:defRPr sz="1200" b="0" i="0">
                <a:latin typeface="Ubuntu" panose="020B0504030602030204" pitchFamily="34" charset="0"/>
              </a:defRPr>
            </a:lvl4pPr>
            <a:lvl5pPr>
              <a:defRPr sz="1200" b="0" i="0">
                <a:latin typeface="Ubuntu" panose="020B0504030602030204" pitchFamily="34"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0" y="0"/>
            <a:ext cx="4223792"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b="0" i="0">
                <a:solidFill>
                  <a:schemeClr val="bg2">
                    <a:lumMod val="75000"/>
                  </a:schemeClr>
                </a:solidFill>
                <a:latin typeface="Ubuntu" panose="020B0504030602030204" pitchFamily="34" charset="0"/>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A0A52824-0DEF-7B5E-1D4F-BCBC062D66ED}"/>
              </a:ext>
            </a:extLst>
          </p:cNvPr>
          <p:cNvSpPr>
            <a:spLocks noGrp="1"/>
          </p:cNvSpPr>
          <p:nvPr>
            <p:ph type="title"/>
          </p:nvPr>
        </p:nvSpPr>
        <p:spPr>
          <a:xfrm>
            <a:off x="4439384" y="260350"/>
            <a:ext cx="6984000" cy="792163"/>
          </a:xfrm>
        </p:spPr>
        <p:txBody>
          <a:bodyPr/>
          <a:lstStyle>
            <a:lvl1pPr>
              <a:defRPr sz="2400"/>
            </a:lvl1pPr>
          </a:lstStyle>
          <a:p>
            <a:r>
              <a:rPr lang="fr-FR"/>
              <a:t>Modifiez le style du titre</a:t>
            </a:r>
            <a:endParaRPr lang="en-US"/>
          </a:p>
        </p:txBody>
      </p:sp>
      <p:grpSp>
        <p:nvGrpSpPr>
          <p:cNvPr id="3" name="Graphic 8">
            <a:extLst>
              <a:ext uri="{FF2B5EF4-FFF2-40B4-BE49-F238E27FC236}">
                <a16:creationId xmlns:a16="http://schemas.microsoft.com/office/drawing/2014/main" id="{605A20A1-963E-7662-91CE-1778A30436E1}"/>
              </a:ext>
            </a:extLst>
          </p:cNvPr>
          <p:cNvGrpSpPr/>
          <p:nvPr userDrawn="1"/>
        </p:nvGrpSpPr>
        <p:grpSpPr>
          <a:xfrm>
            <a:off x="1" y="0"/>
            <a:ext cx="119335" cy="6858000"/>
            <a:chOff x="1775520" y="-1816306"/>
            <a:chExt cx="1555841" cy="1051251"/>
          </a:xfrm>
        </p:grpSpPr>
        <p:sp>
          <p:nvSpPr>
            <p:cNvPr id="4" name="Freeform 8">
              <a:extLst>
                <a:ext uri="{FF2B5EF4-FFF2-40B4-BE49-F238E27FC236}">
                  <a16:creationId xmlns:a16="http://schemas.microsoft.com/office/drawing/2014/main" id="{F8C46712-1229-F43B-539C-6AC52033EAD5}"/>
                </a:ext>
              </a:extLst>
            </p:cNvPr>
            <p:cNvSpPr/>
            <p:nvPr/>
          </p:nvSpPr>
          <p:spPr>
            <a:xfrm>
              <a:off x="1775520" y="-1816306"/>
              <a:ext cx="1555841" cy="170935"/>
            </a:xfrm>
            <a:custGeom>
              <a:avLst/>
              <a:gdLst>
                <a:gd name="connsiteX0" fmla="*/ -4 w 1555841"/>
                <a:gd name="connsiteY0" fmla="*/ -2 h 170935"/>
                <a:gd name="connsiteX1" fmla="*/ 1555838 w 1555841"/>
                <a:gd name="connsiteY1" fmla="*/ -2 h 170935"/>
                <a:gd name="connsiteX2" fmla="*/ 1555838 w 1555841"/>
                <a:gd name="connsiteY2" fmla="*/ 170933 h 170935"/>
                <a:gd name="connsiteX3" fmla="*/ -4 w 1555841"/>
                <a:gd name="connsiteY3" fmla="*/ 170933 h 170935"/>
              </a:gdLst>
              <a:ahLst/>
              <a:cxnLst>
                <a:cxn ang="0">
                  <a:pos x="connsiteX0" y="connsiteY0"/>
                </a:cxn>
                <a:cxn ang="0">
                  <a:pos x="connsiteX1" y="connsiteY1"/>
                </a:cxn>
                <a:cxn ang="0">
                  <a:pos x="connsiteX2" y="connsiteY2"/>
                </a:cxn>
                <a:cxn ang="0">
                  <a:pos x="connsiteX3" y="connsiteY3"/>
                </a:cxn>
              </a:cxnLst>
              <a:rect l="l" t="t" r="r" b="b"/>
              <a:pathLst>
                <a:path w="1555841" h="170935">
                  <a:moveTo>
                    <a:pt x="-4" y="-2"/>
                  </a:moveTo>
                  <a:lnTo>
                    <a:pt x="1555838" y="-2"/>
                  </a:lnTo>
                  <a:lnTo>
                    <a:pt x="1555838" y="170933"/>
                  </a:lnTo>
                  <a:lnTo>
                    <a:pt x="-4" y="170933"/>
                  </a:lnTo>
                  <a:close/>
                </a:path>
              </a:pathLst>
            </a:custGeom>
            <a:solidFill>
              <a:srgbClr val="EC1C2E"/>
            </a:solidFill>
            <a:ln w="9498" cap="flat">
              <a:noFill/>
              <a:prstDash val="solid"/>
              <a:miter/>
            </a:ln>
          </p:spPr>
          <p:txBody>
            <a:bodyPr rtlCol="0" anchor="ctr"/>
            <a:lstStyle/>
            <a:p>
              <a:endParaRPr lang="en-US" b="0" i="0">
                <a:latin typeface="Ubuntu" panose="020B0504030602030204" pitchFamily="34" charset="0"/>
              </a:endParaRPr>
            </a:p>
          </p:txBody>
        </p:sp>
        <p:sp>
          <p:nvSpPr>
            <p:cNvPr id="5" name="Freeform 9">
              <a:extLst>
                <a:ext uri="{FF2B5EF4-FFF2-40B4-BE49-F238E27FC236}">
                  <a16:creationId xmlns:a16="http://schemas.microsoft.com/office/drawing/2014/main" id="{E73FBE95-A33C-3792-97C0-639DD681D830}"/>
                </a:ext>
              </a:extLst>
            </p:cNvPr>
            <p:cNvSpPr/>
            <p:nvPr/>
          </p:nvSpPr>
          <p:spPr>
            <a:xfrm>
              <a:off x="1775520" y="-1603587"/>
              <a:ext cx="1555841" cy="208920"/>
            </a:xfrm>
            <a:custGeom>
              <a:avLst/>
              <a:gdLst>
                <a:gd name="connsiteX0" fmla="*/ -4 w 1555841"/>
                <a:gd name="connsiteY0" fmla="*/ -2 h 208920"/>
                <a:gd name="connsiteX1" fmla="*/ 1555838 w 1555841"/>
                <a:gd name="connsiteY1" fmla="*/ -2 h 208920"/>
                <a:gd name="connsiteX2" fmla="*/ 1555838 w 1555841"/>
                <a:gd name="connsiteY2" fmla="*/ 208919 h 208920"/>
                <a:gd name="connsiteX3" fmla="*/ -4 w 1555841"/>
                <a:gd name="connsiteY3" fmla="*/ 208919 h 208920"/>
              </a:gdLst>
              <a:ahLst/>
              <a:cxnLst>
                <a:cxn ang="0">
                  <a:pos x="connsiteX0" y="connsiteY0"/>
                </a:cxn>
                <a:cxn ang="0">
                  <a:pos x="connsiteX1" y="connsiteY1"/>
                </a:cxn>
                <a:cxn ang="0">
                  <a:pos x="connsiteX2" y="connsiteY2"/>
                </a:cxn>
                <a:cxn ang="0">
                  <a:pos x="connsiteX3" y="connsiteY3"/>
                </a:cxn>
              </a:cxnLst>
              <a:rect l="l" t="t" r="r" b="b"/>
              <a:pathLst>
                <a:path w="1555841" h="208920">
                  <a:moveTo>
                    <a:pt x="-4" y="-2"/>
                  </a:moveTo>
                  <a:lnTo>
                    <a:pt x="1555838" y="-2"/>
                  </a:lnTo>
                  <a:lnTo>
                    <a:pt x="1555838" y="208919"/>
                  </a:lnTo>
                  <a:lnTo>
                    <a:pt x="-4" y="208919"/>
                  </a:lnTo>
                  <a:close/>
                </a:path>
              </a:pathLst>
            </a:custGeom>
            <a:solidFill>
              <a:srgbClr val="944599"/>
            </a:solidFill>
            <a:ln w="9498" cap="flat">
              <a:noFill/>
              <a:prstDash val="solid"/>
              <a:miter/>
            </a:ln>
          </p:spPr>
          <p:txBody>
            <a:bodyPr rtlCol="0" anchor="ctr"/>
            <a:lstStyle/>
            <a:p>
              <a:endParaRPr lang="en-US" b="0" i="0">
                <a:latin typeface="Ubuntu" panose="020B0504030602030204" pitchFamily="34" charset="0"/>
              </a:endParaRPr>
            </a:p>
          </p:txBody>
        </p:sp>
        <p:sp>
          <p:nvSpPr>
            <p:cNvPr id="6" name="Freeform 10">
              <a:extLst>
                <a:ext uri="{FF2B5EF4-FFF2-40B4-BE49-F238E27FC236}">
                  <a16:creationId xmlns:a16="http://schemas.microsoft.com/office/drawing/2014/main" id="{CD46748E-3DBD-0CDD-4B0E-BC2D3121BF10}"/>
                </a:ext>
              </a:extLst>
            </p:cNvPr>
            <p:cNvSpPr/>
            <p:nvPr/>
          </p:nvSpPr>
          <p:spPr>
            <a:xfrm>
              <a:off x="1775520" y="-867616"/>
              <a:ext cx="1555841" cy="102561"/>
            </a:xfrm>
            <a:custGeom>
              <a:avLst/>
              <a:gdLst>
                <a:gd name="connsiteX0" fmla="*/ -4 w 1555841"/>
                <a:gd name="connsiteY0" fmla="*/ -2 h 102561"/>
                <a:gd name="connsiteX1" fmla="*/ 1555838 w 1555841"/>
                <a:gd name="connsiteY1" fmla="*/ -2 h 102561"/>
                <a:gd name="connsiteX2" fmla="*/ 1555838 w 1555841"/>
                <a:gd name="connsiteY2" fmla="*/ 102559 h 102561"/>
                <a:gd name="connsiteX3" fmla="*/ -4 w 1555841"/>
                <a:gd name="connsiteY3" fmla="*/ 102559 h 102561"/>
              </a:gdLst>
              <a:ahLst/>
              <a:cxnLst>
                <a:cxn ang="0">
                  <a:pos x="connsiteX0" y="connsiteY0"/>
                </a:cxn>
                <a:cxn ang="0">
                  <a:pos x="connsiteX1" y="connsiteY1"/>
                </a:cxn>
                <a:cxn ang="0">
                  <a:pos x="connsiteX2" y="connsiteY2"/>
                </a:cxn>
                <a:cxn ang="0">
                  <a:pos x="connsiteX3" y="connsiteY3"/>
                </a:cxn>
              </a:cxnLst>
              <a:rect l="l" t="t" r="r" b="b"/>
              <a:pathLst>
                <a:path w="1555841" h="102561">
                  <a:moveTo>
                    <a:pt x="-4" y="-2"/>
                  </a:moveTo>
                  <a:lnTo>
                    <a:pt x="1555838" y="-2"/>
                  </a:lnTo>
                  <a:lnTo>
                    <a:pt x="1555838" y="102559"/>
                  </a:lnTo>
                  <a:lnTo>
                    <a:pt x="-4" y="102559"/>
                  </a:lnTo>
                  <a:close/>
                </a:path>
              </a:pathLst>
            </a:custGeom>
            <a:solidFill>
              <a:srgbClr val="F9AA53"/>
            </a:solidFill>
            <a:ln w="9498" cap="flat">
              <a:noFill/>
              <a:prstDash val="solid"/>
              <a:miter/>
            </a:ln>
          </p:spPr>
          <p:txBody>
            <a:bodyPr rtlCol="0" anchor="ctr"/>
            <a:lstStyle/>
            <a:p>
              <a:endParaRPr lang="en-US" b="0" i="0">
                <a:latin typeface="Ubuntu" panose="020B0504030602030204" pitchFamily="34" charset="0"/>
              </a:endParaRPr>
            </a:p>
          </p:txBody>
        </p:sp>
        <p:sp>
          <p:nvSpPr>
            <p:cNvPr id="8" name="Freeform 11">
              <a:extLst>
                <a:ext uri="{FF2B5EF4-FFF2-40B4-BE49-F238E27FC236}">
                  <a16:creationId xmlns:a16="http://schemas.microsoft.com/office/drawing/2014/main" id="{A698D48B-914A-E9C2-6DA0-C5D140149DFF}"/>
                </a:ext>
              </a:extLst>
            </p:cNvPr>
            <p:cNvSpPr/>
            <p:nvPr/>
          </p:nvSpPr>
          <p:spPr>
            <a:xfrm>
              <a:off x="1775520" y="-992968"/>
              <a:ext cx="1555841" cy="101611"/>
            </a:xfrm>
            <a:custGeom>
              <a:avLst/>
              <a:gdLst>
                <a:gd name="connsiteX0" fmla="*/ -4 w 1555841"/>
                <a:gd name="connsiteY0" fmla="*/ -2 h 101611"/>
                <a:gd name="connsiteX1" fmla="*/ 1555838 w 1555841"/>
                <a:gd name="connsiteY1" fmla="*/ -2 h 101611"/>
                <a:gd name="connsiteX2" fmla="*/ 1555838 w 1555841"/>
                <a:gd name="connsiteY2" fmla="*/ 101609 h 101611"/>
                <a:gd name="connsiteX3" fmla="*/ -4 w 1555841"/>
                <a:gd name="connsiteY3" fmla="*/ 101609 h 101611"/>
              </a:gdLst>
              <a:ahLst/>
              <a:cxnLst>
                <a:cxn ang="0">
                  <a:pos x="connsiteX0" y="connsiteY0"/>
                </a:cxn>
                <a:cxn ang="0">
                  <a:pos x="connsiteX1" y="connsiteY1"/>
                </a:cxn>
                <a:cxn ang="0">
                  <a:pos x="connsiteX2" y="connsiteY2"/>
                </a:cxn>
                <a:cxn ang="0">
                  <a:pos x="connsiteX3" y="connsiteY3"/>
                </a:cxn>
              </a:cxnLst>
              <a:rect l="l" t="t" r="r" b="b"/>
              <a:pathLst>
                <a:path w="1555841" h="101611">
                  <a:moveTo>
                    <a:pt x="-4" y="-2"/>
                  </a:moveTo>
                  <a:lnTo>
                    <a:pt x="1555838" y="-2"/>
                  </a:lnTo>
                  <a:lnTo>
                    <a:pt x="1555838" y="101609"/>
                  </a:lnTo>
                  <a:lnTo>
                    <a:pt x="-4" y="101609"/>
                  </a:lnTo>
                  <a:close/>
                </a:path>
              </a:pathLst>
            </a:custGeom>
            <a:solidFill>
              <a:srgbClr val="008061"/>
            </a:solidFill>
            <a:ln w="9498" cap="flat">
              <a:noFill/>
              <a:prstDash val="solid"/>
              <a:miter/>
            </a:ln>
          </p:spPr>
          <p:txBody>
            <a:bodyPr rtlCol="0" anchor="ctr"/>
            <a:lstStyle/>
            <a:p>
              <a:endParaRPr lang="en-US" b="0" i="0">
                <a:latin typeface="Ubuntu" panose="020B0504030602030204" pitchFamily="34" charset="0"/>
              </a:endParaRPr>
            </a:p>
          </p:txBody>
        </p:sp>
        <p:sp>
          <p:nvSpPr>
            <p:cNvPr id="9" name="Freeform 12">
              <a:extLst>
                <a:ext uri="{FF2B5EF4-FFF2-40B4-BE49-F238E27FC236}">
                  <a16:creationId xmlns:a16="http://schemas.microsoft.com/office/drawing/2014/main" id="{5C456C7E-3795-A7A1-C2E3-5CC82676167C}"/>
                </a:ext>
              </a:extLst>
            </p:cNvPr>
            <p:cNvSpPr/>
            <p:nvPr/>
          </p:nvSpPr>
          <p:spPr>
            <a:xfrm>
              <a:off x="1775520" y="-1136364"/>
              <a:ext cx="1555841" cy="172834"/>
            </a:xfrm>
            <a:custGeom>
              <a:avLst/>
              <a:gdLst>
                <a:gd name="connsiteX0" fmla="*/ -4 w 1555841"/>
                <a:gd name="connsiteY0" fmla="*/ -2 h 172834"/>
                <a:gd name="connsiteX1" fmla="*/ 1555838 w 1555841"/>
                <a:gd name="connsiteY1" fmla="*/ -2 h 172834"/>
                <a:gd name="connsiteX2" fmla="*/ 1555838 w 1555841"/>
                <a:gd name="connsiteY2" fmla="*/ 172832 h 172834"/>
                <a:gd name="connsiteX3" fmla="*/ -4 w 1555841"/>
                <a:gd name="connsiteY3" fmla="*/ 172832 h 172834"/>
              </a:gdLst>
              <a:ahLst/>
              <a:cxnLst>
                <a:cxn ang="0">
                  <a:pos x="connsiteX0" y="connsiteY0"/>
                </a:cxn>
                <a:cxn ang="0">
                  <a:pos x="connsiteX1" y="connsiteY1"/>
                </a:cxn>
                <a:cxn ang="0">
                  <a:pos x="connsiteX2" y="connsiteY2"/>
                </a:cxn>
                <a:cxn ang="0">
                  <a:pos x="connsiteX3" y="connsiteY3"/>
                </a:cxn>
              </a:cxnLst>
              <a:rect l="l" t="t" r="r" b="b"/>
              <a:pathLst>
                <a:path w="1555841" h="172834">
                  <a:moveTo>
                    <a:pt x="-4" y="-2"/>
                  </a:moveTo>
                  <a:lnTo>
                    <a:pt x="1555838" y="-2"/>
                  </a:lnTo>
                  <a:lnTo>
                    <a:pt x="1555838" y="172832"/>
                  </a:lnTo>
                  <a:lnTo>
                    <a:pt x="-4" y="172832"/>
                  </a:lnTo>
                  <a:close/>
                </a:path>
              </a:pathLst>
            </a:custGeom>
            <a:solidFill>
              <a:srgbClr val="7DC142"/>
            </a:solidFill>
            <a:ln w="9498" cap="flat">
              <a:noFill/>
              <a:prstDash val="solid"/>
              <a:miter/>
            </a:ln>
          </p:spPr>
          <p:txBody>
            <a:bodyPr rtlCol="0" anchor="ctr"/>
            <a:lstStyle/>
            <a:p>
              <a:endParaRPr lang="en-US" b="0" i="0">
                <a:latin typeface="Ubuntu" panose="020B0504030602030204" pitchFamily="34" charset="0"/>
              </a:endParaRPr>
            </a:p>
          </p:txBody>
        </p:sp>
        <p:sp>
          <p:nvSpPr>
            <p:cNvPr id="10" name="Freeform 13">
              <a:extLst>
                <a:ext uri="{FF2B5EF4-FFF2-40B4-BE49-F238E27FC236}">
                  <a16:creationId xmlns:a16="http://schemas.microsoft.com/office/drawing/2014/main" id="{3F5A5F08-B0D9-423F-CB59-49E35F20424A}"/>
                </a:ext>
              </a:extLst>
            </p:cNvPr>
            <p:cNvSpPr/>
            <p:nvPr/>
          </p:nvSpPr>
          <p:spPr>
            <a:xfrm>
              <a:off x="1775520" y="-1248421"/>
              <a:ext cx="1555841" cy="139597"/>
            </a:xfrm>
            <a:custGeom>
              <a:avLst/>
              <a:gdLst>
                <a:gd name="connsiteX0" fmla="*/ -4 w 1555841"/>
                <a:gd name="connsiteY0" fmla="*/ -2 h 139597"/>
                <a:gd name="connsiteX1" fmla="*/ 1555838 w 1555841"/>
                <a:gd name="connsiteY1" fmla="*/ -2 h 139597"/>
                <a:gd name="connsiteX2" fmla="*/ 1555838 w 1555841"/>
                <a:gd name="connsiteY2" fmla="*/ 139595 h 139597"/>
                <a:gd name="connsiteX3" fmla="*/ -4 w 1555841"/>
                <a:gd name="connsiteY3" fmla="*/ 139595 h 139597"/>
              </a:gdLst>
              <a:ahLst/>
              <a:cxnLst>
                <a:cxn ang="0">
                  <a:pos x="connsiteX0" y="connsiteY0"/>
                </a:cxn>
                <a:cxn ang="0">
                  <a:pos x="connsiteX1" y="connsiteY1"/>
                </a:cxn>
                <a:cxn ang="0">
                  <a:pos x="connsiteX2" y="connsiteY2"/>
                </a:cxn>
                <a:cxn ang="0">
                  <a:pos x="connsiteX3" y="connsiteY3"/>
                </a:cxn>
              </a:cxnLst>
              <a:rect l="l" t="t" r="r" b="b"/>
              <a:pathLst>
                <a:path w="1555841" h="139597">
                  <a:moveTo>
                    <a:pt x="-4" y="-2"/>
                  </a:moveTo>
                  <a:lnTo>
                    <a:pt x="1555838" y="-2"/>
                  </a:lnTo>
                  <a:lnTo>
                    <a:pt x="1555838" y="139595"/>
                  </a:lnTo>
                  <a:lnTo>
                    <a:pt x="-4" y="139595"/>
                  </a:lnTo>
                  <a:close/>
                </a:path>
              </a:pathLst>
            </a:custGeom>
            <a:solidFill>
              <a:srgbClr val="00ADEE"/>
            </a:solidFill>
            <a:ln w="9498" cap="flat">
              <a:noFill/>
              <a:prstDash val="solid"/>
              <a:miter/>
            </a:ln>
          </p:spPr>
          <p:txBody>
            <a:bodyPr rtlCol="0" anchor="ctr"/>
            <a:lstStyle/>
            <a:p>
              <a:endParaRPr lang="en-US" b="0" i="0">
                <a:latin typeface="Ubuntu" panose="020B0504030602030204" pitchFamily="34" charset="0"/>
              </a:endParaRPr>
            </a:p>
          </p:txBody>
        </p:sp>
        <p:sp>
          <p:nvSpPr>
            <p:cNvPr id="11" name="Freeform 14">
              <a:extLst>
                <a:ext uri="{FF2B5EF4-FFF2-40B4-BE49-F238E27FC236}">
                  <a16:creationId xmlns:a16="http://schemas.microsoft.com/office/drawing/2014/main" id="{23C2E9BF-E24F-338A-DDEC-1D2F3AF986E9}"/>
                </a:ext>
              </a:extLst>
            </p:cNvPr>
            <p:cNvSpPr/>
            <p:nvPr/>
          </p:nvSpPr>
          <p:spPr>
            <a:xfrm>
              <a:off x="1775520" y="-1281659"/>
              <a:ext cx="1555841" cy="52230"/>
            </a:xfrm>
            <a:custGeom>
              <a:avLst/>
              <a:gdLst>
                <a:gd name="connsiteX0" fmla="*/ -4 w 1555841"/>
                <a:gd name="connsiteY0" fmla="*/ -2 h 52230"/>
                <a:gd name="connsiteX1" fmla="*/ 1555838 w 1555841"/>
                <a:gd name="connsiteY1" fmla="*/ -2 h 52230"/>
                <a:gd name="connsiteX2" fmla="*/ 1555838 w 1555841"/>
                <a:gd name="connsiteY2" fmla="*/ 52228 h 52230"/>
                <a:gd name="connsiteX3" fmla="*/ -4 w 1555841"/>
                <a:gd name="connsiteY3" fmla="*/ 52228 h 52230"/>
              </a:gdLst>
              <a:ahLst/>
              <a:cxnLst>
                <a:cxn ang="0">
                  <a:pos x="connsiteX0" y="connsiteY0"/>
                </a:cxn>
                <a:cxn ang="0">
                  <a:pos x="connsiteX1" y="connsiteY1"/>
                </a:cxn>
                <a:cxn ang="0">
                  <a:pos x="connsiteX2" y="connsiteY2"/>
                </a:cxn>
                <a:cxn ang="0">
                  <a:pos x="connsiteX3" y="connsiteY3"/>
                </a:cxn>
              </a:cxnLst>
              <a:rect l="l" t="t" r="r" b="b"/>
              <a:pathLst>
                <a:path w="1555841" h="52230">
                  <a:moveTo>
                    <a:pt x="-4" y="-2"/>
                  </a:moveTo>
                  <a:lnTo>
                    <a:pt x="1555838" y="-2"/>
                  </a:lnTo>
                  <a:lnTo>
                    <a:pt x="1555838" y="52228"/>
                  </a:lnTo>
                  <a:lnTo>
                    <a:pt x="-4" y="52228"/>
                  </a:lnTo>
                  <a:close/>
                </a:path>
              </a:pathLst>
            </a:custGeom>
            <a:solidFill>
              <a:srgbClr val="0081C3"/>
            </a:solidFill>
            <a:ln w="9498" cap="flat">
              <a:noFill/>
              <a:prstDash val="solid"/>
              <a:miter/>
            </a:ln>
          </p:spPr>
          <p:txBody>
            <a:bodyPr rtlCol="0" anchor="ctr"/>
            <a:lstStyle/>
            <a:p>
              <a:endParaRPr lang="en-US" b="0" i="0">
                <a:latin typeface="Ubuntu" panose="020B0504030602030204" pitchFamily="34" charset="0"/>
              </a:endParaRPr>
            </a:p>
          </p:txBody>
        </p:sp>
        <p:sp>
          <p:nvSpPr>
            <p:cNvPr id="13" name="Freeform 15">
              <a:extLst>
                <a:ext uri="{FF2B5EF4-FFF2-40B4-BE49-F238E27FC236}">
                  <a16:creationId xmlns:a16="http://schemas.microsoft.com/office/drawing/2014/main" id="{33127344-3649-52FD-9886-4D235FD8C6CA}"/>
                </a:ext>
              </a:extLst>
            </p:cNvPr>
            <p:cNvSpPr/>
            <p:nvPr/>
          </p:nvSpPr>
          <p:spPr>
            <a:xfrm>
              <a:off x="1775520" y="-1319644"/>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00539E"/>
            </a:solidFill>
            <a:ln w="9498" cap="flat">
              <a:noFill/>
              <a:prstDash val="solid"/>
              <a:miter/>
            </a:ln>
          </p:spPr>
          <p:txBody>
            <a:bodyPr rtlCol="0" anchor="ctr"/>
            <a:lstStyle/>
            <a:p>
              <a:endParaRPr lang="en-US" b="0" i="0">
                <a:latin typeface="Ubuntu" panose="020B0504030602030204" pitchFamily="34" charset="0"/>
              </a:endParaRPr>
            </a:p>
          </p:txBody>
        </p:sp>
        <p:sp>
          <p:nvSpPr>
            <p:cNvPr id="14" name="Freeform 16">
              <a:extLst>
                <a:ext uri="{FF2B5EF4-FFF2-40B4-BE49-F238E27FC236}">
                  <a16:creationId xmlns:a16="http://schemas.microsoft.com/office/drawing/2014/main" id="{772D9CA2-3580-1670-F92F-D3A94ABF8365}"/>
                </a:ext>
              </a:extLst>
            </p:cNvPr>
            <p:cNvSpPr/>
            <p:nvPr/>
          </p:nvSpPr>
          <p:spPr>
            <a:xfrm>
              <a:off x="1775520" y="-1340536"/>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393995"/>
            </a:solidFill>
            <a:ln w="9498" cap="flat">
              <a:noFill/>
              <a:prstDash val="solid"/>
              <a:miter/>
            </a:ln>
          </p:spPr>
          <p:txBody>
            <a:bodyPr rtlCol="0" anchor="ctr"/>
            <a:lstStyle/>
            <a:p>
              <a:endParaRPr lang="en-US" b="0" i="0">
                <a:latin typeface="Ubuntu" panose="020B0504030602030204" pitchFamily="34" charset="0"/>
              </a:endParaRPr>
            </a:p>
          </p:txBody>
        </p:sp>
        <p:sp>
          <p:nvSpPr>
            <p:cNvPr id="15" name="Freeform 17">
              <a:extLst>
                <a:ext uri="{FF2B5EF4-FFF2-40B4-BE49-F238E27FC236}">
                  <a16:creationId xmlns:a16="http://schemas.microsoft.com/office/drawing/2014/main" id="{C09FC407-89AF-E9C9-DC40-29CC6002EDF2}"/>
                </a:ext>
              </a:extLst>
            </p:cNvPr>
            <p:cNvSpPr/>
            <p:nvPr/>
          </p:nvSpPr>
          <p:spPr>
            <a:xfrm>
              <a:off x="1775520" y="-1380421"/>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00539E"/>
            </a:solidFill>
            <a:ln w="9498" cap="flat">
              <a:noFill/>
              <a:prstDash val="solid"/>
              <a:miter/>
            </a:ln>
          </p:spPr>
          <p:txBody>
            <a:bodyPr rtlCol="0" anchor="ctr"/>
            <a:lstStyle/>
            <a:p>
              <a:endParaRPr lang="en-US" b="0" i="0">
                <a:latin typeface="Ubuntu" panose="020B0504030602030204" pitchFamily="34" charset="0"/>
              </a:endParaRPr>
            </a:p>
          </p:txBody>
        </p:sp>
        <p:sp>
          <p:nvSpPr>
            <p:cNvPr id="17" name="Freeform 18">
              <a:extLst>
                <a:ext uri="{FF2B5EF4-FFF2-40B4-BE49-F238E27FC236}">
                  <a16:creationId xmlns:a16="http://schemas.microsoft.com/office/drawing/2014/main" id="{2EE22CE3-7424-0E75-5C67-430F8356C137}"/>
                </a:ext>
              </a:extLst>
            </p:cNvPr>
            <p:cNvSpPr/>
            <p:nvPr/>
          </p:nvSpPr>
          <p:spPr>
            <a:xfrm>
              <a:off x="1775520" y="-1413659"/>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393995"/>
            </a:solidFill>
            <a:ln w="9498" cap="flat">
              <a:noFill/>
              <a:prstDash val="solid"/>
              <a:miter/>
            </a:ln>
          </p:spPr>
          <p:txBody>
            <a:bodyPr rtlCol="0" anchor="ctr"/>
            <a:lstStyle/>
            <a:p>
              <a:endParaRPr lang="en-US" b="0" i="0">
                <a:latin typeface="Ubuntu" panose="020B0504030602030204" pitchFamily="34" charset="0"/>
              </a:endParaRPr>
            </a:p>
          </p:txBody>
        </p:sp>
        <p:sp>
          <p:nvSpPr>
            <p:cNvPr id="18" name="Freeform 20">
              <a:extLst>
                <a:ext uri="{FF2B5EF4-FFF2-40B4-BE49-F238E27FC236}">
                  <a16:creationId xmlns:a16="http://schemas.microsoft.com/office/drawing/2014/main" id="{E80FAE76-A3B4-8602-26DF-BDF513DC5EEC}"/>
                </a:ext>
              </a:extLst>
            </p:cNvPr>
            <p:cNvSpPr/>
            <p:nvPr/>
          </p:nvSpPr>
          <p:spPr>
            <a:xfrm>
              <a:off x="1775520" y="-1687155"/>
              <a:ext cx="1555841" cy="84517"/>
            </a:xfrm>
            <a:custGeom>
              <a:avLst/>
              <a:gdLst>
                <a:gd name="connsiteX0" fmla="*/ -4 w 1555841"/>
                <a:gd name="connsiteY0" fmla="*/ -2 h 84517"/>
                <a:gd name="connsiteX1" fmla="*/ 1555838 w 1555841"/>
                <a:gd name="connsiteY1" fmla="*/ -2 h 84517"/>
                <a:gd name="connsiteX2" fmla="*/ 1555838 w 1555841"/>
                <a:gd name="connsiteY2" fmla="*/ 84516 h 84517"/>
                <a:gd name="connsiteX3" fmla="*/ -4 w 1555841"/>
                <a:gd name="connsiteY3" fmla="*/ 84516 h 84517"/>
              </a:gdLst>
              <a:ahLst/>
              <a:cxnLst>
                <a:cxn ang="0">
                  <a:pos x="connsiteX0" y="connsiteY0"/>
                </a:cxn>
                <a:cxn ang="0">
                  <a:pos x="connsiteX1" y="connsiteY1"/>
                </a:cxn>
                <a:cxn ang="0">
                  <a:pos x="connsiteX2" y="connsiteY2"/>
                </a:cxn>
                <a:cxn ang="0">
                  <a:pos x="connsiteX3" y="connsiteY3"/>
                </a:cxn>
              </a:cxnLst>
              <a:rect l="l" t="t" r="r" b="b"/>
              <a:pathLst>
                <a:path w="1555841" h="84517">
                  <a:moveTo>
                    <a:pt x="-4" y="-2"/>
                  </a:moveTo>
                  <a:lnTo>
                    <a:pt x="1555838" y="-2"/>
                  </a:lnTo>
                  <a:lnTo>
                    <a:pt x="1555838" y="84516"/>
                  </a:lnTo>
                  <a:lnTo>
                    <a:pt x="-4" y="84516"/>
                  </a:lnTo>
                  <a:close/>
                </a:path>
              </a:pathLst>
            </a:custGeom>
            <a:solidFill>
              <a:srgbClr val="EB008B"/>
            </a:solidFill>
            <a:ln w="9498" cap="flat">
              <a:noFill/>
              <a:prstDash val="solid"/>
              <a:miter/>
            </a:ln>
          </p:spPr>
          <p:txBody>
            <a:bodyPr rtlCol="0" anchor="ctr"/>
            <a:lstStyle/>
            <a:p>
              <a:endParaRPr lang="en-US" b="0" i="0">
                <a:latin typeface="Ubuntu" panose="020B0504030602030204" pitchFamily="34" charset="0"/>
              </a:endParaRPr>
            </a:p>
          </p:txBody>
        </p:sp>
        <p:sp>
          <p:nvSpPr>
            <p:cNvPr id="19" name="Freeform 22">
              <a:extLst>
                <a:ext uri="{FF2B5EF4-FFF2-40B4-BE49-F238E27FC236}">
                  <a16:creationId xmlns:a16="http://schemas.microsoft.com/office/drawing/2014/main" id="{E6283257-3082-56A0-4AAD-1CB98FEC5FA6}"/>
                </a:ext>
              </a:extLst>
            </p:cNvPr>
            <p:cNvSpPr/>
            <p:nvPr/>
          </p:nvSpPr>
          <p:spPr>
            <a:xfrm>
              <a:off x="1775520" y="-891357"/>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FCB827"/>
            </a:solidFill>
            <a:ln w="9498" cap="flat">
              <a:noFill/>
              <a:prstDash val="solid"/>
              <a:miter/>
            </a:ln>
          </p:spPr>
          <p:txBody>
            <a:bodyPr rtlCol="0" anchor="ctr"/>
            <a:lstStyle/>
            <a:p>
              <a:endParaRPr lang="en-US" b="0" i="0">
                <a:latin typeface="Ubuntu" panose="020B0504030602030204" pitchFamily="34" charset="0"/>
              </a:endParaRPr>
            </a:p>
          </p:txBody>
        </p:sp>
      </p:grpSp>
    </p:spTree>
    <p:extLst>
      <p:ext uri="{BB962C8B-B14F-4D97-AF65-F5344CB8AC3E}">
        <p14:creationId xmlns:p14="http://schemas.microsoft.com/office/powerpoint/2010/main" val="3933404547"/>
      </p:ext>
    </p:extLst>
  </p:cSld>
  <p:clrMapOvr>
    <a:masterClrMapping/>
  </p:clrMapOvr>
  <p:extLst>
    <p:ext uri="{DCECCB84-F9BA-43D5-87BE-67443E8EF086}">
      <p15:sldGuideLst xmlns:p15="http://schemas.microsoft.com/office/powerpoint/2012/main"/>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4_Title Only Short White">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8930BD6-6C9D-490A-BF02-403245ED990A}"/>
              </a:ext>
            </a:extLst>
          </p:cNvPr>
          <p:cNvSpPr/>
          <p:nvPr userDrawn="1"/>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Ubuntu" panose="020B0504030602030204" pitchFamily="34" charset="0"/>
            </a:endParaRPr>
          </a:p>
        </p:txBody>
      </p:sp>
      <p:sp>
        <p:nvSpPr>
          <p:cNvPr id="14" name="Text Placeholder 9">
            <a:extLst>
              <a:ext uri="{FF2B5EF4-FFF2-40B4-BE49-F238E27FC236}">
                <a16:creationId xmlns:a16="http://schemas.microsoft.com/office/drawing/2014/main" id="{7895A1A3-A6AA-456A-98DD-23651F1D1DBB}"/>
              </a:ext>
            </a:extLst>
          </p:cNvPr>
          <p:cNvSpPr>
            <a:spLocks noGrp="1"/>
          </p:cNvSpPr>
          <p:nvPr>
            <p:ph type="body" sz="quarter" idx="15" hasCustomPrompt="1"/>
          </p:nvPr>
        </p:nvSpPr>
        <p:spPr>
          <a:xfrm>
            <a:off x="6384032" y="1125538"/>
            <a:ext cx="5063967"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F2C12DC-68D5-4DF5-891E-DAEB8A4AB654}"/>
              </a:ext>
            </a:extLst>
          </p:cNvPr>
          <p:cNvSpPr>
            <a:spLocks noGrp="1"/>
          </p:cNvSpPr>
          <p:nvPr>
            <p:ph type="body" sz="quarter" idx="17"/>
          </p:nvPr>
        </p:nvSpPr>
        <p:spPr>
          <a:xfrm>
            <a:off x="6384032" y="1627200"/>
            <a:ext cx="5063967" cy="4825988"/>
          </a:xfrm>
          <a:prstGeom prst="rect">
            <a:avLst/>
          </a:prstGeom>
        </p:spPr>
        <p:txBody>
          <a:bodyPr>
            <a:noAutofit/>
          </a:bodyPr>
          <a:lstStyle>
            <a:lvl1pPr>
              <a:defRPr sz="1400" b="0" i="0">
                <a:latin typeface="Ubuntu" panose="020B0504030602030204" pitchFamily="34" charset="0"/>
              </a:defRPr>
            </a:lvl1pPr>
            <a:lvl2pPr>
              <a:defRPr sz="1400" b="0" i="0">
                <a:latin typeface="Ubuntu" panose="020B0504030602030204" pitchFamily="34" charset="0"/>
              </a:defRPr>
            </a:lvl2pPr>
            <a:lvl3pPr>
              <a:defRPr sz="1400" b="0" i="0">
                <a:latin typeface="Ubuntu" panose="020B0504030602030204" pitchFamily="34" charset="0"/>
              </a:defRPr>
            </a:lvl3pPr>
            <a:lvl4pPr>
              <a:defRPr sz="1200" b="0" i="0">
                <a:latin typeface="Ubuntu" panose="020B0504030602030204" pitchFamily="34" charset="0"/>
              </a:defRPr>
            </a:lvl4pPr>
            <a:lvl5pPr>
              <a:defRPr sz="1200" b="0" i="0">
                <a:latin typeface="Ubuntu" panose="020B0504030602030204" pitchFamily="34"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b="0" i="0">
                <a:solidFill>
                  <a:schemeClr val="bg2">
                    <a:lumMod val="75000"/>
                  </a:schemeClr>
                </a:solidFill>
                <a:latin typeface="Ubuntu" panose="020B0504030602030204" pitchFamily="34" charset="0"/>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4A7337B1-E3AC-A7E5-7836-78F324F9FFAF}"/>
              </a:ext>
            </a:extLst>
          </p:cNvPr>
          <p:cNvSpPr>
            <a:spLocks noGrp="1"/>
          </p:cNvSpPr>
          <p:nvPr>
            <p:ph type="title"/>
          </p:nvPr>
        </p:nvSpPr>
        <p:spPr>
          <a:xfrm>
            <a:off x="6359417" y="260350"/>
            <a:ext cx="5063967" cy="792163"/>
          </a:xfrm>
        </p:spPr>
        <p:txBody>
          <a:bodyPr/>
          <a:lstStyle>
            <a:lvl1pPr>
              <a:defRPr sz="2400"/>
            </a:lvl1pPr>
          </a:lstStyle>
          <a:p>
            <a:r>
              <a:rPr lang="fr-FR"/>
              <a:t>Modifiez le style du titre</a:t>
            </a:r>
            <a:endParaRPr lang="en-US"/>
          </a:p>
        </p:txBody>
      </p:sp>
      <p:grpSp>
        <p:nvGrpSpPr>
          <p:cNvPr id="3" name="Graphic 8">
            <a:extLst>
              <a:ext uri="{FF2B5EF4-FFF2-40B4-BE49-F238E27FC236}">
                <a16:creationId xmlns:a16="http://schemas.microsoft.com/office/drawing/2014/main" id="{F22DBB71-A63F-C763-76DD-2188907E2E6E}"/>
              </a:ext>
            </a:extLst>
          </p:cNvPr>
          <p:cNvGrpSpPr/>
          <p:nvPr userDrawn="1"/>
        </p:nvGrpSpPr>
        <p:grpSpPr>
          <a:xfrm>
            <a:off x="1" y="0"/>
            <a:ext cx="119335" cy="6858000"/>
            <a:chOff x="1775520" y="-1816306"/>
            <a:chExt cx="1555841" cy="1051251"/>
          </a:xfrm>
        </p:grpSpPr>
        <p:sp>
          <p:nvSpPr>
            <p:cNvPr id="4" name="Freeform 8">
              <a:extLst>
                <a:ext uri="{FF2B5EF4-FFF2-40B4-BE49-F238E27FC236}">
                  <a16:creationId xmlns:a16="http://schemas.microsoft.com/office/drawing/2014/main" id="{2021DE0F-366C-14C0-6A5D-3859C369BACB}"/>
                </a:ext>
              </a:extLst>
            </p:cNvPr>
            <p:cNvSpPr/>
            <p:nvPr/>
          </p:nvSpPr>
          <p:spPr>
            <a:xfrm>
              <a:off x="1775520" y="-1816306"/>
              <a:ext cx="1555841" cy="170935"/>
            </a:xfrm>
            <a:custGeom>
              <a:avLst/>
              <a:gdLst>
                <a:gd name="connsiteX0" fmla="*/ -4 w 1555841"/>
                <a:gd name="connsiteY0" fmla="*/ -2 h 170935"/>
                <a:gd name="connsiteX1" fmla="*/ 1555838 w 1555841"/>
                <a:gd name="connsiteY1" fmla="*/ -2 h 170935"/>
                <a:gd name="connsiteX2" fmla="*/ 1555838 w 1555841"/>
                <a:gd name="connsiteY2" fmla="*/ 170933 h 170935"/>
                <a:gd name="connsiteX3" fmla="*/ -4 w 1555841"/>
                <a:gd name="connsiteY3" fmla="*/ 170933 h 170935"/>
              </a:gdLst>
              <a:ahLst/>
              <a:cxnLst>
                <a:cxn ang="0">
                  <a:pos x="connsiteX0" y="connsiteY0"/>
                </a:cxn>
                <a:cxn ang="0">
                  <a:pos x="connsiteX1" y="connsiteY1"/>
                </a:cxn>
                <a:cxn ang="0">
                  <a:pos x="connsiteX2" y="connsiteY2"/>
                </a:cxn>
                <a:cxn ang="0">
                  <a:pos x="connsiteX3" y="connsiteY3"/>
                </a:cxn>
              </a:cxnLst>
              <a:rect l="l" t="t" r="r" b="b"/>
              <a:pathLst>
                <a:path w="1555841" h="170935">
                  <a:moveTo>
                    <a:pt x="-4" y="-2"/>
                  </a:moveTo>
                  <a:lnTo>
                    <a:pt x="1555838" y="-2"/>
                  </a:lnTo>
                  <a:lnTo>
                    <a:pt x="1555838" y="170933"/>
                  </a:lnTo>
                  <a:lnTo>
                    <a:pt x="-4" y="170933"/>
                  </a:lnTo>
                  <a:close/>
                </a:path>
              </a:pathLst>
            </a:custGeom>
            <a:solidFill>
              <a:srgbClr val="EC1C2E"/>
            </a:solidFill>
            <a:ln w="9498" cap="flat">
              <a:noFill/>
              <a:prstDash val="solid"/>
              <a:miter/>
            </a:ln>
          </p:spPr>
          <p:txBody>
            <a:bodyPr rtlCol="0" anchor="ctr"/>
            <a:lstStyle/>
            <a:p>
              <a:endParaRPr lang="en-US" b="0" i="0">
                <a:latin typeface="Ubuntu" panose="020B0504030602030204" pitchFamily="34" charset="0"/>
              </a:endParaRPr>
            </a:p>
          </p:txBody>
        </p:sp>
        <p:sp>
          <p:nvSpPr>
            <p:cNvPr id="5" name="Freeform 9">
              <a:extLst>
                <a:ext uri="{FF2B5EF4-FFF2-40B4-BE49-F238E27FC236}">
                  <a16:creationId xmlns:a16="http://schemas.microsoft.com/office/drawing/2014/main" id="{E11F40B0-3C89-61C0-7546-E8480C20E2D7}"/>
                </a:ext>
              </a:extLst>
            </p:cNvPr>
            <p:cNvSpPr/>
            <p:nvPr/>
          </p:nvSpPr>
          <p:spPr>
            <a:xfrm>
              <a:off x="1775520" y="-1603587"/>
              <a:ext cx="1555841" cy="208920"/>
            </a:xfrm>
            <a:custGeom>
              <a:avLst/>
              <a:gdLst>
                <a:gd name="connsiteX0" fmla="*/ -4 w 1555841"/>
                <a:gd name="connsiteY0" fmla="*/ -2 h 208920"/>
                <a:gd name="connsiteX1" fmla="*/ 1555838 w 1555841"/>
                <a:gd name="connsiteY1" fmla="*/ -2 h 208920"/>
                <a:gd name="connsiteX2" fmla="*/ 1555838 w 1555841"/>
                <a:gd name="connsiteY2" fmla="*/ 208919 h 208920"/>
                <a:gd name="connsiteX3" fmla="*/ -4 w 1555841"/>
                <a:gd name="connsiteY3" fmla="*/ 208919 h 208920"/>
              </a:gdLst>
              <a:ahLst/>
              <a:cxnLst>
                <a:cxn ang="0">
                  <a:pos x="connsiteX0" y="connsiteY0"/>
                </a:cxn>
                <a:cxn ang="0">
                  <a:pos x="connsiteX1" y="connsiteY1"/>
                </a:cxn>
                <a:cxn ang="0">
                  <a:pos x="connsiteX2" y="connsiteY2"/>
                </a:cxn>
                <a:cxn ang="0">
                  <a:pos x="connsiteX3" y="connsiteY3"/>
                </a:cxn>
              </a:cxnLst>
              <a:rect l="l" t="t" r="r" b="b"/>
              <a:pathLst>
                <a:path w="1555841" h="208920">
                  <a:moveTo>
                    <a:pt x="-4" y="-2"/>
                  </a:moveTo>
                  <a:lnTo>
                    <a:pt x="1555838" y="-2"/>
                  </a:lnTo>
                  <a:lnTo>
                    <a:pt x="1555838" y="208919"/>
                  </a:lnTo>
                  <a:lnTo>
                    <a:pt x="-4" y="208919"/>
                  </a:lnTo>
                  <a:close/>
                </a:path>
              </a:pathLst>
            </a:custGeom>
            <a:solidFill>
              <a:srgbClr val="944599"/>
            </a:solidFill>
            <a:ln w="9498" cap="flat">
              <a:noFill/>
              <a:prstDash val="solid"/>
              <a:miter/>
            </a:ln>
          </p:spPr>
          <p:txBody>
            <a:bodyPr rtlCol="0" anchor="ctr"/>
            <a:lstStyle/>
            <a:p>
              <a:endParaRPr lang="en-US" b="0" i="0">
                <a:latin typeface="Ubuntu" panose="020B0504030602030204" pitchFamily="34" charset="0"/>
              </a:endParaRPr>
            </a:p>
          </p:txBody>
        </p:sp>
        <p:sp>
          <p:nvSpPr>
            <p:cNvPr id="6" name="Freeform 10">
              <a:extLst>
                <a:ext uri="{FF2B5EF4-FFF2-40B4-BE49-F238E27FC236}">
                  <a16:creationId xmlns:a16="http://schemas.microsoft.com/office/drawing/2014/main" id="{794A9ADB-1393-FCF3-90AA-BBEF709194B6}"/>
                </a:ext>
              </a:extLst>
            </p:cNvPr>
            <p:cNvSpPr/>
            <p:nvPr/>
          </p:nvSpPr>
          <p:spPr>
            <a:xfrm>
              <a:off x="1775520" y="-867616"/>
              <a:ext cx="1555841" cy="102561"/>
            </a:xfrm>
            <a:custGeom>
              <a:avLst/>
              <a:gdLst>
                <a:gd name="connsiteX0" fmla="*/ -4 w 1555841"/>
                <a:gd name="connsiteY0" fmla="*/ -2 h 102561"/>
                <a:gd name="connsiteX1" fmla="*/ 1555838 w 1555841"/>
                <a:gd name="connsiteY1" fmla="*/ -2 h 102561"/>
                <a:gd name="connsiteX2" fmla="*/ 1555838 w 1555841"/>
                <a:gd name="connsiteY2" fmla="*/ 102559 h 102561"/>
                <a:gd name="connsiteX3" fmla="*/ -4 w 1555841"/>
                <a:gd name="connsiteY3" fmla="*/ 102559 h 102561"/>
              </a:gdLst>
              <a:ahLst/>
              <a:cxnLst>
                <a:cxn ang="0">
                  <a:pos x="connsiteX0" y="connsiteY0"/>
                </a:cxn>
                <a:cxn ang="0">
                  <a:pos x="connsiteX1" y="connsiteY1"/>
                </a:cxn>
                <a:cxn ang="0">
                  <a:pos x="connsiteX2" y="connsiteY2"/>
                </a:cxn>
                <a:cxn ang="0">
                  <a:pos x="connsiteX3" y="connsiteY3"/>
                </a:cxn>
              </a:cxnLst>
              <a:rect l="l" t="t" r="r" b="b"/>
              <a:pathLst>
                <a:path w="1555841" h="102561">
                  <a:moveTo>
                    <a:pt x="-4" y="-2"/>
                  </a:moveTo>
                  <a:lnTo>
                    <a:pt x="1555838" y="-2"/>
                  </a:lnTo>
                  <a:lnTo>
                    <a:pt x="1555838" y="102559"/>
                  </a:lnTo>
                  <a:lnTo>
                    <a:pt x="-4" y="102559"/>
                  </a:lnTo>
                  <a:close/>
                </a:path>
              </a:pathLst>
            </a:custGeom>
            <a:solidFill>
              <a:srgbClr val="F9AA53"/>
            </a:solidFill>
            <a:ln w="9498" cap="flat">
              <a:noFill/>
              <a:prstDash val="solid"/>
              <a:miter/>
            </a:ln>
          </p:spPr>
          <p:txBody>
            <a:bodyPr rtlCol="0" anchor="ctr"/>
            <a:lstStyle/>
            <a:p>
              <a:endParaRPr lang="en-US" b="0" i="0">
                <a:latin typeface="Ubuntu" panose="020B0504030602030204" pitchFamily="34" charset="0"/>
              </a:endParaRPr>
            </a:p>
          </p:txBody>
        </p:sp>
        <p:sp>
          <p:nvSpPr>
            <p:cNvPr id="7" name="Freeform 11">
              <a:extLst>
                <a:ext uri="{FF2B5EF4-FFF2-40B4-BE49-F238E27FC236}">
                  <a16:creationId xmlns:a16="http://schemas.microsoft.com/office/drawing/2014/main" id="{A05DABD1-3774-8924-EF74-7728BCBA514C}"/>
                </a:ext>
              </a:extLst>
            </p:cNvPr>
            <p:cNvSpPr/>
            <p:nvPr/>
          </p:nvSpPr>
          <p:spPr>
            <a:xfrm>
              <a:off x="1775520" y="-992968"/>
              <a:ext cx="1555841" cy="101611"/>
            </a:xfrm>
            <a:custGeom>
              <a:avLst/>
              <a:gdLst>
                <a:gd name="connsiteX0" fmla="*/ -4 w 1555841"/>
                <a:gd name="connsiteY0" fmla="*/ -2 h 101611"/>
                <a:gd name="connsiteX1" fmla="*/ 1555838 w 1555841"/>
                <a:gd name="connsiteY1" fmla="*/ -2 h 101611"/>
                <a:gd name="connsiteX2" fmla="*/ 1555838 w 1555841"/>
                <a:gd name="connsiteY2" fmla="*/ 101609 h 101611"/>
                <a:gd name="connsiteX3" fmla="*/ -4 w 1555841"/>
                <a:gd name="connsiteY3" fmla="*/ 101609 h 101611"/>
              </a:gdLst>
              <a:ahLst/>
              <a:cxnLst>
                <a:cxn ang="0">
                  <a:pos x="connsiteX0" y="connsiteY0"/>
                </a:cxn>
                <a:cxn ang="0">
                  <a:pos x="connsiteX1" y="connsiteY1"/>
                </a:cxn>
                <a:cxn ang="0">
                  <a:pos x="connsiteX2" y="connsiteY2"/>
                </a:cxn>
                <a:cxn ang="0">
                  <a:pos x="connsiteX3" y="connsiteY3"/>
                </a:cxn>
              </a:cxnLst>
              <a:rect l="l" t="t" r="r" b="b"/>
              <a:pathLst>
                <a:path w="1555841" h="101611">
                  <a:moveTo>
                    <a:pt x="-4" y="-2"/>
                  </a:moveTo>
                  <a:lnTo>
                    <a:pt x="1555838" y="-2"/>
                  </a:lnTo>
                  <a:lnTo>
                    <a:pt x="1555838" y="101609"/>
                  </a:lnTo>
                  <a:lnTo>
                    <a:pt x="-4" y="101609"/>
                  </a:lnTo>
                  <a:close/>
                </a:path>
              </a:pathLst>
            </a:custGeom>
            <a:solidFill>
              <a:srgbClr val="008061"/>
            </a:solidFill>
            <a:ln w="9498" cap="flat">
              <a:noFill/>
              <a:prstDash val="solid"/>
              <a:miter/>
            </a:ln>
          </p:spPr>
          <p:txBody>
            <a:bodyPr rtlCol="0" anchor="ctr"/>
            <a:lstStyle/>
            <a:p>
              <a:endParaRPr lang="en-US" b="0" i="0">
                <a:latin typeface="Ubuntu" panose="020B0504030602030204" pitchFamily="34" charset="0"/>
              </a:endParaRPr>
            </a:p>
          </p:txBody>
        </p:sp>
        <p:sp>
          <p:nvSpPr>
            <p:cNvPr id="9" name="Freeform 12">
              <a:extLst>
                <a:ext uri="{FF2B5EF4-FFF2-40B4-BE49-F238E27FC236}">
                  <a16:creationId xmlns:a16="http://schemas.microsoft.com/office/drawing/2014/main" id="{EB3BD642-AAFA-C81A-1848-3D9A7EA059B3}"/>
                </a:ext>
              </a:extLst>
            </p:cNvPr>
            <p:cNvSpPr/>
            <p:nvPr/>
          </p:nvSpPr>
          <p:spPr>
            <a:xfrm>
              <a:off x="1775520" y="-1136364"/>
              <a:ext cx="1555841" cy="172834"/>
            </a:xfrm>
            <a:custGeom>
              <a:avLst/>
              <a:gdLst>
                <a:gd name="connsiteX0" fmla="*/ -4 w 1555841"/>
                <a:gd name="connsiteY0" fmla="*/ -2 h 172834"/>
                <a:gd name="connsiteX1" fmla="*/ 1555838 w 1555841"/>
                <a:gd name="connsiteY1" fmla="*/ -2 h 172834"/>
                <a:gd name="connsiteX2" fmla="*/ 1555838 w 1555841"/>
                <a:gd name="connsiteY2" fmla="*/ 172832 h 172834"/>
                <a:gd name="connsiteX3" fmla="*/ -4 w 1555841"/>
                <a:gd name="connsiteY3" fmla="*/ 172832 h 172834"/>
              </a:gdLst>
              <a:ahLst/>
              <a:cxnLst>
                <a:cxn ang="0">
                  <a:pos x="connsiteX0" y="connsiteY0"/>
                </a:cxn>
                <a:cxn ang="0">
                  <a:pos x="connsiteX1" y="connsiteY1"/>
                </a:cxn>
                <a:cxn ang="0">
                  <a:pos x="connsiteX2" y="connsiteY2"/>
                </a:cxn>
                <a:cxn ang="0">
                  <a:pos x="connsiteX3" y="connsiteY3"/>
                </a:cxn>
              </a:cxnLst>
              <a:rect l="l" t="t" r="r" b="b"/>
              <a:pathLst>
                <a:path w="1555841" h="172834">
                  <a:moveTo>
                    <a:pt x="-4" y="-2"/>
                  </a:moveTo>
                  <a:lnTo>
                    <a:pt x="1555838" y="-2"/>
                  </a:lnTo>
                  <a:lnTo>
                    <a:pt x="1555838" y="172832"/>
                  </a:lnTo>
                  <a:lnTo>
                    <a:pt x="-4" y="172832"/>
                  </a:lnTo>
                  <a:close/>
                </a:path>
              </a:pathLst>
            </a:custGeom>
            <a:solidFill>
              <a:srgbClr val="7DC142"/>
            </a:solidFill>
            <a:ln w="9498" cap="flat">
              <a:noFill/>
              <a:prstDash val="solid"/>
              <a:miter/>
            </a:ln>
          </p:spPr>
          <p:txBody>
            <a:bodyPr rtlCol="0" anchor="ctr"/>
            <a:lstStyle/>
            <a:p>
              <a:endParaRPr lang="en-US" b="0" i="0">
                <a:latin typeface="Ubuntu" panose="020B0504030602030204" pitchFamily="34" charset="0"/>
              </a:endParaRPr>
            </a:p>
          </p:txBody>
        </p:sp>
        <p:sp>
          <p:nvSpPr>
            <p:cNvPr id="10" name="Freeform 13">
              <a:extLst>
                <a:ext uri="{FF2B5EF4-FFF2-40B4-BE49-F238E27FC236}">
                  <a16:creationId xmlns:a16="http://schemas.microsoft.com/office/drawing/2014/main" id="{50457444-F440-4E52-1181-C7CF3144471A}"/>
                </a:ext>
              </a:extLst>
            </p:cNvPr>
            <p:cNvSpPr/>
            <p:nvPr/>
          </p:nvSpPr>
          <p:spPr>
            <a:xfrm>
              <a:off x="1775520" y="-1248421"/>
              <a:ext cx="1555841" cy="139597"/>
            </a:xfrm>
            <a:custGeom>
              <a:avLst/>
              <a:gdLst>
                <a:gd name="connsiteX0" fmla="*/ -4 w 1555841"/>
                <a:gd name="connsiteY0" fmla="*/ -2 h 139597"/>
                <a:gd name="connsiteX1" fmla="*/ 1555838 w 1555841"/>
                <a:gd name="connsiteY1" fmla="*/ -2 h 139597"/>
                <a:gd name="connsiteX2" fmla="*/ 1555838 w 1555841"/>
                <a:gd name="connsiteY2" fmla="*/ 139595 h 139597"/>
                <a:gd name="connsiteX3" fmla="*/ -4 w 1555841"/>
                <a:gd name="connsiteY3" fmla="*/ 139595 h 139597"/>
              </a:gdLst>
              <a:ahLst/>
              <a:cxnLst>
                <a:cxn ang="0">
                  <a:pos x="connsiteX0" y="connsiteY0"/>
                </a:cxn>
                <a:cxn ang="0">
                  <a:pos x="connsiteX1" y="connsiteY1"/>
                </a:cxn>
                <a:cxn ang="0">
                  <a:pos x="connsiteX2" y="connsiteY2"/>
                </a:cxn>
                <a:cxn ang="0">
                  <a:pos x="connsiteX3" y="connsiteY3"/>
                </a:cxn>
              </a:cxnLst>
              <a:rect l="l" t="t" r="r" b="b"/>
              <a:pathLst>
                <a:path w="1555841" h="139597">
                  <a:moveTo>
                    <a:pt x="-4" y="-2"/>
                  </a:moveTo>
                  <a:lnTo>
                    <a:pt x="1555838" y="-2"/>
                  </a:lnTo>
                  <a:lnTo>
                    <a:pt x="1555838" y="139595"/>
                  </a:lnTo>
                  <a:lnTo>
                    <a:pt x="-4" y="139595"/>
                  </a:lnTo>
                  <a:close/>
                </a:path>
              </a:pathLst>
            </a:custGeom>
            <a:solidFill>
              <a:srgbClr val="00ADEE"/>
            </a:solidFill>
            <a:ln w="9498" cap="flat">
              <a:noFill/>
              <a:prstDash val="solid"/>
              <a:miter/>
            </a:ln>
          </p:spPr>
          <p:txBody>
            <a:bodyPr rtlCol="0" anchor="ctr"/>
            <a:lstStyle/>
            <a:p>
              <a:endParaRPr lang="en-US" b="0" i="0">
                <a:latin typeface="Ubuntu" panose="020B0504030602030204" pitchFamily="34" charset="0"/>
              </a:endParaRPr>
            </a:p>
          </p:txBody>
        </p:sp>
        <p:sp>
          <p:nvSpPr>
            <p:cNvPr id="11" name="Freeform 14">
              <a:extLst>
                <a:ext uri="{FF2B5EF4-FFF2-40B4-BE49-F238E27FC236}">
                  <a16:creationId xmlns:a16="http://schemas.microsoft.com/office/drawing/2014/main" id="{095B966A-55F0-2CF7-0C19-A567E1D2B920}"/>
                </a:ext>
              </a:extLst>
            </p:cNvPr>
            <p:cNvSpPr/>
            <p:nvPr/>
          </p:nvSpPr>
          <p:spPr>
            <a:xfrm>
              <a:off x="1775520" y="-1281659"/>
              <a:ext cx="1555841" cy="52230"/>
            </a:xfrm>
            <a:custGeom>
              <a:avLst/>
              <a:gdLst>
                <a:gd name="connsiteX0" fmla="*/ -4 w 1555841"/>
                <a:gd name="connsiteY0" fmla="*/ -2 h 52230"/>
                <a:gd name="connsiteX1" fmla="*/ 1555838 w 1555841"/>
                <a:gd name="connsiteY1" fmla="*/ -2 h 52230"/>
                <a:gd name="connsiteX2" fmla="*/ 1555838 w 1555841"/>
                <a:gd name="connsiteY2" fmla="*/ 52228 h 52230"/>
                <a:gd name="connsiteX3" fmla="*/ -4 w 1555841"/>
                <a:gd name="connsiteY3" fmla="*/ 52228 h 52230"/>
              </a:gdLst>
              <a:ahLst/>
              <a:cxnLst>
                <a:cxn ang="0">
                  <a:pos x="connsiteX0" y="connsiteY0"/>
                </a:cxn>
                <a:cxn ang="0">
                  <a:pos x="connsiteX1" y="connsiteY1"/>
                </a:cxn>
                <a:cxn ang="0">
                  <a:pos x="connsiteX2" y="connsiteY2"/>
                </a:cxn>
                <a:cxn ang="0">
                  <a:pos x="connsiteX3" y="connsiteY3"/>
                </a:cxn>
              </a:cxnLst>
              <a:rect l="l" t="t" r="r" b="b"/>
              <a:pathLst>
                <a:path w="1555841" h="52230">
                  <a:moveTo>
                    <a:pt x="-4" y="-2"/>
                  </a:moveTo>
                  <a:lnTo>
                    <a:pt x="1555838" y="-2"/>
                  </a:lnTo>
                  <a:lnTo>
                    <a:pt x="1555838" y="52228"/>
                  </a:lnTo>
                  <a:lnTo>
                    <a:pt x="-4" y="52228"/>
                  </a:lnTo>
                  <a:close/>
                </a:path>
              </a:pathLst>
            </a:custGeom>
            <a:solidFill>
              <a:srgbClr val="0081C3"/>
            </a:solidFill>
            <a:ln w="9498" cap="flat">
              <a:noFill/>
              <a:prstDash val="solid"/>
              <a:miter/>
            </a:ln>
          </p:spPr>
          <p:txBody>
            <a:bodyPr rtlCol="0" anchor="ctr"/>
            <a:lstStyle/>
            <a:p>
              <a:endParaRPr lang="en-US" b="0" i="0">
                <a:latin typeface="Ubuntu" panose="020B0504030602030204" pitchFamily="34" charset="0"/>
              </a:endParaRPr>
            </a:p>
          </p:txBody>
        </p:sp>
        <p:sp>
          <p:nvSpPr>
            <p:cNvPr id="13" name="Freeform 15">
              <a:extLst>
                <a:ext uri="{FF2B5EF4-FFF2-40B4-BE49-F238E27FC236}">
                  <a16:creationId xmlns:a16="http://schemas.microsoft.com/office/drawing/2014/main" id="{AEFCDAEE-9A16-2F03-FD48-C526ACED21A9}"/>
                </a:ext>
              </a:extLst>
            </p:cNvPr>
            <p:cNvSpPr/>
            <p:nvPr/>
          </p:nvSpPr>
          <p:spPr>
            <a:xfrm>
              <a:off x="1775520" y="-1319644"/>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00539E"/>
            </a:solidFill>
            <a:ln w="9498" cap="flat">
              <a:noFill/>
              <a:prstDash val="solid"/>
              <a:miter/>
            </a:ln>
          </p:spPr>
          <p:txBody>
            <a:bodyPr rtlCol="0" anchor="ctr"/>
            <a:lstStyle/>
            <a:p>
              <a:endParaRPr lang="en-US" b="0" i="0">
                <a:latin typeface="Ubuntu" panose="020B0504030602030204" pitchFamily="34" charset="0"/>
              </a:endParaRPr>
            </a:p>
          </p:txBody>
        </p:sp>
        <p:sp>
          <p:nvSpPr>
            <p:cNvPr id="15" name="Freeform 16">
              <a:extLst>
                <a:ext uri="{FF2B5EF4-FFF2-40B4-BE49-F238E27FC236}">
                  <a16:creationId xmlns:a16="http://schemas.microsoft.com/office/drawing/2014/main" id="{058FA81A-B90A-C801-572B-CA260DBB1C18}"/>
                </a:ext>
              </a:extLst>
            </p:cNvPr>
            <p:cNvSpPr/>
            <p:nvPr/>
          </p:nvSpPr>
          <p:spPr>
            <a:xfrm>
              <a:off x="1775520" y="-1340536"/>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393995"/>
            </a:solidFill>
            <a:ln w="9498" cap="flat">
              <a:noFill/>
              <a:prstDash val="solid"/>
              <a:miter/>
            </a:ln>
          </p:spPr>
          <p:txBody>
            <a:bodyPr rtlCol="0" anchor="ctr"/>
            <a:lstStyle/>
            <a:p>
              <a:endParaRPr lang="en-US" b="0" i="0">
                <a:latin typeface="Ubuntu" panose="020B0504030602030204" pitchFamily="34" charset="0"/>
              </a:endParaRPr>
            </a:p>
          </p:txBody>
        </p:sp>
        <p:sp>
          <p:nvSpPr>
            <p:cNvPr id="16" name="Freeform 17">
              <a:extLst>
                <a:ext uri="{FF2B5EF4-FFF2-40B4-BE49-F238E27FC236}">
                  <a16:creationId xmlns:a16="http://schemas.microsoft.com/office/drawing/2014/main" id="{CD7278A9-FCE9-8F62-352E-BC277151674A}"/>
                </a:ext>
              </a:extLst>
            </p:cNvPr>
            <p:cNvSpPr/>
            <p:nvPr/>
          </p:nvSpPr>
          <p:spPr>
            <a:xfrm>
              <a:off x="1775520" y="-1380421"/>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00539E"/>
            </a:solidFill>
            <a:ln w="9498" cap="flat">
              <a:noFill/>
              <a:prstDash val="solid"/>
              <a:miter/>
            </a:ln>
          </p:spPr>
          <p:txBody>
            <a:bodyPr rtlCol="0" anchor="ctr"/>
            <a:lstStyle/>
            <a:p>
              <a:endParaRPr lang="en-US" b="0" i="0">
                <a:latin typeface="Ubuntu" panose="020B0504030602030204" pitchFamily="34" charset="0"/>
              </a:endParaRPr>
            </a:p>
          </p:txBody>
        </p:sp>
        <p:sp>
          <p:nvSpPr>
            <p:cNvPr id="17" name="Freeform 18">
              <a:extLst>
                <a:ext uri="{FF2B5EF4-FFF2-40B4-BE49-F238E27FC236}">
                  <a16:creationId xmlns:a16="http://schemas.microsoft.com/office/drawing/2014/main" id="{B58639A0-5594-A67C-B05E-9D628915C6A3}"/>
                </a:ext>
              </a:extLst>
            </p:cNvPr>
            <p:cNvSpPr/>
            <p:nvPr/>
          </p:nvSpPr>
          <p:spPr>
            <a:xfrm>
              <a:off x="1775520" y="-1413659"/>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393995"/>
            </a:solidFill>
            <a:ln w="9498" cap="flat">
              <a:noFill/>
              <a:prstDash val="solid"/>
              <a:miter/>
            </a:ln>
          </p:spPr>
          <p:txBody>
            <a:bodyPr rtlCol="0" anchor="ctr"/>
            <a:lstStyle/>
            <a:p>
              <a:endParaRPr lang="en-US" b="0" i="0">
                <a:latin typeface="Ubuntu" panose="020B0504030602030204" pitchFamily="34" charset="0"/>
              </a:endParaRPr>
            </a:p>
          </p:txBody>
        </p:sp>
        <p:sp>
          <p:nvSpPr>
            <p:cNvPr id="18" name="Freeform 20">
              <a:extLst>
                <a:ext uri="{FF2B5EF4-FFF2-40B4-BE49-F238E27FC236}">
                  <a16:creationId xmlns:a16="http://schemas.microsoft.com/office/drawing/2014/main" id="{AF4B9344-3BCE-199A-3E85-0A207D5F4DA7}"/>
                </a:ext>
              </a:extLst>
            </p:cNvPr>
            <p:cNvSpPr/>
            <p:nvPr/>
          </p:nvSpPr>
          <p:spPr>
            <a:xfrm>
              <a:off x="1775520" y="-1687155"/>
              <a:ext cx="1555841" cy="84517"/>
            </a:xfrm>
            <a:custGeom>
              <a:avLst/>
              <a:gdLst>
                <a:gd name="connsiteX0" fmla="*/ -4 w 1555841"/>
                <a:gd name="connsiteY0" fmla="*/ -2 h 84517"/>
                <a:gd name="connsiteX1" fmla="*/ 1555838 w 1555841"/>
                <a:gd name="connsiteY1" fmla="*/ -2 h 84517"/>
                <a:gd name="connsiteX2" fmla="*/ 1555838 w 1555841"/>
                <a:gd name="connsiteY2" fmla="*/ 84516 h 84517"/>
                <a:gd name="connsiteX3" fmla="*/ -4 w 1555841"/>
                <a:gd name="connsiteY3" fmla="*/ 84516 h 84517"/>
              </a:gdLst>
              <a:ahLst/>
              <a:cxnLst>
                <a:cxn ang="0">
                  <a:pos x="connsiteX0" y="connsiteY0"/>
                </a:cxn>
                <a:cxn ang="0">
                  <a:pos x="connsiteX1" y="connsiteY1"/>
                </a:cxn>
                <a:cxn ang="0">
                  <a:pos x="connsiteX2" y="connsiteY2"/>
                </a:cxn>
                <a:cxn ang="0">
                  <a:pos x="connsiteX3" y="connsiteY3"/>
                </a:cxn>
              </a:cxnLst>
              <a:rect l="l" t="t" r="r" b="b"/>
              <a:pathLst>
                <a:path w="1555841" h="84517">
                  <a:moveTo>
                    <a:pt x="-4" y="-2"/>
                  </a:moveTo>
                  <a:lnTo>
                    <a:pt x="1555838" y="-2"/>
                  </a:lnTo>
                  <a:lnTo>
                    <a:pt x="1555838" y="84516"/>
                  </a:lnTo>
                  <a:lnTo>
                    <a:pt x="-4" y="84516"/>
                  </a:lnTo>
                  <a:close/>
                </a:path>
              </a:pathLst>
            </a:custGeom>
            <a:solidFill>
              <a:srgbClr val="EB008B"/>
            </a:solidFill>
            <a:ln w="9498" cap="flat">
              <a:noFill/>
              <a:prstDash val="solid"/>
              <a:miter/>
            </a:ln>
          </p:spPr>
          <p:txBody>
            <a:bodyPr rtlCol="0" anchor="ctr"/>
            <a:lstStyle/>
            <a:p>
              <a:endParaRPr lang="en-US" b="0" i="0">
                <a:latin typeface="Ubuntu" panose="020B0504030602030204" pitchFamily="34" charset="0"/>
              </a:endParaRPr>
            </a:p>
          </p:txBody>
        </p:sp>
        <p:sp>
          <p:nvSpPr>
            <p:cNvPr id="20" name="Freeform 22">
              <a:extLst>
                <a:ext uri="{FF2B5EF4-FFF2-40B4-BE49-F238E27FC236}">
                  <a16:creationId xmlns:a16="http://schemas.microsoft.com/office/drawing/2014/main" id="{9C35DBCE-CA6C-742A-81D1-C7A8BB245491}"/>
                </a:ext>
              </a:extLst>
            </p:cNvPr>
            <p:cNvSpPr/>
            <p:nvPr/>
          </p:nvSpPr>
          <p:spPr>
            <a:xfrm>
              <a:off x="1775520" y="-891357"/>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FCB827"/>
            </a:solidFill>
            <a:ln w="9498" cap="flat">
              <a:noFill/>
              <a:prstDash val="solid"/>
              <a:miter/>
            </a:ln>
          </p:spPr>
          <p:txBody>
            <a:bodyPr rtlCol="0" anchor="ctr"/>
            <a:lstStyle/>
            <a:p>
              <a:endParaRPr lang="en-US" b="0" i="0">
                <a:latin typeface="Ubuntu" panose="020B0504030602030204" pitchFamily="34" charset="0"/>
              </a:endParaRPr>
            </a:p>
          </p:txBody>
        </p:sp>
      </p:grpSp>
    </p:spTree>
    <p:extLst>
      <p:ext uri="{BB962C8B-B14F-4D97-AF65-F5344CB8AC3E}">
        <p14:creationId xmlns:p14="http://schemas.microsoft.com/office/powerpoint/2010/main" val="110273184"/>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2_Title Only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sz="2400">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3273478127"/>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Title Subtitle Dark Grey">
    <p:bg>
      <p:bgPr>
        <a:solidFill>
          <a:schemeClr val="accent4"/>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sz="2400">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425353991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Title Subtitle Content Grey">
    <p:bg>
      <p:bgPr>
        <a:solidFill>
          <a:schemeClr val="accent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fr-FR"/>
              <a:t>Cliquez pour modifier les styles du texte du masque</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b="0" i="0">
                <a:solidFill>
                  <a:schemeClr val="bg1"/>
                </a:solidFill>
                <a:latin typeface="Ubuntu" panose="020B0504030602030204" pitchFamily="34" charset="0"/>
              </a:defRPr>
            </a:lvl1pPr>
            <a:lvl2pPr>
              <a:buClrTx/>
              <a:defRPr b="0" i="0">
                <a:solidFill>
                  <a:schemeClr val="bg1"/>
                </a:solidFill>
                <a:latin typeface="Ubuntu" panose="020B0504030602030204" pitchFamily="34" charset="0"/>
              </a:defRPr>
            </a:lvl2pPr>
            <a:lvl3pPr>
              <a:defRPr b="0" i="0">
                <a:solidFill>
                  <a:schemeClr val="bg1"/>
                </a:solidFill>
                <a:latin typeface="Ubuntu" panose="020B0504030602030204" pitchFamily="34" charset="0"/>
              </a:defRPr>
            </a:lvl3pPr>
            <a:lvl4pPr>
              <a:defRPr b="0" i="0">
                <a:solidFill>
                  <a:schemeClr val="bg1"/>
                </a:solidFill>
                <a:latin typeface="Ubuntu" panose="020B0504030602030204" pitchFamily="34" charset="0"/>
              </a:defRPr>
            </a:lvl4pPr>
            <a:lvl5pPr>
              <a:defRPr b="0" i="0">
                <a:solidFill>
                  <a:schemeClr val="bg1"/>
                </a:solidFill>
                <a:latin typeface="Ubuntu" panose="020B0504030602030204" pitchFamily="34"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sz="2400">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3102014627"/>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1_Title Only Short Dark">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b="0" i="0">
                <a:solidFill>
                  <a:schemeClr val="bg1"/>
                </a:solidFill>
                <a:latin typeface="Ubuntu" panose="020B0504030602030204" pitchFamily="34" charset="0"/>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b="0" i="0">
                <a:solidFill>
                  <a:schemeClr val="bg1"/>
                </a:solidFill>
                <a:latin typeface="Ubuntu" panose="020B0504030602030204" pitchFamily="34" charset="0"/>
              </a:defRPr>
            </a:lvl1pPr>
            <a:lvl2pPr>
              <a:buClrTx/>
              <a:defRPr sz="1400" b="0" i="0">
                <a:solidFill>
                  <a:schemeClr val="bg1"/>
                </a:solidFill>
                <a:latin typeface="Ubuntu" panose="020B0504030602030204" pitchFamily="34" charset="0"/>
              </a:defRPr>
            </a:lvl2pPr>
            <a:lvl3pPr>
              <a:buClrTx/>
              <a:defRPr sz="1400" b="0" i="0">
                <a:solidFill>
                  <a:schemeClr val="bg1"/>
                </a:solidFill>
                <a:latin typeface="Ubuntu" panose="020B0504030602030204" pitchFamily="34" charset="0"/>
              </a:defRPr>
            </a:lvl3pPr>
            <a:lvl4pPr>
              <a:buClrTx/>
              <a:defRPr sz="1200" b="0" i="0">
                <a:solidFill>
                  <a:schemeClr val="bg1"/>
                </a:solidFill>
                <a:latin typeface="Ubuntu" panose="020B0504030602030204" pitchFamily="34" charset="0"/>
              </a:defRPr>
            </a:lvl4pPr>
            <a:lvl5pPr>
              <a:buClrTx/>
              <a:defRPr sz="1200" b="0" i="0">
                <a:solidFill>
                  <a:schemeClr val="bg1"/>
                </a:solidFill>
                <a:latin typeface="Ubuntu" panose="020B0504030602030204" pitchFamily="34"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sz="2400">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3191531690"/>
      </p:ext>
    </p:extLst>
  </p:cSld>
  <p:clrMapOvr>
    <a:masterClrMapping/>
  </p:clrMapOvr>
  <p:extLst>
    <p:ext uri="{DCECCB84-F9BA-43D5-87BE-67443E8EF086}">
      <p15:sldGuideLst xmlns:p15="http://schemas.microsoft.com/office/powerpoint/2012/main">
        <p15:guide id="1" pos="5019">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2_Title Only Short Dark">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b="0" i="0">
                <a:solidFill>
                  <a:schemeClr val="tx1">
                    <a:lumMod val="50000"/>
                    <a:lumOff val="50000"/>
                  </a:schemeClr>
                </a:solidFill>
                <a:latin typeface="Ubuntu" panose="020B0504030602030204" pitchFamily="34" charset="0"/>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b="0" i="0" smtClean="0">
                <a:solidFill>
                  <a:schemeClr val="bg1"/>
                </a:solidFill>
                <a:latin typeface="Ubuntu" panose="020B0504030602030204" pitchFamily="34" charset="0"/>
              </a:defRPr>
            </a:lvl1pPr>
            <a:lvl2pPr marL="180975" indent="-180975">
              <a:buClrTx/>
              <a:defRPr lang="en-US" sz="1400" b="0" i="0" kern="1200" dirty="0" smtClean="0">
                <a:solidFill>
                  <a:schemeClr val="bg1"/>
                </a:solidFill>
                <a:latin typeface="Ubuntu" panose="020B0504030602030204" pitchFamily="34" charset="0"/>
                <a:ea typeface="+mn-ea"/>
                <a:cs typeface="+mn-cs"/>
              </a:defRPr>
            </a:lvl2pPr>
            <a:lvl3pPr marL="360000" indent="-180000">
              <a:buClrTx/>
              <a:defRPr lang="en-US" sz="1400" b="0" i="0" kern="1200" dirty="0" smtClean="0">
                <a:solidFill>
                  <a:schemeClr val="bg1"/>
                </a:solidFill>
                <a:latin typeface="Ubuntu" panose="020B0504030602030204" pitchFamily="34" charset="0"/>
                <a:ea typeface="+mn-ea"/>
                <a:cs typeface="+mn-cs"/>
              </a:defRPr>
            </a:lvl3pPr>
            <a:lvl4pPr marL="539750" indent="-180000">
              <a:buClrTx/>
              <a:defRPr lang="en-US" sz="1200" b="0" i="0" kern="1200" dirty="0" smtClean="0">
                <a:solidFill>
                  <a:schemeClr val="bg1"/>
                </a:solidFill>
                <a:latin typeface="Ubuntu" panose="020B0504030602030204" pitchFamily="34" charset="0"/>
                <a:ea typeface="+mn-ea"/>
                <a:cs typeface="+mn-cs"/>
              </a:defRPr>
            </a:lvl4pPr>
            <a:lvl5pPr marL="719138" indent="-180975">
              <a:buClrTx/>
              <a:defRPr lang="en-US" sz="1200" b="0" i="0" kern="1200" dirty="0">
                <a:solidFill>
                  <a:schemeClr val="bg1"/>
                </a:solidFill>
                <a:latin typeface="Ubuntu" panose="020B0504030602030204" pitchFamily="34" charset="0"/>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sz="2400">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2483947883"/>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3_Title Only Short Dark">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b="0" i="0">
                <a:solidFill>
                  <a:schemeClr val="bg2">
                    <a:lumMod val="75000"/>
                  </a:schemeClr>
                </a:solidFill>
                <a:latin typeface="Ubuntu" panose="020B0504030602030204" pitchFamily="34" charset="0"/>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b="0" i="0" smtClean="0">
                <a:solidFill>
                  <a:schemeClr val="bg1"/>
                </a:solidFill>
                <a:latin typeface="Ubuntu" panose="020B0504030602030204" pitchFamily="34" charset="0"/>
              </a:defRPr>
            </a:lvl1pPr>
            <a:lvl2pPr marL="180975" indent="-180975">
              <a:buClrTx/>
              <a:defRPr lang="en-US" sz="1400" b="0" i="0" kern="1200" dirty="0" smtClean="0">
                <a:solidFill>
                  <a:schemeClr val="bg1"/>
                </a:solidFill>
                <a:latin typeface="Ubuntu" panose="020B0504030602030204" pitchFamily="34" charset="0"/>
                <a:ea typeface="+mn-ea"/>
                <a:cs typeface="+mn-cs"/>
              </a:defRPr>
            </a:lvl2pPr>
            <a:lvl3pPr marL="360000" indent="-180000">
              <a:buClrTx/>
              <a:defRPr lang="en-US" sz="1400" b="0" i="0" kern="1200" dirty="0" smtClean="0">
                <a:solidFill>
                  <a:schemeClr val="bg1"/>
                </a:solidFill>
                <a:latin typeface="Ubuntu" panose="020B0504030602030204" pitchFamily="34" charset="0"/>
                <a:ea typeface="+mn-ea"/>
                <a:cs typeface="+mn-cs"/>
              </a:defRPr>
            </a:lvl3pPr>
            <a:lvl4pPr marL="539750" indent="-180000">
              <a:buClrTx/>
              <a:defRPr lang="en-US" sz="1200" b="0" i="0" kern="1200" dirty="0" smtClean="0">
                <a:solidFill>
                  <a:schemeClr val="bg1"/>
                </a:solidFill>
                <a:latin typeface="Ubuntu" panose="020B0504030602030204" pitchFamily="34" charset="0"/>
                <a:ea typeface="+mn-ea"/>
                <a:cs typeface="+mn-cs"/>
              </a:defRPr>
            </a:lvl4pPr>
            <a:lvl5pPr marL="719138" indent="-180975">
              <a:buClrTx/>
              <a:defRPr lang="en-US" sz="1200" b="0" i="0" kern="1200" dirty="0">
                <a:solidFill>
                  <a:schemeClr val="bg1"/>
                </a:solidFill>
                <a:latin typeface="Ubuntu" panose="020B0504030602030204" pitchFamily="34" charset="0"/>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b="0" i="0">
                <a:latin typeface="Ubuntu" panose="020B0504030602030204" pitchFamily="34" charset="0"/>
              </a:endParaRPr>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b="0" i="0">
                <a:latin typeface="Ubuntu" panose="020B0504030602030204" pitchFamily="34" charset="0"/>
              </a:endParaRPr>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sz="2400">
                <a:solidFill>
                  <a:schemeClr val="bg1"/>
                </a:solidFill>
              </a:defRPr>
            </a:lvl1pPr>
          </a:lstStyle>
          <a:p>
            <a:r>
              <a:rPr lang="fr-FR"/>
              <a:t>Modifiez le style du titre</a:t>
            </a:r>
            <a:endParaRPr lang="en-US"/>
          </a:p>
        </p:txBody>
      </p:sp>
      <p:grpSp>
        <p:nvGrpSpPr>
          <p:cNvPr id="3" name="Graphic 8">
            <a:extLst>
              <a:ext uri="{FF2B5EF4-FFF2-40B4-BE49-F238E27FC236}">
                <a16:creationId xmlns:a16="http://schemas.microsoft.com/office/drawing/2014/main" id="{45DDDCAE-43A7-AD31-27D4-FB5DAB329498}"/>
              </a:ext>
            </a:extLst>
          </p:cNvPr>
          <p:cNvGrpSpPr/>
          <p:nvPr userDrawn="1"/>
        </p:nvGrpSpPr>
        <p:grpSpPr>
          <a:xfrm>
            <a:off x="1" y="0"/>
            <a:ext cx="119335" cy="6858000"/>
            <a:chOff x="1775520" y="-1816306"/>
            <a:chExt cx="1555841" cy="1051251"/>
          </a:xfrm>
        </p:grpSpPr>
        <p:sp>
          <p:nvSpPr>
            <p:cNvPr id="4" name="Freeform 8">
              <a:extLst>
                <a:ext uri="{FF2B5EF4-FFF2-40B4-BE49-F238E27FC236}">
                  <a16:creationId xmlns:a16="http://schemas.microsoft.com/office/drawing/2014/main" id="{DB3913B7-C40A-E46A-D239-50A95FE950DD}"/>
                </a:ext>
              </a:extLst>
            </p:cNvPr>
            <p:cNvSpPr/>
            <p:nvPr/>
          </p:nvSpPr>
          <p:spPr>
            <a:xfrm>
              <a:off x="1775520" y="-1816306"/>
              <a:ext cx="1555841" cy="170935"/>
            </a:xfrm>
            <a:custGeom>
              <a:avLst/>
              <a:gdLst>
                <a:gd name="connsiteX0" fmla="*/ -4 w 1555841"/>
                <a:gd name="connsiteY0" fmla="*/ -2 h 170935"/>
                <a:gd name="connsiteX1" fmla="*/ 1555838 w 1555841"/>
                <a:gd name="connsiteY1" fmla="*/ -2 h 170935"/>
                <a:gd name="connsiteX2" fmla="*/ 1555838 w 1555841"/>
                <a:gd name="connsiteY2" fmla="*/ 170933 h 170935"/>
                <a:gd name="connsiteX3" fmla="*/ -4 w 1555841"/>
                <a:gd name="connsiteY3" fmla="*/ 170933 h 170935"/>
              </a:gdLst>
              <a:ahLst/>
              <a:cxnLst>
                <a:cxn ang="0">
                  <a:pos x="connsiteX0" y="connsiteY0"/>
                </a:cxn>
                <a:cxn ang="0">
                  <a:pos x="connsiteX1" y="connsiteY1"/>
                </a:cxn>
                <a:cxn ang="0">
                  <a:pos x="connsiteX2" y="connsiteY2"/>
                </a:cxn>
                <a:cxn ang="0">
                  <a:pos x="connsiteX3" y="connsiteY3"/>
                </a:cxn>
              </a:cxnLst>
              <a:rect l="l" t="t" r="r" b="b"/>
              <a:pathLst>
                <a:path w="1555841" h="170935">
                  <a:moveTo>
                    <a:pt x="-4" y="-2"/>
                  </a:moveTo>
                  <a:lnTo>
                    <a:pt x="1555838" y="-2"/>
                  </a:lnTo>
                  <a:lnTo>
                    <a:pt x="1555838" y="170933"/>
                  </a:lnTo>
                  <a:lnTo>
                    <a:pt x="-4" y="170933"/>
                  </a:lnTo>
                  <a:close/>
                </a:path>
              </a:pathLst>
            </a:custGeom>
            <a:solidFill>
              <a:srgbClr val="EC1C2E"/>
            </a:solidFill>
            <a:ln w="9498" cap="flat">
              <a:noFill/>
              <a:prstDash val="solid"/>
              <a:miter/>
            </a:ln>
          </p:spPr>
          <p:txBody>
            <a:bodyPr rtlCol="0" anchor="ctr"/>
            <a:lstStyle/>
            <a:p>
              <a:endParaRPr lang="en-US" b="0" i="0">
                <a:latin typeface="Ubuntu" panose="020B0504030602030204" pitchFamily="34" charset="0"/>
              </a:endParaRPr>
            </a:p>
          </p:txBody>
        </p:sp>
        <p:sp>
          <p:nvSpPr>
            <p:cNvPr id="5" name="Freeform 9">
              <a:extLst>
                <a:ext uri="{FF2B5EF4-FFF2-40B4-BE49-F238E27FC236}">
                  <a16:creationId xmlns:a16="http://schemas.microsoft.com/office/drawing/2014/main" id="{C5E7A938-2CBF-E813-927E-7AF9BBBFD7D1}"/>
                </a:ext>
              </a:extLst>
            </p:cNvPr>
            <p:cNvSpPr/>
            <p:nvPr/>
          </p:nvSpPr>
          <p:spPr>
            <a:xfrm>
              <a:off x="1775520" y="-1603587"/>
              <a:ext cx="1555841" cy="208920"/>
            </a:xfrm>
            <a:custGeom>
              <a:avLst/>
              <a:gdLst>
                <a:gd name="connsiteX0" fmla="*/ -4 w 1555841"/>
                <a:gd name="connsiteY0" fmla="*/ -2 h 208920"/>
                <a:gd name="connsiteX1" fmla="*/ 1555838 w 1555841"/>
                <a:gd name="connsiteY1" fmla="*/ -2 h 208920"/>
                <a:gd name="connsiteX2" fmla="*/ 1555838 w 1555841"/>
                <a:gd name="connsiteY2" fmla="*/ 208919 h 208920"/>
                <a:gd name="connsiteX3" fmla="*/ -4 w 1555841"/>
                <a:gd name="connsiteY3" fmla="*/ 208919 h 208920"/>
              </a:gdLst>
              <a:ahLst/>
              <a:cxnLst>
                <a:cxn ang="0">
                  <a:pos x="connsiteX0" y="connsiteY0"/>
                </a:cxn>
                <a:cxn ang="0">
                  <a:pos x="connsiteX1" y="connsiteY1"/>
                </a:cxn>
                <a:cxn ang="0">
                  <a:pos x="connsiteX2" y="connsiteY2"/>
                </a:cxn>
                <a:cxn ang="0">
                  <a:pos x="connsiteX3" y="connsiteY3"/>
                </a:cxn>
              </a:cxnLst>
              <a:rect l="l" t="t" r="r" b="b"/>
              <a:pathLst>
                <a:path w="1555841" h="208920">
                  <a:moveTo>
                    <a:pt x="-4" y="-2"/>
                  </a:moveTo>
                  <a:lnTo>
                    <a:pt x="1555838" y="-2"/>
                  </a:lnTo>
                  <a:lnTo>
                    <a:pt x="1555838" y="208919"/>
                  </a:lnTo>
                  <a:lnTo>
                    <a:pt x="-4" y="208919"/>
                  </a:lnTo>
                  <a:close/>
                </a:path>
              </a:pathLst>
            </a:custGeom>
            <a:solidFill>
              <a:srgbClr val="944599"/>
            </a:solidFill>
            <a:ln w="9498" cap="flat">
              <a:noFill/>
              <a:prstDash val="solid"/>
              <a:miter/>
            </a:ln>
          </p:spPr>
          <p:txBody>
            <a:bodyPr rtlCol="0" anchor="ctr"/>
            <a:lstStyle/>
            <a:p>
              <a:endParaRPr lang="en-US" b="0" i="0">
                <a:latin typeface="Ubuntu" panose="020B0504030602030204" pitchFamily="34" charset="0"/>
              </a:endParaRPr>
            </a:p>
          </p:txBody>
        </p:sp>
        <p:sp>
          <p:nvSpPr>
            <p:cNvPr id="6" name="Freeform 10">
              <a:extLst>
                <a:ext uri="{FF2B5EF4-FFF2-40B4-BE49-F238E27FC236}">
                  <a16:creationId xmlns:a16="http://schemas.microsoft.com/office/drawing/2014/main" id="{C406B61E-0E51-7F6D-6AA1-CC423D0898C8}"/>
                </a:ext>
              </a:extLst>
            </p:cNvPr>
            <p:cNvSpPr/>
            <p:nvPr/>
          </p:nvSpPr>
          <p:spPr>
            <a:xfrm>
              <a:off x="1775520" y="-867616"/>
              <a:ext cx="1555841" cy="102561"/>
            </a:xfrm>
            <a:custGeom>
              <a:avLst/>
              <a:gdLst>
                <a:gd name="connsiteX0" fmla="*/ -4 w 1555841"/>
                <a:gd name="connsiteY0" fmla="*/ -2 h 102561"/>
                <a:gd name="connsiteX1" fmla="*/ 1555838 w 1555841"/>
                <a:gd name="connsiteY1" fmla="*/ -2 h 102561"/>
                <a:gd name="connsiteX2" fmla="*/ 1555838 w 1555841"/>
                <a:gd name="connsiteY2" fmla="*/ 102559 h 102561"/>
                <a:gd name="connsiteX3" fmla="*/ -4 w 1555841"/>
                <a:gd name="connsiteY3" fmla="*/ 102559 h 102561"/>
              </a:gdLst>
              <a:ahLst/>
              <a:cxnLst>
                <a:cxn ang="0">
                  <a:pos x="connsiteX0" y="connsiteY0"/>
                </a:cxn>
                <a:cxn ang="0">
                  <a:pos x="connsiteX1" y="connsiteY1"/>
                </a:cxn>
                <a:cxn ang="0">
                  <a:pos x="connsiteX2" y="connsiteY2"/>
                </a:cxn>
                <a:cxn ang="0">
                  <a:pos x="connsiteX3" y="connsiteY3"/>
                </a:cxn>
              </a:cxnLst>
              <a:rect l="l" t="t" r="r" b="b"/>
              <a:pathLst>
                <a:path w="1555841" h="102561">
                  <a:moveTo>
                    <a:pt x="-4" y="-2"/>
                  </a:moveTo>
                  <a:lnTo>
                    <a:pt x="1555838" y="-2"/>
                  </a:lnTo>
                  <a:lnTo>
                    <a:pt x="1555838" y="102559"/>
                  </a:lnTo>
                  <a:lnTo>
                    <a:pt x="-4" y="102559"/>
                  </a:lnTo>
                  <a:close/>
                </a:path>
              </a:pathLst>
            </a:custGeom>
            <a:solidFill>
              <a:srgbClr val="F9AA53"/>
            </a:solidFill>
            <a:ln w="9498" cap="flat">
              <a:noFill/>
              <a:prstDash val="solid"/>
              <a:miter/>
            </a:ln>
          </p:spPr>
          <p:txBody>
            <a:bodyPr rtlCol="0" anchor="ctr"/>
            <a:lstStyle/>
            <a:p>
              <a:endParaRPr lang="en-US" b="0" i="0">
                <a:latin typeface="Ubuntu" panose="020B0504030602030204" pitchFamily="34" charset="0"/>
              </a:endParaRPr>
            </a:p>
          </p:txBody>
        </p:sp>
        <p:sp>
          <p:nvSpPr>
            <p:cNvPr id="8" name="Freeform 11">
              <a:extLst>
                <a:ext uri="{FF2B5EF4-FFF2-40B4-BE49-F238E27FC236}">
                  <a16:creationId xmlns:a16="http://schemas.microsoft.com/office/drawing/2014/main" id="{0F6B4C31-F131-34E7-320A-27E3E6128D98}"/>
                </a:ext>
              </a:extLst>
            </p:cNvPr>
            <p:cNvSpPr/>
            <p:nvPr/>
          </p:nvSpPr>
          <p:spPr>
            <a:xfrm>
              <a:off x="1775520" y="-992968"/>
              <a:ext cx="1555841" cy="101611"/>
            </a:xfrm>
            <a:custGeom>
              <a:avLst/>
              <a:gdLst>
                <a:gd name="connsiteX0" fmla="*/ -4 w 1555841"/>
                <a:gd name="connsiteY0" fmla="*/ -2 h 101611"/>
                <a:gd name="connsiteX1" fmla="*/ 1555838 w 1555841"/>
                <a:gd name="connsiteY1" fmla="*/ -2 h 101611"/>
                <a:gd name="connsiteX2" fmla="*/ 1555838 w 1555841"/>
                <a:gd name="connsiteY2" fmla="*/ 101609 h 101611"/>
                <a:gd name="connsiteX3" fmla="*/ -4 w 1555841"/>
                <a:gd name="connsiteY3" fmla="*/ 101609 h 101611"/>
              </a:gdLst>
              <a:ahLst/>
              <a:cxnLst>
                <a:cxn ang="0">
                  <a:pos x="connsiteX0" y="connsiteY0"/>
                </a:cxn>
                <a:cxn ang="0">
                  <a:pos x="connsiteX1" y="connsiteY1"/>
                </a:cxn>
                <a:cxn ang="0">
                  <a:pos x="connsiteX2" y="connsiteY2"/>
                </a:cxn>
                <a:cxn ang="0">
                  <a:pos x="connsiteX3" y="connsiteY3"/>
                </a:cxn>
              </a:cxnLst>
              <a:rect l="l" t="t" r="r" b="b"/>
              <a:pathLst>
                <a:path w="1555841" h="101611">
                  <a:moveTo>
                    <a:pt x="-4" y="-2"/>
                  </a:moveTo>
                  <a:lnTo>
                    <a:pt x="1555838" y="-2"/>
                  </a:lnTo>
                  <a:lnTo>
                    <a:pt x="1555838" y="101609"/>
                  </a:lnTo>
                  <a:lnTo>
                    <a:pt x="-4" y="101609"/>
                  </a:lnTo>
                  <a:close/>
                </a:path>
              </a:pathLst>
            </a:custGeom>
            <a:solidFill>
              <a:srgbClr val="008061"/>
            </a:solidFill>
            <a:ln w="9498" cap="flat">
              <a:noFill/>
              <a:prstDash val="solid"/>
              <a:miter/>
            </a:ln>
          </p:spPr>
          <p:txBody>
            <a:bodyPr rtlCol="0" anchor="ctr"/>
            <a:lstStyle/>
            <a:p>
              <a:endParaRPr lang="en-US" b="0" i="0">
                <a:latin typeface="Ubuntu" panose="020B0504030602030204" pitchFamily="34" charset="0"/>
              </a:endParaRPr>
            </a:p>
          </p:txBody>
        </p:sp>
        <p:sp>
          <p:nvSpPr>
            <p:cNvPr id="9" name="Freeform 12">
              <a:extLst>
                <a:ext uri="{FF2B5EF4-FFF2-40B4-BE49-F238E27FC236}">
                  <a16:creationId xmlns:a16="http://schemas.microsoft.com/office/drawing/2014/main" id="{7623712E-E9C2-5E50-D34A-29D4EBE7CDC9}"/>
                </a:ext>
              </a:extLst>
            </p:cNvPr>
            <p:cNvSpPr/>
            <p:nvPr/>
          </p:nvSpPr>
          <p:spPr>
            <a:xfrm>
              <a:off x="1775520" y="-1136364"/>
              <a:ext cx="1555841" cy="172834"/>
            </a:xfrm>
            <a:custGeom>
              <a:avLst/>
              <a:gdLst>
                <a:gd name="connsiteX0" fmla="*/ -4 w 1555841"/>
                <a:gd name="connsiteY0" fmla="*/ -2 h 172834"/>
                <a:gd name="connsiteX1" fmla="*/ 1555838 w 1555841"/>
                <a:gd name="connsiteY1" fmla="*/ -2 h 172834"/>
                <a:gd name="connsiteX2" fmla="*/ 1555838 w 1555841"/>
                <a:gd name="connsiteY2" fmla="*/ 172832 h 172834"/>
                <a:gd name="connsiteX3" fmla="*/ -4 w 1555841"/>
                <a:gd name="connsiteY3" fmla="*/ 172832 h 172834"/>
              </a:gdLst>
              <a:ahLst/>
              <a:cxnLst>
                <a:cxn ang="0">
                  <a:pos x="connsiteX0" y="connsiteY0"/>
                </a:cxn>
                <a:cxn ang="0">
                  <a:pos x="connsiteX1" y="connsiteY1"/>
                </a:cxn>
                <a:cxn ang="0">
                  <a:pos x="connsiteX2" y="connsiteY2"/>
                </a:cxn>
                <a:cxn ang="0">
                  <a:pos x="connsiteX3" y="connsiteY3"/>
                </a:cxn>
              </a:cxnLst>
              <a:rect l="l" t="t" r="r" b="b"/>
              <a:pathLst>
                <a:path w="1555841" h="172834">
                  <a:moveTo>
                    <a:pt x="-4" y="-2"/>
                  </a:moveTo>
                  <a:lnTo>
                    <a:pt x="1555838" y="-2"/>
                  </a:lnTo>
                  <a:lnTo>
                    <a:pt x="1555838" y="172832"/>
                  </a:lnTo>
                  <a:lnTo>
                    <a:pt x="-4" y="172832"/>
                  </a:lnTo>
                  <a:close/>
                </a:path>
              </a:pathLst>
            </a:custGeom>
            <a:solidFill>
              <a:srgbClr val="7DC142"/>
            </a:solidFill>
            <a:ln w="9498" cap="flat">
              <a:noFill/>
              <a:prstDash val="solid"/>
              <a:miter/>
            </a:ln>
          </p:spPr>
          <p:txBody>
            <a:bodyPr rtlCol="0" anchor="ctr"/>
            <a:lstStyle/>
            <a:p>
              <a:endParaRPr lang="en-US" b="0" i="0">
                <a:latin typeface="Ubuntu" panose="020B0504030602030204" pitchFamily="34" charset="0"/>
              </a:endParaRPr>
            </a:p>
          </p:txBody>
        </p:sp>
        <p:sp>
          <p:nvSpPr>
            <p:cNvPr id="10" name="Freeform 13">
              <a:extLst>
                <a:ext uri="{FF2B5EF4-FFF2-40B4-BE49-F238E27FC236}">
                  <a16:creationId xmlns:a16="http://schemas.microsoft.com/office/drawing/2014/main" id="{25A1CFCD-469E-E2E4-AED2-8A5F7D4521D3}"/>
                </a:ext>
              </a:extLst>
            </p:cNvPr>
            <p:cNvSpPr/>
            <p:nvPr/>
          </p:nvSpPr>
          <p:spPr>
            <a:xfrm>
              <a:off x="1775520" y="-1248421"/>
              <a:ext cx="1555841" cy="139597"/>
            </a:xfrm>
            <a:custGeom>
              <a:avLst/>
              <a:gdLst>
                <a:gd name="connsiteX0" fmla="*/ -4 w 1555841"/>
                <a:gd name="connsiteY0" fmla="*/ -2 h 139597"/>
                <a:gd name="connsiteX1" fmla="*/ 1555838 w 1555841"/>
                <a:gd name="connsiteY1" fmla="*/ -2 h 139597"/>
                <a:gd name="connsiteX2" fmla="*/ 1555838 w 1555841"/>
                <a:gd name="connsiteY2" fmla="*/ 139595 h 139597"/>
                <a:gd name="connsiteX3" fmla="*/ -4 w 1555841"/>
                <a:gd name="connsiteY3" fmla="*/ 139595 h 139597"/>
              </a:gdLst>
              <a:ahLst/>
              <a:cxnLst>
                <a:cxn ang="0">
                  <a:pos x="connsiteX0" y="connsiteY0"/>
                </a:cxn>
                <a:cxn ang="0">
                  <a:pos x="connsiteX1" y="connsiteY1"/>
                </a:cxn>
                <a:cxn ang="0">
                  <a:pos x="connsiteX2" y="connsiteY2"/>
                </a:cxn>
                <a:cxn ang="0">
                  <a:pos x="connsiteX3" y="connsiteY3"/>
                </a:cxn>
              </a:cxnLst>
              <a:rect l="l" t="t" r="r" b="b"/>
              <a:pathLst>
                <a:path w="1555841" h="139597">
                  <a:moveTo>
                    <a:pt x="-4" y="-2"/>
                  </a:moveTo>
                  <a:lnTo>
                    <a:pt x="1555838" y="-2"/>
                  </a:lnTo>
                  <a:lnTo>
                    <a:pt x="1555838" y="139595"/>
                  </a:lnTo>
                  <a:lnTo>
                    <a:pt x="-4" y="139595"/>
                  </a:lnTo>
                  <a:close/>
                </a:path>
              </a:pathLst>
            </a:custGeom>
            <a:solidFill>
              <a:srgbClr val="00ADEE"/>
            </a:solidFill>
            <a:ln w="9498" cap="flat">
              <a:noFill/>
              <a:prstDash val="solid"/>
              <a:miter/>
            </a:ln>
          </p:spPr>
          <p:txBody>
            <a:bodyPr rtlCol="0" anchor="ctr"/>
            <a:lstStyle/>
            <a:p>
              <a:endParaRPr lang="en-US" b="0" i="0">
                <a:latin typeface="Ubuntu" panose="020B0504030602030204" pitchFamily="34" charset="0"/>
              </a:endParaRPr>
            </a:p>
          </p:txBody>
        </p:sp>
        <p:sp>
          <p:nvSpPr>
            <p:cNvPr id="11" name="Freeform 14">
              <a:extLst>
                <a:ext uri="{FF2B5EF4-FFF2-40B4-BE49-F238E27FC236}">
                  <a16:creationId xmlns:a16="http://schemas.microsoft.com/office/drawing/2014/main" id="{BB485160-EA01-847F-8C4F-70B2F22561EA}"/>
                </a:ext>
              </a:extLst>
            </p:cNvPr>
            <p:cNvSpPr/>
            <p:nvPr/>
          </p:nvSpPr>
          <p:spPr>
            <a:xfrm>
              <a:off x="1775520" y="-1281659"/>
              <a:ext cx="1555841" cy="52230"/>
            </a:xfrm>
            <a:custGeom>
              <a:avLst/>
              <a:gdLst>
                <a:gd name="connsiteX0" fmla="*/ -4 w 1555841"/>
                <a:gd name="connsiteY0" fmla="*/ -2 h 52230"/>
                <a:gd name="connsiteX1" fmla="*/ 1555838 w 1555841"/>
                <a:gd name="connsiteY1" fmla="*/ -2 h 52230"/>
                <a:gd name="connsiteX2" fmla="*/ 1555838 w 1555841"/>
                <a:gd name="connsiteY2" fmla="*/ 52228 h 52230"/>
                <a:gd name="connsiteX3" fmla="*/ -4 w 1555841"/>
                <a:gd name="connsiteY3" fmla="*/ 52228 h 52230"/>
              </a:gdLst>
              <a:ahLst/>
              <a:cxnLst>
                <a:cxn ang="0">
                  <a:pos x="connsiteX0" y="connsiteY0"/>
                </a:cxn>
                <a:cxn ang="0">
                  <a:pos x="connsiteX1" y="connsiteY1"/>
                </a:cxn>
                <a:cxn ang="0">
                  <a:pos x="connsiteX2" y="connsiteY2"/>
                </a:cxn>
                <a:cxn ang="0">
                  <a:pos x="connsiteX3" y="connsiteY3"/>
                </a:cxn>
              </a:cxnLst>
              <a:rect l="l" t="t" r="r" b="b"/>
              <a:pathLst>
                <a:path w="1555841" h="52230">
                  <a:moveTo>
                    <a:pt x="-4" y="-2"/>
                  </a:moveTo>
                  <a:lnTo>
                    <a:pt x="1555838" y="-2"/>
                  </a:lnTo>
                  <a:lnTo>
                    <a:pt x="1555838" y="52228"/>
                  </a:lnTo>
                  <a:lnTo>
                    <a:pt x="-4" y="52228"/>
                  </a:lnTo>
                  <a:close/>
                </a:path>
              </a:pathLst>
            </a:custGeom>
            <a:solidFill>
              <a:srgbClr val="0081C3"/>
            </a:solidFill>
            <a:ln w="9498" cap="flat">
              <a:noFill/>
              <a:prstDash val="solid"/>
              <a:miter/>
            </a:ln>
          </p:spPr>
          <p:txBody>
            <a:bodyPr rtlCol="0" anchor="ctr"/>
            <a:lstStyle/>
            <a:p>
              <a:endParaRPr lang="en-US" b="0" i="0">
                <a:latin typeface="Ubuntu" panose="020B0504030602030204" pitchFamily="34" charset="0"/>
              </a:endParaRPr>
            </a:p>
          </p:txBody>
        </p:sp>
        <p:sp>
          <p:nvSpPr>
            <p:cNvPr id="12" name="Freeform 15">
              <a:extLst>
                <a:ext uri="{FF2B5EF4-FFF2-40B4-BE49-F238E27FC236}">
                  <a16:creationId xmlns:a16="http://schemas.microsoft.com/office/drawing/2014/main" id="{82BB67B2-FC06-7439-4AD8-0A2439F858FC}"/>
                </a:ext>
              </a:extLst>
            </p:cNvPr>
            <p:cNvSpPr/>
            <p:nvPr/>
          </p:nvSpPr>
          <p:spPr>
            <a:xfrm>
              <a:off x="1775520" y="-1319644"/>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00539E"/>
            </a:solidFill>
            <a:ln w="9498" cap="flat">
              <a:noFill/>
              <a:prstDash val="solid"/>
              <a:miter/>
            </a:ln>
          </p:spPr>
          <p:txBody>
            <a:bodyPr rtlCol="0" anchor="ctr"/>
            <a:lstStyle/>
            <a:p>
              <a:endParaRPr lang="en-US" b="0" i="0">
                <a:latin typeface="Ubuntu" panose="020B0504030602030204" pitchFamily="34" charset="0"/>
              </a:endParaRPr>
            </a:p>
          </p:txBody>
        </p:sp>
        <p:sp>
          <p:nvSpPr>
            <p:cNvPr id="13" name="Freeform 16">
              <a:extLst>
                <a:ext uri="{FF2B5EF4-FFF2-40B4-BE49-F238E27FC236}">
                  <a16:creationId xmlns:a16="http://schemas.microsoft.com/office/drawing/2014/main" id="{D0693685-D743-351C-546C-2B2EE0C6F095}"/>
                </a:ext>
              </a:extLst>
            </p:cNvPr>
            <p:cNvSpPr/>
            <p:nvPr/>
          </p:nvSpPr>
          <p:spPr>
            <a:xfrm>
              <a:off x="1775520" y="-1340536"/>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393995"/>
            </a:solidFill>
            <a:ln w="9498" cap="flat">
              <a:noFill/>
              <a:prstDash val="solid"/>
              <a:miter/>
            </a:ln>
          </p:spPr>
          <p:txBody>
            <a:bodyPr rtlCol="0" anchor="ctr"/>
            <a:lstStyle/>
            <a:p>
              <a:endParaRPr lang="en-US" b="0" i="0">
                <a:latin typeface="Ubuntu" panose="020B0504030602030204" pitchFamily="34" charset="0"/>
              </a:endParaRPr>
            </a:p>
          </p:txBody>
        </p:sp>
        <p:sp>
          <p:nvSpPr>
            <p:cNvPr id="15" name="Freeform 17">
              <a:extLst>
                <a:ext uri="{FF2B5EF4-FFF2-40B4-BE49-F238E27FC236}">
                  <a16:creationId xmlns:a16="http://schemas.microsoft.com/office/drawing/2014/main" id="{047BEF2D-A1AB-9092-3BC1-8AB8471816B4}"/>
                </a:ext>
              </a:extLst>
            </p:cNvPr>
            <p:cNvSpPr/>
            <p:nvPr/>
          </p:nvSpPr>
          <p:spPr>
            <a:xfrm>
              <a:off x="1775520" y="-1380421"/>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00539E"/>
            </a:solidFill>
            <a:ln w="9498" cap="flat">
              <a:noFill/>
              <a:prstDash val="solid"/>
              <a:miter/>
            </a:ln>
          </p:spPr>
          <p:txBody>
            <a:bodyPr rtlCol="0" anchor="ctr"/>
            <a:lstStyle/>
            <a:p>
              <a:endParaRPr lang="en-US" b="0" i="0">
                <a:latin typeface="Ubuntu" panose="020B0504030602030204" pitchFamily="34" charset="0"/>
              </a:endParaRPr>
            </a:p>
          </p:txBody>
        </p:sp>
        <p:sp>
          <p:nvSpPr>
            <p:cNvPr id="16" name="Freeform 18">
              <a:extLst>
                <a:ext uri="{FF2B5EF4-FFF2-40B4-BE49-F238E27FC236}">
                  <a16:creationId xmlns:a16="http://schemas.microsoft.com/office/drawing/2014/main" id="{F039F601-9CE0-F0DD-3CB7-A7E42A43CDBC}"/>
                </a:ext>
              </a:extLst>
            </p:cNvPr>
            <p:cNvSpPr/>
            <p:nvPr/>
          </p:nvSpPr>
          <p:spPr>
            <a:xfrm>
              <a:off x="1775520" y="-1413659"/>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393995"/>
            </a:solidFill>
            <a:ln w="9498" cap="flat">
              <a:noFill/>
              <a:prstDash val="solid"/>
              <a:miter/>
            </a:ln>
          </p:spPr>
          <p:txBody>
            <a:bodyPr rtlCol="0" anchor="ctr"/>
            <a:lstStyle/>
            <a:p>
              <a:endParaRPr lang="en-US" b="0" i="0">
                <a:latin typeface="Ubuntu" panose="020B0504030602030204" pitchFamily="34" charset="0"/>
              </a:endParaRPr>
            </a:p>
          </p:txBody>
        </p:sp>
        <p:sp>
          <p:nvSpPr>
            <p:cNvPr id="17" name="Freeform 20">
              <a:extLst>
                <a:ext uri="{FF2B5EF4-FFF2-40B4-BE49-F238E27FC236}">
                  <a16:creationId xmlns:a16="http://schemas.microsoft.com/office/drawing/2014/main" id="{50FF89B8-F858-51DE-1740-5CFB309CE61A}"/>
                </a:ext>
              </a:extLst>
            </p:cNvPr>
            <p:cNvSpPr/>
            <p:nvPr/>
          </p:nvSpPr>
          <p:spPr>
            <a:xfrm>
              <a:off x="1775520" y="-1687155"/>
              <a:ext cx="1555841" cy="84517"/>
            </a:xfrm>
            <a:custGeom>
              <a:avLst/>
              <a:gdLst>
                <a:gd name="connsiteX0" fmla="*/ -4 w 1555841"/>
                <a:gd name="connsiteY0" fmla="*/ -2 h 84517"/>
                <a:gd name="connsiteX1" fmla="*/ 1555838 w 1555841"/>
                <a:gd name="connsiteY1" fmla="*/ -2 h 84517"/>
                <a:gd name="connsiteX2" fmla="*/ 1555838 w 1555841"/>
                <a:gd name="connsiteY2" fmla="*/ 84516 h 84517"/>
                <a:gd name="connsiteX3" fmla="*/ -4 w 1555841"/>
                <a:gd name="connsiteY3" fmla="*/ 84516 h 84517"/>
              </a:gdLst>
              <a:ahLst/>
              <a:cxnLst>
                <a:cxn ang="0">
                  <a:pos x="connsiteX0" y="connsiteY0"/>
                </a:cxn>
                <a:cxn ang="0">
                  <a:pos x="connsiteX1" y="connsiteY1"/>
                </a:cxn>
                <a:cxn ang="0">
                  <a:pos x="connsiteX2" y="connsiteY2"/>
                </a:cxn>
                <a:cxn ang="0">
                  <a:pos x="connsiteX3" y="connsiteY3"/>
                </a:cxn>
              </a:cxnLst>
              <a:rect l="l" t="t" r="r" b="b"/>
              <a:pathLst>
                <a:path w="1555841" h="84517">
                  <a:moveTo>
                    <a:pt x="-4" y="-2"/>
                  </a:moveTo>
                  <a:lnTo>
                    <a:pt x="1555838" y="-2"/>
                  </a:lnTo>
                  <a:lnTo>
                    <a:pt x="1555838" y="84516"/>
                  </a:lnTo>
                  <a:lnTo>
                    <a:pt x="-4" y="84516"/>
                  </a:lnTo>
                  <a:close/>
                </a:path>
              </a:pathLst>
            </a:custGeom>
            <a:solidFill>
              <a:srgbClr val="EB008B"/>
            </a:solidFill>
            <a:ln w="9498" cap="flat">
              <a:noFill/>
              <a:prstDash val="solid"/>
              <a:miter/>
            </a:ln>
          </p:spPr>
          <p:txBody>
            <a:bodyPr rtlCol="0" anchor="ctr"/>
            <a:lstStyle/>
            <a:p>
              <a:endParaRPr lang="en-US" b="0" i="0">
                <a:latin typeface="Ubuntu" panose="020B0504030602030204" pitchFamily="34" charset="0"/>
              </a:endParaRPr>
            </a:p>
          </p:txBody>
        </p:sp>
        <p:sp>
          <p:nvSpPr>
            <p:cNvPr id="18" name="Freeform 22">
              <a:extLst>
                <a:ext uri="{FF2B5EF4-FFF2-40B4-BE49-F238E27FC236}">
                  <a16:creationId xmlns:a16="http://schemas.microsoft.com/office/drawing/2014/main" id="{52816493-0349-D958-0268-67664046C7E3}"/>
                </a:ext>
              </a:extLst>
            </p:cNvPr>
            <p:cNvSpPr/>
            <p:nvPr/>
          </p:nvSpPr>
          <p:spPr>
            <a:xfrm>
              <a:off x="1775520" y="-891357"/>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FCB827"/>
            </a:solidFill>
            <a:ln w="9498" cap="flat">
              <a:noFill/>
              <a:prstDash val="solid"/>
              <a:miter/>
            </a:ln>
          </p:spPr>
          <p:txBody>
            <a:bodyPr rtlCol="0" anchor="ctr"/>
            <a:lstStyle/>
            <a:p>
              <a:endParaRPr lang="en-US" b="0" i="0">
                <a:latin typeface="Ubuntu" panose="020B0504030602030204" pitchFamily="34" charset="0"/>
              </a:endParaRPr>
            </a:p>
          </p:txBody>
        </p:sp>
      </p:grpSp>
    </p:spTree>
    <p:extLst>
      <p:ext uri="{BB962C8B-B14F-4D97-AF65-F5344CB8AC3E}">
        <p14:creationId xmlns:p14="http://schemas.microsoft.com/office/powerpoint/2010/main" val="1450974535"/>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itle Subtitle Dark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b="0" i="0">
                <a:latin typeface="Ubuntu" panose="020B0504030602030204" pitchFamily="34" charset="0"/>
              </a:endParaRPr>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b="0" i="0">
                <a:latin typeface="Ubuntu" panose="020B0504030602030204" pitchFamily="34" charset="0"/>
              </a:endParaRPr>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sz="2400">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4040995965"/>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itle Subtitle Blue">
    <p:bg>
      <p:bgPr>
        <a:solidFill>
          <a:schemeClr val="accent1"/>
        </a:solidFill>
        <a:effectLst/>
      </p:bgPr>
    </p:bg>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b="0" i="0">
                <a:latin typeface="Ubuntu" panose="020B0504030602030204" pitchFamily="34" charset="0"/>
              </a:endParaRPr>
            </a:p>
          </p:txBody>
        </p:sp>
        <p:sp>
          <p:nvSpPr>
            <p:cNvPr id="10" name="Freeform 321">
              <a:extLst>
                <a:ext uri="{FF2B5EF4-FFF2-40B4-BE49-F238E27FC236}">
                  <a16:creationId xmlns:a16="http://schemas.microsoft.com/office/drawing/2014/main" id="{DF832F2C-D3A7-4DE5-96EA-08ADD488B23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b="0" i="0">
                <a:latin typeface="Ubuntu" panose="020B0504030602030204" pitchFamily="34" charset="0"/>
              </a:endParaRPr>
            </a:p>
          </p:txBody>
        </p:sp>
      </p:grpSp>
      <p:sp>
        <p:nvSpPr>
          <p:cNvPr id="12" name="Text Placeholder 9">
            <a:extLst>
              <a:ext uri="{FF2B5EF4-FFF2-40B4-BE49-F238E27FC236}">
                <a16:creationId xmlns:a16="http://schemas.microsoft.com/office/drawing/2014/main" id="{5F942043-0ED4-4362-8DCB-F241572195DD}"/>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8BF4754F-A565-D595-AC8C-9F0E9407F8F2}"/>
              </a:ext>
            </a:extLst>
          </p:cNvPr>
          <p:cNvSpPr>
            <a:spLocks noGrp="1"/>
          </p:cNvSpPr>
          <p:nvPr>
            <p:ph type="title"/>
          </p:nvPr>
        </p:nvSpPr>
        <p:spPr/>
        <p:txBody>
          <a:bodyPr/>
          <a:lstStyle>
            <a:lvl1pPr>
              <a:defRPr sz="2400">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729322788"/>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Title Only_No Subtitle">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407368" y="692178"/>
            <a:ext cx="10972801" cy="360558"/>
          </a:xfrm>
        </p:spPr>
        <p:txBody>
          <a:bodyPr/>
          <a:lstStyle>
            <a:lvl1pPr>
              <a:defRPr sz="2400" b="0"/>
            </a:lvl1pPr>
          </a:lstStyle>
          <a:p>
            <a:r>
              <a:rPr lang="en-US"/>
              <a:t>Slide Title</a:t>
            </a:r>
          </a:p>
        </p:txBody>
      </p:sp>
      <p:cxnSp>
        <p:nvCxnSpPr>
          <p:cNvPr id="4" name="Straight Connector 3">
            <a:extLst>
              <a:ext uri="{FF2B5EF4-FFF2-40B4-BE49-F238E27FC236}">
                <a16:creationId xmlns:a16="http://schemas.microsoft.com/office/drawing/2014/main" id="{9324EDDA-4569-AE4A-B506-D864FCBB763C}"/>
              </a:ext>
            </a:extLst>
          </p:cNvPr>
          <p:cNvCxnSpPr/>
          <p:nvPr userDrawn="1"/>
        </p:nvCxnSpPr>
        <p:spPr>
          <a:xfrm>
            <a:off x="1" y="6414181"/>
            <a:ext cx="12192000" cy="0"/>
          </a:xfrm>
          <a:prstGeom prst="line">
            <a:avLst/>
          </a:prstGeom>
          <a:ln w="6350">
            <a:solidFill>
              <a:schemeClr val="accent6">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69E4BE72-C97E-4342-9A24-7ADB28FB5EC2}"/>
              </a:ext>
            </a:extLst>
          </p:cNvPr>
          <p:cNvSpPr txBox="1"/>
          <p:nvPr userDrawn="1"/>
        </p:nvSpPr>
        <p:spPr>
          <a:xfrm>
            <a:off x="172130" y="6477564"/>
            <a:ext cx="653188" cy="157527"/>
          </a:xfrm>
          <a:prstGeom prst="rect">
            <a:avLst/>
          </a:prstGeom>
          <a:noFill/>
        </p:spPr>
        <p:txBody>
          <a:bodyPr wrap="square" lIns="0" tIns="0" rIns="0" bIns="0" rtlCol="0" anchor="b">
            <a:noAutofit/>
          </a:bodyPr>
          <a:lstStyle>
            <a:defPPr>
              <a:defRPr lang="en-US"/>
            </a:defPPr>
            <a:lvl1pPr>
              <a:defRPr sz="900">
                <a:solidFill>
                  <a:schemeClr val="bg2"/>
                </a:solidFill>
              </a:defRPr>
            </a:lvl1pPr>
          </a:lstStyle>
          <a:p>
            <a:pPr lvl="0" algn="l"/>
            <a:fld id="{E37A4729-B888-B247-AE07-BFAA2A15D667}" type="slidenum">
              <a:rPr lang="en-US" sz="900" smtClean="0">
                <a:solidFill>
                  <a:schemeClr val="tx1"/>
                </a:solidFill>
              </a:rPr>
              <a:pPr lvl="0" algn="l"/>
              <a:t>‹#›</a:t>
            </a:fld>
            <a:endParaRPr lang="en-US" sz="900">
              <a:solidFill>
                <a:schemeClr val="tx1"/>
              </a:solidFill>
            </a:endParaRPr>
          </a:p>
        </p:txBody>
      </p:sp>
    </p:spTree>
    <p:extLst>
      <p:ext uri="{BB962C8B-B14F-4D97-AF65-F5344CB8AC3E}">
        <p14:creationId xmlns:p14="http://schemas.microsoft.com/office/powerpoint/2010/main" val="106322884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1_Title and Content dark grey">
    <p:bg>
      <p:bgPr>
        <a:solidFill>
          <a:schemeClr val="accent4"/>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F261468-1051-454C-888F-463E38F6AAE1}"/>
              </a:ext>
            </a:extLst>
          </p:cNvPr>
          <p:cNvSpPr/>
          <p:nvPr userDrawn="1"/>
        </p:nvSpPr>
        <p:spPr>
          <a:xfrm>
            <a:off x="10800542" y="184352"/>
            <a:ext cx="436963" cy="456998"/>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8" name="Freeform 13">
            <a:extLst>
              <a:ext uri="{FF2B5EF4-FFF2-40B4-BE49-F238E27FC236}">
                <a16:creationId xmlns:a16="http://schemas.microsoft.com/office/drawing/2014/main" id="{889E2A02-4D32-4F14-8753-F03E747E5E44}"/>
              </a:ext>
            </a:extLst>
          </p:cNvPr>
          <p:cNvSpPr>
            <a:spLocks/>
          </p:cNvSpPr>
          <p:nvPr/>
        </p:nvSpPr>
        <p:spPr bwMode="auto">
          <a:xfrm>
            <a:off x="11705703" y="367862"/>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Rectangle 1">
            <a:extLst>
              <a:ext uri="{FF2B5EF4-FFF2-40B4-BE49-F238E27FC236}">
                <a16:creationId xmlns:a16="http://schemas.microsoft.com/office/drawing/2014/main" id="{6FE8CF10-521C-4776-A87F-5FBD9EAB8261}"/>
              </a:ext>
            </a:extLst>
          </p:cNvPr>
          <p:cNvSpPr/>
          <p:nvPr userDrawn="1"/>
        </p:nvSpPr>
        <p:spPr>
          <a:xfrm>
            <a:off x="11519946" y="116632"/>
            <a:ext cx="552718" cy="576064"/>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grpSp>
        <p:nvGrpSpPr>
          <p:cNvPr id="3" name="Groupe 1">
            <a:extLst>
              <a:ext uri="{FF2B5EF4-FFF2-40B4-BE49-F238E27FC236}">
                <a16:creationId xmlns:a16="http://schemas.microsoft.com/office/drawing/2014/main" id="{C168D517-DB71-FF48-F426-33BAA7A86621}"/>
              </a:ext>
            </a:extLst>
          </p:cNvPr>
          <p:cNvGrpSpPr/>
          <p:nvPr userDrawn="1"/>
        </p:nvGrpSpPr>
        <p:grpSpPr>
          <a:xfrm>
            <a:off x="11501102" y="171573"/>
            <a:ext cx="419436" cy="388988"/>
            <a:chOff x="11501102" y="171573"/>
            <a:chExt cx="419436" cy="388988"/>
          </a:xfrm>
        </p:grpSpPr>
        <p:sp>
          <p:nvSpPr>
            <p:cNvPr id="4" name="Freeform 13">
              <a:extLst>
                <a:ext uri="{FF2B5EF4-FFF2-40B4-BE49-F238E27FC236}">
                  <a16:creationId xmlns:a16="http://schemas.microsoft.com/office/drawing/2014/main" id="{46050FDC-77B5-3B8C-F3EB-549426F15299}"/>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b="0" i="0">
                <a:latin typeface="Ubuntu" panose="020B0504030602030204" pitchFamily="34" charset="0"/>
              </a:endParaRPr>
            </a:p>
          </p:txBody>
        </p:sp>
        <p:sp>
          <p:nvSpPr>
            <p:cNvPr id="5" name="Freeform 14">
              <a:extLst>
                <a:ext uri="{FF2B5EF4-FFF2-40B4-BE49-F238E27FC236}">
                  <a16:creationId xmlns:a16="http://schemas.microsoft.com/office/drawing/2014/main" id="{20D8BCD1-36A7-6AA6-DE5C-BBC1D6257BFE}"/>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b="0" i="0">
                <a:latin typeface="Ubuntu" panose="020B0504030602030204" pitchFamily="34" charset="0"/>
              </a:endParaRPr>
            </a:p>
          </p:txBody>
        </p:sp>
      </p:grpSp>
    </p:spTree>
    <p:extLst>
      <p:ext uri="{BB962C8B-B14F-4D97-AF65-F5344CB8AC3E}">
        <p14:creationId xmlns:p14="http://schemas.microsoft.com/office/powerpoint/2010/main" val="1951706704"/>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ctangle 1">
            <a:extLst>
              <a:ext uri="{FF2B5EF4-FFF2-40B4-BE49-F238E27FC236}">
                <a16:creationId xmlns:a16="http://schemas.microsoft.com/office/drawing/2014/main" id="{17820F74-4974-8B62-3E39-73C0D5C27E72}"/>
              </a:ext>
            </a:extLst>
          </p:cNvPr>
          <p:cNvSpPr/>
          <p:nvPr userDrawn="1"/>
        </p:nvSpPr>
        <p:spPr>
          <a:xfrm>
            <a:off x="11280576" y="116632"/>
            <a:ext cx="792088" cy="64807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Tree>
    <p:extLst>
      <p:ext uri="{BB962C8B-B14F-4D97-AF65-F5344CB8AC3E}">
        <p14:creationId xmlns:p14="http://schemas.microsoft.com/office/powerpoint/2010/main" val="1308397684"/>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userDrawn="1">
  <p:cSld name="4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b="0" i="0">
                <a:solidFill>
                  <a:schemeClr val="bg1"/>
                </a:solidFill>
                <a:latin typeface="Ubuntu" panose="020B0504030602030204" pitchFamily="34" charset="0"/>
              </a:defRPr>
            </a:lvl1pPr>
            <a:lvl2pPr>
              <a:defRPr b="0" i="0">
                <a:solidFill>
                  <a:schemeClr val="bg1"/>
                </a:solidFill>
                <a:latin typeface="Ubuntu" panose="020B0504030602030204" pitchFamily="34" charset="0"/>
              </a:defRPr>
            </a:lvl2pPr>
            <a:lvl3pPr>
              <a:defRPr b="0" i="0">
                <a:solidFill>
                  <a:schemeClr val="bg1"/>
                </a:solidFill>
                <a:latin typeface="Ubuntu" panose="020B0504030602030204" pitchFamily="34" charset="0"/>
              </a:defRPr>
            </a:lvl3pPr>
            <a:lvl4pPr>
              <a:buClr>
                <a:schemeClr val="accent5"/>
              </a:buClr>
              <a:defRPr b="0" i="0">
                <a:solidFill>
                  <a:schemeClr val="bg1"/>
                </a:solidFill>
                <a:latin typeface="Ubuntu" panose="020B0504030602030204" pitchFamily="34" charset="0"/>
              </a:defRPr>
            </a:lvl4pPr>
            <a:lvl5pPr>
              <a:buClr>
                <a:schemeClr val="bg1"/>
              </a:buClr>
              <a:defRPr b="0" i="0">
                <a:solidFill>
                  <a:schemeClr val="bg1"/>
                </a:solidFill>
                <a:latin typeface="Ubuntu" panose="020B0504030602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774979073"/>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userDrawn="1">
  <p:cSld name="Architecture">
    <p:bg>
      <p:bgRef idx="1001">
        <a:schemeClr val="bg1"/>
      </p:bgRef>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CDADC026-F471-4B41-A263-A88A53BE501D}"/>
              </a:ext>
            </a:extLst>
          </p:cNvPr>
          <p:cNvSpPr/>
          <p:nvPr userDrawn="1"/>
        </p:nvSpPr>
        <p:spPr>
          <a:xfrm>
            <a:off x="106511" y="5983231"/>
            <a:ext cx="11978979" cy="88845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36000" rIns="91440" bIns="45720" numCol="1" spcCol="0" rtlCol="0" fromWordArt="0" anchor="b" anchorCtr="0" forceAA="0" compatLnSpc="1">
            <a:prstTxWarp prst="textNoShape">
              <a:avLst/>
            </a:prstTxWarp>
            <a:noAutofit/>
          </a:bodyPr>
          <a:lstStyle/>
          <a:p>
            <a:pPr algn="ctr"/>
            <a:r>
              <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rPr>
              <a:t>Integration &amp; Orchestration</a:t>
            </a:r>
          </a:p>
        </p:txBody>
      </p:sp>
      <p:graphicFrame>
        <p:nvGraphicFramePr>
          <p:cNvPr id="5" name="Object 4" hidden="1"/>
          <p:cNvGraphicFramePr>
            <a:graphicFrameLocks noChangeAspect="1"/>
          </p:cNvGraphicFramePr>
          <p:nvPr userDrawn="1">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Rectangle 19">
            <a:extLst>
              <a:ext uri="{FF2B5EF4-FFF2-40B4-BE49-F238E27FC236}">
                <a16:creationId xmlns:a16="http://schemas.microsoft.com/office/drawing/2014/main" id="{AB6B86A2-BF6A-4CBA-855A-191F7FEF48B2}"/>
              </a:ext>
            </a:extLst>
          </p:cNvPr>
          <p:cNvSpPr/>
          <p:nvPr userDrawn="1"/>
        </p:nvSpPr>
        <p:spPr>
          <a:xfrm>
            <a:off x="214414" y="4205640"/>
            <a:ext cx="9903600" cy="1510585"/>
          </a:xfrm>
          <a:prstGeom prst="rect">
            <a:avLst/>
          </a:prstGeom>
          <a:solidFill>
            <a:schemeClr val="accent4"/>
          </a:solidFill>
          <a:ln w="381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45720" numCol="1" spcCol="0" rtlCol="0" fromWordArt="0" anchor="t" anchorCtr="0" forceAA="0" compatLnSpc="1">
            <a:prstTxWarp prst="textNoShape">
              <a:avLst/>
            </a:prstTxWarp>
            <a:noAutofit/>
          </a:bodyPr>
          <a:lstStyle/>
          <a:p>
            <a:pPr algn="ctr"/>
            <a:r>
              <a:rPr lang="en-US" sz="900" b="0" i="0">
                <a:solidFill>
                  <a:schemeClr val="bg1"/>
                </a:solidFill>
                <a:latin typeface="Ubuntu" panose="020B0504030602030204" pitchFamily="34" charset="0"/>
                <a:ea typeface="Helvetica Neue" panose="02000503000000020004" pitchFamily="2" charset="0"/>
                <a:cs typeface="Arial" panose="020B0604020202020204" pitchFamily="34" charset="0"/>
              </a:rPr>
              <a:t>Data &amp; Insights Hub</a:t>
            </a:r>
          </a:p>
        </p:txBody>
      </p:sp>
      <p:sp>
        <p:nvSpPr>
          <p:cNvPr id="23" name="Isosceles Triangle 74">
            <a:extLst>
              <a:ext uri="{FF2B5EF4-FFF2-40B4-BE49-F238E27FC236}">
                <a16:creationId xmlns:a16="http://schemas.microsoft.com/office/drawing/2014/main" id="{EA6D55B8-EBA5-466A-992B-4A8FE1E20C42}"/>
              </a:ext>
            </a:extLst>
          </p:cNvPr>
          <p:cNvSpPr/>
          <p:nvPr userDrawn="1"/>
        </p:nvSpPr>
        <p:spPr>
          <a:xfrm>
            <a:off x="1945387" y="5630702"/>
            <a:ext cx="365760" cy="182880"/>
          </a:xfrm>
          <a:prstGeom prst="triangle">
            <a:avLst/>
          </a:prstGeom>
          <a:solidFill>
            <a:schemeClr val="accent4">
              <a:lumMod val="50000"/>
              <a:lumOff val="5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0" numCol="1" spcCol="0" rtlCol="0" fromWordArt="0" anchor="ctr" anchorCtr="0" forceAA="0" compatLnSpc="1">
            <a:prstTxWarp prst="textNoShape">
              <a:avLst/>
            </a:prstTxWarp>
            <a:noAutofit/>
          </a:bodyPr>
          <a:lstStyle/>
          <a:p>
            <a:pPr algn="ctr"/>
            <a:endPar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endParaRPr>
          </a:p>
        </p:txBody>
      </p:sp>
      <p:sp>
        <p:nvSpPr>
          <p:cNvPr id="47" name="Isosceles Triangle 74">
            <a:extLst>
              <a:ext uri="{FF2B5EF4-FFF2-40B4-BE49-F238E27FC236}">
                <a16:creationId xmlns:a16="http://schemas.microsoft.com/office/drawing/2014/main" id="{90BD8A24-7FDF-458E-8575-C38CDC9CA017}"/>
              </a:ext>
            </a:extLst>
          </p:cNvPr>
          <p:cNvSpPr/>
          <p:nvPr userDrawn="1"/>
        </p:nvSpPr>
        <p:spPr>
          <a:xfrm>
            <a:off x="8430128" y="5632457"/>
            <a:ext cx="365760" cy="182880"/>
          </a:xfrm>
          <a:prstGeom prst="triangle">
            <a:avLst/>
          </a:prstGeom>
          <a:solidFill>
            <a:schemeClr val="accent4">
              <a:lumMod val="50000"/>
              <a:lumOff val="5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0" numCol="1" spcCol="0" rtlCol="0" fromWordArt="0" anchor="ctr" anchorCtr="0" forceAA="0" compatLnSpc="1">
            <a:prstTxWarp prst="textNoShape">
              <a:avLst/>
            </a:prstTxWarp>
            <a:noAutofit/>
          </a:bodyPr>
          <a:lstStyle/>
          <a:p>
            <a:pPr algn="ctr"/>
            <a:endPar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endParaRPr>
          </a:p>
        </p:txBody>
      </p:sp>
      <p:sp>
        <p:nvSpPr>
          <p:cNvPr id="34" name="Isosceles Triangle 74">
            <a:extLst>
              <a:ext uri="{FF2B5EF4-FFF2-40B4-BE49-F238E27FC236}">
                <a16:creationId xmlns:a16="http://schemas.microsoft.com/office/drawing/2014/main" id="{DB07DF4C-0E64-46BF-90F6-9412E525D712}"/>
              </a:ext>
            </a:extLst>
          </p:cNvPr>
          <p:cNvSpPr/>
          <p:nvPr userDrawn="1"/>
        </p:nvSpPr>
        <p:spPr>
          <a:xfrm flipV="1">
            <a:off x="1945387" y="4114080"/>
            <a:ext cx="365760" cy="182880"/>
          </a:xfrm>
          <a:prstGeom prst="triangle">
            <a:avLst/>
          </a:prstGeom>
          <a:solidFill>
            <a:schemeClr val="accent4">
              <a:lumMod val="50000"/>
              <a:lumOff val="5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0" numCol="1" spcCol="0" rtlCol="0" fromWordArt="0" anchor="ctr" anchorCtr="0" forceAA="0" compatLnSpc="1">
            <a:prstTxWarp prst="textNoShape">
              <a:avLst/>
            </a:prstTxWarp>
            <a:noAutofit/>
          </a:bodyPr>
          <a:lstStyle/>
          <a:p>
            <a:pPr algn="ctr"/>
            <a:endPar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endParaRPr>
          </a:p>
        </p:txBody>
      </p:sp>
      <p:sp>
        <p:nvSpPr>
          <p:cNvPr id="38" name="Isosceles Triangle 74">
            <a:extLst>
              <a:ext uri="{FF2B5EF4-FFF2-40B4-BE49-F238E27FC236}">
                <a16:creationId xmlns:a16="http://schemas.microsoft.com/office/drawing/2014/main" id="{A471710A-48E5-4D73-A904-7E8F6E18954A}"/>
              </a:ext>
            </a:extLst>
          </p:cNvPr>
          <p:cNvSpPr/>
          <p:nvPr userDrawn="1"/>
        </p:nvSpPr>
        <p:spPr>
          <a:xfrm flipV="1">
            <a:off x="4897108" y="4114080"/>
            <a:ext cx="365760" cy="182880"/>
          </a:xfrm>
          <a:prstGeom prst="triangle">
            <a:avLst/>
          </a:prstGeom>
          <a:solidFill>
            <a:schemeClr val="accent4">
              <a:lumMod val="50000"/>
              <a:lumOff val="5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0" numCol="1" spcCol="0" rtlCol="0" fromWordArt="0" anchor="ctr" anchorCtr="0" forceAA="0" compatLnSpc="1">
            <a:prstTxWarp prst="textNoShape">
              <a:avLst/>
            </a:prstTxWarp>
            <a:noAutofit/>
          </a:bodyPr>
          <a:lstStyle/>
          <a:p>
            <a:pPr algn="ctr"/>
            <a:endPar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endParaRPr>
          </a:p>
        </p:txBody>
      </p:sp>
      <p:sp>
        <p:nvSpPr>
          <p:cNvPr id="43" name="Isosceles Triangle 74">
            <a:extLst>
              <a:ext uri="{FF2B5EF4-FFF2-40B4-BE49-F238E27FC236}">
                <a16:creationId xmlns:a16="http://schemas.microsoft.com/office/drawing/2014/main" id="{D2DE2A28-72C3-4BE1-A765-CBA77EE6BF09}"/>
              </a:ext>
            </a:extLst>
          </p:cNvPr>
          <p:cNvSpPr/>
          <p:nvPr userDrawn="1"/>
        </p:nvSpPr>
        <p:spPr>
          <a:xfrm flipV="1">
            <a:off x="6929806" y="4114080"/>
            <a:ext cx="365760" cy="182880"/>
          </a:xfrm>
          <a:prstGeom prst="triangle">
            <a:avLst/>
          </a:prstGeom>
          <a:solidFill>
            <a:schemeClr val="accent4">
              <a:lumMod val="50000"/>
              <a:lumOff val="5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0" numCol="1" spcCol="0" rtlCol="0" fromWordArt="0" anchor="ctr" anchorCtr="0" forceAA="0" compatLnSpc="1">
            <a:prstTxWarp prst="textNoShape">
              <a:avLst/>
            </a:prstTxWarp>
            <a:noAutofit/>
          </a:bodyPr>
          <a:lstStyle/>
          <a:p>
            <a:pPr algn="ctr"/>
            <a:endPar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endParaRPr>
          </a:p>
        </p:txBody>
      </p:sp>
      <p:sp>
        <p:nvSpPr>
          <p:cNvPr id="45" name="Isosceles Triangle 74">
            <a:extLst>
              <a:ext uri="{FF2B5EF4-FFF2-40B4-BE49-F238E27FC236}">
                <a16:creationId xmlns:a16="http://schemas.microsoft.com/office/drawing/2014/main" id="{0C215AD1-4509-4FDD-A4F8-46F8A370E373}"/>
              </a:ext>
            </a:extLst>
          </p:cNvPr>
          <p:cNvSpPr/>
          <p:nvPr userDrawn="1"/>
        </p:nvSpPr>
        <p:spPr>
          <a:xfrm flipV="1">
            <a:off x="8962503" y="4114080"/>
            <a:ext cx="365760" cy="182880"/>
          </a:xfrm>
          <a:prstGeom prst="triangle">
            <a:avLst/>
          </a:prstGeom>
          <a:solidFill>
            <a:schemeClr val="accent4">
              <a:lumMod val="50000"/>
              <a:lumOff val="5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0" numCol="1" spcCol="0" rtlCol="0" fromWordArt="0" anchor="ctr" anchorCtr="0" forceAA="0" compatLnSpc="1">
            <a:prstTxWarp prst="textNoShape">
              <a:avLst/>
            </a:prstTxWarp>
            <a:noAutofit/>
          </a:bodyPr>
          <a:lstStyle/>
          <a:p>
            <a:pPr algn="ctr"/>
            <a:endPar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endParaRPr>
          </a:p>
        </p:txBody>
      </p:sp>
      <p:sp>
        <p:nvSpPr>
          <p:cNvPr id="42" name="Isosceles Triangle 74">
            <a:extLst>
              <a:ext uri="{FF2B5EF4-FFF2-40B4-BE49-F238E27FC236}">
                <a16:creationId xmlns:a16="http://schemas.microsoft.com/office/drawing/2014/main" id="{1338C2B2-9F97-684F-B1A9-185ACCB37186}"/>
              </a:ext>
            </a:extLst>
          </p:cNvPr>
          <p:cNvSpPr/>
          <p:nvPr userDrawn="1"/>
        </p:nvSpPr>
        <p:spPr>
          <a:xfrm>
            <a:off x="5381495" y="5622911"/>
            <a:ext cx="365760" cy="182880"/>
          </a:xfrm>
          <a:prstGeom prst="triangle">
            <a:avLst/>
          </a:prstGeom>
          <a:solidFill>
            <a:schemeClr val="accent4">
              <a:lumMod val="50000"/>
              <a:lumOff val="5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0" numCol="1" spcCol="0" rtlCol="0" fromWordArt="0" anchor="ctr" anchorCtr="0" forceAA="0" compatLnSpc="1">
            <a:prstTxWarp prst="textNoShape">
              <a:avLst/>
            </a:prstTxWarp>
            <a:noAutofit/>
          </a:bodyPr>
          <a:lstStyle/>
          <a:p>
            <a:pPr algn="ctr"/>
            <a:endPar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endParaRPr>
          </a:p>
        </p:txBody>
      </p:sp>
      <p:sp>
        <p:nvSpPr>
          <p:cNvPr id="19" name="Rectangle 18">
            <a:extLst>
              <a:ext uri="{FF2B5EF4-FFF2-40B4-BE49-F238E27FC236}">
                <a16:creationId xmlns:a16="http://schemas.microsoft.com/office/drawing/2014/main" id="{7CF8E4BF-E7B9-4E14-A65A-9D9BA079AC42}"/>
              </a:ext>
            </a:extLst>
          </p:cNvPr>
          <p:cNvSpPr/>
          <p:nvPr userDrawn="1"/>
        </p:nvSpPr>
        <p:spPr>
          <a:xfrm>
            <a:off x="217171" y="2175791"/>
            <a:ext cx="3822193" cy="1945004"/>
          </a:xfrm>
          <a:prstGeom prst="rect">
            <a:avLst/>
          </a:prstGeom>
          <a:solidFill>
            <a:schemeClr val="accent4">
              <a:lumMod val="50000"/>
              <a:lumOff val="50000"/>
            </a:schemeClr>
          </a:solidFill>
          <a:ln w="381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45720" numCol="1" spcCol="0" rtlCol="0" fromWordArt="0" anchor="t" anchorCtr="0" forceAA="0" compatLnSpc="1">
            <a:prstTxWarp prst="textNoShape">
              <a:avLst/>
            </a:prstTxWarp>
            <a:noAutofit/>
          </a:bodyPr>
          <a:lstStyle/>
          <a:p>
            <a:pPr algn="ctr"/>
            <a:r>
              <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rPr>
              <a:t>Core Policy Admin System</a:t>
            </a:r>
          </a:p>
        </p:txBody>
      </p:sp>
      <p:grpSp>
        <p:nvGrpSpPr>
          <p:cNvPr id="6" name="Group 5">
            <a:extLst>
              <a:ext uri="{FF2B5EF4-FFF2-40B4-BE49-F238E27FC236}">
                <a16:creationId xmlns:a16="http://schemas.microsoft.com/office/drawing/2014/main" id="{F01C45D2-4ED8-DF72-F901-07E4792235AC}"/>
              </a:ext>
            </a:extLst>
          </p:cNvPr>
          <p:cNvGrpSpPr/>
          <p:nvPr userDrawn="1"/>
        </p:nvGrpSpPr>
        <p:grpSpPr>
          <a:xfrm>
            <a:off x="4102280" y="2175791"/>
            <a:ext cx="6015732" cy="1945004"/>
            <a:chOff x="4102280" y="2175791"/>
            <a:chExt cx="4390697" cy="1945004"/>
          </a:xfrm>
        </p:grpSpPr>
        <p:sp>
          <p:nvSpPr>
            <p:cNvPr id="30" name="Rectangle 29">
              <a:extLst>
                <a:ext uri="{FF2B5EF4-FFF2-40B4-BE49-F238E27FC236}">
                  <a16:creationId xmlns:a16="http://schemas.microsoft.com/office/drawing/2014/main" id="{EF3C30DF-B3E5-4102-BB41-2509C4741784}"/>
                </a:ext>
              </a:extLst>
            </p:cNvPr>
            <p:cNvSpPr/>
            <p:nvPr userDrawn="1"/>
          </p:nvSpPr>
          <p:spPr>
            <a:xfrm>
              <a:off x="7073194" y="2175791"/>
              <a:ext cx="1419783" cy="1945004"/>
            </a:xfrm>
            <a:prstGeom prst="rect">
              <a:avLst/>
            </a:prstGeom>
            <a:solidFill>
              <a:schemeClr val="accent4">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45720" numCol="1" spcCol="0" rtlCol="0" fromWordArt="0" anchor="t" anchorCtr="0" forceAA="0" compatLnSpc="1">
              <a:prstTxWarp prst="textNoShape">
                <a:avLst/>
              </a:prstTxWarp>
              <a:noAutofit/>
            </a:bodyPr>
            <a:lstStyle/>
            <a:p>
              <a:pPr algn="ctr"/>
              <a:r>
                <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rPr>
                <a:t>Trade Credit &amp; Surety</a:t>
              </a:r>
            </a:p>
          </p:txBody>
        </p:sp>
        <p:sp>
          <p:nvSpPr>
            <p:cNvPr id="44" name="Rectangle 43">
              <a:extLst>
                <a:ext uri="{FF2B5EF4-FFF2-40B4-BE49-F238E27FC236}">
                  <a16:creationId xmlns:a16="http://schemas.microsoft.com/office/drawing/2014/main" id="{927B3F99-5C7A-4058-AE59-CA50EDD6BCCF}"/>
                </a:ext>
              </a:extLst>
            </p:cNvPr>
            <p:cNvSpPr/>
            <p:nvPr userDrawn="1"/>
          </p:nvSpPr>
          <p:spPr>
            <a:xfrm>
              <a:off x="5587737" y="2175791"/>
              <a:ext cx="1419783" cy="1945004"/>
            </a:xfrm>
            <a:prstGeom prst="rect">
              <a:avLst/>
            </a:prstGeom>
            <a:solidFill>
              <a:schemeClr val="accent4">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45720" numCol="1" spcCol="0" rtlCol="0" fromWordArt="0" anchor="t" anchorCtr="0" forceAA="0" compatLnSpc="1">
              <a:prstTxWarp prst="textNoShape">
                <a:avLst/>
              </a:prstTxWarp>
              <a:noAutofit/>
            </a:bodyPr>
            <a:lstStyle/>
            <a:p>
              <a:pPr algn="ctr"/>
              <a:r>
                <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rPr>
                <a:t>Ocean Marine</a:t>
              </a:r>
            </a:p>
          </p:txBody>
        </p:sp>
        <p:sp>
          <p:nvSpPr>
            <p:cNvPr id="41" name="Rectangle 40">
              <a:extLst>
                <a:ext uri="{FF2B5EF4-FFF2-40B4-BE49-F238E27FC236}">
                  <a16:creationId xmlns:a16="http://schemas.microsoft.com/office/drawing/2014/main" id="{12DE3E8E-E0EE-4701-A386-189DCBE2FE80}"/>
                </a:ext>
              </a:extLst>
            </p:cNvPr>
            <p:cNvSpPr/>
            <p:nvPr userDrawn="1"/>
          </p:nvSpPr>
          <p:spPr>
            <a:xfrm>
              <a:off x="4102280" y="2175791"/>
              <a:ext cx="1419783" cy="1945004"/>
            </a:xfrm>
            <a:prstGeom prst="rect">
              <a:avLst/>
            </a:prstGeom>
            <a:solidFill>
              <a:schemeClr val="accent4">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45720" numCol="1" spcCol="0" rtlCol="0" fromWordArt="0" anchor="t" anchorCtr="0" forceAA="0" compatLnSpc="1">
              <a:prstTxWarp prst="textNoShape">
                <a:avLst/>
              </a:prstTxWarp>
              <a:noAutofit/>
            </a:bodyPr>
            <a:lstStyle/>
            <a:p>
              <a:pPr algn="ctr"/>
              <a:r>
                <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rPr>
                <a:t>Reinsurance</a:t>
              </a:r>
              <a:br>
                <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rPr>
              </a:br>
              <a:r>
                <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rPr>
                <a:t>Ceded + Assumed</a:t>
              </a:r>
            </a:p>
          </p:txBody>
        </p:sp>
      </p:grpSp>
      <p:sp>
        <p:nvSpPr>
          <p:cNvPr id="33" name="Rectangle 32">
            <a:extLst>
              <a:ext uri="{FF2B5EF4-FFF2-40B4-BE49-F238E27FC236}">
                <a16:creationId xmlns:a16="http://schemas.microsoft.com/office/drawing/2014/main" id="{E026A69E-CAAF-4BD4-98E0-D043F7925061}"/>
              </a:ext>
            </a:extLst>
          </p:cNvPr>
          <p:cNvSpPr/>
          <p:nvPr userDrawn="1"/>
        </p:nvSpPr>
        <p:spPr>
          <a:xfrm>
            <a:off x="214413" y="5801068"/>
            <a:ext cx="3821089" cy="803820"/>
          </a:xfrm>
          <a:prstGeom prst="rect">
            <a:avLst/>
          </a:prstGeom>
          <a:solidFill>
            <a:schemeClr val="accent4">
              <a:lumMod val="50000"/>
              <a:lumOff val="50000"/>
            </a:schemeClr>
          </a:solidFill>
          <a:ln w="381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45720" numCol="1" spcCol="0" rtlCol="0" fromWordArt="0" anchor="t" anchorCtr="0" forceAA="0" compatLnSpc="1">
            <a:prstTxWarp prst="textNoShape">
              <a:avLst/>
            </a:prstTxWarp>
            <a:noAutofit/>
          </a:bodyPr>
          <a:lstStyle/>
          <a:p>
            <a:pPr algn="ctr"/>
            <a:r>
              <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rPr>
              <a:t>Billing &amp; Collections</a:t>
            </a:r>
          </a:p>
        </p:txBody>
      </p:sp>
      <p:sp>
        <p:nvSpPr>
          <p:cNvPr id="39" name="Rectangle 38">
            <a:extLst>
              <a:ext uri="{FF2B5EF4-FFF2-40B4-BE49-F238E27FC236}">
                <a16:creationId xmlns:a16="http://schemas.microsoft.com/office/drawing/2014/main" id="{D58F695B-35AB-4EC8-8919-7A4788122643}"/>
              </a:ext>
            </a:extLst>
          </p:cNvPr>
          <p:cNvSpPr/>
          <p:nvPr userDrawn="1"/>
        </p:nvSpPr>
        <p:spPr>
          <a:xfrm>
            <a:off x="4102281" y="5801068"/>
            <a:ext cx="2905240" cy="803820"/>
          </a:xfrm>
          <a:prstGeom prst="rect">
            <a:avLst/>
          </a:prstGeom>
          <a:solidFill>
            <a:schemeClr val="accent4">
              <a:lumMod val="50000"/>
              <a:lumOff val="50000"/>
            </a:schemeClr>
          </a:solidFill>
          <a:ln w="381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45720" numCol="1" spcCol="0" rtlCol="0" fromWordArt="0" anchor="t" anchorCtr="0" forceAA="0" compatLnSpc="1">
            <a:prstTxWarp prst="textNoShape">
              <a:avLst/>
            </a:prstTxWarp>
            <a:noAutofit/>
          </a:bodyPr>
          <a:lstStyle/>
          <a:p>
            <a:pPr algn="ctr"/>
            <a:r>
              <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rPr>
              <a:t>Claims</a:t>
            </a:r>
          </a:p>
        </p:txBody>
      </p:sp>
      <p:sp>
        <p:nvSpPr>
          <p:cNvPr id="40" name="Rectangle 39">
            <a:extLst>
              <a:ext uri="{FF2B5EF4-FFF2-40B4-BE49-F238E27FC236}">
                <a16:creationId xmlns:a16="http://schemas.microsoft.com/office/drawing/2014/main" id="{4F28080F-9EB0-4ACE-8D95-6E92EA1B6E76}"/>
              </a:ext>
            </a:extLst>
          </p:cNvPr>
          <p:cNvSpPr/>
          <p:nvPr userDrawn="1"/>
        </p:nvSpPr>
        <p:spPr>
          <a:xfrm>
            <a:off x="7073194" y="5801068"/>
            <a:ext cx="3044820" cy="803820"/>
          </a:xfrm>
          <a:prstGeom prst="rect">
            <a:avLst/>
          </a:prstGeom>
          <a:solidFill>
            <a:schemeClr val="accent4">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45720" numCol="1" spcCol="0" rtlCol="0" fromWordArt="0" anchor="t" anchorCtr="0" forceAA="0" compatLnSpc="1">
            <a:prstTxWarp prst="textNoShape">
              <a:avLst/>
            </a:prstTxWarp>
            <a:noAutofit/>
          </a:bodyPr>
          <a:lstStyle/>
          <a:p>
            <a:pPr algn="ctr"/>
            <a:r>
              <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rPr>
              <a:t>3</a:t>
            </a:r>
            <a:r>
              <a:rPr lang="en-US" sz="900" b="0" i="0" baseline="3000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rPr>
              <a:t>rd</a:t>
            </a:r>
            <a:r>
              <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rPr>
              <a:t> Party Data Enrichments</a:t>
            </a:r>
          </a:p>
        </p:txBody>
      </p:sp>
      <p:sp>
        <p:nvSpPr>
          <p:cNvPr id="76" name="Isosceles Triangle 74">
            <a:extLst>
              <a:ext uri="{FF2B5EF4-FFF2-40B4-BE49-F238E27FC236}">
                <a16:creationId xmlns:a16="http://schemas.microsoft.com/office/drawing/2014/main" id="{247141B6-CAF1-1647-A424-8A4C224B2D25}"/>
              </a:ext>
            </a:extLst>
          </p:cNvPr>
          <p:cNvSpPr/>
          <p:nvPr userDrawn="1"/>
        </p:nvSpPr>
        <p:spPr>
          <a:xfrm rot="16200000">
            <a:off x="9937533" y="4870243"/>
            <a:ext cx="365760" cy="182880"/>
          </a:xfrm>
          <a:prstGeom prst="triangle">
            <a:avLst/>
          </a:prstGeom>
          <a:solidFill>
            <a:schemeClr val="accent4">
              <a:lumMod val="50000"/>
              <a:lumOff val="5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0" numCol="1" spcCol="0" rtlCol="0" fromWordArt="0" anchor="ctr" anchorCtr="0" forceAA="0" compatLnSpc="1">
            <a:prstTxWarp prst="textNoShape">
              <a:avLst/>
            </a:prstTxWarp>
            <a:noAutofit/>
          </a:bodyPr>
          <a:lstStyle/>
          <a:p>
            <a:pPr algn="ctr"/>
            <a:endPar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endParaRPr>
          </a:p>
        </p:txBody>
      </p:sp>
      <p:sp>
        <p:nvSpPr>
          <p:cNvPr id="49" name="Rectangle 48">
            <a:extLst>
              <a:ext uri="{FF2B5EF4-FFF2-40B4-BE49-F238E27FC236}">
                <a16:creationId xmlns:a16="http://schemas.microsoft.com/office/drawing/2014/main" id="{2CDD721C-0DDC-DB40-AF30-E35B30EAD66F}"/>
              </a:ext>
            </a:extLst>
          </p:cNvPr>
          <p:cNvSpPr/>
          <p:nvPr userDrawn="1"/>
        </p:nvSpPr>
        <p:spPr>
          <a:xfrm>
            <a:off x="10211853" y="4191161"/>
            <a:ext cx="1735137" cy="2419395"/>
          </a:xfrm>
          <a:prstGeom prst="rect">
            <a:avLst/>
          </a:prstGeom>
          <a:solidFill>
            <a:schemeClr val="accent4">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rPr>
              <a:t>Enterprise Services</a:t>
            </a:r>
          </a:p>
        </p:txBody>
      </p:sp>
      <p:grpSp>
        <p:nvGrpSpPr>
          <p:cNvPr id="25" name="Group 24">
            <a:extLst>
              <a:ext uri="{FF2B5EF4-FFF2-40B4-BE49-F238E27FC236}">
                <a16:creationId xmlns:a16="http://schemas.microsoft.com/office/drawing/2014/main" id="{FC8974A2-136A-054B-AFD4-2D2E43A4A4E9}"/>
              </a:ext>
            </a:extLst>
          </p:cNvPr>
          <p:cNvGrpSpPr/>
          <p:nvPr userDrawn="1"/>
        </p:nvGrpSpPr>
        <p:grpSpPr>
          <a:xfrm>
            <a:off x="1933319" y="2033300"/>
            <a:ext cx="7394944" cy="182880"/>
            <a:chOff x="2097786" y="4342529"/>
            <a:chExt cx="7394944" cy="182880"/>
          </a:xfrm>
          <a:solidFill>
            <a:schemeClr val="accent5">
              <a:lumMod val="75000"/>
            </a:schemeClr>
          </a:solidFill>
        </p:grpSpPr>
        <p:sp>
          <p:nvSpPr>
            <p:cNvPr id="120" name="Isosceles Triangle 74">
              <a:extLst>
                <a:ext uri="{FF2B5EF4-FFF2-40B4-BE49-F238E27FC236}">
                  <a16:creationId xmlns:a16="http://schemas.microsoft.com/office/drawing/2014/main" id="{EB98D404-4306-4D49-93AC-7755C540479A}"/>
                </a:ext>
              </a:extLst>
            </p:cNvPr>
            <p:cNvSpPr/>
            <p:nvPr userDrawn="1"/>
          </p:nvSpPr>
          <p:spPr>
            <a:xfrm flipV="1">
              <a:off x="2097786" y="4342529"/>
              <a:ext cx="365760" cy="182880"/>
            </a:xfrm>
            <a:prstGeom prst="triangle">
              <a:avLst/>
            </a:prstGeom>
            <a:grp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0" numCol="1" spcCol="0" rtlCol="0" fromWordArt="0" anchor="ctr" anchorCtr="0" forceAA="0" compatLnSpc="1">
              <a:prstTxWarp prst="textNoShape">
                <a:avLst/>
              </a:prstTxWarp>
              <a:noAutofit/>
            </a:bodyPr>
            <a:lstStyle/>
            <a:p>
              <a:pPr algn="ctr"/>
              <a:endPar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endParaRPr>
            </a:p>
          </p:txBody>
        </p:sp>
        <p:sp>
          <p:nvSpPr>
            <p:cNvPr id="121" name="Isosceles Triangle 74">
              <a:extLst>
                <a:ext uri="{FF2B5EF4-FFF2-40B4-BE49-F238E27FC236}">
                  <a16:creationId xmlns:a16="http://schemas.microsoft.com/office/drawing/2014/main" id="{FF4979DC-09EE-134C-BDDC-0DA14A666F42}"/>
                </a:ext>
              </a:extLst>
            </p:cNvPr>
            <p:cNvSpPr/>
            <p:nvPr userDrawn="1"/>
          </p:nvSpPr>
          <p:spPr>
            <a:xfrm flipV="1">
              <a:off x="5062724" y="4342529"/>
              <a:ext cx="365760" cy="182880"/>
            </a:xfrm>
            <a:prstGeom prst="triangle">
              <a:avLst/>
            </a:prstGeom>
            <a:grp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0" numCol="1" spcCol="0" rtlCol="0" fromWordArt="0" anchor="ctr" anchorCtr="0" forceAA="0" compatLnSpc="1">
              <a:prstTxWarp prst="textNoShape">
                <a:avLst/>
              </a:prstTxWarp>
              <a:noAutofit/>
            </a:bodyPr>
            <a:lstStyle/>
            <a:p>
              <a:pPr algn="ctr"/>
              <a:endPar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endParaRPr>
            </a:p>
          </p:txBody>
        </p:sp>
        <p:sp>
          <p:nvSpPr>
            <p:cNvPr id="122" name="Isosceles Triangle 74">
              <a:extLst>
                <a:ext uri="{FF2B5EF4-FFF2-40B4-BE49-F238E27FC236}">
                  <a16:creationId xmlns:a16="http://schemas.microsoft.com/office/drawing/2014/main" id="{37195CBB-58EC-304F-9456-D31984DD814A}"/>
                </a:ext>
              </a:extLst>
            </p:cNvPr>
            <p:cNvSpPr/>
            <p:nvPr userDrawn="1"/>
          </p:nvSpPr>
          <p:spPr>
            <a:xfrm flipV="1">
              <a:off x="7089803" y="4342529"/>
              <a:ext cx="365760" cy="182880"/>
            </a:xfrm>
            <a:prstGeom prst="triangle">
              <a:avLst/>
            </a:prstGeom>
            <a:grp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0" numCol="1" spcCol="0" rtlCol="0" fromWordArt="0" anchor="ctr" anchorCtr="0" forceAA="0" compatLnSpc="1">
              <a:prstTxWarp prst="textNoShape">
                <a:avLst/>
              </a:prstTxWarp>
              <a:noAutofit/>
            </a:bodyPr>
            <a:lstStyle/>
            <a:p>
              <a:pPr algn="ctr"/>
              <a:endPar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endParaRPr>
            </a:p>
          </p:txBody>
        </p:sp>
        <p:sp>
          <p:nvSpPr>
            <p:cNvPr id="123" name="Isosceles Triangle 74">
              <a:extLst>
                <a:ext uri="{FF2B5EF4-FFF2-40B4-BE49-F238E27FC236}">
                  <a16:creationId xmlns:a16="http://schemas.microsoft.com/office/drawing/2014/main" id="{54477D63-6C30-2A4A-BD3E-F000CF8D5212}"/>
                </a:ext>
              </a:extLst>
            </p:cNvPr>
            <p:cNvSpPr/>
            <p:nvPr userDrawn="1"/>
          </p:nvSpPr>
          <p:spPr>
            <a:xfrm flipV="1">
              <a:off x="9126970" y="4342529"/>
              <a:ext cx="365760" cy="182880"/>
            </a:xfrm>
            <a:prstGeom prst="triangle">
              <a:avLst/>
            </a:prstGeom>
            <a:grp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0" numCol="1" spcCol="0" rtlCol="0" fromWordArt="0" anchor="ctr" anchorCtr="0" forceAA="0" compatLnSpc="1">
              <a:prstTxWarp prst="textNoShape">
                <a:avLst/>
              </a:prstTxWarp>
              <a:noAutofit/>
            </a:bodyPr>
            <a:lstStyle/>
            <a:p>
              <a:pPr algn="ctr"/>
              <a:endPar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endParaRPr>
            </a:p>
          </p:txBody>
        </p:sp>
      </p:grpSp>
      <p:sp>
        <p:nvSpPr>
          <p:cNvPr id="117" name="Rectangle 116">
            <a:extLst>
              <a:ext uri="{FF2B5EF4-FFF2-40B4-BE49-F238E27FC236}">
                <a16:creationId xmlns:a16="http://schemas.microsoft.com/office/drawing/2014/main" id="{2477D2F4-BACF-8E4A-AFB9-7D8B92E0C4B3}"/>
              </a:ext>
            </a:extLst>
          </p:cNvPr>
          <p:cNvSpPr/>
          <p:nvPr userDrawn="1"/>
        </p:nvSpPr>
        <p:spPr>
          <a:xfrm>
            <a:off x="10211854" y="441669"/>
            <a:ext cx="1735136" cy="1644124"/>
          </a:xfrm>
          <a:prstGeom prst="rect">
            <a:avLst/>
          </a:prstGeom>
          <a:solidFill>
            <a:schemeClr val="accent4">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45720" numCol="1" spcCol="0" rtlCol="0" fromWordArt="0" anchor="t" anchorCtr="0" forceAA="0" compatLnSpc="1">
            <a:prstTxWarp prst="textNoShape">
              <a:avLst/>
            </a:prstTxWarp>
            <a:noAutofit/>
          </a:bodyPr>
          <a:lstStyle/>
          <a:p>
            <a:pPr algn="ctr"/>
            <a:r>
              <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rPr>
              <a:t>Rules &amp; Pricing</a:t>
            </a:r>
          </a:p>
        </p:txBody>
      </p:sp>
      <p:sp>
        <p:nvSpPr>
          <p:cNvPr id="145" name="Rectangle 144">
            <a:extLst>
              <a:ext uri="{FF2B5EF4-FFF2-40B4-BE49-F238E27FC236}">
                <a16:creationId xmlns:a16="http://schemas.microsoft.com/office/drawing/2014/main" id="{E95FFE5B-F0CC-424F-B817-D4862361D719}"/>
              </a:ext>
            </a:extLst>
          </p:cNvPr>
          <p:cNvSpPr/>
          <p:nvPr userDrawn="1"/>
        </p:nvSpPr>
        <p:spPr>
          <a:xfrm>
            <a:off x="10275735" y="4490551"/>
            <a:ext cx="777240" cy="457200"/>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GL</a:t>
            </a:r>
          </a:p>
        </p:txBody>
      </p:sp>
      <p:sp>
        <p:nvSpPr>
          <p:cNvPr id="146" name="Rectangle 145">
            <a:extLst>
              <a:ext uri="{FF2B5EF4-FFF2-40B4-BE49-F238E27FC236}">
                <a16:creationId xmlns:a16="http://schemas.microsoft.com/office/drawing/2014/main" id="{D5DE2011-1A94-5A41-97B2-933A63E02CCF}"/>
              </a:ext>
            </a:extLst>
          </p:cNvPr>
          <p:cNvSpPr/>
          <p:nvPr userDrawn="1"/>
        </p:nvSpPr>
        <p:spPr>
          <a:xfrm>
            <a:off x="10275735" y="6074659"/>
            <a:ext cx="777240" cy="457200"/>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Compliance</a:t>
            </a:r>
          </a:p>
        </p:txBody>
      </p:sp>
      <p:sp>
        <p:nvSpPr>
          <p:cNvPr id="147" name="Rectangle 146">
            <a:extLst>
              <a:ext uri="{FF2B5EF4-FFF2-40B4-BE49-F238E27FC236}">
                <a16:creationId xmlns:a16="http://schemas.microsoft.com/office/drawing/2014/main" id="{44259082-AE9D-724B-9B09-F7000492ADDE}"/>
              </a:ext>
            </a:extLst>
          </p:cNvPr>
          <p:cNvSpPr/>
          <p:nvPr userDrawn="1"/>
        </p:nvSpPr>
        <p:spPr>
          <a:xfrm>
            <a:off x="10275735" y="5018587"/>
            <a:ext cx="777240" cy="457200"/>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FP&amp;A</a:t>
            </a:r>
          </a:p>
        </p:txBody>
      </p:sp>
      <p:sp>
        <p:nvSpPr>
          <p:cNvPr id="148" name="Rectangle 147">
            <a:extLst>
              <a:ext uri="{FF2B5EF4-FFF2-40B4-BE49-F238E27FC236}">
                <a16:creationId xmlns:a16="http://schemas.microsoft.com/office/drawing/2014/main" id="{5935C97D-E177-C544-A3CA-3EE2E7047129}"/>
              </a:ext>
            </a:extLst>
          </p:cNvPr>
          <p:cNvSpPr/>
          <p:nvPr userDrawn="1"/>
        </p:nvSpPr>
        <p:spPr>
          <a:xfrm>
            <a:off x="11111361" y="4490551"/>
            <a:ext cx="777240" cy="457200"/>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AP / Procurement</a:t>
            </a:r>
          </a:p>
        </p:txBody>
      </p:sp>
      <p:grpSp>
        <p:nvGrpSpPr>
          <p:cNvPr id="2" name="Group 1">
            <a:extLst>
              <a:ext uri="{FF2B5EF4-FFF2-40B4-BE49-F238E27FC236}">
                <a16:creationId xmlns:a16="http://schemas.microsoft.com/office/drawing/2014/main" id="{39EEA177-DFDE-8149-88A1-A541D86E6286}"/>
              </a:ext>
            </a:extLst>
          </p:cNvPr>
          <p:cNvGrpSpPr/>
          <p:nvPr userDrawn="1"/>
        </p:nvGrpSpPr>
        <p:grpSpPr>
          <a:xfrm>
            <a:off x="416416" y="4490551"/>
            <a:ext cx="9406769" cy="1097280"/>
            <a:chOff x="-766721" y="4490550"/>
            <a:chExt cx="10575996" cy="1097280"/>
          </a:xfrm>
        </p:grpSpPr>
        <p:sp>
          <p:nvSpPr>
            <p:cNvPr id="149" name="Rectangle 148">
              <a:extLst>
                <a:ext uri="{FF2B5EF4-FFF2-40B4-BE49-F238E27FC236}">
                  <a16:creationId xmlns:a16="http://schemas.microsoft.com/office/drawing/2014/main" id="{71DAF470-796B-2F4F-9B2C-B1D116D4EEA7}"/>
                </a:ext>
              </a:extLst>
            </p:cNvPr>
            <p:cNvSpPr/>
            <p:nvPr userDrawn="1"/>
          </p:nvSpPr>
          <p:spPr>
            <a:xfrm>
              <a:off x="6378164" y="4490550"/>
              <a:ext cx="1644891" cy="1097280"/>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Visualization &amp; Reporting</a:t>
              </a:r>
            </a:p>
          </p:txBody>
        </p:sp>
        <p:sp>
          <p:nvSpPr>
            <p:cNvPr id="150" name="Rectangle 149">
              <a:extLst>
                <a:ext uri="{FF2B5EF4-FFF2-40B4-BE49-F238E27FC236}">
                  <a16:creationId xmlns:a16="http://schemas.microsoft.com/office/drawing/2014/main" id="{F574DFC7-47F9-DB40-83B7-0A19534F226B}"/>
                </a:ext>
              </a:extLst>
            </p:cNvPr>
            <p:cNvSpPr/>
            <p:nvPr userDrawn="1"/>
          </p:nvSpPr>
          <p:spPr>
            <a:xfrm>
              <a:off x="1019500" y="4490550"/>
              <a:ext cx="1644891" cy="1097280"/>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Data Ingestion</a:t>
              </a:r>
            </a:p>
          </p:txBody>
        </p:sp>
        <p:sp>
          <p:nvSpPr>
            <p:cNvPr id="151" name="Rectangle 150">
              <a:extLst>
                <a:ext uri="{FF2B5EF4-FFF2-40B4-BE49-F238E27FC236}">
                  <a16:creationId xmlns:a16="http://schemas.microsoft.com/office/drawing/2014/main" id="{E1032A9B-E8A4-354C-A01D-C558505522E7}"/>
                </a:ext>
              </a:extLst>
            </p:cNvPr>
            <p:cNvSpPr/>
            <p:nvPr userDrawn="1"/>
          </p:nvSpPr>
          <p:spPr>
            <a:xfrm>
              <a:off x="8164384" y="4490550"/>
              <a:ext cx="1644891" cy="1097280"/>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Finance Datawarehouse</a:t>
              </a:r>
            </a:p>
          </p:txBody>
        </p:sp>
        <p:sp>
          <p:nvSpPr>
            <p:cNvPr id="152" name="Rectangle 151">
              <a:extLst>
                <a:ext uri="{FF2B5EF4-FFF2-40B4-BE49-F238E27FC236}">
                  <a16:creationId xmlns:a16="http://schemas.microsoft.com/office/drawing/2014/main" id="{1581C56D-25D0-044E-AA8D-6C8BBCB2F441}"/>
                </a:ext>
              </a:extLst>
            </p:cNvPr>
            <p:cNvSpPr/>
            <p:nvPr userDrawn="1"/>
          </p:nvSpPr>
          <p:spPr>
            <a:xfrm>
              <a:off x="2805722" y="4490550"/>
              <a:ext cx="1644891" cy="1097280"/>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Data Processing &amp; Compute</a:t>
              </a:r>
            </a:p>
          </p:txBody>
        </p:sp>
        <p:sp>
          <p:nvSpPr>
            <p:cNvPr id="153" name="Rectangle 152">
              <a:extLst>
                <a:ext uri="{FF2B5EF4-FFF2-40B4-BE49-F238E27FC236}">
                  <a16:creationId xmlns:a16="http://schemas.microsoft.com/office/drawing/2014/main" id="{B1638A4B-05D1-C543-AFD6-99FBE6F2AF2E}"/>
                </a:ext>
              </a:extLst>
            </p:cNvPr>
            <p:cNvSpPr/>
            <p:nvPr userDrawn="1"/>
          </p:nvSpPr>
          <p:spPr>
            <a:xfrm>
              <a:off x="4591943" y="4490550"/>
              <a:ext cx="1644891" cy="1097280"/>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Data Aggregations</a:t>
              </a:r>
            </a:p>
          </p:txBody>
        </p:sp>
        <p:sp>
          <p:nvSpPr>
            <p:cNvPr id="62" name="Rectangle 61">
              <a:extLst>
                <a:ext uri="{FF2B5EF4-FFF2-40B4-BE49-F238E27FC236}">
                  <a16:creationId xmlns:a16="http://schemas.microsoft.com/office/drawing/2014/main" id="{5A59B85B-039A-7E4E-ABD4-B4066724D647}"/>
                </a:ext>
              </a:extLst>
            </p:cNvPr>
            <p:cNvSpPr/>
            <p:nvPr userDrawn="1"/>
          </p:nvSpPr>
          <p:spPr>
            <a:xfrm>
              <a:off x="-766721" y="4490550"/>
              <a:ext cx="1644891" cy="1097280"/>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Data Trust</a:t>
              </a:r>
            </a:p>
          </p:txBody>
        </p:sp>
      </p:grpSp>
      <p:sp>
        <p:nvSpPr>
          <p:cNvPr id="60" name="Rectangle 59">
            <a:extLst>
              <a:ext uri="{FF2B5EF4-FFF2-40B4-BE49-F238E27FC236}">
                <a16:creationId xmlns:a16="http://schemas.microsoft.com/office/drawing/2014/main" id="{D162B3DF-5F37-8C4A-8FFF-5310CAB96C8D}"/>
              </a:ext>
            </a:extLst>
          </p:cNvPr>
          <p:cNvSpPr/>
          <p:nvPr userDrawn="1"/>
        </p:nvSpPr>
        <p:spPr>
          <a:xfrm>
            <a:off x="214412" y="1137052"/>
            <a:ext cx="9903600" cy="89739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45720" numCol="1" spcCol="0" rtlCol="0" fromWordArt="0" anchor="t" anchorCtr="0" forceAA="0" compatLnSpc="1">
            <a:prstTxWarp prst="textNoShape">
              <a:avLst/>
            </a:prstTxWarp>
            <a:noAutofit/>
          </a:bodyPr>
          <a:lstStyle/>
          <a:p>
            <a:pPr lvl="0" algn="ctr"/>
            <a:r>
              <a:rPr lang="en-US" sz="900" b="0" i="0">
                <a:solidFill>
                  <a:schemeClr val="bg1"/>
                </a:solidFill>
                <a:latin typeface="Ubuntu" panose="020B0504030602030204" pitchFamily="34" charset="0"/>
                <a:ea typeface="Helvetica Neue" panose="02000503000000020004" pitchFamily="2" charset="0"/>
                <a:cs typeface="Arial" panose="020B0604020202020204" pitchFamily="34" charset="0"/>
              </a:rPr>
              <a:t>Underwriter Workbench</a:t>
            </a:r>
          </a:p>
        </p:txBody>
      </p:sp>
      <p:sp>
        <p:nvSpPr>
          <p:cNvPr id="61" name="Rectangle 60">
            <a:extLst>
              <a:ext uri="{FF2B5EF4-FFF2-40B4-BE49-F238E27FC236}">
                <a16:creationId xmlns:a16="http://schemas.microsoft.com/office/drawing/2014/main" id="{18540F30-B62A-8B41-BF1C-04CA36C516E3}"/>
              </a:ext>
            </a:extLst>
          </p:cNvPr>
          <p:cNvSpPr/>
          <p:nvPr userDrawn="1"/>
        </p:nvSpPr>
        <p:spPr>
          <a:xfrm>
            <a:off x="214412" y="441669"/>
            <a:ext cx="9903600" cy="61054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45720" numCol="1" spcCol="0" rtlCol="0" fromWordArt="0" anchor="t" anchorCtr="0" forceAA="0" compatLnSpc="1">
            <a:prstTxWarp prst="textNoShape">
              <a:avLst/>
            </a:prstTxWarp>
            <a:noAutofit/>
          </a:bodyPr>
          <a:lstStyle/>
          <a:p>
            <a:pPr lvl="0" algn="ctr"/>
            <a:r>
              <a:rPr lang="en-US" sz="900" b="0" i="0">
                <a:solidFill>
                  <a:schemeClr val="bg1"/>
                </a:solidFill>
                <a:latin typeface="Ubuntu" panose="020B0504030602030204" pitchFamily="34" charset="0"/>
                <a:ea typeface="Helvetica Neue" panose="02000503000000020004" pitchFamily="2" charset="0"/>
                <a:cs typeface="Arial" panose="020B0604020202020204" pitchFamily="34" charset="0"/>
              </a:rPr>
              <a:t>Client Connectivity &amp; Engagement</a:t>
            </a:r>
          </a:p>
        </p:txBody>
      </p:sp>
      <p:grpSp>
        <p:nvGrpSpPr>
          <p:cNvPr id="3" name="Group 2">
            <a:extLst>
              <a:ext uri="{FF2B5EF4-FFF2-40B4-BE49-F238E27FC236}">
                <a16:creationId xmlns:a16="http://schemas.microsoft.com/office/drawing/2014/main" id="{BA6E93C9-C7E1-C746-876F-303FF41D81E3}"/>
              </a:ext>
            </a:extLst>
          </p:cNvPr>
          <p:cNvGrpSpPr/>
          <p:nvPr userDrawn="1"/>
        </p:nvGrpSpPr>
        <p:grpSpPr>
          <a:xfrm>
            <a:off x="1414464" y="1400098"/>
            <a:ext cx="8520669" cy="567293"/>
            <a:chOff x="355381" y="1426155"/>
            <a:chExt cx="9579751" cy="541235"/>
          </a:xfrm>
        </p:grpSpPr>
        <p:sp>
          <p:nvSpPr>
            <p:cNvPr id="128" name="Rectangle 127">
              <a:extLst>
                <a:ext uri="{FF2B5EF4-FFF2-40B4-BE49-F238E27FC236}">
                  <a16:creationId xmlns:a16="http://schemas.microsoft.com/office/drawing/2014/main" id="{1750D110-0871-6D44-9167-318B2FB29C10}"/>
                </a:ext>
              </a:extLst>
            </p:cNvPr>
            <p:cNvSpPr/>
            <p:nvPr userDrawn="1"/>
          </p:nvSpPr>
          <p:spPr>
            <a:xfrm>
              <a:off x="4224637" y="1426332"/>
              <a:ext cx="1841237" cy="538748"/>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Triage</a:t>
              </a:r>
            </a:p>
          </p:txBody>
        </p:sp>
        <p:sp>
          <p:nvSpPr>
            <p:cNvPr id="130" name="Rectangle 129">
              <a:extLst>
                <a:ext uri="{FF2B5EF4-FFF2-40B4-BE49-F238E27FC236}">
                  <a16:creationId xmlns:a16="http://schemas.microsoft.com/office/drawing/2014/main" id="{305F82E6-6FF9-154E-9C27-54ABD37C7306}"/>
                </a:ext>
              </a:extLst>
            </p:cNvPr>
            <p:cNvSpPr/>
            <p:nvPr userDrawn="1"/>
          </p:nvSpPr>
          <p:spPr>
            <a:xfrm>
              <a:off x="6159265" y="1426155"/>
              <a:ext cx="3775867" cy="541235"/>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Workflow &amp; Integration</a:t>
              </a:r>
            </a:p>
          </p:txBody>
        </p:sp>
        <p:sp>
          <p:nvSpPr>
            <p:cNvPr id="131" name="Rectangle 130">
              <a:extLst>
                <a:ext uri="{FF2B5EF4-FFF2-40B4-BE49-F238E27FC236}">
                  <a16:creationId xmlns:a16="http://schemas.microsoft.com/office/drawing/2014/main" id="{7670B784-1785-B548-AF44-4169A6EB6A1B}"/>
                </a:ext>
              </a:extLst>
            </p:cNvPr>
            <p:cNvSpPr/>
            <p:nvPr userDrawn="1"/>
          </p:nvSpPr>
          <p:spPr>
            <a:xfrm>
              <a:off x="2290009" y="1426332"/>
              <a:ext cx="1841237" cy="538748"/>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Clearance</a:t>
              </a:r>
            </a:p>
          </p:txBody>
        </p:sp>
        <p:sp>
          <p:nvSpPr>
            <p:cNvPr id="132" name="Rectangle 131">
              <a:extLst>
                <a:ext uri="{FF2B5EF4-FFF2-40B4-BE49-F238E27FC236}">
                  <a16:creationId xmlns:a16="http://schemas.microsoft.com/office/drawing/2014/main" id="{5CF67ED5-7DB6-4042-AA5E-6421AA5AEAC3}"/>
                </a:ext>
              </a:extLst>
            </p:cNvPr>
            <p:cNvSpPr/>
            <p:nvPr userDrawn="1"/>
          </p:nvSpPr>
          <p:spPr>
            <a:xfrm>
              <a:off x="355381" y="1426332"/>
              <a:ext cx="1841237" cy="538748"/>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Ingestion</a:t>
              </a:r>
            </a:p>
          </p:txBody>
        </p:sp>
      </p:grpSp>
      <p:grpSp>
        <p:nvGrpSpPr>
          <p:cNvPr id="4" name="Group 3">
            <a:extLst>
              <a:ext uri="{FF2B5EF4-FFF2-40B4-BE49-F238E27FC236}">
                <a16:creationId xmlns:a16="http://schemas.microsoft.com/office/drawing/2014/main" id="{FC4BE647-CD92-D848-89E3-C98C8B3258BC}"/>
              </a:ext>
            </a:extLst>
          </p:cNvPr>
          <p:cNvGrpSpPr/>
          <p:nvPr userDrawn="1"/>
        </p:nvGrpSpPr>
        <p:grpSpPr>
          <a:xfrm>
            <a:off x="1414464" y="707552"/>
            <a:ext cx="8520669" cy="201168"/>
            <a:chOff x="2290009" y="968031"/>
            <a:chExt cx="7645123" cy="201168"/>
          </a:xfrm>
        </p:grpSpPr>
        <p:sp>
          <p:nvSpPr>
            <p:cNvPr id="155" name="Rectangle 154">
              <a:extLst>
                <a:ext uri="{FF2B5EF4-FFF2-40B4-BE49-F238E27FC236}">
                  <a16:creationId xmlns:a16="http://schemas.microsoft.com/office/drawing/2014/main" id="{ED8DA30F-D056-9041-9789-453FF345D34E}"/>
                </a:ext>
              </a:extLst>
            </p:cNvPr>
            <p:cNvSpPr/>
            <p:nvPr userDrawn="1"/>
          </p:nvSpPr>
          <p:spPr>
            <a:xfrm>
              <a:off x="2290009" y="968031"/>
              <a:ext cx="1469400" cy="201168"/>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Broker Portal / Web App</a:t>
              </a:r>
            </a:p>
          </p:txBody>
        </p:sp>
        <p:sp>
          <p:nvSpPr>
            <p:cNvPr id="156" name="Rectangle 155">
              <a:extLst>
                <a:ext uri="{FF2B5EF4-FFF2-40B4-BE49-F238E27FC236}">
                  <a16:creationId xmlns:a16="http://schemas.microsoft.com/office/drawing/2014/main" id="{74C5EAA6-297A-034B-9A8F-434CF510B471}"/>
                </a:ext>
              </a:extLst>
            </p:cNvPr>
            <p:cNvSpPr/>
            <p:nvPr userDrawn="1"/>
          </p:nvSpPr>
          <p:spPr>
            <a:xfrm>
              <a:off x="3833940" y="968031"/>
              <a:ext cx="1469400" cy="201168"/>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CMS / DAM</a:t>
              </a:r>
            </a:p>
          </p:txBody>
        </p:sp>
        <p:sp>
          <p:nvSpPr>
            <p:cNvPr id="157" name="Rectangle 156">
              <a:extLst>
                <a:ext uri="{FF2B5EF4-FFF2-40B4-BE49-F238E27FC236}">
                  <a16:creationId xmlns:a16="http://schemas.microsoft.com/office/drawing/2014/main" id="{A5ED8848-E8AB-9648-A666-0C23AC3B29B5}"/>
                </a:ext>
              </a:extLst>
            </p:cNvPr>
            <p:cNvSpPr/>
            <p:nvPr userDrawn="1"/>
          </p:nvSpPr>
          <p:spPr>
            <a:xfrm>
              <a:off x="5377871" y="968031"/>
              <a:ext cx="1469400" cy="201168"/>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Contact Center</a:t>
              </a:r>
            </a:p>
          </p:txBody>
        </p:sp>
        <p:sp>
          <p:nvSpPr>
            <p:cNvPr id="158" name="Rectangle 157">
              <a:extLst>
                <a:ext uri="{FF2B5EF4-FFF2-40B4-BE49-F238E27FC236}">
                  <a16:creationId xmlns:a16="http://schemas.microsoft.com/office/drawing/2014/main" id="{3E4DBDC0-0F3D-D145-B458-6B53D1300405}"/>
                </a:ext>
              </a:extLst>
            </p:cNvPr>
            <p:cNvSpPr/>
            <p:nvPr userDrawn="1"/>
          </p:nvSpPr>
          <p:spPr>
            <a:xfrm>
              <a:off x="6921803" y="968031"/>
              <a:ext cx="1469400" cy="201168"/>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Service Desk</a:t>
              </a:r>
            </a:p>
          </p:txBody>
        </p:sp>
        <p:sp>
          <p:nvSpPr>
            <p:cNvPr id="159" name="Rectangle 158">
              <a:extLst>
                <a:ext uri="{FF2B5EF4-FFF2-40B4-BE49-F238E27FC236}">
                  <a16:creationId xmlns:a16="http://schemas.microsoft.com/office/drawing/2014/main" id="{6BD26B8A-147E-4440-B016-F2609DE1B697}"/>
                </a:ext>
              </a:extLst>
            </p:cNvPr>
            <p:cNvSpPr/>
            <p:nvPr userDrawn="1"/>
          </p:nvSpPr>
          <p:spPr>
            <a:xfrm>
              <a:off x="8465732" y="968031"/>
              <a:ext cx="1469400" cy="201168"/>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Audience Manager / Segmentation</a:t>
              </a:r>
            </a:p>
          </p:txBody>
        </p:sp>
      </p:grpSp>
      <p:sp>
        <p:nvSpPr>
          <p:cNvPr id="63" name="Rectangle 62">
            <a:extLst>
              <a:ext uri="{FF2B5EF4-FFF2-40B4-BE49-F238E27FC236}">
                <a16:creationId xmlns:a16="http://schemas.microsoft.com/office/drawing/2014/main" id="{B4F30947-FC09-4A80-BC1C-EFE6595ACD9C}"/>
              </a:ext>
            </a:extLst>
          </p:cNvPr>
          <p:cNvSpPr/>
          <p:nvPr userDrawn="1"/>
        </p:nvSpPr>
        <p:spPr>
          <a:xfrm>
            <a:off x="11111361" y="5018587"/>
            <a:ext cx="777240" cy="457200"/>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Risk &amp; Exposure</a:t>
            </a:r>
          </a:p>
        </p:txBody>
      </p:sp>
      <p:sp>
        <p:nvSpPr>
          <p:cNvPr id="64" name="Rectangle 63">
            <a:extLst>
              <a:ext uri="{FF2B5EF4-FFF2-40B4-BE49-F238E27FC236}">
                <a16:creationId xmlns:a16="http://schemas.microsoft.com/office/drawing/2014/main" id="{2D41C60B-AC0F-433B-B60A-98AFEBC8FFFA}"/>
              </a:ext>
            </a:extLst>
          </p:cNvPr>
          <p:cNvSpPr/>
          <p:nvPr userDrawn="1"/>
        </p:nvSpPr>
        <p:spPr>
          <a:xfrm>
            <a:off x="10275735" y="5546623"/>
            <a:ext cx="777240" cy="457200"/>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UW Audit &amp; Peer Review</a:t>
            </a:r>
          </a:p>
        </p:txBody>
      </p:sp>
      <p:sp>
        <p:nvSpPr>
          <p:cNvPr id="65" name="Rectangle 64">
            <a:extLst>
              <a:ext uri="{FF2B5EF4-FFF2-40B4-BE49-F238E27FC236}">
                <a16:creationId xmlns:a16="http://schemas.microsoft.com/office/drawing/2014/main" id="{F10E3A0D-5177-4CD6-B7A4-6CEC818DB046}"/>
              </a:ext>
            </a:extLst>
          </p:cNvPr>
          <p:cNvSpPr/>
          <p:nvPr userDrawn="1"/>
        </p:nvSpPr>
        <p:spPr>
          <a:xfrm>
            <a:off x="11111361" y="5546623"/>
            <a:ext cx="777240" cy="457200"/>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Reserve Modeling</a:t>
            </a:r>
          </a:p>
        </p:txBody>
      </p:sp>
      <p:sp>
        <p:nvSpPr>
          <p:cNvPr id="66" name="Rectangle 65">
            <a:extLst>
              <a:ext uri="{FF2B5EF4-FFF2-40B4-BE49-F238E27FC236}">
                <a16:creationId xmlns:a16="http://schemas.microsoft.com/office/drawing/2014/main" id="{38513983-D596-41F6-B913-A40A1E68E0CB}"/>
              </a:ext>
            </a:extLst>
          </p:cNvPr>
          <p:cNvSpPr/>
          <p:nvPr userDrawn="1"/>
        </p:nvSpPr>
        <p:spPr>
          <a:xfrm>
            <a:off x="11111361" y="6074659"/>
            <a:ext cx="777240" cy="457200"/>
          </a:xfrm>
          <a:prstGeom prst="rect">
            <a:avLst/>
          </a:prstGeom>
          <a:solidFill>
            <a:schemeClr val="bg1">
              <a:alpha val="42000"/>
            </a:schemeClr>
          </a:solidFill>
          <a:ln w="19050">
            <a:noFill/>
          </a:ln>
          <a:effectLst>
            <a:glow rad="38100">
              <a:schemeClr val="bg1">
                <a:lumMod val="50000"/>
                <a:alpha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tx1">
                    <a:lumMod val="85000"/>
                    <a:lumOff val="15000"/>
                  </a:schemeClr>
                </a:solidFill>
                <a:effectLst/>
                <a:uLnTx/>
                <a:uFillTx/>
                <a:latin typeface="Ubuntu" panose="020B0504030602030204" pitchFamily="34" charset="0"/>
                <a:ea typeface="Helvetica Neue" panose="02000503000000020004" pitchFamily="2" charset="0"/>
                <a:cs typeface="Arial" panose="020B0604020202020204" pitchFamily="34" charset="0"/>
              </a:rPr>
              <a:t>FAC Placement</a:t>
            </a:r>
          </a:p>
        </p:txBody>
      </p:sp>
      <p:grpSp>
        <p:nvGrpSpPr>
          <p:cNvPr id="8" name="Group 7">
            <a:extLst>
              <a:ext uri="{FF2B5EF4-FFF2-40B4-BE49-F238E27FC236}">
                <a16:creationId xmlns:a16="http://schemas.microsoft.com/office/drawing/2014/main" id="{15A903A8-58FD-CF47-81A4-09B60FD6FAED}"/>
              </a:ext>
            </a:extLst>
          </p:cNvPr>
          <p:cNvGrpSpPr/>
          <p:nvPr userDrawn="1"/>
        </p:nvGrpSpPr>
        <p:grpSpPr>
          <a:xfrm>
            <a:off x="10211853" y="2175790"/>
            <a:ext cx="1735136" cy="1938287"/>
            <a:chOff x="10211853" y="1700254"/>
            <a:chExt cx="1735136" cy="2413823"/>
          </a:xfrm>
          <a:solidFill>
            <a:schemeClr val="accent4">
              <a:lumMod val="50000"/>
              <a:lumOff val="50000"/>
            </a:schemeClr>
          </a:solidFill>
        </p:grpSpPr>
        <p:sp>
          <p:nvSpPr>
            <p:cNvPr id="71" name="Rectangle 70">
              <a:extLst>
                <a:ext uri="{FF2B5EF4-FFF2-40B4-BE49-F238E27FC236}">
                  <a16:creationId xmlns:a16="http://schemas.microsoft.com/office/drawing/2014/main" id="{D0A00E0D-99D3-1C4B-AF1A-7379952EBD73}"/>
                </a:ext>
              </a:extLst>
            </p:cNvPr>
            <p:cNvSpPr/>
            <p:nvPr userDrawn="1"/>
          </p:nvSpPr>
          <p:spPr>
            <a:xfrm>
              <a:off x="10211853" y="1700254"/>
              <a:ext cx="1735136" cy="115523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45720" numCol="1" spcCol="0" rtlCol="0" fromWordArt="0" anchor="t" anchorCtr="0" forceAA="0" compatLnSpc="1">
              <a:prstTxWarp prst="textNoShape">
                <a:avLst/>
              </a:prstTxWarp>
              <a:noAutofit/>
            </a:bodyPr>
            <a:lstStyle/>
            <a:p>
              <a:pPr lvl="0" algn="ctr"/>
              <a:r>
                <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rPr>
                <a:t>Document Management</a:t>
              </a:r>
            </a:p>
          </p:txBody>
        </p:sp>
        <p:sp>
          <p:nvSpPr>
            <p:cNvPr id="72" name="Rectangle 71">
              <a:extLst>
                <a:ext uri="{FF2B5EF4-FFF2-40B4-BE49-F238E27FC236}">
                  <a16:creationId xmlns:a16="http://schemas.microsoft.com/office/drawing/2014/main" id="{40B65D23-40AA-DA48-ADBE-5DD4CF58D305}"/>
                </a:ext>
              </a:extLst>
            </p:cNvPr>
            <p:cNvSpPr/>
            <p:nvPr userDrawn="1"/>
          </p:nvSpPr>
          <p:spPr>
            <a:xfrm>
              <a:off x="10211853" y="2958842"/>
              <a:ext cx="1735136" cy="115523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45720" numCol="1" spcCol="0" rtlCol="0" fromWordArt="0" anchor="t" anchorCtr="0" forceAA="0" compatLnSpc="1">
              <a:prstTxWarp prst="textNoShape">
                <a:avLst/>
              </a:prstTxWarp>
              <a:noAutofit/>
            </a:bodyPr>
            <a:lstStyle/>
            <a:p>
              <a:pPr algn="ctr"/>
              <a:r>
                <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rPr>
                <a:t>Communication Management</a:t>
              </a:r>
            </a:p>
          </p:txBody>
        </p:sp>
      </p:grpSp>
      <p:sp>
        <p:nvSpPr>
          <p:cNvPr id="70" name="Rectangle 69">
            <a:extLst>
              <a:ext uri="{FF2B5EF4-FFF2-40B4-BE49-F238E27FC236}">
                <a16:creationId xmlns:a16="http://schemas.microsoft.com/office/drawing/2014/main" id="{5D17BA99-91DB-4FC8-6D79-A230C95B176E}"/>
              </a:ext>
            </a:extLst>
          </p:cNvPr>
          <p:cNvSpPr/>
          <p:nvPr userDrawn="1"/>
        </p:nvSpPr>
        <p:spPr>
          <a:xfrm>
            <a:off x="222620" y="641497"/>
            <a:ext cx="1098001" cy="89739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0000" rIns="0" bIns="45720" numCol="1" spcCol="0" rtlCol="0" fromWordArt="0" anchor="t" anchorCtr="0" forceAA="0" compatLnSpc="1">
            <a:prstTxWarp prst="textNoShape">
              <a:avLst/>
            </a:prstTxWarp>
            <a:noAutofit/>
          </a:bodyPr>
          <a:lstStyle/>
          <a:p>
            <a:pPr lvl="0" algn="ctr"/>
            <a:endParaRPr lang="en-US" sz="900" b="0" i="0">
              <a:solidFill>
                <a:schemeClr val="tx1">
                  <a:lumMod val="85000"/>
                  <a:lumOff val="15000"/>
                </a:schemeClr>
              </a:solidFill>
              <a:latin typeface="Ubuntu" panose="020B0504030602030204" pitchFamily="34" charset="0"/>
              <a:ea typeface="Helvetica Neue" panose="02000503000000020004" pitchFamily="2" charset="0"/>
              <a:cs typeface="Arial" panose="020B0604020202020204" pitchFamily="34" charset="0"/>
            </a:endParaRPr>
          </a:p>
        </p:txBody>
      </p:sp>
      <p:grpSp>
        <p:nvGrpSpPr>
          <p:cNvPr id="7" name="Graphic 8">
            <a:extLst>
              <a:ext uri="{FF2B5EF4-FFF2-40B4-BE49-F238E27FC236}">
                <a16:creationId xmlns:a16="http://schemas.microsoft.com/office/drawing/2014/main" id="{170D2EC4-C58E-F095-B356-45DA529A8C7B}"/>
              </a:ext>
            </a:extLst>
          </p:cNvPr>
          <p:cNvGrpSpPr/>
          <p:nvPr userDrawn="1"/>
        </p:nvGrpSpPr>
        <p:grpSpPr>
          <a:xfrm>
            <a:off x="1" y="0"/>
            <a:ext cx="119335" cy="6858000"/>
            <a:chOff x="1775520" y="-1816306"/>
            <a:chExt cx="1555841" cy="1051251"/>
          </a:xfrm>
        </p:grpSpPr>
        <p:sp>
          <p:nvSpPr>
            <p:cNvPr id="9" name="Freeform 8">
              <a:extLst>
                <a:ext uri="{FF2B5EF4-FFF2-40B4-BE49-F238E27FC236}">
                  <a16:creationId xmlns:a16="http://schemas.microsoft.com/office/drawing/2014/main" id="{6636F4D5-E716-7785-3725-108F37112362}"/>
                </a:ext>
              </a:extLst>
            </p:cNvPr>
            <p:cNvSpPr/>
            <p:nvPr/>
          </p:nvSpPr>
          <p:spPr>
            <a:xfrm>
              <a:off x="1775520" y="-1816306"/>
              <a:ext cx="1555841" cy="170935"/>
            </a:xfrm>
            <a:custGeom>
              <a:avLst/>
              <a:gdLst>
                <a:gd name="connsiteX0" fmla="*/ -4 w 1555841"/>
                <a:gd name="connsiteY0" fmla="*/ -2 h 170935"/>
                <a:gd name="connsiteX1" fmla="*/ 1555838 w 1555841"/>
                <a:gd name="connsiteY1" fmla="*/ -2 h 170935"/>
                <a:gd name="connsiteX2" fmla="*/ 1555838 w 1555841"/>
                <a:gd name="connsiteY2" fmla="*/ 170933 h 170935"/>
                <a:gd name="connsiteX3" fmla="*/ -4 w 1555841"/>
                <a:gd name="connsiteY3" fmla="*/ 170933 h 170935"/>
              </a:gdLst>
              <a:ahLst/>
              <a:cxnLst>
                <a:cxn ang="0">
                  <a:pos x="connsiteX0" y="connsiteY0"/>
                </a:cxn>
                <a:cxn ang="0">
                  <a:pos x="connsiteX1" y="connsiteY1"/>
                </a:cxn>
                <a:cxn ang="0">
                  <a:pos x="connsiteX2" y="connsiteY2"/>
                </a:cxn>
                <a:cxn ang="0">
                  <a:pos x="connsiteX3" y="connsiteY3"/>
                </a:cxn>
              </a:cxnLst>
              <a:rect l="l" t="t" r="r" b="b"/>
              <a:pathLst>
                <a:path w="1555841" h="170935">
                  <a:moveTo>
                    <a:pt x="-4" y="-2"/>
                  </a:moveTo>
                  <a:lnTo>
                    <a:pt x="1555838" y="-2"/>
                  </a:lnTo>
                  <a:lnTo>
                    <a:pt x="1555838" y="170933"/>
                  </a:lnTo>
                  <a:lnTo>
                    <a:pt x="-4" y="170933"/>
                  </a:lnTo>
                  <a:close/>
                </a:path>
              </a:pathLst>
            </a:custGeom>
            <a:solidFill>
              <a:srgbClr val="EC1C2E"/>
            </a:solidFill>
            <a:ln w="9498" cap="flat">
              <a:noFill/>
              <a:prstDash val="solid"/>
              <a:miter/>
            </a:ln>
          </p:spPr>
          <p:txBody>
            <a:bodyPr rtlCol="0" anchor="ctr"/>
            <a:lstStyle/>
            <a:p>
              <a:endParaRPr lang="en-US" b="0" i="0">
                <a:latin typeface="Ubuntu" panose="020B0504030602030204" pitchFamily="34" charset="0"/>
              </a:endParaRPr>
            </a:p>
          </p:txBody>
        </p:sp>
        <p:sp>
          <p:nvSpPr>
            <p:cNvPr id="10" name="Freeform 9">
              <a:extLst>
                <a:ext uri="{FF2B5EF4-FFF2-40B4-BE49-F238E27FC236}">
                  <a16:creationId xmlns:a16="http://schemas.microsoft.com/office/drawing/2014/main" id="{C1C07D82-CC15-97B2-1994-CEE71E53BF1A}"/>
                </a:ext>
              </a:extLst>
            </p:cNvPr>
            <p:cNvSpPr/>
            <p:nvPr/>
          </p:nvSpPr>
          <p:spPr>
            <a:xfrm>
              <a:off x="1775520" y="-1603587"/>
              <a:ext cx="1555841" cy="208920"/>
            </a:xfrm>
            <a:custGeom>
              <a:avLst/>
              <a:gdLst>
                <a:gd name="connsiteX0" fmla="*/ -4 w 1555841"/>
                <a:gd name="connsiteY0" fmla="*/ -2 h 208920"/>
                <a:gd name="connsiteX1" fmla="*/ 1555838 w 1555841"/>
                <a:gd name="connsiteY1" fmla="*/ -2 h 208920"/>
                <a:gd name="connsiteX2" fmla="*/ 1555838 w 1555841"/>
                <a:gd name="connsiteY2" fmla="*/ 208919 h 208920"/>
                <a:gd name="connsiteX3" fmla="*/ -4 w 1555841"/>
                <a:gd name="connsiteY3" fmla="*/ 208919 h 208920"/>
              </a:gdLst>
              <a:ahLst/>
              <a:cxnLst>
                <a:cxn ang="0">
                  <a:pos x="connsiteX0" y="connsiteY0"/>
                </a:cxn>
                <a:cxn ang="0">
                  <a:pos x="connsiteX1" y="connsiteY1"/>
                </a:cxn>
                <a:cxn ang="0">
                  <a:pos x="connsiteX2" y="connsiteY2"/>
                </a:cxn>
                <a:cxn ang="0">
                  <a:pos x="connsiteX3" y="connsiteY3"/>
                </a:cxn>
              </a:cxnLst>
              <a:rect l="l" t="t" r="r" b="b"/>
              <a:pathLst>
                <a:path w="1555841" h="208920">
                  <a:moveTo>
                    <a:pt x="-4" y="-2"/>
                  </a:moveTo>
                  <a:lnTo>
                    <a:pt x="1555838" y="-2"/>
                  </a:lnTo>
                  <a:lnTo>
                    <a:pt x="1555838" y="208919"/>
                  </a:lnTo>
                  <a:lnTo>
                    <a:pt x="-4" y="208919"/>
                  </a:lnTo>
                  <a:close/>
                </a:path>
              </a:pathLst>
            </a:custGeom>
            <a:solidFill>
              <a:srgbClr val="944599"/>
            </a:solidFill>
            <a:ln w="9498" cap="flat">
              <a:noFill/>
              <a:prstDash val="solid"/>
              <a:miter/>
            </a:ln>
          </p:spPr>
          <p:txBody>
            <a:bodyPr rtlCol="0" anchor="ctr"/>
            <a:lstStyle/>
            <a:p>
              <a:endParaRPr lang="en-US" b="0" i="0">
                <a:latin typeface="Ubuntu" panose="020B0504030602030204" pitchFamily="34" charset="0"/>
              </a:endParaRPr>
            </a:p>
          </p:txBody>
        </p:sp>
        <p:sp>
          <p:nvSpPr>
            <p:cNvPr id="11" name="Freeform 10">
              <a:extLst>
                <a:ext uri="{FF2B5EF4-FFF2-40B4-BE49-F238E27FC236}">
                  <a16:creationId xmlns:a16="http://schemas.microsoft.com/office/drawing/2014/main" id="{232172F8-EF53-BC19-1DCA-D3E94FD77AF7}"/>
                </a:ext>
              </a:extLst>
            </p:cNvPr>
            <p:cNvSpPr/>
            <p:nvPr/>
          </p:nvSpPr>
          <p:spPr>
            <a:xfrm>
              <a:off x="1775520" y="-867616"/>
              <a:ext cx="1555841" cy="102561"/>
            </a:xfrm>
            <a:custGeom>
              <a:avLst/>
              <a:gdLst>
                <a:gd name="connsiteX0" fmla="*/ -4 w 1555841"/>
                <a:gd name="connsiteY0" fmla="*/ -2 h 102561"/>
                <a:gd name="connsiteX1" fmla="*/ 1555838 w 1555841"/>
                <a:gd name="connsiteY1" fmla="*/ -2 h 102561"/>
                <a:gd name="connsiteX2" fmla="*/ 1555838 w 1555841"/>
                <a:gd name="connsiteY2" fmla="*/ 102559 h 102561"/>
                <a:gd name="connsiteX3" fmla="*/ -4 w 1555841"/>
                <a:gd name="connsiteY3" fmla="*/ 102559 h 102561"/>
              </a:gdLst>
              <a:ahLst/>
              <a:cxnLst>
                <a:cxn ang="0">
                  <a:pos x="connsiteX0" y="connsiteY0"/>
                </a:cxn>
                <a:cxn ang="0">
                  <a:pos x="connsiteX1" y="connsiteY1"/>
                </a:cxn>
                <a:cxn ang="0">
                  <a:pos x="connsiteX2" y="connsiteY2"/>
                </a:cxn>
                <a:cxn ang="0">
                  <a:pos x="connsiteX3" y="connsiteY3"/>
                </a:cxn>
              </a:cxnLst>
              <a:rect l="l" t="t" r="r" b="b"/>
              <a:pathLst>
                <a:path w="1555841" h="102561">
                  <a:moveTo>
                    <a:pt x="-4" y="-2"/>
                  </a:moveTo>
                  <a:lnTo>
                    <a:pt x="1555838" y="-2"/>
                  </a:lnTo>
                  <a:lnTo>
                    <a:pt x="1555838" y="102559"/>
                  </a:lnTo>
                  <a:lnTo>
                    <a:pt x="-4" y="102559"/>
                  </a:lnTo>
                  <a:close/>
                </a:path>
              </a:pathLst>
            </a:custGeom>
            <a:solidFill>
              <a:srgbClr val="F9AA53"/>
            </a:solidFill>
            <a:ln w="9498" cap="flat">
              <a:noFill/>
              <a:prstDash val="solid"/>
              <a:miter/>
            </a:ln>
          </p:spPr>
          <p:txBody>
            <a:bodyPr rtlCol="0" anchor="ctr"/>
            <a:lstStyle/>
            <a:p>
              <a:endParaRPr lang="en-US" b="0" i="0">
                <a:latin typeface="Ubuntu" panose="020B0504030602030204" pitchFamily="34" charset="0"/>
              </a:endParaRPr>
            </a:p>
          </p:txBody>
        </p:sp>
        <p:sp>
          <p:nvSpPr>
            <p:cNvPr id="12" name="Freeform 11">
              <a:extLst>
                <a:ext uri="{FF2B5EF4-FFF2-40B4-BE49-F238E27FC236}">
                  <a16:creationId xmlns:a16="http://schemas.microsoft.com/office/drawing/2014/main" id="{2CC75F93-5209-09AF-3836-D3BB842DD072}"/>
                </a:ext>
              </a:extLst>
            </p:cNvPr>
            <p:cNvSpPr/>
            <p:nvPr/>
          </p:nvSpPr>
          <p:spPr>
            <a:xfrm>
              <a:off x="1775520" y="-992968"/>
              <a:ext cx="1555841" cy="101611"/>
            </a:xfrm>
            <a:custGeom>
              <a:avLst/>
              <a:gdLst>
                <a:gd name="connsiteX0" fmla="*/ -4 w 1555841"/>
                <a:gd name="connsiteY0" fmla="*/ -2 h 101611"/>
                <a:gd name="connsiteX1" fmla="*/ 1555838 w 1555841"/>
                <a:gd name="connsiteY1" fmla="*/ -2 h 101611"/>
                <a:gd name="connsiteX2" fmla="*/ 1555838 w 1555841"/>
                <a:gd name="connsiteY2" fmla="*/ 101609 h 101611"/>
                <a:gd name="connsiteX3" fmla="*/ -4 w 1555841"/>
                <a:gd name="connsiteY3" fmla="*/ 101609 h 101611"/>
              </a:gdLst>
              <a:ahLst/>
              <a:cxnLst>
                <a:cxn ang="0">
                  <a:pos x="connsiteX0" y="connsiteY0"/>
                </a:cxn>
                <a:cxn ang="0">
                  <a:pos x="connsiteX1" y="connsiteY1"/>
                </a:cxn>
                <a:cxn ang="0">
                  <a:pos x="connsiteX2" y="connsiteY2"/>
                </a:cxn>
                <a:cxn ang="0">
                  <a:pos x="connsiteX3" y="connsiteY3"/>
                </a:cxn>
              </a:cxnLst>
              <a:rect l="l" t="t" r="r" b="b"/>
              <a:pathLst>
                <a:path w="1555841" h="101611">
                  <a:moveTo>
                    <a:pt x="-4" y="-2"/>
                  </a:moveTo>
                  <a:lnTo>
                    <a:pt x="1555838" y="-2"/>
                  </a:lnTo>
                  <a:lnTo>
                    <a:pt x="1555838" y="101609"/>
                  </a:lnTo>
                  <a:lnTo>
                    <a:pt x="-4" y="101609"/>
                  </a:lnTo>
                  <a:close/>
                </a:path>
              </a:pathLst>
            </a:custGeom>
            <a:solidFill>
              <a:srgbClr val="008061"/>
            </a:solidFill>
            <a:ln w="9498" cap="flat">
              <a:noFill/>
              <a:prstDash val="solid"/>
              <a:miter/>
            </a:ln>
          </p:spPr>
          <p:txBody>
            <a:bodyPr rtlCol="0" anchor="ctr"/>
            <a:lstStyle/>
            <a:p>
              <a:endParaRPr lang="en-US" b="0" i="0">
                <a:latin typeface="Ubuntu" panose="020B0504030602030204" pitchFamily="34" charset="0"/>
              </a:endParaRPr>
            </a:p>
          </p:txBody>
        </p:sp>
        <p:sp>
          <p:nvSpPr>
            <p:cNvPr id="13" name="Freeform 12">
              <a:extLst>
                <a:ext uri="{FF2B5EF4-FFF2-40B4-BE49-F238E27FC236}">
                  <a16:creationId xmlns:a16="http://schemas.microsoft.com/office/drawing/2014/main" id="{68CB74FB-46FE-0D5F-045C-3C9D334C2F63}"/>
                </a:ext>
              </a:extLst>
            </p:cNvPr>
            <p:cNvSpPr/>
            <p:nvPr/>
          </p:nvSpPr>
          <p:spPr>
            <a:xfrm>
              <a:off x="1775520" y="-1136364"/>
              <a:ext cx="1555841" cy="172834"/>
            </a:xfrm>
            <a:custGeom>
              <a:avLst/>
              <a:gdLst>
                <a:gd name="connsiteX0" fmla="*/ -4 w 1555841"/>
                <a:gd name="connsiteY0" fmla="*/ -2 h 172834"/>
                <a:gd name="connsiteX1" fmla="*/ 1555838 w 1555841"/>
                <a:gd name="connsiteY1" fmla="*/ -2 h 172834"/>
                <a:gd name="connsiteX2" fmla="*/ 1555838 w 1555841"/>
                <a:gd name="connsiteY2" fmla="*/ 172832 h 172834"/>
                <a:gd name="connsiteX3" fmla="*/ -4 w 1555841"/>
                <a:gd name="connsiteY3" fmla="*/ 172832 h 172834"/>
              </a:gdLst>
              <a:ahLst/>
              <a:cxnLst>
                <a:cxn ang="0">
                  <a:pos x="connsiteX0" y="connsiteY0"/>
                </a:cxn>
                <a:cxn ang="0">
                  <a:pos x="connsiteX1" y="connsiteY1"/>
                </a:cxn>
                <a:cxn ang="0">
                  <a:pos x="connsiteX2" y="connsiteY2"/>
                </a:cxn>
                <a:cxn ang="0">
                  <a:pos x="connsiteX3" y="connsiteY3"/>
                </a:cxn>
              </a:cxnLst>
              <a:rect l="l" t="t" r="r" b="b"/>
              <a:pathLst>
                <a:path w="1555841" h="172834">
                  <a:moveTo>
                    <a:pt x="-4" y="-2"/>
                  </a:moveTo>
                  <a:lnTo>
                    <a:pt x="1555838" y="-2"/>
                  </a:lnTo>
                  <a:lnTo>
                    <a:pt x="1555838" y="172832"/>
                  </a:lnTo>
                  <a:lnTo>
                    <a:pt x="-4" y="172832"/>
                  </a:lnTo>
                  <a:close/>
                </a:path>
              </a:pathLst>
            </a:custGeom>
            <a:solidFill>
              <a:srgbClr val="7DC142"/>
            </a:solidFill>
            <a:ln w="9498" cap="flat">
              <a:noFill/>
              <a:prstDash val="solid"/>
              <a:miter/>
            </a:ln>
          </p:spPr>
          <p:txBody>
            <a:bodyPr rtlCol="0" anchor="ctr"/>
            <a:lstStyle/>
            <a:p>
              <a:endParaRPr lang="en-US" b="0" i="0">
                <a:latin typeface="Ubuntu" panose="020B0504030602030204" pitchFamily="34" charset="0"/>
              </a:endParaRPr>
            </a:p>
          </p:txBody>
        </p:sp>
        <p:sp>
          <p:nvSpPr>
            <p:cNvPr id="14" name="Freeform 13">
              <a:extLst>
                <a:ext uri="{FF2B5EF4-FFF2-40B4-BE49-F238E27FC236}">
                  <a16:creationId xmlns:a16="http://schemas.microsoft.com/office/drawing/2014/main" id="{2CFE4EBA-BD0E-417B-49F4-5986FCE0D379}"/>
                </a:ext>
              </a:extLst>
            </p:cNvPr>
            <p:cNvSpPr/>
            <p:nvPr/>
          </p:nvSpPr>
          <p:spPr>
            <a:xfrm>
              <a:off x="1775520" y="-1248421"/>
              <a:ext cx="1555841" cy="139597"/>
            </a:xfrm>
            <a:custGeom>
              <a:avLst/>
              <a:gdLst>
                <a:gd name="connsiteX0" fmla="*/ -4 w 1555841"/>
                <a:gd name="connsiteY0" fmla="*/ -2 h 139597"/>
                <a:gd name="connsiteX1" fmla="*/ 1555838 w 1555841"/>
                <a:gd name="connsiteY1" fmla="*/ -2 h 139597"/>
                <a:gd name="connsiteX2" fmla="*/ 1555838 w 1555841"/>
                <a:gd name="connsiteY2" fmla="*/ 139595 h 139597"/>
                <a:gd name="connsiteX3" fmla="*/ -4 w 1555841"/>
                <a:gd name="connsiteY3" fmla="*/ 139595 h 139597"/>
              </a:gdLst>
              <a:ahLst/>
              <a:cxnLst>
                <a:cxn ang="0">
                  <a:pos x="connsiteX0" y="connsiteY0"/>
                </a:cxn>
                <a:cxn ang="0">
                  <a:pos x="connsiteX1" y="connsiteY1"/>
                </a:cxn>
                <a:cxn ang="0">
                  <a:pos x="connsiteX2" y="connsiteY2"/>
                </a:cxn>
                <a:cxn ang="0">
                  <a:pos x="connsiteX3" y="connsiteY3"/>
                </a:cxn>
              </a:cxnLst>
              <a:rect l="l" t="t" r="r" b="b"/>
              <a:pathLst>
                <a:path w="1555841" h="139597">
                  <a:moveTo>
                    <a:pt x="-4" y="-2"/>
                  </a:moveTo>
                  <a:lnTo>
                    <a:pt x="1555838" y="-2"/>
                  </a:lnTo>
                  <a:lnTo>
                    <a:pt x="1555838" y="139595"/>
                  </a:lnTo>
                  <a:lnTo>
                    <a:pt x="-4" y="139595"/>
                  </a:lnTo>
                  <a:close/>
                </a:path>
              </a:pathLst>
            </a:custGeom>
            <a:solidFill>
              <a:srgbClr val="00ADEE"/>
            </a:solidFill>
            <a:ln w="9498" cap="flat">
              <a:noFill/>
              <a:prstDash val="solid"/>
              <a:miter/>
            </a:ln>
          </p:spPr>
          <p:txBody>
            <a:bodyPr rtlCol="0" anchor="ctr"/>
            <a:lstStyle/>
            <a:p>
              <a:endParaRPr lang="en-US" b="0" i="0">
                <a:latin typeface="Ubuntu" panose="020B0504030602030204" pitchFamily="34" charset="0"/>
              </a:endParaRPr>
            </a:p>
          </p:txBody>
        </p:sp>
        <p:sp>
          <p:nvSpPr>
            <p:cNvPr id="15" name="Freeform 14">
              <a:extLst>
                <a:ext uri="{FF2B5EF4-FFF2-40B4-BE49-F238E27FC236}">
                  <a16:creationId xmlns:a16="http://schemas.microsoft.com/office/drawing/2014/main" id="{B0B3FC98-BAFF-A782-AF7F-096AE860AB96}"/>
                </a:ext>
              </a:extLst>
            </p:cNvPr>
            <p:cNvSpPr/>
            <p:nvPr/>
          </p:nvSpPr>
          <p:spPr>
            <a:xfrm>
              <a:off x="1775520" y="-1281659"/>
              <a:ext cx="1555841" cy="52230"/>
            </a:xfrm>
            <a:custGeom>
              <a:avLst/>
              <a:gdLst>
                <a:gd name="connsiteX0" fmla="*/ -4 w 1555841"/>
                <a:gd name="connsiteY0" fmla="*/ -2 h 52230"/>
                <a:gd name="connsiteX1" fmla="*/ 1555838 w 1555841"/>
                <a:gd name="connsiteY1" fmla="*/ -2 h 52230"/>
                <a:gd name="connsiteX2" fmla="*/ 1555838 w 1555841"/>
                <a:gd name="connsiteY2" fmla="*/ 52228 h 52230"/>
                <a:gd name="connsiteX3" fmla="*/ -4 w 1555841"/>
                <a:gd name="connsiteY3" fmla="*/ 52228 h 52230"/>
              </a:gdLst>
              <a:ahLst/>
              <a:cxnLst>
                <a:cxn ang="0">
                  <a:pos x="connsiteX0" y="connsiteY0"/>
                </a:cxn>
                <a:cxn ang="0">
                  <a:pos x="connsiteX1" y="connsiteY1"/>
                </a:cxn>
                <a:cxn ang="0">
                  <a:pos x="connsiteX2" y="connsiteY2"/>
                </a:cxn>
                <a:cxn ang="0">
                  <a:pos x="connsiteX3" y="connsiteY3"/>
                </a:cxn>
              </a:cxnLst>
              <a:rect l="l" t="t" r="r" b="b"/>
              <a:pathLst>
                <a:path w="1555841" h="52230">
                  <a:moveTo>
                    <a:pt x="-4" y="-2"/>
                  </a:moveTo>
                  <a:lnTo>
                    <a:pt x="1555838" y="-2"/>
                  </a:lnTo>
                  <a:lnTo>
                    <a:pt x="1555838" y="52228"/>
                  </a:lnTo>
                  <a:lnTo>
                    <a:pt x="-4" y="52228"/>
                  </a:lnTo>
                  <a:close/>
                </a:path>
              </a:pathLst>
            </a:custGeom>
            <a:solidFill>
              <a:srgbClr val="0081C3"/>
            </a:solidFill>
            <a:ln w="9498" cap="flat">
              <a:noFill/>
              <a:prstDash val="solid"/>
              <a:miter/>
            </a:ln>
          </p:spPr>
          <p:txBody>
            <a:bodyPr rtlCol="0" anchor="ctr"/>
            <a:lstStyle/>
            <a:p>
              <a:endParaRPr lang="en-US" b="0" i="0">
                <a:latin typeface="Ubuntu" panose="020B0504030602030204" pitchFamily="34" charset="0"/>
              </a:endParaRPr>
            </a:p>
          </p:txBody>
        </p:sp>
        <p:sp>
          <p:nvSpPr>
            <p:cNvPr id="16" name="Freeform 15">
              <a:extLst>
                <a:ext uri="{FF2B5EF4-FFF2-40B4-BE49-F238E27FC236}">
                  <a16:creationId xmlns:a16="http://schemas.microsoft.com/office/drawing/2014/main" id="{C035B56F-79D9-B734-C394-D86578DDEA3D}"/>
                </a:ext>
              </a:extLst>
            </p:cNvPr>
            <p:cNvSpPr/>
            <p:nvPr/>
          </p:nvSpPr>
          <p:spPr>
            <a:xfrm>
              <a:off x="1775520" y="-1319644"/>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00539E"/>
            </a:solidFill>
            <a:ln w="9498" cap="flat">
              <a:noFill/>
              <a:prstDash val="solid"/>
              <a:miter/>
            </a:ln>
          </p:spPr>
          <p:txBody>
            <a:bodyPr rtlCol="0" anchor="ctr"/>
            <a:lstStyle/>
            <a:p>
              <a:endParaRPr lang="en-US" b="0" i="0">
                <a:latin typeface="Ubuntu" panose="020B0504030602030204" pitchFamily="34" charset="0"/>
              </a:endParaRPr>
            </a:p>
          </p:txBody>
        </p:sp>
        <p:sp>
          <p:nvSpPr>
            <p:cNvPr id="17" name="Freeform 16">
              <a:extLst>
                <a:ext uri="{FF2B5EF4-FFF2-40B4-BE49-F238E27FC236}">
                  <a16:creationId xmlns:a16="http://schemas.microsoft.com/office/drawing/2014/main" id="{660CC300-1831-F47A-20AB-019521B9C5D7}"/>
                </a:ext>
              </a:extLst>
            </p:cNvPr>
            <p:cNvSpPr/>
            <p:nvPr/>
          </p:nvSpPr>
          <p:spPr>
            <a:xfrm>
              <a:off x="1775520" y="-1340536"/>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393995"/>
            </a:solidFill>
            <a:ln w="9498" cap="flat">
              <a:noFill/>
              <a:prstDash val="solid"/>
              <a:miter/>
            </a:ln>
          </p:spPr>
          <p:txBody>
            <a:bodyPr rtlCol="0" anchor="ctr"/>
            <a:lstStyle/>
            <a:p>
              <a:endParaRPr lang="en-US" b="0" i="0">
                <a:latin typeface="Ubuntu" panose="020B0504030602030204" pitchFamily="34" charset="0"/>
              </a:endParaRPr>
            </a:p>
          </p:txBody>
        </p:sp>
        <p:sp>
          <p:nvSpPr>
            <p:cNvPr id="18" name="Freeform 17">
              <a:extLst>
                <a:ext uri="{FF2B5EF4-FFF2-40B4-BE49-F238E27FC236}">
                  <a16:creationId xmlns:a16="http://schemas.microsoft.com/office/drawing/2014/main" id="{ECBE0251-66C4-BB14-2D07-B7471535802C}"/>
                </a:ext>
              </a:extLst>
            </p:cNvPr>
            <p:cNvSpPr/>
            <p:nvPr/>
          </p:nvSpPr>
          <p:spPr>
            <a:xfrm>
              <a:off x="1775520" y="-1380421"/>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00539E"/>
            </a:solidFill>
            <a:ln w="9498" cap="flat">
              <a:noFill/>
              <a:prstDash val="solid"/>
              <a:miter/>
            </a:ln>
          </p:spPr>
          <p:txBody>
            <a:bodyPr rtlCol="0" anchor="ctr"/>
            <a:lstStyle/>
            <a:p>
              <a:endParaRPr lang="en-US" b="0" i="0">
                <a:latin typeface="Ubuntu" panose="020B0504030602030204" pitchFamily="34" charset="0"/>
              </a:endParaRPr>
            </a:p>
          </p:txBody>
        </p:sp>
        <p:sp>
          <p:nvSpPr>
            <p:cNvPr id="21" name="Freeform 20">
              <a:extLst>
                <a:ext uri="{FF2B5EF4-FFF2-40B4-BE49-F238E27FC236}">
                  <a16:creationId xmlns:a16="http://schemas.microsoft.com/office/drawing/2014/main" id="{A4DD1B39-2430-C177-0A5E-B73011D9347D}"/>
                </a:ext>
              </a:extLst>
            </p:cNvPr>
            <p:cNvSpPr/>
            <p:nvPr/>
          </p:nvSpPr>
          <p:spPr>
            <a:xfrm>
              <a:off x="1775520" y="-1413659"/>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393995"/>
            </a:solidFill>
            <a:ln w="9498" cap="flat">
              <a:noFill/>
              <a:prstDash val="solid"/>
              <a:miter/>
            </a:ln>
          </p:spPr>
          <p:txBody>
            <a:bodyPr rtlCol="0" anchor="ctr"/>
            <a:lstStyle/>
            <a:p>
              <a:endParaRPr lang="en-US" b="0" i="0">
                <a:latin typeface="Ubuntu" panose="020B0504030602030204" pitchFamily="34" charset="0"/>
              </a:endParaRPr>
            </a:p>
          </p:txBody>
        </p:sp>
        <p:sp>
          <p:nvSpPr>
            <p:cNvPr id="22" name="Freeform 21">
              <a:extLst>
                <a:ext uri="{FF2B5EF4-FFF2-40B4-BE49-F238E27FC236}">
                  <a16:creationId xmlns:a16="http://schemas.microsoft.com/office/drawing/2014/main" id="{AFC4D4FA-6016-7CE5-EE29-C8D9838149D0}"/>
                </a:ext>
              </a:extLst>
            </p:cNvPr>
            <p:cNvSpPr/>
            <p:nvPr/>
          </p:nvSpPr>
          <p:spPr>
            <a:xfrm>
              <a:off x="1775520" y="-1687155"/>
              <a:ext cx="1555841" cy="84517"/>
            </a:xfrm>
            <a:custGeom>
              <a:avLst/>
              <a:gdLst>
                <a:gd name="connsiteX0" fmla="*/ -4 w 1555841"/>
                <a:gd name="connsiteY0" fmla="*/ -2 h 84517"/>
                <a:gd name="connsiteX1" fmla="*/ 1555838 w 1555841"/>
                <a:gd name="connsiteY1" fmla="*/ -2 h 84517"/>
                <a:gd name="connsiteX2" fmla="*/ 1555838 w 1555841"/>
                <a:gd name="connsiteY2" fmla="*/ 84516 h 84517"/>
                <a:gd name="connsiteX3" fmla="*/ -4 w 1555841"/>
                <a:gd name="connsiteY3" fmla="*/ 84516 h 84517"/>
              </a:gdLst>
              <a:ahLst/>
              <a:cxnLst>
                <a:cxn ang="0">
                  <a:pos x="connsiteX0" y="connsiteY0"/>
                </a:cxn>
                <a:cxn ang="0">
                  <a:pos x="connsiteX1" y="connsiteY1"/>
                </a:cxn>
                <a:cxn ang="0">
                  <a:pos x="connsiteX2" y="connsiteY2"/>
                </a:cxn>
                <a:cxn ang="0">
                  <a:pos x="connsiteX3" y="connsiteY3"/>
                </a:cxn>
              </a:cxnLst>
              <a:rect l="l" t="t" r="r" b="b"/>
              <a:pathLst>
                <a:path w="1555841" h="84517">
                  <a:moveTo>
                    <a:pt x="-4" y="-2"/>
                  </a:moveTo>
                  <a:lnTo>
                    <a:pt x="1555838" y="-2"/>
                  </a:lnTo>
                  <a:lnTo>
                    <a:pt x="1555838" y="84516"/>
                  </a:lnTo>
                  <a:lnTo>
                    <a:pt x="-4" y="84516"/>
                  </a:lnTo>
                  <a:close/>
                </a:path>
              </a:pathLst>
            </a:custGeom>
            <a:solidFill>
              <a:srgbClr val="EB008B"/>
            </a:solidFill>
            <a:ln w="9498" cap="flat">
              <a:noFill/>
              <a:prstDash val="solid"/>
              <a:miter/>
            </a:ln>
          </p:spPr>
          <p:txBody>
            <a:bodyPr rtlCol="0" anchor="ctr"/>
            <a:lstStyle/>
            <a:p>
              <a:endParaRPr lang="en-US" b="0" i="0">
                <a:latin typeface="Ubuntu" panose="020B0504030602030204" pitchFamily="34" charset="0"/>
              </a:endParaRPr>
            </a:p>
          </p:txBody>
        </p:sp>
        <p:sp>
          <p:nvSpPr>
            <p:cNvPr id="24" name="Freeform 23">
              <a:extLst>
                <a:ext uri="{FF2B5EF4-FFF2-40B4-BE49-F238E27FC236}">
                  <a16:creationId xmlns:a16="http://schemas.microsoft.com/office/drawing/2014/main" id="{0599FEA8-2E2C-FE0A-C3B0-3BC3DE2E50CB}"/>
                </a:ext>
              </a:extLst>
            </p:cNvPr>
            <p:cNvSpPr/>
            <p:nvPr/>
          </p:nvSpPr>
          <p:spPr>
            <a:xfrm>
              <a:off x="1775520" y="-891357"/>
              <a:ext cx="1555841" cy="47481"/>
            </a:xfrm>
            <a:custGeom>
              <a:avLst/>
              <a:gdLst>
                <a:gd name="connsiteX0" fmla="*/ -4 w 1555841"/>
                <a:gd name="connsiteY0" fmla="*/ -2 h 47481"/>
                <a:gd name="connsiteX1" fmla="*/ 1555838 w 1555841"/>
                <a:gd name="connsiteY1" fmla="*/ -2 h 47481"/>
                <a:gd name="connsiteX2" fmla="*/ 1555838 w 1555841"/>
                <a:gd name="connsiteY2" fmla="*/ 47480 h 47481"/>
                <a:gd name="connsiteX3" fmla="*/ -4 w 1555841"/>
                <a:gd name="connsiteY3" fmla="*/ 47480 h 47481"/>
              </a:gdLst>
              <a:ahLst/>
              <a:cxnLst>
                <a:cxn ang="0">
                  <a:pos x="connsiteX0" y="connsiteY0"/>
                </a:cxn>
                <a:cxn ang="0">
                  <a:pos x="connsiteX1" y="connsiteY1"/>
                </a:cxn>
                <a:cxn ang="0">
                  <a:pos x="connsiteX2" y="connsiteY2"/>
                </a:cxn>
                <a:cxn ang="0">
                  <a:pos x="connsiteX3" y="connsiteY3"/>
                </a:cxn>
              </a:cxnLst>
              <a:rect l="l" t="t" r="r" b="b"/>
              <a:pathLst>
                <a:path w="1555841" h="47481">
                  <a:moveTo>
                    <a:pt x="-4" y="-2"/>
                  </a:moveTo>
                  <a:lnTo>
                    <a:pt x="1555838" y="-2"/>
                  </a:lnTo>
                  <a:lnTo>
                    <a:pt x="1555838" y="47480"/>
                  </a:lnTo>
                  <a:lnTo>
                    <a:pt x="-4" y="47480"/>
                  </a:lnTo>
                  <a:close/>
                </a:path>
              </a:pathLst>
            </a:custGeom>
            <a:solidFill>
              <a:srgbClr val="FCB827"/>
            </a:solidFill>
            <a:ln w="9498" cap="flat">
              <a:noFill/>
              <a:prstDash val="solid"/>
              <a:miter/>
            </a:ln>
          </p:spPr>
          <p:txBody>
            <a:bodyPr rtlCol="0" anchor="ctr"/>
            <a:lstStyle/>
            <a:p>
              <a:endParaRPr lang="en-US" b="0" i="0">
                <a:latin typeface="Ubuntu" panose="020B0504030602030204" pitchFamily="34" charset="0"/>
              </a:endParaRPr>
            </a:p>
          </p:txBody>
        </p:sp>
      </p:grpSp>
    </p:spTree>
    <p:extLst>
      <p:ext uri="{BB962C8B-B14F-4D97-AF65-F5344CB8AC3E}">
        <p14:creationId xmlns:p14="http://schemas.microsoft.com/office/powerpoint/2010/main" val="2268398172"/>
      </p:ext>
    </p:extLst>
  </p:cSld>
  <p:clrMapOvr>
    <a:overrideClrMapping bg1="lt1" tx1="dk1" bg2="lt2" tx2="dk2" accent1="accent1" accent2="accent2" accent3="accent3" accent4="accent4" accent5="accent5" accent6="accent6" hlink="hlink" folHlink="folHlink"/>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userDrawn="1">
  <p:cSld name="6_Vide">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Table 38">
            <a:extLst>
              <a:ext uri="{FF2B5EF4-FFF2-40B4-BE49-F238E27FC236}">
                <a16:creationId xmlns:a16="http://schemas.microsoft.com/office/drawing/2014/main" id="{38C06CDF-9CF2-8240-8DAF-3D7541B6FB3D}"/>
              </a:ext>
            </a:extLst>
          </p:cNvPr>
          <p:cNvGraphicFramePr>
            <a:graphicFrameLocks noGrp="1"/>
          </p:cNvGraphicFramePr>
          <p:nvPr userDrawn="1">
            <p:extLst>
              <p:ext uri="{D42A27DB-BD31-4B8C-83A1-F6EECF244321}">
                <p14:modId xmlns:p14="http://schemas.microsoft.com/office/powerpoint/2010/main" val="4202942129"/>
              </p:ext>
            </p:extLst>
          </p:nvPr>
        </p:nvGraphicFramePr>
        <p:xfrm>
          <a:off x="705960" y="-1"/>
          <a:ext cx="11486040" cy="6839242"/>
        </p:xfrm>
        <a:graphic>
          <a:graphicData uri="http://schemas.openxmlformats.org/drawingml/2006/table">
            <a:tbl>
              <a:tblPr firstRow="1" bandRow="1">
                <a:tableStyleId>{5C22544A-7EE6-4342-B048-85BDC9FD1C3A}</a:tableStyleId>
              </a:tblPr>
              <a:tblGrid>
                <a:gridCol w="957170">
                  <a:extLst>
                    <a:ext uri="{9D8B030D-6E8A-4147-A177-3AD203B41FA5}">
                      <a16:colId xmlns:a16="http://schemas.microsoft.com/office/drawing/2014/main" val="1601999261"/>
                    </a:ext>
                  </a:extLst>
                </a:gridCol>
                <a:gridCol w="957170">
                  <a:extLst>
                    <a:ext uri="{9D8B030D-6E8A-4147-A177-3AD203B41FA5}">
                      <a16:colId xmlns:a16="http://schemas.microsoft.com/office/drawing/2014/main" val="1136058670"/>
                    </a:ext>
                  </a:extLst>
                </a:gridCol>
                <a:gridCol w="957170">
                  <a:extLst>
                    <a:ext uri="{9D8B030D-6E8A-4147-A177-3AD203B41FA5}">
                      <a16:colId xmlns:a16="http://schemas.microsoft.com/office/drawing/2014/main" val="4222427763"/>
                    </a:ext>
                  </a:extLst>
                </a:gridCol>
                <a:gridCol w="957170">
                  <a:extLst>
                    <a:ext uri="{9D8B030D-6E8A-4147-A177-3AD203B41FA5}">
                      <a16:colId xmlns:a16="http://schemas.microsoft.com/office/drawing/2014/main" val="1999917910"/>
                    </a:ext>
                  </a:extLst>
                </a:gridCol>
                <a:gridCol w="957170">
                  <a:extLst>
                    <a:ext uri="{9D8B030D-6E8A-4147-A177-3AD203B41FA5}">
                      <a16:colId xmlns:a16="http://schemas.microsoft.com/office/drawing/2014/main" val="1265582611"/>
                    </a:ext>
                  </a:extLst>
                </a:gridCol>
                <a:gridCol w="957170">
                  <a:extLst>
                    <a:ext uri="{9D8B030D-6E8A-4147-A177-3AD203B41FA5}">
                      <a16:colId xmlns:a16="http://schemas.microsoft.com/office/drawing/2014/main" val="2632656863"/>
                    </a:ext>
                  </a:extLst>
                </a:gridCol>
                <a:gridCol w="957170">
                  <a:extLst>
                    <a:ext uri="{9D8B030D-6E8A-4147-A177-3AD203B41FA5}">
                      <a16:colId xmlns:a16="http://schemas.microsoft.com/office/drawing/2014/main" val="4255110333"/>
                    </a:ext>
                  </a:extLst>
                </a:gridCol>
                <a:gridCol w="957170">
                  <a:extLst>
                    <a:ext uri="{9D8B030D-6E8A-4147-A177-3AD203B41FA5}">
                      <a16:colId xmlns:a16="http://schemas.microsoft.com/office/drawing/2014/main" val="1985534304"/>
                    </a:ext>
                  </a:extLst>
                </a:gridCol>
                <a:gridCol w="957170">
                  <a:extLst>
                    <a:ext uri="{9D8B030D-6E8A-4147-A177-3AD203B41FA5}">
                      <a16:colId xmlns:a16="http://schemas.microsoft.com/office/drawing/2014/main" val="3569001096"/>
                    </a:ext>
                  </a:extLst>
                </a:gridCol>
                <a:gridCol w="957170">
                  <a:extLst>
                    <a:ext uri="{9D8B030D-6E8A-4147-A177-3AD203B41FA5}">
                      <a16:colId xmlns:a16="http://schemas.microsoft.com/office/drawing/2014/main" val="1525753909"/>
                    </a:ext>
                  </a:extLst>
                </a:gridCol>
                <a:gridCol w="957170">
                  <a:extLst>
                    <a:ext uri="{9D8B030D-6E8A-4147-A177-3AD203B41FA5}">
                      <a16:colId xmlns:a16="http://schemas.microsoft.com/office/drawing/2014/main" val="814119679"/>
                    </a:ext>
                  </a:extLst>
                </a:gridCol>
                <a:gridCol w="957170">
                  <a:extLst>
                    <a:ext uri="{9D8B030D-6E8A-4147-A177-3AD203B41FA5}">
                      <a16:colId xmlns:a16="http://schemas.microsoft.com/office/drawing/2014/main" val="1782255877"/>
                    </a:ext>
                  </a:extLst>
                </a:gridCol>
              </a:tblGrid>
              <a:tr h="251017">
                <a:tc gridSpan="2">
                  <a:txBody>
                    <a:bodyPr/>
                    <a:lstStyle/>
                    <a:p>
                      <a:pPr algn="ctr"/>
                      <a:r>
                        <a:rPr lang="en-US" sz="1000" b="0" i="0">
                          <a:solidFill>
                            <a:sysClr val="windowText" lastClr="000000"/>
                          </a:solidFill>
                          <a:effectLst>
                            <a:glow rad="101600">
                              <a:schemeClr val="bg1">
                                <a:alpha val="60000"/>
                              </a:schemeClr>
                            </a:glow>
                          </a:effectLst>
                          <a:latin typeface="Ubuntu" panose="020B0504030602030204" pitchFamily="34" charset="0"/>
                        </a:rPr>
                        <a:t>2022</a:t>
                      </a:r>
                    </a:p>
                  </a:txBody>
                  <a:tcPr>
                    <a:lnL w="12700" cmpd="sng">
                      <a:noFill/>
                    </a:lnL>
                    <a:lnR w="3175" cap="flat" cmpd="sng" algn="ctr">
                      <a:solidFill>
                        <a:schemeClr val="tx1"/>
                      </a:solid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sz="1000" b="0" i="0">
                          <a:solidFill>
                            <a:sysClr val="windowText" lastClr="000000"/>
                          </a:solidFill>
                          <a:effectLst>
                            <a:glow rad="101600">
                              <a:schemeClr val="bg1">
                                <a:alpha val="60000"/>
                              </a:schemeClr>
                            </a:glow>
                          </a:effectLst>
                          <a:latin typeface="Ubuntu" panose="020B0504030602030204" pitchFamily="34" charset="0"/>
                        </a:rPr>
                        <a:t>2023</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sz="1000" b="0" i="0">
                          <a:solidFill>
                            <a:sysClr val="windowText" lastClr="000000"/>
                          </a:solidFill>
                          <a:effectLst>
                            <a:glow rad="101600">
                              <a:schemeClr val="bg1">
                                <a:alpha val="60000"/>
                              </a:schemeClr>
                            </a:glow>
                          </a:effectLst>
                          <a:latin typeface="Ubuntu" panose="020B0504030602030204" pitchFamily="34" charset="0"/>
                        </a:rPr>
                        <a:t>2024</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sz="1000" b="0" i="0">
                          <a:solidFill>
                            <a:sysClr val="windowText" lastClr="000000"/>
                          </a:solidFill>
                          <a:effectLst>
                            <a:glow rad="101600">
                              <a:schemeClr val="bg1">
                                <a:alpha val="60000"/>
                              </a:schemeClr>
                            </a:glow>
                          </a:effectLst>
                          <a:latin typeface="Ubuntu" panose="020B0504030602030204" pitchFamily="34" charset="0"/>
                        </a:rPr>
                        <a:t>2025+</a:t>
                      </a:r>
                      <a:endParaRPr lang="en-US" sz="1000">
                        <a:solidFill>
                          <a:sysClr val="windowText" lastClr="000000"/>
                        </a:solidFill>
                        <a:effectLst>
                          <a:glow rad="101600">
                            <a:schemeClr val="bg1">
                              <a:alpha val="60000"/>
                            </a:schemeClr>
                          </a:glow>
                        </a:effectLst>
                      </a:endParaRPr>
                    </a:p>
                  </a:txBody>
                  <a:tcPr>
                    <a:lnL w="3175" cap="flat" cmpd="sng" algn="ctr">
                      <a:solidFill>
                        <a:schemeClr val="tx1"/>
                      </a:solidFill>
                      <a:prstDash val="solid"/>
                      <a:round/>
                      <a:headEnd type="none" w="med" len="med"/>
                      <a:tailEnd type="none" w="med" len="med"/>
                    </a:lnL>
                    <a:lnR w="12700" cmpd="sng">
                      <a:noFill/>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endParaRPr lang="en-US"/>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5211923"/>
                  </a:ext>
                </a:extLst>
              </a:tr>
              <a:tr h="219640">
                <a:tc>
                  <a:txBody>
                    <a:bodyPr/>
                    <a:lstStyle/>
                    <a:p>
                      <a:pPr algn="ctr"/>
                      <a:r>
                        <a:rPr lang="en-US" sz="800" b="0" i="0">
                          <a:solidFill>
                            <a:sysClr val="windowText" lastClr="000000"/>
                          </a:solidFill>
                          <a:latin typeface="Ubuntu" panose="020B0504030602030204" pitchFamily="34" charset="0"/>
                        </a:rPr>
                        <a:t>Q3</a:t>
                      </a:r>
                    </a:p>
                  </a:txBody>
                  <a:tcP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00" b="0" i="0">
                          <a:solidFill>
                            <a:sysClr val="windowText" lastClr="000000"/>
                          </a:solidFill>
                          <a:latin typeface="Ubuntu" panose="020B0504030602030204" pitchFamily="34" charset="0"/>
                        </a:rPr>
                        <a:t>Q4</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00" b="0" i="0">
                          <a:solidFill>
                            <a:sysClr val="windowText" lastClr="000000"/>
                          </a:solidFill>
                          <a:latin typeface="Ubuntu" panose="020B0504030602030204" pitchFamily="34" charset="0"/>
                        </a:rPr>
                        <a:t>Q1</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00" b="0" i="0">
                          <a:solidFill>
                            <a:sysClr val="windowText" lastClr="000000"/>
                          </a:solidFill>
                          <a:latin typeface="Ubuntu" panose="020B0504030602030204" pitchFamily="34" charset="0"/>
                        </a:rPr>
                        <a:t>Q2</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00" b="0" i="0">
                          <a:solidFill>
                            <a:sysClr val="windowText" lastClr="000000"/>
                          </a:solidFill>
                          <a:latin typeface="Ubuntu" panose="020B0504030602030204" pitchFamily="34" charset="0"/>
                        </a:rPr>
                        <a:t>Q3</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00" b="0" i="0">
                          <a:solidFill>
                            <a:sysClr val="windowText" lastClr="000000"/>
                          </a:solidFill>
                          <a:latin typeface="Ubuntu" panose="020B0504030602030204" pitchFamily="34" charset="0"/>
                        </a:rPr>
                        <a:t>Q4</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00" b="0" i="0">
                          <a:solidFill>
                            <a:sysClr val="windowText" lastClr="000000"/>
                          </a:solidFill>
                          <a:latin typeface="Ubuntu" panose="020B0504030602030204" pitchFamily="34" charset="0"/>
                        </a:rPr>
                        <a:t>Q1</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00" b="0" i="0">
                          <a:solidFill>
                            <a:sysClr val="windowText" lastClr="000000"/>
                          </a:solidFill>
                          <a:latin typeface="Ubuntu" panose="020B0504030602030204" pitchFamily="34" charset="0"/>
                        </a:rPr>
                        <a:t>Q2</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00" b="0" i="0">
                          <a:solidFill>
                            <a:sysClr val="windowText" lastClr="000000"/>
                          </a:solidFill>
                          <a:latin typeface="Ubuntu" panose="020B0504030602030204" pitchFamily="34" charset="0"/>
                        </a:rPr>
                        <a:t>Q3</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00" b="0" i="0">
                          <a:solidFill>
                            <a:sysClr val="windowText" lastClr="000000"/>
                          </a:solidFill>
                          <a:latin typeface="Ubuntu" panose="020B0504030602030204" pitchFamily="34" charset="0"/>
                        </a:rPr>
                        <a:t>Q4</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00" b="0" i="0">
                          <a:solidFill>
                            <a:sysClr val="windowText" lastClr="000000"/>
                          </a:solidFill>
                          <a:latin typeface="Ubuntu" panose="020B0504030602030204" pitchFamily="34" charset="0"/>
                        </a:rPr>
                        <a:t>Q1</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00" b="0" i="0">
                          <a:solidFill>
                            <a:sysClr val="windowText" lastClr="000000"/>
                          </a:solidFill>
                          <a:latin typeface="Ubuntu" panose="020B0504030602030204" pitchFamily="34" charset="0"/>
                        </a:rPr>
                        <a:t>+</a:t>
                      </a:r>
                    </a:p>
                  </a:txBody>
                  <a:tcPr>
                    <a:lnL w="3175" cap="flat" cmpd="sng" algn="ctr">
                      <a:solidFill>
                        <a:schemeClr val="tx1"/>
                      </a:solid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4769323"/>
                  </a:ext>
                </a:extLst>
              </a:tr>
              <a:tr h="6368585">
                <a:tc>
                  <a:txBody>
                    <a:bodyPr/>
                    <a:lstStyle/>
                    <a:p>
                      <a:pPr algn="ctr"/>
                      <a:endParaRPr lang="en-US" sz="1000" b="0" i="0">
                        <a:solidFill>
                          <a:sysClr val="windowText" lastClr="000000"/>
                        </a:solidFill>
                        <a:latin typeface="Ubuntu" panose="020B0504030602030204" pitchFamily="34" charset="0"/>
                      </a:endParaRPr>
                    </a:p>
                  </a:txBody>
                  <a:tcP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a:endParaRPr lang="en-US" sz="1000" b="0" i="0">
                        <a:solidFill>
                          <a:sysClr val="windowText" lastClr="000000"/>
                        </a:solidFill>
                        <a:latin typeface="Ubuntu" panose="020B0504030602030204"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a:endParaRPr lang="en-US" sz="1000" b="0" i="0">
                        <a:solidFill>
                          <a:sysClr val="windowText" lastClr="000000"/>
                        </a:solidFill>
                        <a:latin typeface="Ubuntu" panose="020B0504030602030204"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a:endParaRPr lang="en-US" sz="1000" b="0" i="0">
                        <a:solidFill>
                          <a:sysClr val="windowText" lastClr="000000"/>
                        </a:solidFill>
                        <a:latin typeface="Ubuntu" panose="020B0504030602030204"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a:endParaRPr lang="en-US" sz="1000" b="0" i="0">
                        <a:solidFill>
                          <a:sysClr val="windowText" lastClr="000000"/>
                        </a:solidFill>
                        <a:latin typeface="Ubuntu" panose="020B0504030602030204"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a:endParaRPr lang="en-US" sz="1000" b="0" i="0">
                        <a:solidFill>
                          <a:sysClr val="windowText" lastClr="000000"/>
                        </a:solidFill>
                        <a:latin typeface="Ubuntu" panose="020B0504030602030204"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a:endParaRPr lang="en-US" sz="1000" b="0" i="0">
                        <a:solidFill>
                          <a:sysClr val="windowText" lastClr="000000"/>
                        </a:solidFill>
                        <a:latin typeface="Ubuntu" panose="020B0504030602030204"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a:endParaRPr lang="en-US" sz="1000" b="0" i="0">
                        <a:solidFill>
                          <a:sysClr val="windowText" lastClr="000000"/>
                        </a:solidFill>
                        <a:latin typeface="Ubuntu" panose="020B0504030602030204"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a:endParaRPr lang="en-US" sz="1000" b="0" i="0">
                        <a:solidFill>
                          <a:sysClr val="windowText" lastClr="000000"/>
                        </a:solidFill>
                        <a:latin typeface="Ubuntu" panose="020B0504030602030204"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a:endParaRPr lang="en-US" sz="1000" b="0" i="0">
                        <a:solidFill>
                          <a:sysClr val="windowText" lastClr="000000"/>
                        </a:solidFill>
                        <a:latin typeface="Ubuntu" panose="020B0504030602030204"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a:endParaRPr lang="en-US" sz="1000" b="0" i="0">
                        <a:solidFill>
                          <a:sysClr val="windowText" lastClr="000000"/>
                        </a:solidFill>
                        <a:latin typeface="Ubuntu" panose="020B0504030602030204" pitchFamily="34"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pPr algn="ctr"/>
                      <a:endParaRPr lang="en-US" sz="1000" b="0" i="0">
                        <a:solidFill>
                          <a:sysClr val="windowText" lastClr="000000"/>
                        </a:solidFill>
                        <a:latin typeface="Ubuntu" panose="020B0504030602030204" pitchFamily="34" charset="0"/>
                      </a:endParaRPr>
                    </a:p>
                  </a:txBody>
                  <a:tcPr>
                    <a:lnL w="3175" cap="flat" cmpd="sng" algn="ctr">
                      <a:solidFill>
                        <a:schemeClr val="tx1"/>
                      </a:solid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360336572"/>
                  </a:ext>
                </a:extLst>
              </a:tr>
            </a:tbl>
          </a:graphicData>
        </a:graphic>
      </p:graphicFrame>
      <p:sp>
        <p:nvSpPr>
          <p:cNvPr id="8" name="Rectangle 7">
            <a:extLst>
              <a:ext uri="{FF2B5EF4-FFF2-40B4-BE49-F238E27FC236}">
                <a16:creationId xmlns:a16="http://schemas.microsoft.com/office/drawing/2014/main" id="{0136BAE4-9124-7E43-9894-4F546E24E299}"/>
              </a:ext>
            </a:extLst>
          </p:cNvPr>
          <p:cNvSpPr/>
          <p:nvPr userDrawn="1"/>
        </p:nvSpPr>
        <p:spPr>
          <a:xfrm rot="16200000">
            <a:off x="4838280" y="-909136"/>
            <a:ext cx="2496782" cy="1214137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US" sz="800" b="0" i="0">
                <a:solidFill>
                  <a:schemeClr val="accent1"/>
                </a:solidFill>
                <a:latin typeface="Ubuntu" panose="020B0504030602030204" pitchFamily="34" charset="0"/>
              </a:rPr>
              <a:t>Assemble and Deploy</a:t>
            </a:r>
          </a:p>
        </p:txBody>
      </p:sp>
      <p:sp>
        <p:nvSpPr>
          <p:cNvPr id="9" name="Rectangle 8">
            <a:extLst>
              <a:ext uri="{FF2B5EF4-FFF2-40B4-BE49-F238E27FC236}">
                <a16:creationId xmlns:a16="http://schemas.microsoft.com/office/drawing/2014/main" id="{00D8EA6B-B7C1-1B46-B2A8-E4E45C0563F1}"/>
              </a:ext>
            </a:extLst>
          </p:cNvPr>
          <p:cNvSpPr/>
          <p:nvPr userDrawn="1"/>
        </p:nvSpPr>
        <p:spPr>
          <a:xfrm rot="16200000">
            <a:off x="5400871" y="-3398695"/>
            <a:ext cx="1371600" cy="12141377"/>
          </a:xfrm>
          <a:prstGeom prst="rect">
            <a:avLst/>
          </a:prstGeom>
          <a:noFill/>
          <a:ln>
            <a:solidFill>
              <a:schemeClr val="tx2">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US" sz="800" b="0" i="0">
                <a:solidFill>
                  <a:schemeClr val="tx2">
                    <a:lumMod val="90000"/>
                    <a:lumOff val="10000"/>
                  </a:schemeClr>
                </a:solidFill>
                <a:latin typeface="Ubuntu" panose="020B0504030602030204" pitchFamily="34" charset="0"/>
              </a:rPr>
              <a:t>Build the Platform</a:t>
            </a:r>
          </a:p>
        </p:txBody>
      </p:sp>
      <p:sp>
        <p:nvSpPr>
          <p:cNvPr id="10" name="Rectangle 9">
            <a:extLst>
              <a:ext uri="{FF2B5EF4-FFF2-40B4-BE49-F238E27FC236}">
                <a16:creationId xmlns:a16="http://schemas.microsoft.com/office/drawing/2014/main" id="{11278C9E-5476-3743-92CE-06A680BEA584}"/>
              </a:ext>
            </a:extLst>
          </p:cNvPr>
          <p:cNvSpPr/>
          <p:nvPr userDrawn="1"/>
        </p:nvSpPr>
        <p:spPr>
          <a:xfrm rot="16200000">
            <a:off x="5653170" y="-4557939"/>
            <a:ext cx="867007" cy="12141379"/>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US" sz="800" b="0" i="0">
                <a:solidFill>
                  <a:schemeClr val="accent6">
                    <a:lumMod val="75000"/>
                  </a:schemeClr>
                </a:solidFill>
                <a:latin typeface="Ubuntu" panose="020B0504030602030204" pitchFamily="34" charset="0"/>
              </a:rPr>
              <a:t>Design</a:t>
            </a:r>
          </a:p>
        </p:txBody>
      </p:sp>
      <p:sp>
        <p:nvSpPr>
          <p:cNvPr id="11" name="Rectangle 10">
            <a:extLst>
              <a:ext uri="{FF2B5EF4-FFF2-40B4-BE49-F238E27FC236}">
                <a16:creationId xmlns:a16="http://schemas.microsoft.com/office/drawing/2014/main" id="{204290DE-E4A2-7A41-9145-E3571DB7EB4C}"/>
              </a:ext>
            </a:extLst>
          </p:cNvPr>
          <p:cNvSpPr/>
          <p:nvPr userDrawn="1"/>
        </p:nvSpPr>
        <p:spPr>
          <a:xfrm rot="16200000">
            <a:off x="5821595" y="-5296457"/>
            <a:ext cx="530151" cy="12141377"/>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US" sz="800" b="0" i="0">
                <a:solidFill>
                  <a:schemeClr val="accent4"/>
                </a:solidFill>
                <a:latin typeface="Ubuntu" panose="020B0504030602030204" pitchFamily="34" charset="0"/>
              </a:rPr>
              <a:t>Steer</a:t>
            </a:r>
          </a:p>
        </p:txBody>
      </p:sp>
      <p:sp>
        <p:nvSpPr>
          <p:cNvPr id="14" name="Rectangle 13">
            <a:extLst>
              <a:ext uri="{FF2B5EF4-FFF2-40B4-BE49-F238E27FC236}">
                <a16:creationId xmlns:a16="http://schemas.microsoft.com/office/drawing/2014/main" id="{63F91D06-6FEA-2042-817F-9224A29BF9A7}"/>
              </a:ext>
            </a:extLst>
          </p:cNvPr>
          <p:cNvSpPr/>
          <p:nvPr userDrawn="1"/>
        </p:nvSpPr>
        <p:spPr>
          <a:xfrm rot="16200000">
            <a:off x="5848926" y="-2435211"/>
            <a:ext cx="475488" cy="12141377"/>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US" sz="800" b="0" i="0">
                <a:solidFill>
                  <a:srgbClr val="002060"/>
                </a:solidFill>
                <a:latin typeface="Ubuntu" panose="020B0504030602030204" pitchFamily="34" charset="0"/>
              </a:rPr>
              <a:t>Data &amp; Insight</a:t>
            </a:r>
          </a:p>
        </p:txBody>
      </p:sp>
      <p:sp>
        <p:nvSpPr>
          <p:cNvPr id="15" name="Rectangle 14">
            <a:extLst>
              <a:ext uri="{FF2B5EF4-FFF2-40B4-BE49-F238E27FC236}">
                <a16:creationId xmlns:a16="http://schemas.microsoft.com/office/drawing/2014/main" id="{C0F20FDF-0151-E543-AEFF-3472483F22E5}"/>
              </a:ext>
            </a:extLst>
          </p:cNvPr>
          <p:cNvSpPr/>
          <p:nvPr userDrawn="1"/>
        </p:nvSpPr>
        <p:spPr>
          <a:xfrm rot="16200000">
            <a:off x="5894882" y="576763"/>
            <a:ext cx="383577" cy="12141377"/>
          </a:xfrm>
          <a:prstGeom prst="rect">
            <a:avLst/>
          </a:prstGeom>
          <a:noFill/>
          <a:ln>
            <a:solidFill>
              <a:schemeClr val="accent3">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US" sz="800" b="0" i="0">
                <a:solidFill>
                  <a:schemeClr val="accent3">
                    <a:lumMod val="50000"/>
                    <a:lumOff val="50000"/>
                  </a:schemeClr>
                </a:solidFill>
                <a:latin typeface="Ubuntu" panose="020B0504030602030204" pitchFamily="34" charset="0"/>
              </a:rPr>
              <a:t>Op Model</a:t>
            </a:r>
          </a:p>
        </p:txBody>
      </p:sp>
    </p:spTree>
    <p:extLst>
      <p:ext uri="{BB962C8B-B14F-4D97-AF65-F5344CB8AC3E}">
        <p14:creationId xmlns:p14="http://schemas.microsoft.com/office/powerpoint/2010/main" val="4293831543"/>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userDrawn="1">
  <p:cSld name="Executive Summary">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06E84800-E6D5-6E4A-953B-7EB226FF0765}"/>
              </a:ext>
            </a:extLst>
          </p:cNvPr>
          <p:cNvCxnSpPr>
            <a:cxnSpLocks/>
          </p:cNvCxnSpPr>
          <p:nvPr userDrawn="1"/>
        </p:nvCxnSpPr>
        <p:spPr>
          <a:xfrm>
            <a:off x="0" y="6248399"/>
            <a:ext cx="12192000" cy="0"/>
          </a:xfrm>
          <a:prstGeom prst="line">
            <a:avLst/>
          </a:prstGeom>
          <a:ln w="6350">
            <a:solidFill>
              <a:srgbClr val="262066">
                <a:alpha val="40453"/>
              </a:srgbClr>
            </a:solidFill>
          </a:ln>
          <a:effectLst/>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775544B5-AB6D-6B43-9CA7-AACBD90114DF}"/>
              </a:ext>
            </a:extLst>
          </p:cNvPr>
          <p:cNvSpPr/>
          <p:nvPr userDrawn="1"/>
        </p:nvSpPr>
        <p:spPr>
          <a:xfrm>
            <a:off x="263352" y="5589240"/>
            <a:ext cx="7992888" cy="1268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b="0" i="0">
              <a:latin typeface="Ubuntu" panose="020B050403060203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37E3B742-FEB8-8E43-929F-656A9CEE6C92}"/>
              </a:ext>
            </a:extLst>
          </p:cNvPr>
          <p:cNvSpPr/>
          <p:nvPr/>
        </p:nvSpPr>
        <p:spPr>
          <a:xfrm>
            <a:off x="5545579" y="2656603"/>
            <a:ext cx="6656125" cy="1544795"/>
          </a:xfrm>
          <a:prstGeom prst="rect">
            <a:avLst/>
          </a:prstGeom>
          <a:solidFill>
            <a:schemeClr val="accent4">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600" b="0" i="0">
              <a:latin typeface="Ubuntu" panose="020B050403060203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B0556D91-327D-254B-8DF5-2A76777E8D50}"/>
              </a:ext>
            </a:extLst>
          </p:cNvPr>
          <p:cNvSpPr/>
          <p:nvPr userDrawn="1"/>
        </p:nvSpPr>
        <p:spPr>
          <a:xfrm>
            <a:off x="119336" y="0"/>
            <a:ext cx="5426243" cy="6858001"/>
          </a:xfrm>
          <a:prstGeom prst="rect">
            <a:avLst/>
          </a:prstGeom>
          <a:solidFill>
            <a:schemeClr val="accent4">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b="0" i="0">
              <a:solidFill>
                <a:schemeClr val="bg1"/>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1609263834"/>
      </p:ext>
    </p:extLst>
  </p:cSld>
  <p:clrMapOvr>
    <a:masterClrMapping/>
  </p:clrMapOvr>
  <p:extLst>
    <p:ext uri="{DCECCB84-F9BA-43D5-87BE-67443E8EF086}">
      <p15:sldGuideLst xmlns:p15="http://schemas.microsoft.com/office/powerpoint/2012/main"/>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680625E-4BEA-480A-B3ED-23F9C27F2C7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57" progId="TCLayout.ActiveDocument.1">
                  <p:embed/>
                </p:oleObj>
              </mc:Choice>
              <mc:Fallback>
                <p:oleObj name="think-cell Slide" r:id="rId3" imgW="353" imgH="357" progId="TCLayout.ActiveDocument.1">
                  <p:embed/>
                  <p:pic>
                    <p:nvPicPr>
                      <p:cNvPr id="3" name="Object 2" hidden="1">
                        <a:extLst>
                          <a:ext uri="{FF2B5EF4-FFF2-40B4-BE49-F238E27FC236}">
                            <a16:creationId xmlns:a16="http://schemas.microsoft.com/office/drawing/2014/main" id="{F680625E-4BEA-480A-B3ED-23F9C27F2C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479425" y="2681103"/>
            <a:ext cx="3278456" cy="1495794"/>
          </a:xfrm>
          <a:prstGeom prst="rect">
            <a:avLst/>
          </a:prstGeom>
        </p:spPr>
        <p:txBody>
          <a:bodyPr vert="horz" anchor="ctr">
            <a:noAutofit/>
          </a:bodyPr>
          <a:lstStyle>
            <a:lvl1pPr>
              <a:defRPr sz="2400">
                <a:solidFill>
                  <a:schemeClr val="bg1"/>
                </a:solidFill>
                <a:latin typeface="+mj-lt"/>
                <a:ea typeface="+mj-ea"/>
                <a:cs typeface="+mj-cs"/>
                <a:sym typeface="Trebuchet MS" panose="020B060302020202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ea typeface="+mn-ea"/>
              <a:cs typeface="+mn-cs"/>
              <a:sym typeface="Trebuchet MS" panose="020B0603020202020204" pitchFamily="34" charset="0"/>
            </a:endParaRPr>
          </a:p>
        </p:txBody>
      </p:sp>
      <p:pic>
        <p:nvPicPr>
          <p:cNvPr id="12" name="Graphic 11">
            <a:extLst>
              <a:ext uri="{FF2B5EF4-FFF2-40B4-BE49-F238E27FC236}">
                <a16:creationId xmlns:a16="http://schemas.microsoft.com/office/drawing/2014/main" id="{044FEF04-0009-4FF4-B02B-DC34425E4CD0}"/>
              </a:ext>
            </a:extLst>
          </p:cNvPr>
          <p:cNvPicPr>
            <a:picLocks noChangeAspect="1"/>
          </p:cNvPicPr>
          <p:nvPr userDrawn="1"/>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454025" y="6356100"/>
            <a:ext cx="862264" cy="272507"/>
          </a:xfrm>
          <a:prstGeom prst="rect">
            <a:avLst/>
          </a:prstGeom>
        </p:spPr>
      </p:pic>
      <p:sp>
        <p:nvSpPr>
          <p:cNvPr id="13" name="TextBox 12">
            <a:extLst>
              <a:ext uri="{FF2B5EF4-FFF2-40B4-BE49-F238E27FC236}">
                <a16:creationId xmlns:a16="http://schemas.microsoft.com/office/drawing/2014/main" id="{E4D1CF23-7CE7-4394-A0E1-414BD94A891A}"/>
              </a:ext>
            </a:extLst>
          </p:cNvPr>
          <p:cNvSpPr txBox="1"/>
          <p:nvPr userDrawn="1"/>
        </p:nvSpPr>
        <p:spPr>
          <a:xfrm>
            <a:off x="11291094" y="6400809"/>
            <a:ext cx="405606" cy="254791"/>
          </a:xfrm>
          <a:prstGeom prst="rect">
            <a:avLst/>
          </a:prstGeom>
          <a:noFill/>
        </p:spPr>
        <p:txBody>
          <a:bodyPr wrap="square" lIns="0" tIns="0" rIns="0"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tx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tx1"/>
              </a:solidFill>
              <a:latin typeface="+mn-lt"/>
              <a:ea typeface="+mn-ea"/>
              <a:cs typeface="+mn-cs"/>
              <a:sym typeface="Trebuchet MS" panose="020B0603020202020204" pitchFamily="34" charset="0"/>
            </a:endParaRPr>
          </a:p>
        </p:txBody>
      </p:sp>
      <p:sp>
        <p:nvSpPr>
          <p:cNvPr id="14" name="TextBox 13">
            <a:extLst>
              <a:ext uri="{FF2B5EF4-FFF2-40B4-BE49-F238E27FC236}">
                <a16:creationId xmlns:a16="http://schemas.microsoft.com/office/drawing/2014/main" id="{AF80490C-0355-49ED-B02C-1056DEA361C4}"/>
              </a:ext>
            </a:extLst>
          </p:cNvPr>
          <p:cNvSpPr txBox="1"/>
          <p:nvPr userDrawn="1"/>
        </p:nvSpPr>
        <p:spPr>
          <a:xfrm>
            <a:off x="7951657" y="6391280"/>
            <a:ext cx="2884617" cy="25479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r"/>
            <a:r>
              <a:rPr lang="en-GB" sz="800">
                <a:solidFill>
                  <a:schemeClr val="bg1">
                    <a:lumMod val="75000"/>
                  </a:schemeClr>
                </a:solidFill>
                <a:latin typeface="+mn-lt"/>
                <a:ea typeface="+mn-ea"/>
                <a:cs typeface="+mn-cs"/>
              </a:rPr>
              <a:t>Beazley Confidential - Footer</a:t>
            </a:r>
          </a:p>
        </p:txBody>
      </p:sp>
    </p:spTree>
    <p:extLst>
      <p:ext uri="{BB962C8B-B14F-4D97-AF65-F5344CB8AC3E}">
        <p14:creationId xmlns:p14="http://schemas.microsoft.com/office/powerpoint/2010/main" val="30912552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5855610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8613019"/>
      </p:ext>
    </p:extLst>
  </p:cSld>
  <p:clrMapOvr>
    <a:masterClrMapping/>
  </p:clrMapOvr>
  <p:extLst>
    <p:ext uri="{DCECCB84-F9BA-43D5-87BE-67443E8EF086}">
      <p15:sldGuideLst xmlns:p15="http://schemas.microsoft.com/office/powerpoint/2012/main"/>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0659E-7D49-773D-0269-C71A82C0F813}"/>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5EBD9452-127D-EAC6-509F-AFA99E92347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20C3A0F-1871-0FF1-530B-B2A339964CF8}"/>
              </a:ext>
            </a:extLst>
          </p:cNvPr>
          <p:cNvSpPr>
            <a:spLocks noGrp="1"/>
          </p:cNvSpPr>
          <p:nvPr>
            <p:ph type="dt" sz="half" idx="10"/>
          </p:nvPr>
        </p:nvSpPr>
        <p:spPr/>
        <p:txBody>
          <a:bodyPr/>
          <a:lstStyle/>
          <a:p>
            <a:fld id="{7F3AD299-A676-41DA-8A66-99B1EF38DE0B}" type="datetimeFigureOut">
              <a:rPr lang="en-GB" smtClean="0"/>
              <a:t>16/07/2025</a:t>
            </a:fld>
            <a:endParaRPr lang="en-GB"/>
          </a:p>
        </p:txBody>
      </p:sp>
      <p:sp>
        <p:nvSpPr>
          <p:cNvPr id="5" name="Footer Placeholder 4">
            <a:extLst>
              <a:ext uri="{FF2B5EF4-FFF2-40B4-BE49-F238E27FC236}">
                <a16:creationId xmlns:a16="http://schemas.microsoft.com/office/drawing/2014/main" id="{F46F8E6E-B653-7DE1-309E-5AA925FB6C8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811419E-30DE-89C9-9762-AAAB0AE26D31}"/>
              </a:ext>
            </a:extLst>
          </p:cNvPr>
          <p:cNvSpPr>
            <a:spLocks noGrp="1"/>
          </p:cNvSpPr>
          <p:nvPr>
            <p:ph type="sldNum" sz="quarter" idx="12"/>
          </p:nvPr>
        </p:nvSpPr>
        <p:spPr/>
        <p:txBody>
          <a:bodyPr/>
          <a:lstStyle/>
          <a:p>
            <a:fld id="{C39C9E32-5BEB-45F3-8EFF-E5FC5E5DE74B}" type="slidenum">
              <a:rPr lang="en-GB" smtClean="0"/>
              <a:t>‹#›</a:t>
            </a:fld>
            <a:endParaRPr lang="en-GB"/>
          </a:p>
        </p:txBody>
      </p:sp>
    </p:spTree>
    <p:extLst>
      <p:ext uri="{BB962C8B-B14F-4D97-AF65-F5344CB8AC3E}">
        <p14:creationId xmlns:p14="http://schemas.microsoft.com/office/powerpoint/2010/main" val="2183254020"/>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4142842"/>
      </p:ext>
    </p:extLst>
  </p:cSld>
  <p:clrMapOvr>
    <a:masterClrMapping/>
  </p:clrMapOvr>
  <p:extLst>
    <p:ext uri="{DCECCB84-F9BA-43D5-87BE-67443E8EF086}">
      <p15:sldGuideLst xmlns:p15="http://schemas.microsoft.com/office/powerpoint/2012/main"/>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101613494"/>
      </p:ext>
    </p:extLst>
  </p:cSld>
  <p:clrMapOvr>
    <a:masterClrMapping/>
  </p:clrMapOvr>
  <p:extLst>
    <p:ext uri="{DCECCB84-F9BA-43D5-87BE-67443E8EF086}">
      <p15:sldGuideLst xmlns:p15="http://schemas.microsoft.com/office/powerpoint/2012/main"/>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332896729"/>
      </p:ext>
    </p:extLst>
  </p:cSld>
  <p:clrMapOvr>
    <a:masterClrMapping/>
  </p:clrMapOvr>
  <p:extLst>
    <p:ext uri="{DCECCB84-F9BA-43D5-87BE-67443E8EF086}">
      <p15:sldGuideLst xmlns:p15="http://schemas.microsoft.com/office/powerpoint/2012/main"/>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t>Click to edit Master title style</a:t>
            </a:r>
          </a:p>
        </p:txBody>
      </p:sp>
    </p:spTree>
    <p:extLst>
      <p:ext uri="{BB962C8B-B14F-4D97-AF65-F5344CB8AC3E}">
        <p14:creationId xmlns:p14="http://schemas.microsoft.com/office/powerpoint/2010/main" val="501653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641774818"/>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055154554"/>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4898968"/>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37352979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143292219"/>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976606162"/>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792233947"/>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357453521"/>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0305908"/>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129876935"/>
      </p:ext>
    </p:extLst>
  </p:cSld>
  <p:clrMapOvr>
    <a:masterClrMapping/>
  </p:clrMapOvr>
  <p:extLst>
    <p:ext uri="{DCECCB84-F9BA-43D5-87BE-67443E8EF086}">
      <p15:sldGuideLst xmlns:p15="http://schemas.microsoft.com/office/powerpoint/2012/main"/>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915742464"/>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3188524"/>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244139639"/>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2181791951"/>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949698685"/>
      </p:ext>
    </p:extLst>
  </p:cSld>
  <p:clrMapOvr>
    <a:masterClrMapping/>
  </p:clrMapOvr>
  <p:extLst>
    <p:ext uri="{DCECCB84-F9BA-43D5-87BE-67443E8EF086}">
      <p15:sldGuideLst xmlns:p15="http://schemas.microsoft.com/office/powerpoint/2012/main"/>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165408193"/>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979041097"/>
      </p:ext>
    </p:extLst>
  </p:cSld>
  <p:clrMapOvr>
    <a:masterClrMapping/>
  </p:clrMapOvr>
  <p:extLst>
    <p:ext uri="{DCECCB84-F9BA-43D5-87BE-67443E8EF086}">
      <p15:sldGuideLst xmlns:p15="http://schemas.microsoft.com/office/powerpoint/2012/main"/>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1069974867"/>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16/07/2025</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Tree>
    <p:extLst>
      <p:ext uri="{BB962C8B-B14F-4D97-AF65-F5344CB8AC3E}">
        <p14:creationId xmlns:p14="http://schemas.microsoft.com/office/powerpoint/2010/main" val="1819315269"/>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9660"/>
          </a:xfrm>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371130848"/>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0" marR="0" lvl="1"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Second level</a:t>
            </a:r>
          </a:p>
          <a:p>
            <a:pPr marL="0" marR="0" lvl="2"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Third level</a:t>
            </a:r>
          </a:p>
          <a:p>
            <a:pPr marL="0" marR="0" lvl="3"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Fourth level</a:t>
            </a:r>
          </a:p>
          <a:p>
            <a:pPr marL="0" marR="0" lvl="4"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Fifth level</a:t>
            </a:r>
            <a:endParaRPr kumimoji="0" lang="en-US" sz="2000" b="0" i="0" u="none" strike="noStrike" kern="1200" cap="none" spc="0" normalizeH="0" baseline="0" noProof="0">
              <a:ln>
                <a:noFill/>
              </a:ln>
              <a:solidFill>
                <a:srgbClr val="000000"/>
              </a:solidFill>
              <a:effectLst/>
              <a:uLnTx/>
              <a:uFillTx/>
              <a:latin typeface="+mn-lt"/>
              <a:ea typeface="+mn-ea"/>
              <a:cs typeface="+mn-cs"/>
            </a:endParaRP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Tree>
    <p:extLst>
      <p:ext uri="{BB962C8B-B14F-4D97-AF65-F5344CB8AC3E}">
        <p14:creationId xmlns:p14="http://schemas.microsoft.com/office/powerpoint/2010/main" val="3586831779"/>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1571431684"/>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914400" y="1219200"/>
            <a:ext cx="10972800" cy="5257800"/>
          </a:xfrm>
        </p:spPr>
        <p:txBody>
          <a:bodyPr/>
          <a:lstStyle>
            <a:lvl1pPr>
              <a:spcBef>
                <a:spcPts val="5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828677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slideLayout" Target="../slideLayouts/slideLayout40.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29" Type="http://schemas.openxmlformats.org/officeDocument/2006/relationships/oleObject" Target="../embeddings/oleObject1.bin"/><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tags" Target="../tags/tag1.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31" Type="http://schemas.openxmlformats.org/officeDocument/2006/relationships/image" Target="../media/image4.pn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theme" Target="../theme/theme2.xml"/><Relationship Id="rId30" Type="http://schemas.openxmlformats.org/officeDocument/2006/relationships/image" Target="../media/image5.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image" Target="../media/image5.emf"/><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oleObject" Target="../embeddings/oleObject1.bin"/><Relationship Id="rId2" Type="http://schemas.openxmlformats.org/officeDocument/2006/relationships/slideLayout" Target="../slideLayouts/slideLayout42.xml"/><Relationship Id="rId16" Type="http://schemas.openxmlformats.org/officeDocument/2006/relationships/tags" Target="../tags/tag10.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theme" Target="../theme/theme3.xml"/><Relationship Id="rId10" Type="http://schemas.openxmlformats.org/officeDocument/2006/relationships/slideLayout" Target="../slideLayouts/slideLayout50.xml"/><Relationship Id="rId19" Type="http://schemas.openxmlformats.org/officeDocument/2006/relationships/image" Target="../media/image4.png"/><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slideLayout" Target="../slideLayouts/slideLayout72.xml"/><Relationship Id="rId26" Type="http://schemas.openxmlformats.org/officeDocument/2006/relationships/tags" Target="../tags/tag13.xml"/><Relationship Id="rId3" Type="http://schemas.openxmlformats.org/officeDocument/2006/relationships/slideLayout" Target="../slideLayouts/slideLayout57.xml"/><Relationship Id="rId21" Type="http://schemas.openxmlformats.org/officeDocument/2006/relationships/slideLayout" Target="../slideLayouts/slideLayout75.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5" Type="http://schemas.openxmlformats.org/officeDocument/2006/relationships/theme" Target="../theme/theme4.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slideLayout" Target="../slideLayouts/slideLayout74.xml"/><Relationship Id="rId29" Type="http://schemas.openxmlformats.org/officeDocument/2006/relationships/image" Target="../media/image4.png"/><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24" Type="http://schemas.openxmlformats.org/officeDocument/2006/relationships/slideLayout" Target="../slideLayouts/slideLayout78.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23" Type="http://schemas.openxmlformats.org/officeDocument/2006/relationships/slideLayout" Target="../slideLayouts/slideLayout77.xml"/><Relationship Id="rId28" Type="http://schemas.openxmlformats.org/officeDocument/2006/relationships/image" Target="../media/image5.emf"/><Relationship Id="rId10" Type="http://schemas.openxmlformats.org/officeDocument/2006/relationships/slideLayout" Target="../slideLayouts/slideLayout64.xml"/><Relationship Id="rId19" Type="http://schemas.openxmlformats.org/officeDocument/2006/relationships/slideLayout" Target="../slideLayouts/slideLayout73.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slideLayout" Target="../slideLayouts/slideLayout76.xml"/><Relationship Id="rId27" Type="http://schemas.openxmlformats.org/officeDocument/2006/relationships/oleObject" Target="../embeddings/oleObject1.bin"/></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91.xml"/><Relationship Id="rId18" Type="http://schemas.openxmlformats.org/officeDocument/2006/relationships/slideLayout" Target="../slideLayouts/slideLayout96.xml"/><Relationship Id="rId26" Type="http://schemas.openxmlformats.org/officeDocument/2006/relationships/slideLayout" Target="../slideLayouts/slideLayout104.xml"/><Relationship Id="rId3" Type="http://schemas.openxmlformats.org/officeDocument/2006/relationships/slideLayout" Target="../slideLayouts/slideLayout81.xml"/><Relationship Id="rId21" Type="http://schemas.openxmlformats.org/officeDocument/2006/relationships/slideLayout" Target="../slideLayouts/slideLayout99.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5" Type="http://schemas.openxmlformats.org/officeDocument/2006/relationships/slideLayout" Target="../slideLayouts/slideLayout103.xml"/><Relationship Id="rId33" Type="http://schemas.openxmlformats.org/officeDocument/2006/relationships/image" Target="../media/image4.png"/><Relationship Id="rId2" Type="http://schemas.openxmlformats.org/officeDocument/2006/relationships/slideLayout" Target="../slideLayouts/slideLayout80.xml"/><Relationship Id="rId16" Type="http://schemas.openxmlformats.org/officeDocument/2006/relationships/slideLayout" Target="../slideLayouts/slideLayout94.xml"/><Relationship Id="rId20" Type="http://schemas.openxmlformats.org/officeDocument/2006/relationships/slideLayout" Target="../slideLayouts/slideLayout98.xml"/><Relationship Id="rId29" Type="http://schemas.openxmlformats.org/officeDocument/2006/relationships/theme" Target="../theme/theme5.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24" Type="http://schemas.openxmlformats.org/officeDocument/2006/relationships/slideLayout" Target="../slideLayouts/slideLayout102.xml"/><Relationship Id="rId32" Type="http://schemas.openxmlformats.org/officeDocument/2006/relationships/image" Target="../media/image5.emf"/><Relationship Id="rId5" Type="http://schemas.openxmlformats.org/officeDocument/2006/relationships/slideLayout" Target="../slideLayouts/slideLayout83.xml"/><Relationship Id="rId15" Type="http://schemas.openxmlformats.org/officeDocument/2006/relationships/slideLayout" Target="../slideLayouts/slideLayout93.xml"/><Relationship Id="rId23" Type="http://schemas.openxmlformats.org/officeDocument/2006/relationships/slideLayout" Target="../slideLayouts/slideLayout101.xml"/><Relationship Id="rId28" Type="http://schemas.openxmlformats.org/officeDocument/2006/relationships/slideLayout" Target="../slideLayouts/slideLayout106.xml"/><Relationship Id="rId10" Type="http://schemas.openxmlformats.org/officeDocument/2006/relationships/slideLayout" Target="../slideLayouts/slideLayout88.xml"/><Relationship Id="rId19" Type="http://schemas.openxmlformats.org/officeDocument/2006/relationships/slideLayout" Target="../slideLayouts/slideLayout97.xml"/><Relationship Id="rId31" Type="http://schemas.openxmlformats.org/officeDocument/2006/relationships/oleObject" Target="../embeddings/oleObject1.bin"/><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 Id="rId22" Type="http://schemas.openxmlformats.org/officeDocument/2006/relationships/slideLayout" Target="../slideLayouts/slideLayout100.xml"/><Relationship Id="rId27" Type="http://schemas.openxmlformats.org/officeDocument/2006/relationships/slideLayout" Target="../slideLayouts/slideLayout105.xml"/><Relationship Id="rId30" Type="http://schemas.openxmlformats.org/officeDocument/2006/relationships/tags" Target="../tags/tag22.xml"/><Relationship Id="rId8" Type="http://schemas.openxmlformats.org/officeDocument/2006/relationships/slideLayout" Target="../slideLayouts/slideLayout86.xml"/></Relationships>
</file>

<file path=ppt/slideMasters/_rels/slideMaster6.xml.rels><?xml version="1.0" encoding="UTF-8" standalone="yes"?>
<Relationships xmlns="http://schemas.openxmlformats.org/package/2006/relationships"><Relationship Id="rId26" Type="http://schemas.openxmlformats.org/officeDocument/2006/relationships/slideLayout" Target="../slideLayouts/slideLayout132.xml"/><Relationship Id="rId21" Type="http://schemas.openxmlformats.org/officeDocument/2006/relationships/slideLayout" Target="../slideLayouts/slideLayout127.xml"/><Relationship Id="rId42" Type="http://schemas.openxmlformats.org/officeDocument/2006/relationships/slideLayout" Target="../slideLayouts/slideLayout148.xml"/><Relationship Id="rId47" Type="http://schemas.openxmlformats.org/officeDocument/2006/relationships/slideLayout" Target="../slideLayouts/slideLayout153.xml"/><Relationship Id="rId63" Type="http://schemas.openxmlformats.org/officeDocument/2006/relationships/slideLayout" Target="../slideLayouts/slideLayout169.xml"/><Relationship Id="rId68" Type="http://schemas.openxmlformats.org/officeDocument/2006/relationships/theme" Target="../theme/theme6.xml"/><Relationship Id="rId7" Type="http://schemas.openxmlformats.org/officeDocument/2006/relationships/slideLayout" Target="../slideLayouts/slideLayout113.xml"/><Relationship Id="rId71" Type="http://schemas.openxmlformats.org/officeDocument/2006/relationships/image" Target="../media/image5.emf"/><Relationship Id="rId2" Type="http://schemas.openxmlformats.org/officeDocument/2006/relationships/slideLayout" Target="../slideLayouts/slideLayout108.xml"/><Relationship Id="rId16" Type="http://schemas.openxmlformats.org/officeDocument/2006/relationships/slideLayout" Target="../slideLayouts/slideLayout122.xml"/><Relationship Id="rId29" Type="http://schemas.openxmlformats.org/officeDocument/2006/relationships/slideLayout" Target="../slideLayouts/slideLayout135.xml"/><Relationship Id="rId11" Type="http://schemas.openxmlformats.org/officeDocument/2006/relationships/slideLayout" Target="../slideLayouts/slideLayout117.xml"/><Relationship Id="rId24" Type="http://schemas.openxmlformats.org/officeDocument/2006/relationships/slideLayout" Target="../slideLayouts/slideLayout130.xml"/><Relationship Id="rId32" Type="http://schemas.openxmlformats.org/officeDocument/2006/relationships/slideLayout" Target="../slideLayouts/slideLayout138.xml"/><Relationship Id="rId37" Type="http://schemas.openxmlformats.org/officeDocument/2006/relationships/slideLayout" Target="../slideLayouts/slideLayout143.xml"/><Relationship Id="rId40" Type="http://schemas.openxmlformats.org/officeDocument/2006/relationships/slideLayout" Target="../slideLayouts/slideLayout146.xml"/><Relationship Id="rId45" Type="http://schemas.openxmlformats.org/officeDocument/2006/relationships/slideLayout" Target="../slideLayouts/slideLayout151.xml"/><Relationship Id="rId53" Type="http://schemas.openxmlformats.org/officeDocument/2006/relationships/slideLayout" Target="../slideLayouts/slideLayout159.xml"/><Relationship Id="rId58" Type="http://schemas.openxmlformats.org/officeDocument/2006/relationships/slideLayout" Target="../slideLayouts/slideLayout164.xml"/><Relationship Id="rId66" Type="http://schemas.openxmlformats.org/officeDocument/2006/relationships/slideLayout" Target="../slideLayouts/slideLayout172.xml"/><Relationship Id="rId5" Type="http://schemas.openxmlformats.org/officeDocument/2006/relationships/slideLayout" Target="../slideLayouts/slideLayout111.xml"/><Relationship Id="rId61" Type="http://schemas.openxmlformats.org/officeDocument/2006/relationships/slideLayout" Target="../slideLayouts/slideLayout167.xml"/><Relationship Id="rId19" Type="http://schemas.openxmlformats.org/officeDocument/2006/relationships/slideLayout" Target="../slideLayouts/slideLayout125.xml"/><Relationship Id="rId14" Type="http://schemas.openxmlformats.org/officeDocument/2006/relationships/slideLayout" Target="../slideLayouts/slideLayout120.xml"/><Relationship Id="rId22" Type="http://schemas.openxmlformats.org/officeDocument/2006/relationships/slideLayout" Target="../slideLayouts/slideLayout128.xml"/><Relationship Id="rId27" Type="http://schemas.openxmlformats.org/officeDocument/2006/relationships/slideLayout" Target="../slideLayouts/slideLayout133.xml"/><Relationship Id="rId30" Type="http://schemas.openxmlformats.org/officeDocument/2006/relationships/slideLayout" Target="../slideLayouts/slideLayout136.xml"/><Relationship Id="rId35" Type="http://schemas.openxmlformats.org/officeDocument/2006/relationships/slideLayout" Target="../slideLayouts/slideLayout141.xml"/><Relationship Id="rId43" Type="http://schemas.openxmlformats.org/officeDocument/2006/relationships/slideLayout" Target="../slideLayouts/slideLayout149.xml"/><Relationship Id="rId48" Type="http://schemas.openxmlformats.org/officeDocument/2006/relationships/slideLayout" Target="../slideLayouts/slideLayout154.xml"/><Relationship Id="rId56" Type="http://schemas.openxmlformats.org/officeDocument/2006/relationships/slideLayout" Target="../slideLayouts/slideLayout162.xml"/><Relationship Id="rId64" Type="http://schemas.openxmlformats.org/officeDocument/2006/relationships/slideLayout" Target="../slideLayouts/slideLayout170.xml"/><Relationship Id="rId69" Type="http://schemas.openxmlformats.org/officeDocument/2006/relationships/tags" Target="../tags/tag32.xml"/><Relationship Id="rId8" Type="http://schemas.openxmlformats.org/officeDocument/2006/relationships/slideLayout" Target="../slideLayouts/slideLayout114.xml"/><Relationship Id="rId51" Type="http://schemas.openxmlformats.org/officeDocument/2006/relationships/slideLayout" Target="../slideLayouts/slideLayout157.xml"/><Relationship Id="rId72" Type="http://schemas.openxmlformats.org/officeDocument/2006/relationships/image" Target="../media/image4.png"/><Relationship Id="rId3" Type="http://schemas.openxmlformats.org/officeDocument/2006/relationships/slideLayout" Target="../slideLayouts/slideLayout109.xml"/><Relationship Id="rId12" Type="http://schemas.openxmlformats.org/officeDocument/2006/relationships/slideLayout" Target="../slideLayouts/slideLayout118.xml"/><Relationship Id="rId17" Type="http://schemas.openxmlformats.org/officeDocument/2006/relationships/slideLayout" Target="../slideLayouts/slideLayout123.xml"/><Relationship Id="rId25" Type="http://schemas.openxmlformats.org/officeDocument/2006/relationships/slideLayout" Target="../slideLayouts/slideLayout131.xml"/><Relationship Id="rId33" Type="http://schemas.openxmlformats.org/officeDocument/2006/relationships/slideLayout" Target="../slideLayouts/slideLayout139.xml"/><Relationship Id="rId38" Type="http://schemas.openxmlformats.org/officeDocument/2006/relationships/slideLayout" Target="../slideLayouts/slideLayout144.xml"/><Relationship Id="rId46" Type="http://schemas.openxmlformats.org/officeDocument/2006/relationships/slideLayout" Target="../slideLayouts/slideLayout152.xml"/><Relationship Id="rId59" Type="http://schemas.openxmlformats.org/officeDocument/2006/relationships/slideLayout" Target="../slideLayouts/slideLayout165.xml"/><Relationship Id="rId67" Type="http://schemas.openxmlformats.org/officeDocument/2006/relationships/slideLayout" Target="../slideLayouts/slideLayout173.xml"/><Relationship Id="rId20" Type="http://schemas.openxmlformats.org/officeDocument/2006/relationships/slideLayout" Target="../slideLayouts/slideLayout126.xml"/><Relationship Id="rId41" Type="http://schemas.openxmlformats.org/officeDocument/2006/relationships/slideLayout" Target="../slideLayouts/slideLayout147.xml"/><Relationship Id="rId54" Type="http://schemas.openxmlformats.org/officeDocument/2006/relationships/slideLayout" Target="../slideLayouts/slideLayout160.xml"/><Relationship Id="rId62" Type="http://schemas.openxmlformats.org/officeDocument/2006/relationships/slideLayout" Target="../slideLayouts/slideLayout168.xml"/><Relationship Id="rId70" Type="http://schemas.openxmlformats.org/officeDocument/2006/relationships/oleObject" Target="../embeddings/oleObject1.bin"/><Relationship Id="rId1" Type="http://schemas.openxmlformats.org/officeDocument/2006/relationships/slideLayout" Target="../slideLayouts/slideLayout107.xml"/><Relationship Id="rId6" Type="http://schemas.openxmlformats.org/officeDocument/2006/relationships/slideLayout" Target="../slideLayouts/slideLayout112.xml"/><Relationship Id="rId15" Type="http://schemas.openxmlformats.org/officeDocument/2006/relationships/slideLayout" Target="../slideLayouts/slideLayout121.xml"/><Relationship Id="rId23" Type="http://schemas.openxmlformats.org/officeDocument/2006/relationships/slideLayout" Target="../slideLayouts/slideLayout129.xml"/><Relationship Id="rId28" Type="http://schemas.openxmlformats.org/officeDocument/2006/relationships/slideLayout" Target="../slideLayouts/slideLayout134.xml"/><Relationship Id="rId36" Type="http://schemas.openxmlformats.org/officeDocument/2006/relationships/slideLayout" Target="../slideLayouts/slideLayout142.xml"/><Relationship Id="rId49" Type="http://schemas.openxmlformats.org/officeDocument/2006/relationships/slideLayout" Target="../slideLayouts/slideLayout155.xml"/><Relationship Id="rId57" Type="http://schemas.openxmlformats.org/officeDocument/2006/relationships/slideLayout" Target="../slideLayouts/slideLayout163.xml"/><Relationship Id="rId10" Type="http://schemas.openxmlformats.org/officeDocument/2006/relationships/slideLayout" Target="../slideLayouts/slideLayout116.xml"/><Relationship Id="rId31" Type="http://schemas.openxmlformats.org/officeDocument/2006/relationships/slideLayout" Target="../slideLayouts/slideLayout137.xml"/><Relationship Id="rId44" Type="http://schemas.openxmlformats.org/officeDocument/2006/relationships/slideLayout" Target="../slideLayouts/slideLayout150.xml"/><Relationship Id="rId52" Type="http://schemas.openxmlformats.org/officeDocument/2006/relationships/slideLayout" Target="../slideLayouts/slideLayout158.xml"/><Relationship Id="rId60" Type="http://schemas.openxmlformats.org/officeDocument/2006/relationships/slideLayout" Target="../slideLayouts/slideLayout166.xml"/><Relationship Id="rId65" Type="http://schemas.openxmlformats.org/officeDocument/2006/relationships/slideLayout" Target="../slideLayouts/slideLayout171.xml"/><Relationship Id="rId4" Type="http://schemas.openxmlformats.org/officeDocument/2006/relationships/slideLayout" Target="../slideLayouts/slideLayout110.xml"/><Relationship Id="rId9" Type="http://schemas.openxmlformats.org/officeDocument/2006/relationships/slideLayout" Target="../slideLayouts/slideLayout115.xml"/><Relationship Id="rId13" Type="http://schemas.openxmlformats.org/officeDocument/2006/relationships/slideLayout" Target="../slideLayouts/slideLayout119.xml"/><Relationship Id="rId18" Type="http://schemas.openxmlformats.org/officeDocument/2006/relationships/slideLayout" Target="../slideLayouts/slideLayout124.xml"/><Relationship Id="rId39" Type="http://schemas.openxmlformats.org/officeDocument/2006/relationships/slideLayout" Target="../slideLayouts/slideLayout145.xml"/><Relationship Id="rId34" Type="http://schemas.openxmlformats.org/officeDocument/2006/relationships/slideLayout" Target="../slideLayouts/slideLayout140.xml"/><Relationship Id="rId50" Type="http://schemas.openxmlformats.org/officeDocument/2006/relationships/slideLayout" Target="../slideLayouts/slideLayout156.xml"/><Relationship Id="rId55" Type="http://schemas.openxmlformats.org/officeDocument/2006/relationships/slideLayout" Target="../slideLayouts/slideLayout161.xml"/></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176.xml"/><Relationship Id="rId7" Type="http://schemas.openxmlformats.org/officeDocument/2006/relationships/image" Target="../media/image5.emf"/><Relationship Id="rId2" Type="http://schemas.openxmlformats.org/officeDocument/2006/relationships/slideLayout" Target="../slideLayouts/slideLayout175.xml"/><Relationship Id="rId1" Type="http://schemas.openxmlformats.org/officeDocument/2006/relationships/slideLayout" Target="../slideLayouts/slideLayout174.xml"/><Relationship Id="rId6" Type="http://schemas.openxmlformats.org/officeDocument/2006/relationships/oleObject" Target="../embeddings/oleObject1.bin"/><Relationship Id="rId5" Type="http://schemas.openxmlformats.org/officeDocument/2006/relationships/tags" Target="../tags/tag48.xml"/><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84.xml"/><Relationship Id="rId13" Type="http://schemas.openxmlformats.org/officeDocument/2006/relationships/slideLayout" Target="../slideLayouts/slideLayout189.xml"/><Relationship Id="rId18" Type="http://schemas.openxmlformats.org/officeDocument/2006/relationships/slideLayout" Target="../slideLayouts/slideLayout194.xml"/><Relationship Id="rId26" Type="http://schemas.openxmlformats.org/officeDocument/2006/relationships/slideLayout" Target="../slideLayouts/slideLayout202.xml"/><Relationship Id="rId3" Type="http://schemas.openxmlformats.org/officeDocument/2006/relationships/slideLayout" Target="../slideLayouts/slideLayout179.xml"/><Relationship Id="rId21" Type="http://schemas.openxmlformats.org/officeDocument/2006/relationships/slideLayout" Target="../slideLayouts/slideLayout197.xml"/><Relationship Id="rId7" Type="http://schemas.openxmlformats.org/officeDocument/2006/relationships/slideLayout" Target="../slideLayouts/slideLayout183.xml"/><Relationship Id="rId12" Type="http://schemas.openxmlformats.org/officeDocument/2006/relationships/slideLayout" Target="../slideLayouts/slideLayout188.xml"/><Relationship Id="rId17" Type="http://schemas.openxmlformats.org/officeDocument/2006/relationships/slideLayout" Target="../slideLayouts/slideLayout193.xml"/><Relationship Id="rId25" Type="http://schemas.openxmlformats.org/officeDocument/2006/relationships/slideLayout" Target="../slideLayouts/slideLayout201.xml"/><Relationship Id="rId2" Type="http://schemas.openxmlformats.org/officeDocument/2006/relationships/slideLayout" Target="../slideLayouts/slideLayout178.xml"/><Relationship Id="rId16" Type="http://schemas.openxmlformats.org/officeDocument/2006/relationships/slideLayout" Target="../slideLayouts/slideLayout192.xml"/><Relationship Id="rId20" Type="http://schemas.openxmlformats.org/officeDocument/2006/relationships/slideLayout" Target="../slideLayouts/slideLayout196.xml"/><Relationship Id="rId29" Type="http://schemas.openxmlformats.org/officeDocument/2006/relationships/tags" Target="../tags/tag50.xml"/><Relationship Id="rId1" Type="http://schemas.openxmlformats.org/officeDocument/2006/relationships/slideLayout" Target="../slideLayouts/slideLayout177.xml"/><Relationship Id="rId6" Type="http://schemas.openxmlformats.org/officeDocument/2006/relationships/slideLayout" Target="../slideLayouts/slideLayout182.xml"/><Relationship Id="rId11" Type="http://schemas.openxmlformats.org/officeDocument/2006/relationships/slideLayout" Target="../slideLayouts/slideLayout187.xml"/><Relationship Id="rId24" Type="http://schemas.openxmlformats.org/officeDocument/2006/relationships/slideLayout" Target="../slideLayouts/slideLayout200.xml"/><Relationship Id="rId32" Type="http://schemas.openxmlformats.org/officeDocument/2006/relationships/image" Target="../media/image4.png"/><Relationship Id="rId5" Type="http://schemas.openxmlformats.org/officeDocument/2006/relationships/slideLayout" Target="../slideLayouts/slideLayout181.xml"/><Relationship Id="rId15" Type="http://schemas.openxmlformats.org/officeDocument/2006/relationships/slideLayout" Target="../slideLayouts/slideLayout191.xml"/><Relationship Id="rId23" Type="http://schemas.openxmlformats.org/officeDocument/2006/relationships/slideLayout" Target="../slideLayouts/slideLayout199.xml"/><Relationship Id="rId28" Type="http://schemas.openxmlformats.org/officeDocument/2006/relationships/theme" Target="../theme/theme8.xml"/><Relationship Id="rId10" Type="http://schemas.openxmlformats.org/officeDocument/2006/relationships/slideLayout" Target="../slideLayouts/slideLayout186.xml"/><Relationship Id="rId19" Type="http://schemas.openxmlformats.org/officeDocument/2006/relationships/slideLayout" Target="../slideLayouts/slideLayout195.xml"/><Relationship Id="rId31" Type="http://schemas.openxmlformats.org/officeDocument/2006/relationships/image" Target="../media/image5.emf"/><Relationship Id="rId4" Type="http://schemas.openxmlformats.org/officeDocument/2006/relationships/slideLayout" Target="../slideLayouts/slideLayout180.xml"/><Relationship Id="rId9" Type="http://schemas.openxmlformats.org/officeDocument/2006/relationships/slideLayout" Target="../slideLayouts/slideLayout185.xml"/><Relationship Id="rId14" Type="http://schemas.openxmlformats.org/officeDocument/2006/relationships/slideLayout" Target="../slideLayouts/slideLayout190.xml"/><Relationship Id="rId22" Type="http://schemas.openxmlformats.org/officeDocument/2006/relationships/slideLayout" Target="../slideLayouts/slideLayout198.xml"/><Relationship Id="rId27" Type="http://schemas.openxmlformats.org/officeDocument/2006/relationships/slideLayout" Target="../slideLayouts/slideLayout203.xml"/><Relationship Id="rId30"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EA7F55-8D7B-454D-C968-64DB226F25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32A616A-F0AF-C78F-77DF-7FCDF58D2C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F459E54-A9FB-F33D-2ADE-3D696D63F5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D0C84C0-9999-4DE8-A892-C187C16E2AEA}" type="datetimeFigureOut">
              <a:rPr lang="en-GB" smtClean="0"/>
              <a:t>16/07/2025</a:t>
            </a:fld>
            <a:endParaRPr lang="en-GB"/>
          </a:p>
        </p:txBody>
      </p:sp>
      <p:sp>
        <p:nvSpPr>
          <p:cNvPr id="5" name="Footer Placeholder 4">
            <a:extLst>
              <a:ext uri="{FF2B5EF4-FFF2-40B4-BE49-F238E27FC236}">
                <a16:creationId xmlns:a16="http://schemas.microsoft.com/office/drawing/2014/main" id="{9B837420-B367-8A44-66F0-D47F42D513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C57ECB1-144A-D9D6-A9F8-AA96240A78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55F03D-D4BC-43C1-84BE-A72F688F5F48}" type="slidenum">
              <a:rPr lang="en-GB" smtClean="0"/>
              <a:t>‹#›</a:t>
            </a:fld>
            <a:endParaRPr lang="en-GB"/>
          </a:p>
        </p:txBody>
      </p:sp>
    </p:spTree>
    <p:extLst>
      <p:ext uri="{BB962C8B-B14F-4D97-AF65-F5344CB8AC3E}">
        <p14:creationId xmlns:p14="http://schemas.microsoft.com/office/powerpoint/2010/main" val="20918515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758" r:id="rId13"/>
    <p:sldLayoutId id="2147483861"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8"/>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9" imgW="270" imgH="270" progId="TCLayout.ActiveDocument.1">
                  <p:embed/>
                </p:oleObj>
              </mc:Choice>
              <mc:Fallback>
                <p:oleObj name="think-cell Slide" r:id="rId29" imgW="270" imgH="270" progId="TCLayout.ActiveDocument.1">
                  <p:embed/>
                  <p:pic>
                    <p:nvPicPr>
                      <p:cNvPr id="21" name="Object 20" hidden="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1">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7">
            <a:extLst>
              <a:ext uri="{FF2B5EF4-FFF2-40B4-BE49-F238E27FC236}">
                <a16:creationId xmlns:a16="http://schemas.microsoft.com/office/drawing/2014/main" id="{B7F3FF88-7F26-CCFC-5ABB-34A0C654B6B1}"/>
              </a:ext>
            </a:extLst>
          </p:cNvPr>
          <p:cNvSpPr/>
          <p:nvPr userDrawn="1"/>
        </p:nvSpPr>
        <p:spPr>
          <a:xfrm>
            <a:off x="404813" y="6517871"/>
            <a:ext cx="523398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 May 2025</a:t>
            </a:r>
          </a:p>
        </p:txBody>
      </p:sp>
    </p:spTree>
    <p:extLst>
      <p:ext uri="{BB962C8B-B14F-4D97-AF65-F5344CB8AC3E}">
        <p14:creationId xmlns:p14="http://schemas.microsoft.com/office/powerpoint/2010/main" val="358172570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7" imgW="270" imgH="270" progId="TCLayout.ActiveDocument.1">
                  <p:embed/>
                </p:oleObj>
              </mc:Choice>
              <mc:Fallback>
                <p:oleObj name="think-cell Slide" r:id="rId17" imgW="270" imgH="270" progId="TCLayout.ActiveDocument.1">
                  <p:embed/>
                  <p:pic>
                    <p:nvPicPr>
                      <p:cNvPr id="21" name="Object 20" hidden="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19">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7">
            <a:extLst>
              <a:ext uri="{FF2B5EF4-FFF2-40B4-BE49-F238E27FC236}">
                <a16:creationId xmlns:a16="http://schemas.microsoft.com/office/drawing/2014/main" id="{0E2F4ABA-D244-8363-FBB3-E8900D4916FF}"/>
              </a:ext>
            </a:extLst>
          </p:cNvPr>
          <p:cNvSpPr/>
          <p:nvPr userDrawn="1"/>
        </p:nvSpPr>
        <p:spPr>
          <a:xfrm>
            <a:off x="404813" y="6517871"/>
            <a:ext cx="523398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 May 2025</a:t>
            </a:r>
          </a:p>
        </p:txBody>
      </p:sp>
    </p:spTree>
    <p:extLst>
      <p:ext uri="{BB962C8B-B14F-4D97-AF65-F5344CB8AC3E}">
        <p14:creationId xmlns:p14="http://schemas.microsoft.com/office/powerpoint/2010/main" val="1736873049"/>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7" imgW="270" imgH="270" progId="TCLayout.ActiveDocument.1">
                  <p:embed/>
                </p:oleObj>
              </mc:Choice>
              <mc:Fallback>
                <p:oleObj name="think-cell Slide" r:id="rId27" imgW="270" imgH="270" progId="TCLayout.ActiveDocument.1">
                  <p:embed/>
                  <p:pic>
                    <p:nvPicPr>
                      <p:cNvPr id="21" name="Object 20" hidden="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523398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 May 2025</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29">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6786093"/>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 id="2147483727" r:id="rId23"/>
    <p:sldLayoutId id="2147483728" r:id="rId2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0"/>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1" imgW="270" imgH="270" progId="TCLayout.ActiveDocument.1">
                  <p:embed/>
                </p:oleObj>
              </mc:Choice>
              <mc:Fallback>
                <p:oleObj name="think-cell Slide" r:id="rId31" imgW="270" imgH="270" progId="TCLayout.ActiveDocument.1">
                  <p:embed/>
                  <p:pic>
                    <p:nvPicPr>
                      <p:cNvPr id="21" name="Object 20" hidden="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3">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7">
            <a:extLst>
              <a:ext uri="{FF2B5EF4-FFF2-40B4-BE49-F238E27FC236}">
                <a16:creationId xmlns:a16="http://schemas.microsoft.com/office/drawing/2014/main" id="{0CDBD50B-FBDA-B51B-6D49-B423488CCE39}"/>
              </a:ext>
            </a:extLst>
          </p:cNvPr>
          <p:cNvSpPr/>
          <p:nvPr userDrawn="1"/>
        </p:nvSpPr>
        <p:spPr>
          <a:xfrm>
            <a:off x="404813" y="6517871"/>
            <a:ext cx="523398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 May 2025</a:t>
            </a:r>
          </a:p>
        </p:txBody>
      </p:sp>
    </p:spTree>
    <p:extLst>
      <p:ext uri="{BB962C8B-B14F-4D97-AF65-F5344CB8AC3E}">
        <p14:creationId xmlns:p14="http://schemas.microsoft.com/office/powerpoint/2010/main" val="2086637050"/>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754" r:id="rId25"/>
    <p:sldLayoutId id="2147483755" r:id="rId26"/>
    <p:sldLayoutId id="2147483756" r:id="rId27"/>
    <p:sldLayoutId id="2147483757" r:id="rId28"/>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69"/>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21" name="Object 20" hidden="1"/>
                      <p:cNvPicPr>
                        <a:picLocks noChangeAspect="1" noChangeArrowheads="1"/>
                      </p:cNvPicPr>
                      <p:nvPr/>
                    </p:nvPicPr>
                    <p:blipFill>
                      <a:blip r:embed="rId7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7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5376743"/>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 id="2147483777" r:id="rId18"/>
    <p:sldLayoutId id="2147483778" r:id="rId19"/>
    <p:sldLayoutId id="2147483779" r:id="rId20"/>
    <p:sldLayoutId id="2147483780" r:id="rId21"/>
    <p:sldLayoutId id="2147483781" r:id="rId22"/>
    <p:sldLayoutId id="2147483782" r:id="rId23"/>
    <p:sldLayoutId id="2147483783" r:id="rId24"/>
    <p:sldLayoutId id="2147483784" r:id="rId25"/>
    <p:sldLayoutId id="2147483785" r:id="rId26"/>
    <p:sldLayoutId id="2147483786" r:id="rId27"/>
    <p:sldLayoutId id="2147483787" r:id="rId28"/>
    <p:sldLayoutId id="2147483788" r:id="rId29"/>
    <p:sldLayoutId id="2147483789" r:id="rId30"/>
    <p:sldLayoutId id="2147483790" r:id="rId31"/>
    <p:sldLayoutId id="2147483791" r:id="rId32"/>
    <p:sldLayoutId id="2147483792" r:id="rId33"/>
    <p:sldLayoutId id="2147483793" r:id="rId34"/>
    <p:sldLayoutId id="2147483794" r:id="rId35"/>
    <p:sldLayoutId id="2147483795" r:id="rId36"/>
    <p:sldLayoutId id="2147483796" r:id="rId37"/>
    <p:sldLayoutId id="2147483798" r:id="rId38"/>
    <p:sldLayoutId id="2147483799" r:id="rId39"/>
    <p:sldLayoutId id="2147483800" r:id="rId40"/>
    <p:sldLayoutId id="2147483801" r:id="rId41"/>
    <p:sldLayoutId id="2147483802" r:id="rId42"/>
    <p:sldLayoutId id="2147483803" r:id="rId43"/>
    <p:sldLayoutId id="2147483804" r:id="rId44"/>
    <p:sldLayoutId id="2147483805" r:id="rId45"/>
    <p:sldLayoutId id="2147483806" r:id="rId46"/>
    <p:sldLayoutId id="2147483807" r:id="rId47"/>
    <p:sldLayoutId id="2147483808" r:id="rId48"/>
    <p:sldLayoutId id="2147483809" r:id="rId49"/>
    <p:sldLayoutId id="2147483810" r:id="rId50"/>
    <p:sldLayoutId id="2147483811" r:id="rId51"/>
    <p:sldLayoutId id="2147483812" r:id="rId52"/>
    <p:sldLayoutId id="2147483813" r:id="rId53"/>
    <p:sldLayoutId id="2147483814" r:id="rId54"/>
    <p:sldLayoutId id="2147483815" r:id="rId55"/>
    <p:sldLayoutId id="2147483816" r:id="rId56"/>
    <p:sldLayoutId id="2147483817" r:id="rId57"/>
    <p:sldLayoutId id="2147483818" r:id="rId58"/>
    <p:sldLayoutId id="2147483819" r:id="rId59"/>
    <p:sldLayoutId id="2147483820" r:id="rId60"/>
    <p:sldLayoutId id="2147483821" r:id="rId61"/>
    <p:sldLayoutId id="2147483822" r:id="rId62"/>
    <p:sldLayoutId id="2147483824" r:id="rId63"/>
    <p:sldLayoutId id="2147483825" r:id="rId64"/>
    <p:sldLayoutId id="2147483826" r:id="rId65"/>
    <p:sldLayoutId id="2147483827" r:id="rId66"/>
    <p:sldLayoutId id="2147483828" r:id="rId6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5"/>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21" name="Object 20"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9463470"/>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9"/>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0" imgW="270" imgH="270" progId="TCLayout.ActiveDocument.1">
                  <p:embed/>
                </p:oleObj>
              </mc:Choice>
              <mc:Fallback>
                <p:oleObj name="think-cell Slide" r:id="rId30" imgW="270" imgH="270" progId="TCLayout.ActiveDocument.1">
                  <p:embed/>
                  <p:pic>
                    <p:nvPicPr>
                      <p:cNvPr id="21" name="Object 20" hidden="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PRODUCT DEFINITION DEEP DIVE| January 2025</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5376720"/>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847" r:id="rId14"/>
    <p:sldLayoutId id="2147483848" r:id="rId15"/>
    <p:sldLayoutId id="2147483849" r:id="rId16"/>
    <p:sldLayoutId id="2147483850" r:id="rId17"/>
    <p:sldLayoutId id="2147483851" r:id="rId18"/>
    <p:sldLayoutId id="2147483852" r:id="rId19"/>
    <p:sldLayoutId id="2147483853" r:id="rId20"/>
    <p:sldLayoutId id="2147483854" r:id="rId21"/>
    <p:sldLayoutId id="2147483855" r:id="rId22"/>
    <p:sldLayoutId id="2147483856" r:id="rId23"/>
    <p:sldLayoutId id="2147483857" r:id="rId24"/>
    <p:sldLayoutId id="2147483858" r:id="rId25"/>
    <p:sldLayoutId id="2147483859" r:id="rId26"/>
    <p:sldLayoutId id="2147483860" r:id="rId2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4.xml"/><Relationship Id="rId1" Type="http://schemas.openxmlformats.org/officeDocument/2006/relationships/themeOverride" Target="../theme/themeOverride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0.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10.xml"/><Relationship Id="rId4" Type="http://schemas.openxmlformats.org/officeDocument/2006/relationships/hyperlink" Target="https://beazleynam.sharepoint.com/:f:/r/sites/GPAB/Shared%20Documents/11.%20Product%20Rationalisation%20%26%20Definition/Product%20Definition/Products/A%20Product%20Template?csf=1&amp;web=1&amp;e=E5AiNI"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1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4.xml"/><Relationship Id="rId1" Type="http://schemas.openxmlformats.org/officeDocument/2006/relationships/themeOverride" Target="../theme/themeOverride4.xml"/></Relationships>
</file>

<file path=ppt/slides/_rels/slide14.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174.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74.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beazleynam.sharepoint.com/:x:/r/sites/GPAB/Shared%20Documents/11.%20Product%20Rationalisation%20%26%20Definition/Other/Criteria.xlsx?d=w4ef6c5f282094cec999b3444a28e2a0a&amp;csf=1&amp;web=1&amp;e=W0F6ye" TargetMode="External"/><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80.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1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58.xml"/><Relationship Id="rId5" Type="http://schemas.openxmlformats.org/officeDocument/2006/relationships/image" Target="../media/image40.sv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8.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5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5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svg"/><Relationship Id="rId7" Type="http://schemas.openxmlformats.org/officeDocument/2006/relationships/image" Target="../media/image49.svg"/><Relationship Id="rId2" Type="http://schemas.openxmlformats.org/officeDocument/2006/relationships/image" Target="../media/image44.png"/><Relationship Id="rId1" Type="http://schemas.openxmlformats.org/officeDocument/2006/relationships/slideLayout" Target="../slideLayouts/slideLayout54.xml"/><Relationship Id="rId6" Type="http://schemas.openxmlformats.org/officeDocument/2006/relationships/image" Target="../media/image48.png"/><Relationship Id="rId5" Type="http://schemas.openxmlformats.org/officeDocument/2006/relationships/image" Target="../media/image47.svg"/><Relationship Id="rId4" Type="http://schemas.openxmlformats.org/officeDocument/2006/relationships/image" Target="../media/image46.png"/><Relationship Id="rId9" Type="http://schemas.openxmlformats.org/officeDocument/2006/relationships/image" Target="../media/image51.svg"/></Relationships>
</file>

<file path=ppt/slides/_rels/slide29.xml.rels><?xml version="1.0" encoding="UTF-8" standalone="yes"?>
<Relationships xmlns="http://schemas.openxmlformats.org/package/2006/relationships"><Relationship Id="rId8" Type="http://schemas.openxmlformats.org/officeDocument/2006/relationships/image" Target="../media/image52.jpeg"/><Relationship Id="rId3" Type="http://schemas.openxmlformats.org/officeDocument/2006/relationships/tags" Target="../tags/tag61.xml"/><Relationship Id="rId7" Type="http://schemas.openxmlformats.org/officeDocument/2006/relationships/notesSlide" Target="../notesSlides/notesSlide6.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Layout" Target="../slideLayouts/slideLayout106.xml"/><Relationship Id="rId5" Type="http://schemas.openxmlformats.org/officeDocument/2006/relationships/tags" Target="../tags/tag63.xml"/><Relationship Id="rId4" Type="http://schemas.openxmlformats.org/officeDocument/2006/relationships/tags" Target="../tags/tag62.xml"/></Relationships>
</file>

<file path=ppt/slides/_rels/slide30.xml.rels><?xml version="1.0" encoding="UTF-8" standalone="yes"?>
<Relationships xmlns="http://schemas.openxmlformats.org/package/2006/relationships"><Relationship Id="rId8" Type="http://schemas.openxmlformats.org/officeDocument/2006/relationships/image" Target="../media/image52.jpeg"/><Relationship Id="rId3" Type="http://schemas.openxmlformats.org/officeDocument/2006/relationships/tags" Target="../tags/tag66.xml"/><Relationship Id="rId7" Type="http://schemas.openxmlformats.org/officeDocument/2006/relationships/notesSlide" Target="../notesSlides/notesSlide7.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slideLayout" Target="../slideLayouts/slideLayout106.xml"/><Relationship Id="rId5" Type="http://schemas.openxmlformats.org/officeDocument/2006/relationships/tags" Target="../tags/tag68.xml"/><Relationship Id="rId4" Type="http://schemas.openxmlformats.org/officeDocument/2006/relationships/tags" Target="../tags/tag67.xml"/></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xml"/><Relationship Id="rId1" Type="http://schemas.openxmlformats.org/officeDocument/2006/relationships/slideLayout" Target="../slideLayouts/slideLayout106.xml"/><Relationship Id="rId4" Type="http://schemas.openxmlformats.org/officeDocument/2006/relationships/image" Target="../media/image5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1">
            <a:extLst>
              <a:ext uri="{FF2B5EF4-FFF2-40B4-BE49-F238E27FC236}">
                <a16:creationId xmlns:a16="http://schemas.microsoft.com/office/drawing/2014/main" id="{F4F87E10-2948-EA05-5915-992ECED553C3}"/>
              </a:ext>
            </a:extLst>
          </p:cNvPr>
          <p:cNvSpPr txBox="1">
            <a:spLocks/>
          </p:cNvSpPr>
          <p:nvPr/>
        </p:nvSpPr>
        <p:spPr>
          <a:xfrm>
            <a:off x="404813" y="4962612"/>
            <a:ext cx="11386134" cy="184666"/>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Ubuntu" panose="020B0504030602030204" pitchFamily="34" charset="0"/>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Ubuntu" panose="020B0504030602030204" pitchFamily="34" charset="0"/>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Ubuntu" panose="020B0504030602030204" pitchFamily="34" charset="0"/>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Ubuntu" panose="020B050403060203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200">
                <a:solidFill>
                  <a:srgbClr val="FFFFFF"/>
                </a:solidFill>
              </a:rPr>
              <a:t>May-</a:t>
            </a:r>
            <a:r>
              <a:rPr kumimoji="0" lang="en-IN" sz="12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2025</a:t>
            </a:r>
          </a:p>
        </p:txBody>
      </p:sp>
      <p:sp>
        <p:nvSpPr>
          <p:cNvPr id="11" name="Title 10">
            <a:extLst>
              <a:ext uri="{FF2B5EF4-FFF2-40B4-BE49-F238E27FC236}">
                <a16:creationId xmlns:a16="http://schemas.microsoft.com/office/drawing/2014/main" id="{CE5626D2-4B84-6929-D4F9-1F67489262B8}"/>
              </a:ext>
            </a:extLst>
          </p:cNvPr>
          <p:cNvSpPr>
            <a:spLocks noGrp="1"/>
          </p:cNvSpPr>
          <p:nvPr>
            <p:ph type="ctrTitle"/>
          </p:nvPr>
        </p:nvSpPr>
        <p:spPr>
          <a:xfrm>
            <a:off x="404811" y="1881018"/>
            <a:ext cx="10985149" cy="2169825"/>
          </a:xfrm>
        </p:spPr>
        <p:txBody>
          <a:bodyPr/>
          <a:lstStyle/>
          <a:p>
            <a:r>
              <a:rPr lang="en-GB"/>
              <a:t>Beazley </a:t>
            </a:r>
            <a:br>
              <a:rPr lang="en-GB"/>
            </a:br>
            <a:r>
              <a:rPr lang="en-GB" sz="4800"/>
              <a:t>GPAS and Billing </a:t>
            </a:r>
            <a:br>
              <a:rPr lang="en-GB" sz="4800"/>
            </a:br>
            <a:r>
              <a:rPr lang="en-GB" sz="2400"/>
              <a:t>Product Factory Rollout - Approach</a:t>
            </a:r>
            <a:endParaRPr lang="en-GB"/>
          </a:p>
        </p:txBody>
      </p:sp>
    </p:spTree>
    <p:extLst>
      <p:ext uri="{BB962C8B-B14F-4D97-AF65-F5344CB8AC3E}">
        <p14:creationId xmlns:p14="http://schemas.microsoft.com/office/powerpoint/2010/main" val="192374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C015393-97AD-0340-E249-FF2F31633AAB}"/>
              </a:ext>
            </a:extLst>
          </p:cNvPr>
          <p:cNvSpPr>
            <a:spLocks noGrp="1"/>
          </p:cNvSpPr>
          <p:nvPr>
            <p:ph type="body" sz="quarter" idx="10"/>
          </p:nvPr>
        </p:nvSpPr>
        <p:spPr/>
        <p:txBody>
          <a:bodyPr/>
          <a:lstStyle/>
          <a:p>
            <a:r>
              <a:rPr lang="en-GB"/>
              <a:t>What is GPAS and Billing? Scope – Why is it important?</a:t>
            </a:r>
          </a:p>
          <a:p>
            <a:endParaRPr lang="en-GB"/>
          </a:p>
          <a:p>
            <a:r>
              <a:rPr lang="en-GB"/>
              <a:t>Describe the Mod </a:t>
            </a:r>
            <a:r>
              <a:rPr lang="en-GB" err="1"/>
              <a:t>obj</a:t>
            </a:r>
            <a:r>
              <a:rPr lang="en-GB"/>
              <a:t> get to benefits faster. Product release approach. </a:t>
            </a:r>
          </a:p>
          <a:p>
            <a:endParaRPr lang="en-GB"/>
          </a:p>
          <a:p>
            <a:r>
              <a:rPr lang="en-GB"/>
              <a:t>What do we need from you. Resource volume, role, duration.  </a:t>
            </a:r>
          </a:p>
          <a:p>
            <a:endParaRPr lang="en-GB"/>
          </a:p>
          <a:p>
            <a:r>
              <a:rPr lang="en-GB"/>
              <a:t>WHERE are we today, what have we built and how can we start a product factory</a:t>
            </a:r>
          </a:p>
          <a:p>
            <a:endParaRPr lang="en-GB"/>
          </a:p>
          <a:p>
            <a:r>
              <a:rPr lang="en-GB"/>
              <a:t>Approach? </a:t>
            </a:r>
          </a:p>
          <a:p>
            <a:r>
              <a:rPr lang="en-GB"/>
              <a:t>How many rationalised products we started with and how we will roll out for the bulk of the PIF and Premium – This was prioritised by volume to unlock value to the largest teams.</a:t>
            </a:r>
          </a:p>
          <a:p>
            <a:endParaRPr lang="en-GB"/>
          </a:p>
        </p:txBody>
      </p:sp>
      <p:sp>
        <p:nvSpPr>
          <p:cNvPr id="3" name="Title 2">
            <a:extLst>
              <a:ext uri="{FF2B5EF4-FFF2-40B4-BE49-F238E27FC236}">
                <a16:creationId xmlns:a16="http://schemas.microsoft.com/office/drawing/2014/main" id="{F044092E-4697-4402-621D-E100A361AD05}"/>
              </a:ext>
            </a:extLst>
          </p:cNvPr>
          <p:cNvSpPr>
            <a:spLocks noGrp="1"/>
          </p:cNvSpPr>
          <p:nvPr>
            <p:ph type="title"/>
          </p:nvPr>
        </p:nvSpPr>
        <p:spPr/>
        <p:txBody>
          <a:bodyPr/>
          <a:lstStyle/>
          <a:p>
            <a:r>
              <a:rPr lang="en-GB"/>
              <a:t>Scene setting</a:t>
            </a:r>
          </a:p>
        </p:txBody>
      </p:sp>
    </p:spTree>
    <p:extLst>
      <p:ext uri="{BB962C8B-B14F-4D97-AF65-F5344CB8AC3E}">
        <p14:creationId xmlns:p14="http://schemas.microsoft.com/office/powerpoint/2010/main" val="2476678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F0511-8301-1D00-1EFF-D25C030EEE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EF1334-DCC3-6EBD-7275-FB5886639207}"/>
              </a:ext>
            </a:extLst>
          </p:cNvPr>
          <p:cNvSpPr>
            <a:spLocks noGrp="1"/>
          </p:cNvSpPr>
          <p:nvPr>
            <p:ph type="ctrTitle"/>
          </p:nvPr>
        </p:nvSpPr>
        <p:spPr>
          <a:xfrm>
            <a:off x="183715" y="297331"/>
            <a:ext cx="9144000" cy="593703"/>
          </a:xfrm>
        </p:spPr>
        <p:txBody>
          <a:bodyPr>
            <a:noAutofit/>
          </a:bodyPr>
          <a:lstStyle/>
          <a:p>
            <a:pPr algn="l"/>
            <a:r>
              <a:rPr lang="en-GB" sz="4000"/>
              <a:t>Product Delivery - Summary</a:t>
            </a:r>
          </a:p>
        </p:txBody>
      </p:sp>
      <p:cxnSp>
        <p:nvCxnSpPr>
          <p:cNvPr id="5" name="Straight Connector 4">
            <a:extLst>
              <a:ext uri="{FF2B5EF4-FFF2-40B4-BE49-F238E27FC236}">
                <a16:creationId xmlns:a16="http://schemas.microsoft.com/office/drawing/2014/main" id="{6F29E20A-9554-1722-0314-16008C4A4670}"/>
              </a:ext>
            </a:extLst>
          </p:cNvPr>
          <p:cNvCxnSpPr/>
          <p:nvPr/>
        </p:nvCxnSpPr>
        <p:spPr>
          <a:xfrm>
            <a:off x="0" y="926926"/>
            <a:ext cx="12192000"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2" descr="Beazley launches new private equity liability insurance product -  Reinsurance News">
            <a:extLst>
              <a:ext uri="{FF2B5EF4-FFF2-40B4-BE49-F238E27FC236}">
                <a16:creationId xmlns:a16="http://schemas.microsoft.com/office/drawing/2014/main" id="{402F45D6-681D-B37D-D649-05762916367B}"/>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274634" y="328517"/>
            <a:ext cx="1004626" cy="315346"/>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e 1">
            <a:extLst>
              <a:ext uri="{FF2B5EF4-FFF2-40B4-BE49-F238E27FC236}">
                <a16:creationId xmlns:a16="http://schemas.microsoft.com/office/drawing/2014/main" id="{06A44F38-4AA8-2FFE-B0BF-8C1BD0AD8DE9}"/>
              </a:ext>
            </a:extLst>
          </p:cNvPr>
          <p:cNvGrpSpPr>
            <a:grpSpLocks noChangeAspect="1"/>
          </p:cNvGrpSpPr>
          <p:nvPr/>
        </p:nvGrpSpPr>
        <p:grpSpPr>
          <a:xfrm>
            <a:off x="11426993" y="254875"/>
            <a:ext cx="419436" cy="388988"/>
            <a:chOff x="11501102" y="171573"/>
            <a:chExt cx="419436" cy="388988"/>
          </a:xfrm>
        </p:grpSpPr>
        <p:sp>
          <p:nvSpPr>
            <p:cNvPr id="8" name="Freeform 13">
              <a:extLst>
                <a:ext uri="{FF2B5EF4-FFF2-40B4-BE49-F238E27FC236}">
                  <a16:creationId xmlns:a16="http://schemas.microsoft.com/office/drawing/2014/main" id="{719378E2-8116-D13C-35B8-AC68AA0B227C}"/>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 name="Freeform 14">
              <a:extLst>
                <a:ext uri="{FF2B5EF4-FFF2-40B4-BE49-F238E27FC236}">
                  <a16:creationId xmlns:a16="http://schemas.microsoft.com/office/drawing/2014/main" id="{D1941158-28DC-E30B-17AB-A1FBE82362F9}"/>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cxnSp>
        <p:nvCxnSpPr>
          <p:cNvPr id="10" name="Straight Connector 9">
            <a:extLst>
              <a:ext uri="{FF2B5EF4-FFF2-40B4-BE49-F238E27FC236}">
                <a16:creationId xmlns:a16="http://schemas.microsoft.com/office/drawing/2014/main" id="{73D743FE-B065-0C95-2C12-44EAFC76C577}"/>
              </a:ext>
            </a:extLst>
          </p:cNvPr>
          <p:cNvCxnSpPr>
            <a:cxnSpLocks/>
          </p:cNvCxnSpPr>
          <p:nvPr/>
        </p:nvCxnSpPr>
        <p:spPr>
          <a:xfrm>
            <a:off x="11304834" y="205194"/>
            <a:ext cx="0" cy="388988"/>
          </a:xfrm>
          <a:prstGeom prst="line">
            <a:avLst/>
          </a:prstGeom>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997820E5-65E0-6903-6B67-12B221145A63}"/>
              </a:ext>
            </a:extLst>
          </p:cNvPr>
          <p:cNvSpPr/>
          <p:nvPr/>
        </p:nvSpPr>
        <p:spPr>
          <a:xfrm>
            <a:off x="341084" y="1074515"/>
            <a:ext cx="6050663" cy="2646464"/>
          </a:xfrm>
          <a:prstGeom prst="roundRect">
            <a:avLst/>
          </a:prstGeom>
          <a:ln/>
        </p:spPr>
        <p:style>
          <a:lnRef idx="2">
            <a:schemeClr val="accent1"/>
          </a:lnRef>
          <a:fillRef idx="1">
            <a:schemeClr val="lt1"/>
          </a:fillRef>
          <a:effectRef idx="0">
            <a:schemeClr val="accent1"/>
          </a:effectRef>
          <a:fontRef idx="minor">
            <a:schemeClr val="dk1"/>
          </a:fontRef>
        </p:style>
        <p:txBody>
          <a:bodyPr lIns="91440" tIns="0" rIns="91440" bIns="45720" rtlCol="0" anchor="t"/>
          <a:lstStyle/>
          <a:p>
            <a:pPr algn="ctr">
              <a:lnSpc>
                <a:spcPts val="2400"/>
              </a:lnSpc>
            </a:pPr>
            <a:r>
              <a:rPr lang="en-US" sz="1400" b="1" u="sng">
                <a:solidFill>
                  <a:srgbClr val="4B0050"/>
                </a:solidFill>
                <a:latin typeface="Aptos Display"/>
                <a:ea typeface="Arial"/>
                <a:cs typeface="Arial"/>
              </a:rPr>
              <a:t>Problem Statement</a:t>
            </a:r>
            <a:endParaRPr lang="en-US" sz="1000" b="1" u="sng">
              <a:solidFill>
                <a:srgbClr val="4B0050"/>
              </a:solidFill>
              <a:latin typeface="Aptos Display"/>
              <a:ea typeface="Arial"/>
              <a:cs typeface="Arial"/>
            </a:endParaRPr>
          </a:p>
          <a:p>
            <a:pPr marL="285750" indent="-285750">
              <a:lnSpc>
                <a:spcPts val="2400"/>
              </a:lnSpc>
              <a:buFont typeface="Arial" panose="020B0604020202020204" pitchFamily="34" charset="0"/>
              <a:buChar char="•"/>
            </a:pPr>
            <a:r>
              <a:rPr lang="en-US" sz="1400">
                <a:solidFill>
                  <a:srgbClr val="4B0050"/>
                </a:solidFill>
                <a:latin typeface="Aptos Display"/>
                <a:ea typeface="Arial"/>
                <a:cs typeface="Arial"/>
              </a:rPr>
              <a:t>Modernisation is delivering a new Target Architecture to Support Growth, Scalability, Increased Controls, Efficiencies and Reduced Costs </a:t>
            </a:r>
          </a:p>
          <a:p>
            <a:pPr marL="285750" indent="-285750">
              <a:lnSpc>
                <a:spcPts val="2400"/>
              </a:lnSpc>
              <a:buFont typeface="Arial" panose="020B0604020202020204" pitchFamily="34" charset="0"/>
              <a:buChar char="•"/>
            </a:pPr>
            <a:r>
              <a:rPr lang="en-US" sz="1400">
                <a:solidFill>
                  <a:srgbClr val="4B0050"/>
                </a:solidFill>
                <a:latin typeface="Aptos Display"/>
                <a:ea typeface="Arial"/>
                <a:cs typeface="Arial"/>
              </a:rPr>
              <a:t>All Beazley </a:t>
            </a:r>
            <a:r>
              <a:rPr lang="en-US" sz="1400" err="1">
                <a:solidFill>
                  <a:srgbClr val="4B0050"/>
                </a:solidFill>
                <a:latin typeface="Aptos Display"/>
                <a:ea typeface="Arial"/>
                <a:cs typeface="Arial"/>
              </a:rPr>
              <a:t>rationalised</a:t>
            </a:r>
            <a:r>
              <a:rPr lang="en-US" sz="1400">
                <a:solidFill>
                  <a:srgbClr val="4B0050"/>
                </a:solidFill>
                <a:latin typeface="Aptos Display"/>
                <a:ea typeface="Arial"/>
                <a:cs typeface="Arial"/>
              </a:rPr>
              <a:t> products (43) from </a:t>
            </a:r>
            <a:r>
              <a:rPr lang="en-US" sz="1400">
                <a:solidFill>
                  <a:srgbClr val="FF0000"/>
                </a:solidFill>
                <a:latin typeface="Aptos Display"/>
                <a:ea typeface="Arial"/>
                <a:cs typeface="Arial"/>
              </a:rPr>
              <a:t>157approx</a:t>
            </a:r>
            <a:r>
              <a:rPr lang="en-US" sz="1400">
                <a:solidFill>
                  <a:srgbClr val="4B0050"/>
                </a:solidFill>
                <a:latin typeface="Aptos Display"/>
                <a:ea typeface="Arial"/>
                <a:cs typeface="Arial"/>
              </a:rPr>
              <a:t> to 43  need to be on new target architecture for Business to fully realise value</a:t>
            </a:r>
          </a:p>
          <a:p>
            <a:pPr marL="285750" indent="-285750">
              <a:lnSpc>
                <a:spcPts val="2400"/>
              </a:lnSpc>
              <a:buFont typeface="Arial" panose="020B0604020202020204" pitchFamily="34" charset="0"/>
              <a:buChar char="•"/>
            </a:pPr>
            <a:r>
              <a:rPr lang="en-US" sz="1400">
                <a:solidFill>
                  <a:srgbClr val="4B0050"/>
                </a:solidFill>
                <a:latin typeface="Aptos Display"/>
                <a:ea typeface="Arial"/>
                <a:cs typeface="Arial"/>
              </a:rPr>
              <a:t>An end-to-end Product Delivery can only be achieved with multiple components (Workbench, Guidewire, Rating, MDA, Workday) delivered by several initiatives</a:t>
            </a:r>
          </a:p>
        </p:txBody>
      </p:sp>
      <p:sp>
        <p:nvSpPr>
          <p:cNvPr id="12" name="Rectangle: Rounded Corners 11">
            <a:extLst>
              <a:ext uri="{FF2B5EF4-FFF2-40B4-BE49-F238E27FC236}">
                <a16:creationId xmlns:a16="http://schemas.microsoft.com/office/drawing/2014/main" id="{6414E72D-BE47-4DB7-0BED-72697B5390E5}"/>
              </a:ext>
            </a:extLst>
          </p:cNvPr>
          <p:cNvSpPr/>
          <p:nvPr/>
        </p:nvSpPr>
        <p:spPr>
          <a:xfrm>
            <a:off x="341084" y="3894433"/>
            <a:ext cx="6050663" cy="2940938"/>
          </a:xfrm>
          <a:prstGeom prst="roundRect">
            <a:avLst/>
          </a:prstGeom>
          <a:ln/>
        </p:spPr>
        <p:style>
          <a:lnRef idx="2">
            <a:schemeClr val="accent1"/>
          </a:lnRef>
          <a:fillRef idx="1">
            <a:schemeClr val="lt1"/>
          </a:fillRef>
          <a:effectRef idx="0">
            <a:schemeClr val="accent1"/>
          </a:effectRef>
          <a:fontRef idx="minor">
            <a:schemeClr val="dk1"/>
          </a:fontRef>
        </p:style>
        <p:txBody>
          <a:bodyPr lIns="91440" tIns="0" rIns="91440" bIns="45720" rtlCol="0" anchor="t"/>
          <a:lstStyle/>
          <a:p>
            <a:pPr algn="ctr">
              <a:lnSpc>
                <a:spcPts val="2400"/>
              </a:lnSpc>
            </a:pPr>
            <a:r>
              <a:rPr lang="en-US" sz="1400" b="1" u="sng">
                <a:solidFill>
                  <a:srgbClr val="4B0050"/>
                </a:solidFill>
                <a:latin typeface="Aptos Display"/>
                <a:ea typeface="Arial"/>
                <a:cs typeface="Arial"/>
              </a:rPr>
              <a:t>Assumptions &amp; Dependencies</a:t>
            </a:r>
          </a:p>
          <a:p>
            <a:pPr marL="285750" indent="-285750">
              <a:lnSpc>
                <a:spcPts val="2400"/>
              </a:lnSpc>
              <a:buFont typeface="Arial" panose="020B0604020202020204" pitchFamily="34" charset="0"/>
              <a:buChar char="•"/>
            </a:pPr>
            <a:r>
              <a:rPr lang="en-US" sz="1400">
                <a:solidFill>
                  <a:srgbClr val="4B0050"/>
                </a:solidFill>
                <a:latin typeface="Aptos Display"/>
                <a:ea typeface="Arial"/>
                <a:cs typeface="Arial"/>
              </a:rPr>
              <a:t>Bulk of Integrations and Dependencies built as part of D&amp;O Release</a:t>
            </a:r>
          </a:p>
          <a:p>
            <a:pPr marL="285750" indent="-285750">
              <a:lnSpc>
                <a:spcPts val="2400"/>
              </a:lnSpc>
              <a:buFont typeface="Arial" panose="020B0604020202020204" pitchFamily="34" charset="0"/>
              <a:buChar char="•"/>
            </a:pPr>
            <a:r>
              <a:rPr lang="en-US" sz="1400">
                <a:solidFill>
                  <a:srgbClr val="4B0050"/>
                </a:solidFill>
                <a:latin typeface="Aptos Display"/>
                <a:ea typeface="Arial"/>
                <a:cs typeface="Arial"/>
              </a:rPr>
              <a:t>Re-use pattern used for D&amp;O Release</a:t>
            </a:r>
          </a:p>
          <a:p>
            <a:pPr marL="285750" indent="-285750">
              <a:lnSpc>
                <a:spcPts val="2400"/>
              </a:lnSpc>
              <a:buFont typeface="Arial" panose="020B0604020202020204" pitchFamily="34" charset="0"/>
              <a:buChar char="•"/>
            </a:pPr>
            <a:r>
              <a:rPr lang="en-US" sz="1400">
                <a:solidFill>
                  <a:srgbClr val="FF0000"/>
                </a:solidFill>
                <a:latin typeface="Aptos Display"/>
                <a:ea typeface="Arial"/>
                <a:cs typeface="Arial"/>
              </a:rPr>
              <a:t>No resource dependencies from multiple teams</a:t>
            </a:r>
          </a:p>
          <a:p>
            <a:pPr marL="285750" indent="-285750">
              <a:lnSpc>
                <a:spcPts val="2400"/>
              </a:lnSpc>
              <a:buFont typeface="Arial" panose="020B0604020202020204" pitchFamily="34" charset="0"/>
              <a:buChar char="•"/>
            </a:pPr>
            <a:r>
              <a:rPr lang="en-US" sz="1400" b="1">
                <a:solidFill>
                  <a:srgbClr val="4B0050"/>
                </a:solidFill>
                <a:latin typeface="Aptos Display"/>
                <a:ea typeface="Arial"/>
                <a:cs typeface="Arial"/>
              </a:rPr>
              <a:t>SMEs (Underwriting, Ops, Rating and Finance) need to be available per product, region and entity</a:t>
            </a:r>
          </a:p>
          <a:p>
            <a:pPr marL="285750" indent="-285750">
              <a:lnSpc>
                <a:spcPts val="2400"/>
              </a:lnSpc>
              <a:buFont typeface="Arial" panose="020B0604020202020204" pitchFamily="34" charset="0"/>
              <a:buChar char="•"/>
            </a:pPr>
            <a:r>
              <a:rPr lang="en-US" sz="1400" b="1">
                <a:solidFill>
                  <a:srgbClr val="4B0050"/>
                </a:solidFill>
                <a:latin typeface="Aptos Display"/>
                <a:ea typeface="Arial"/>
                <a:cs typeface="Arial"/>
              </a:rPr>
              <a:t>2 teams need to have their own Project resources (POs &amp; BAs) per workstream, Policy Centre, Billing, MDA, Integrations, Testing </a:t>
            </a:r>
            <a:r>
              <a:rPr lang="en-US" sz="1400" b="1" err="1">
                <a:solidFill>
                  <a:srgbClr val="4B0050"/>
                </a:solidFill>
                <a:latin typeface="Aptos Display"/>
                <a:ea typeface="Arial"/>
                <a:cs typeface="Arial"/>
              </a:rPr>
              <a:t>etc</a:t>
            </a:r>
            <a:endParaRPr lang="en-US" sz="1400" b="1">
              <a:solidFill>
                <a:srgbClr val="4B0050"/>
              </a:solidFill>
              <a:latin typeface="Aptos Display"/>
              <a:ea typeface="Arial"/>
              <a:cs typeface="Arial"/>
            </a:endParaRPr>
          </a:p>
          <a:p>
            <a:pPr marL="285750" indent="-285750">
              <a:lnSpc>
                <a:spcPts val="2400"/>
              </a:lnSpc>
              <a:buFont typeface="Arial" panose="020B0604020202020204" pitchFamily="34" charset="0"/>
              <a:buChar char="•"/>
            </a:pPr>
            <a:endParaRPr lang="en-US" sz="1400" b="1">
              <a:solidFill>
                <a:srgbClr val="4B0050"/>
              </a:solidFill>
              <a:latin typeface="Aptos Display"/>
              <a:ea typeface="Arial"/>
              <a:cs typeface="Arial"/>
            </a:endParaRPr>
          </a:p>
          <a:p>
            <a:pPr marL="285750" indent="-285750">
              <a:lnSpc>
                <a:spcPts val="2400"/>
              </a:lnSpc>
              <a:buFont typeface="Arial" panose="020B0604020202020204" pitchFamily="34" charset="0"/>
              <a:buChar char="•"/>
            </a:pPr>
            <a:endParaRPr lang="en-US" sz="1400">
              <a:solidFill>
                <a:srgbClr val="4B0050"/>
              </a:solidFill>
              <a:latin typeface="Aptos Display"/>
              <a:ea typeface="Arial"/>
              <a:cs typeface="Arial"/>
            </a:endParaRPr>
          </a:p>
        </p:txBody>
      </p:sp>
      <p:sp>
        <p:nvSpPr>
          <p:cNvPr id="14" name="Rectangle: Rounded Corners 13">
            <a:extLst>
              <a:ext uri="{FF2B5EF4-FFF2-40B4-BE49-F238E27FC236}">
                <a16:creationId xmlns:a16="http://schemas.microsoft.com/office/drawing/2014/main" id="{09A0E22D-24EC-CBF2-512F-01D7F913A751}"/>
              </a:ext>
            </a:extLst>
          </p:cNvPr>
          <p:cNvSpPr/>
          <p:nvPr/>
        </p:nvSpPr>
        <p:spPr>
          <a:xfrm>
            <a:off x="6631734" y="1053836"/>
            <a:ext cx="5427481" cy="5475645"/>
          </a:xfrm>
          <a:prstGeom prst="roundRect">
            <a:avLst/>
          </a:prstGeom>
          <a:ln/>
        </p:spPr>
        <p:style>
          <a:lnRef idx="2">
            <a:schemeClr val="accent1"/>
          </a:lnRef>
          <a:fillRef idx="1">
            <a:schemeClr val="lt1"/>
          </a:fillRef>
          <a:effectRef idx="0">
            <a:schemeClr val="accent1"/>
          </a:effectRef>
          <a:fontRef idx="minor">
            <a:schemeClr val="dk1"/>
          </a:fontRef>
        </p:style>
        <p:txBody>
          <a:bodyPr lIns="91440" tIns="0" rIns="91440" bIns="45720" rtlCol="0" anchor="t"/>
          <a:lstStyle/>
          <a:p>
            <a:pPr algn="ctr">
              <a:lnSpc>
                <a:spcPts val="2400"/>
              </a:lnSpc>
            </a:pPr>
            <a:r>
              <a:rPr lang="en-US" sz="1400" b="1" u="sng">
                <a:solidFill>
                  <a:srgbClr val="4B0050"/>
                </a:solidFill>
                <a:latin typeface="Aptos Display"/>
                <a:ea typeface="Arial"/>
                <a:cs typeface="Arial"/>
              </a:rPr>
              <a:t>Approach</a:t>
            </a:r>
          </a:p>
          <a:p>
            <a:pPr marL="285750" indent="-285750">
              <a:lnSpc>
                <a:spcPts val="2400"/>
              </a:lnSpc>
              <a:buFont typeface="Arial" panose="020B0604020202020204" pitchFamily="34" charset="0"/>
              <a:buChar char="•"/>
            </a:pPr>
            <a:r>
              <a:rPr lang="en-US" sz="1400">
                <a:solidFill>
                  <a:srgbClr val="4B0050"/>
                </a:solidFill>
                <a:latin typeface="Aptos Display"/>
                <a:ea typeface="Arial"/>
                <a:cs typeface="Arial"/>
              </a:rPr>
              <a:t>A set of standard criteria's used to define Product Sequencing</a:t>
            </a:r>
          </a:p>
          <a:p>
            <a:pPr marL="285750" indent="-285750">
              <a:lnSpc>
                <a:spcPts val="2400"/>
              </a:lnSpc>
              <a:buFont typeface="Arial" panose="020B0604020202020204" pitchFamily="34" charset="0"/>
              <a:buChar char="•"/>
            </a:pPr>
            <a:r>
              <a:rPr lang="en-US" sz="1400">
                <a:solidFill>
                  <a:srgbClr val="4B0050"/>
                </a:solidFill>
                <a:latin typeface="Aptos Display"/>
                <a:ea typeface="Arial"/>
                <a:cs typeface="Arial"/>
              </a:rPr>
              <a:t>Product roadmap needs to align with all initiatives</a:t>
            </a:r>
          </a:p>
          <a:p>
            <a:pPr marL="285750" indent="-285750">
              <a:lnSpc>
                <a:spcPts val="2400"/>
              </a:lnSpc>
              <a:buFont typeface="Arial" panose="020B0604020202020204" pitchFamily="34" charset="0"/>
              <a:buChar char="•"/>
            </a:pPr>
            <a:r>
              <a:rPr lang="en-US" sz="1400">
                <a:solidFill>
                  <a:srgbClr val="4B0050"/>
                </a:solidFill>
                <a:latin typeface="Aptos Display"/>
                <a:ea typeface="Arial"/>
                <a:cs typeface="Arial"/>
              </a:rPr>
              <a:t>Future Product Release is dependent on all integrations and controls being delivered as part of Release 1 </a:t>
            </a:r>
          </a:p>
          <a:p>
            <a:pPr marL="285750" indent="-285750">
              <a:lnSpc>
                <a:spcPts val="2400"/>
              </a:lnSpc>
              <a:buFont typeface="Arial" panose="020B0604020202020204" pitchFamily="34" charset="0"/>
              <a:buChar char="•"/>
            </a:pPr>
            <a:r>
              <a:rPr lang="en-US" sz="1400">
                <a:solidFill>
                  <a:srgbClr val="4B0050"/>
                </a:solidFill>
                <a:latin typeface="Aptos Display"/>
                <a:ea typeface="Arial"/>
                <a:cs typeface="Arial"/>
              </a:rPr>
              <a:t>Delivery model needs to support parallel delivery to provide minimal disruption and provide value to Business activities</a:t>
            </a:r>
          </a:p>
          <a:p>
            <a:pPr marL="285750" indent="-285750">
              <a:lnSpc>
                <a:spcPts val="2400"/>
              </a:lnSpc>
              <a:buFont typeface="Arial" panose="020B0604020202020204" pitchFamily="34" charset="0"/>
              <a:buChar char="•"/>
            </a:pPr>
            <a:r>
              <a:rPr lang="en-US" sz="1400">
                <a:solidFill>
                  <a:srgbClr val="4B0050"/>
                </a:solidFill>
                <a:latin typeface="Aptos Display"/>
                <a:ea typeface="Arial"/>
                <a:cs typeface="Arial"/>
              </a:rPr>
              <a:t>E2E delivery needs to be done at a rationalised product set</a:t>
            </a:r>
          </a:p>
          <a:p>
            <a:pPr marL="285750" indent="-285750">
              <a:lnSpc>
                <a:spcPts val="2400"/>
              </a:lnSpc>
              <a:buFont typeface="Arial" panose="020B0604020202020204" pitchFamily="34" charset="0"/>
              <a:buChar char="•"/>
            </a:pPr>
            <a:r>
              <a:rPr lang="en-US" sz="1400">
                <a:solidFill>
                  <a:srgbClr val="4B0050"/>
                </a:solidFill>
                <a:latin typeface="Aptos Display"/>
                <a:ea typeface="Arial"/>
                <a:cs typeface="Arial"/>
              </a:rPr>
              <a:t>Next Product Release Inception work to start at the end of Sprint build for existing Release</a:t>
            </a:r>
          </a:p>
          <a:p>
            <a:pPr marL="285750" indent="-285750">
              <a:lnSpc>
                <a:spcPts val="2400"/>
              </a:lnSpc>
              <a:buFont typeface="Arial" panose="020B0604020202020204" pitchFamily="34" charset="0"/>
              <a:buChar char="•"/>
            </a:pPr>
            <a:r>
              <a:rPr lang="en-US" sz="1400">
                <a:solidFill>
                  <a:srgbClr val="4B0050"/>
                </a:solidFill>
                <a:latin typeface="Aptos Display"/>
                <a:ea typeface="Arial"/>
                <a:cs typeface="Arial"/>
              </a:rPr>
              <a:t>Post US D&amp;O Release, a product will require 7 months to implement e2e with the duration reducing per delivery</a:t>
            </a:r>
          </a:p>
          <a:p>
            <a:pPr marL="285750" indent="-285750">
              <a:lnSpc>
                <a:spcPts val="2400"/>
              </a:lnSpc>
              <a:buFont typeface="Arial" panose="020B0604020202020204" pitchFamily="34" charset="0"/>
              <a:buChar char="•"/>
            </a:pPr>
            <a:r>
              <a:rPr lang="en-US" sz="1400">
                <a:solidFill>
                  <a:srgbClr val="4B0050"/>
                </a:solidFill>
                <a:latin typeface="Aptos Display"/>
                <a:ea typeface="Arial"/>
                <a:cs typeface="Arial"/>
              </a:rPr>
              <a:t>Product Rationalisation and HX Rating work complete before e2e Implementation </a:t>
            </a:r>
          </a:p>
          <a:p>
            <a:pPr marL="285750" indent="-285750">
              <a:lnSpc>
                <a:spcPts val="2400"/>
              </a:lnSpc>
              <a:buFont typeface="Arial" panose="020B0604020202020204" pitchFamily="34" charset="0"/>
              <a:buChar char="•"/>
            </a:pPr>
            <a:endParaRPr lang="en-US" sz="1400">
              <a:solidFill>
                <a:srgbClr val="4B0050"/>
              </a:solidFill>
              <a:latin typeface="Aptos Display"/>
              <a:ea typeface="Arial"/>
              <a:cs typeface="Arial"/>
            </a:endParaRPr>
          </a:p>
        </p:txBody>
      </p:sp>
    </p:spTree>
    <p:extLst>
      <p:ext uri="{BB962C8B-B14F-4D97-AF65-F5344CB8AC3E}">
        <p14:creationId xmlns:p14="http://schemas.microsoft.com/office/powerpoint/2010/main" val="468884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2AAB2-6041-D063-8873-20ED638D7938}"/>
              </a:ext>
            </a:extLst>
          </p:cNvPr>
          <p:cNvSpPr>
            <a:spLocks noGrp="1"/>
          </p:cNvSpPr>
          <p:nvPr>
            <p:ph type="title"/>
          </p:nvPr>
        </p:nvSpPr>
        <p:spPr/>
        <p:txBody>
          <a:bodyPr/>
          <a:lstStyle/>
          <a:p>
            <a:r>
              <a:rPr lang="en-GB"/>
              <a:t>Platform approach</a:t>
            </a:r>
          </a:p>
        </p:txBody>
      </p:sp>
      <p:sp>
        <p:nvSpPr>
          <p:cNvPr id="3" name="Content Placeholder 2">
            <a:extLst>
              <a:ext uri="{FF2B5EF4-FFF2-40B4-BE49-F238E27FC236}">
                <a16:creationId xmlns:a16="http://schemas.microsoft.com/office/drawing/2014/main" id="{0A670C2E-5233-32C7-A86E-74B1E2F2E3D2}"/>
              </a:ext>
            </a:extLst>
          </p:cNvPr>
          <p:cNvSpPr>
            <a:spLocks noGrp="1"/>
          </p:cNvSpPr>
          <p:nvPr>
            <p:ph idx="1"/>
          </p:nvPr>
        </p:nvSpPr>
        <p:spPr/>
        <p:txBody>
          <a:bodyPr vert="horz" lIns="0" tIns="0" rIns="0" bIns="0" rtlCol="0" anchor="t">
            <a:normAutofit/>
          </a:bodyPr>
          <a:lstStyle/>
          <a:p>
            <a:r>
              <a:rPr lang="en-GB">
                <a:latin typeface="Ubuntu"/>
              </a:rPr>
              <a:t>BUSA UWWB + PC +BC</a:t>
            </a:r>
          </a:p>
          <a:p>
            <a:endParaRPr lang="en-GB"/>
          </a:p>
          <a:p>
            <a:r>
              <a:rPr lang="en-GB">
                <a:latin typeface="Ubuntu"/>
              </a:rPr>
              <a:t>Lloyds – PC and BC in the short term</a:t>
            </a:r>
            <a:endParaRPr lang="en-GB"/>
          </a:p>
          <a:p>
            <a:endParaRPr lang="en-GB"/>
          </a:p>
          <a:p>
            <a:endParaRPr lang="en-GB">
              <a:latin typeface="Ubuntu"/>
            </a:endParaRPr>
          </a:p>
          <a:p>
            <a:r>
              <a:rPr lang="en-GB">
                <a:latin typeface="Ubuntu"/>
              </a:rPr>
              <a:t>BIDAC - PC and BC in the short term</a:t>
            </a:r>
          </a:p>
          <a:p>
            <a:endParaRPr lang="en-GB"/>
          </a:p>
        </p:txBody>
      </p:sp>
      <p:sp>
        <p:nvSpPr>
          <p:cNvPr id="4" name="Date Placeholder 3">
            <a:extLst>
              <a:ext uri="{FF2B5EF4-FFF2-40B4-BE49-F238E27FC236}">
                <a16:creationId xmlns:a16="http://schemas.microsoft.com/office/drawing/2014/main" id="{71C3E74D-60F0-937F-F916-673AE81537F5}"/>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462BBFC-409E-FD3E-0C4A-104166A217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7DFF36-6360-65CF-2FA7-9379B01E9709}"/>
              </a:ext>
            </a:extLst>
          </p:cNvPr>
          <p:cNvSpPr>
            <a:spLocks noGrp="1"/>
          </p:cNvSpPr>
          <p:nvPr>
            <p:ph type="sldNum" sz="quarter" idx="12"/>
          </p:nvPr>
        </p:nvSpPr>
        <p:spPr/>
        <p:txBody>
          <a:bodyPr/>
          <a:lstStyle/>
          <a:p>
            <a:fld id="{EF8DFA20-5F2A-463A-9076-07DB3AA08392}" type="slidenum">
              <a:rPr lang="en-IN" smtClean="0"/>
              <a:t>4</a:t>
            </a:fld>
            <a:endParaRPr lang="en-IN"/>
          </a:p>
        </p:txBody>
      </p:sp>
    </p:spTree>
    <p:extLst>
      <p:ext uri="{BB962C8B-B14F-4D97-AF65-F5344CB8AC3E}">
        <p14:creationId xmlns:p14="http://schemas.microsoft.com/office/powerpoint/2010/main" val="62943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42C7AF06-937B-6570-455D-3E12F1AA7547}"/>
            </a:ext>
          </a:extLst>
        </p:cNvPr>
        <p:cNvGrpSpPr/>
        <p:nvPr/>
      </p:nvGrpSpPr>
      <p:grpSpPr>
        <a:xfrm>
          <a:off x="0" y="0"/>
          <a:ext cx="0" cy="0"/>
          <a:chOff x="0" y="0"/>
          <a:chExt cx="0" cy="0"/>
        </a:xfrm>
      </p:grpSpPr>
      <p:sp>
        <p:nvSpPr>
          <p:cNvPr id="69" name="Title 1">
            <a:extLst>
              <a:ext uri="{FF2B5EF4-FFF2-40B4-BE49-F238E27FC236}">
                <a16:creationId xmlns:a16="http://schemas.microsoft.com/office/drawing/2014/main" id="{EF29CAC1-5815-35EC-DE15-799ADA002825}"/>
              </a:ext>
            </a:extLst>
          </p:cNvPr>
          <p:cNvSpPr txBox="1">
            <a:spLocks/>
          </p:cNvSpPr>
          <p:nvPr/>
        </p:nvSpPr>
        <p:spPr>
          <a:xfrm>
            <a:off x="147315" y="123639"/>
            <a:ext cx="10239558" cy="360099"/>
          </a:xfrm>
          <a:prstGeom prst="rect">
            <a:avLst/>
          </a:prstGeom>
        </p:spPr>
        <p:txBody>
          <a:bodyPr vert="horz" lIns="0" tIns="0" rIns="0" bIns="0" rtlCol="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a:defRPr/>
            </a:pPr>
            <a:r>
              <a:rPr kumimoji="0" lang="en-US" sz="2400" b="0" i="0" u="none" strike="noStrike" kern="1200" cap="all" spc="0" normalizeH="0" baseline="0" noProof="0">
                <a:ln>
                  <a:noFill/>
                </a:ln>
                <a:solidFill>
                  <a:srgbClr val="272936"/>
                </a:solidFill>
                <a:effectLst/>
                <a:uLnTx/>
                <a:uFillTx/>
                <a:latin typeface="Ubuntu Medium"/>
                <a:ea typeface="+mj-ea"/>
                <a:cs typeface="+mj-cs"/>
              </a:rPr>
              <a:t>A Product </a:t>
            </a:r>
            <a:r>
              <a:rPr lang="en-US" sz="2400" err="1">
                <a:solidFill>
                  <a:srgbClr val="272936"/>
                </a:solidFill>
                <a:latin typeface="Ubuntu Medium"/>
              </a:rPr>
              <a:t>rOLL</a:t>
            </a:r>
            <a:r>
              <a:rPr lang="en-US" sz="2400">
                <a:solidFill>
                  <a:srgbClr val="272936"/>
                </a:solidFill>
                <a:latin typeface="Ubuntu Medium"/>
              </a:rPr>
              <a:t> OUT</a:t>
            </a:r>
            <a:r>
              <a:rPr kumimoji="0" lang="en-US" sz="2400" b="0" i="0" u="none" strike="noStrike" kern="1200" cap="all" spc="0" normalizeH="0" baseline="0" noProof="0">
                <a:ln>
                  <a:noFill/>
                </a:ln>
                <a:solidFill>
                  <a:srgbClr val="272936"/>
                </a:solidFill>
                <a:effectLst/>
                <a:uLnTx/>
                <a:uFillTx/>
                <a:latin typeface="Ubuntu Medium"/>
                <a:ea typeface="+mj-ea"/>
                <a:cs typeface="+mj-cs"/>
              </a:rPr>
              <a:t> lead times</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all" spc="0" normalizeH="0" baseline="0" noProof="0">
                <a:ln>
                  <a:noFill/>
                </a:ln>
                <a:solidFill>
                  <a:srgbClr val="272936"/>
                </a:solidFill>
                <a:effectLst/>
                <a:uLnTx/>
                <a:uFillTx/>
                <a:latin typeface="Ubuntu Medium"/>
                <a:ea typeface="+mj-ea"/>
                <a:cs typeface="+mj-cs"/>
              </a:rPr>
              <a:t> </a:t>
            </a:r>
            <a:endParaRPr lang="en-US" sz="2400" b="0" i="0" u="none" strike="noStrike" kern="1200" cap="all" spc="0" normalizeH="0" baseline="0" noProof="0">
              <a:ln>
                <a:noFill/>
              </a:ln>
              <a:solidFill>
                <a:srgbClr val="272936"/>
              </a:solidFill>
              <a:effectLst/>
              <a:uLnTx/>
              <a:uFillTx/>
              <a:latin typeface="Ubuntu Medium"/>
            </a:endParaRPr>
          </a:p>
        </p:txBody>
      </p:sp>
      <p:graphicFrame>
        <p:nvGraphicFramePr>
          <p:cNvPr id="79" name="Table 78">
            <a:extLst>
              <a:ext uri="{FF2B5EF4-FFF2-40B4-BE49-F238E27FC236}">
                <a16:creationId xmlns:a16="http://schemas.microsoft.com/office/drawing/2014/main" id="{DE1B5214-CE06-91CB-DAC7-D8C792745DA6}"/>
              </a:ext>
            </a:extLst>
          </p:cNvPr>
          <p:cNvGraphicFramePr>
            <a:graphicFrameLocks noGrp="1"/>
          </p:cNvGraphicFramePr>
          <p:nvPr>
            <p:extLst>
              <p:ext uri="{D42A27DB-BD31-4B8C-83A1-F6EECF244321}">
                <p14:modId xmlns:p14="http://schemas.microsoft.com/office/powerpoint/2010/main" val="4288817329"/>
              </p:ext>
            </p:extLst>
          </p:nvPr>
        </p:nvGraphicFramePr>
        <p:xfrm>
          <a:off x="3453152" y="1118723"/>
          <a:ext cx="8480427" cy="4195640"/>
        </p:xfrm>
        <a:graphic>
          <a:graphicData uri="http://schemas.openxmlformats.org/drawingml/2006/table">
            <a:tbl>
              <a:tblPr firstRow="1" bandRow="1">
                <a:tableStyleId>{5C22544A-7EE6-4342-B048-85BDC9FD1C3A}</a:tableStyleId>
              </a:tblPr>
              <a:tblGrid>
                <a:gridCol w="3244380">
                  <a:extLst>
                    <a:ext uri="{9D8B030D-6E8A-4147-A177-3AD203B41FA5}">
                      <a16:colId xmlns:a16="http://schemas.microsoft.com/office/drawing/2014/main" val="2918000328"/>
                    </a:ext>
                  </a:extLst>
                </a:gridCol>
                <a:gridCol w="581783">
                  <a:extLst>
                    <a:ext uri="{9D8B030D-6E8A-4147-A177-3AD203B41FA5}">
                      <a16:colId xmlns:a16="http://schemas.microsoft.com/office/drawing/2014/main" val="1128542571"/>
                    </a:ext>
                  </a:extLst>
                </a:gridCol>
                <a:gridCol w="581783">
                  <a:extLst>
                    <a:ext uri="{9D8B030D-6E8A-4147-A177-3AD203B41FA5}">
                      <a16:colId xmlns:a16="http://schemas.microsoft.com/office/drawing/2014/main" val="3782787441"/>
                    </a:ext>
                  </a:extLst>
                </a:gridCol>
                <a:gridCol w="581783">
                  <a:extLst>
                    <a:ext uri="{9D8B030D-6E8A-4147-A177-3AD203B41FA5}">
                      <a16:colId xmlns:a16="http://schemas.microsoft.com/office/drawing/2014/main" val="2487463784"/>
                    </a:ext>
                  </a:extLst>
                </a:gridCol>
                <a:gridCol w="581783">
                  <a:extLst>
                    <a:ext uri="{9D8B030D-6E8A-4147-A177-3AD203B41FA5}">
                      <a16:colId xmlns:a16="http://schemas.microsoft.com/office/drawing/2014/main" val="3731934491"/>
                    </a:ext>
                  </a:extLst>
                </a:gridCol>
                <a:gridCol w="581783">
                  <a:extLst>
                    <a:ext uri="{9D8B030D-6E8A-4147-A177-3AD203B41FA5}">
                      <a16:colId xmlns:a16="http://schemas.microsoft.com/office/drawing/2014/main" val="2235202220"/>
                    </a:ext>
                  </a:extLst>
                </a:gridCol>
                <a:gridCol w="581783">
                  <a:extLst>
                    <a:ext uri="{9D8B030D-6E8A-4147-A177-3AD203B41FA5}">
                      <a16:colId xmlns:a16="http://schemas.microsoft.com/office/drawing/2014/main" val="1642773161"/>
                    </a:ext>
                  </a:extLst>
                </a:gridCol>
                <a:gridCol w="581783">
                  <a:extLst>
                    <a:ext uri="{9D8B030D-6E8A-4147-A177-3AD203B41FA5}">
                      <a16:colId xmlns:a16="http://schemas.microsoft.com/office/drawing/2014/main" val="837748994"/>
                    </a:ext>
                  </a:extLst>
                </a:gridCol>
                <a:gridCol w="581783">
                  <a:extLst>
                    <a:ext uri="{9D8B030D-6E8A-4147-A177-3AD203B41FA5}">
                      <a16:colId xmlns:a16="http://schemas.microsoft.com/office/drawing/2014/main" val="1273431284"/>
                    </a:ext>
                  </a:extLst>
                </a:gridCol>
                <a:gridCol w="581783">
                  <a:extLst>
                    <a:ext uri="{9D8B030D-6E8A-4147-A177-3AD203B41FA5}">
                      <a16:colId xmlns:a16="http://schemas.microsoft.com/office/drawing/2014/main" val="1514336254"/>
                    </a:ext>
                  </a:extLst>
                </a:gridCol>
              </a:tblGrid>
              <a:tr h="282255">
                <a:tc rowSpan="2">
                  <a:txBody>
                    <a:bodyPr/>
                    <a:lstStyle/>
                    <a:p>
                      <a:pPr algn="ctr"/>
                      <a:r>
                        <a:rPr lang="en-US" sz="1100" b="1" i="0">
                          <a:solidFill>
                            <a:schemeClr val="tx1"/>
                          </a:solidFill>
                          <a:latin typeface="Ubuntu"/>
                        </a:rPr>
                        <a:t>Activity</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b="1" i="0">
                        <a:latin typeface="Ubuntu" panose="020B0504030602030204" pitchFamily="34" charset="0"/>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gridSpan="8">
                  <a:txBody>
                    <a:bodyPr/>
                    <a:lstStyle/>
                    <a:p>
                      <a:pPr algn="ctr"/>
                      <a:r>
                        <a:rPr lang="en-US" sz="1100" b="1" i="0">
                          <a:latin typeface="Ubuntu"/>
                        </a:rPr>
                        <a:t>Indicative Timeline * See Assumptions</a:t>
                      </a:r>
                    </a:p>
                  </a:txBody>
                  <a:tcP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371104310"/>
                  </a:ext>
                </a:extLst>
              </a:tr>
              <a:tr h="398477">
                <a:tc vMerge="1">
                  <a:txBody>
                    <a:bodyPr/>
                    <a:lstStyle/>
                    <a:p>
                      <a:pPr algn="ctr"/>
                      <a:endParaRPr lang="en-US" sz="1100" b="1" i="0">
                        <a:latin typeface="Ubuntu" panose="020B0504030602030204" pitchFamily="34" charset="0"/>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US" sz="900" b="1" i="1" u="none" strike="noStrike" noProof="0">
                          <a:solidFill>
                            <a:srgbClr val="000000"/>
                          </a:solidFill>
                          <a:latin typeface="Ubuntu"/>
                        </a:rPr>
                        <a:t>MTH1</a:t>
                      </a:r>
                      <a:endParaRPr lang="en-US" sz="900" b="0" i="0" u="none" strike="noStrike" noProof="0">
                        <a:solidFill>
                          <a:srgbClr val="000000"/>
                        </a:solidFill>
                        <a:latin typeface="Ubuntu"/>
                      </a:endParaRPr>
                    </a:p>
                  </a:txBody>
                  <a:tcPr marL="45720" marR="4572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lvl="0" algn="ctr">
                        <a:lnSpc>
                          <a:spcPct val="100000"/>
                        </a:lnSpc>
                        <a:spcBef>
                          <a:spcPts val="0"/>
                        </a:spcBef>
                        <a:spcAft>
                          <a:spcPts val="0"/>
                        </a:spcAft>
                        <a:buNone/>
                      </a:pPr>
                      <a:r>
                        <a:rPr lang="en-US" sz="900" b="1" i="1" u="none" strike="noStrike" noProof="0">
                          <a:solidFill>
                            <a:srgbClr val="000000"/>
                          </a:solidFill>
                          <a:latin typeface="Ubuntu"/>
                        </a:rPr>
                        <a:t>MTH2</a:t>
                      </a:r>
                      <a:endParaRPr lang="en-US" sz="900" b="0" i="0" u="none" strike="noStrike" noProof="0">
                        <a:solidFill>
                          <a:srgbClr val="000000"/>
                        </a:solidFill>
                        <a:latin typeface="Ubuntu"/>
                      </a:endParaRPr>
                    </a:p>
                  </a:txBody>
                  <a:tcPr marL="45720" marR="45720">
                    <a:lnL w="12700" cap="flat" cmpd="sng" algn="ctr">
                      <a:solidFill>
                        <a:schemeClr val="bg1">
                          <a:lumMod val="9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lvl="0" algn="ctr">
                        <a:lnSpc>
                          <a:spcPct val="100000"/>
                        </a:lnSpc>
                        <a:spcBef>
                          <a:spcPts val="0"/>
                        </a:spcBef>
                        <a:spcAft>
                          <a:spcPts val="0"/>
                        </a:spcAft>
                        <a:buNone/>
                      </a:pPr>
                      <a:r>
                        <a:rPr lang="en-US" sz="900" b="1" i="1" u="none" strike="noStrike" noProof="0">
                          <a:solidFill>
                            <a:srgbClr val="000000"/>
                          </a:solidFill>
                          <a:latin typeface="Ubuntu"/>
                        </a:rPr>
                        <a:t>MTH3</a:t>
                      </a:r>
                      <a:endParaRPr lang="en-US" sz="900" b="0" i="0" u="none" strike="noStrike" noProof="0">
                        <a:solidFill>
                          <a:srgbClr val="000000"/>
                        </a:solidFill>
                        <a:latin typeface="Ubuntu"/>
                      </a:endParaRP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lvl="0" algn="ctr">
                        <a:lnSpc>
                          <a:spcPct val="100000"/>
                        </a:lnSpc>
                        <a:spcBef>
                          <a:spcPts val="0"/>
                        </a:spcBef>
                        <a:spcAft>
                          <a:spcPts val="0"/>
                        </a:spcAft>
                        <a:buNone/>
                      </a:pPr>
                      <a:r>
                        <a:rPr lang="en-US" sz="900" b="1" i="1" u="none" strike="noStrike" noProof="0">
                          <a:solidFill>
                            <a:srgbClr val="000000"/>
                          </a:solidFill>
                          <a:latin typeface="Ubuntu"/>
                        </a:rPr>
                        <a:t>MTH4</a:t>
                      </a:r>
                      <a:endParaRPr lang="en-US" sz="900" b="0" i="0" u="none" strike="noStrike" noProof="0">
                        <a:solidFill>
                          <a:srgbClr val="000000"/>
                        </a:solidFill>
                        <a:latin typeface="Ubuntu"/>
                      </a:endParaRP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lvl="0" algn="ctr">
                        <a:lnSpc>
                          <a:spcPct val="100000"/>
                        </a:lnSpc>
                        <a:spcBef>
                          <a:spcPts val="0"/>
                        </a:spcBef>
                        <a:spcAft>
                          <a:spcPts val="0"/>
                        </a:spcAft>
                        <a:buNone/>
                      </a:pPr>
                      <a:r>
                        <a:rPr lang="en-US" sz="900" b="1" i="1" u="none" strike="noStrike" noProof="0">
                          <a:solidFill>
                            <a:srgbClr val="000000"/>
                          </a:solidFill>
                          <a:latin typeface="Ubuntu"/>
                        </a:rPr>
                        <a:t>MTH5</a:t>
                      </a:r>
                      <a:endParaRPr lang="en-US" sz="900" b="0" i="0" u="none" strike="noStrike" noProof="0">
                        <a:solidFill>
                          <a:srgbClr val="000000"/>
                        </a:solidFill>
                        <a:latin typeface="Ubuntu"/>
                      </a:endParaRPr>
                    </a:p>
                  </a:txBody>
                  <a:tcPr marL="45720" marR="45720">
                    <a:lnL w="3175"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lvl="0" algn="ctr">
                        <a:lnSpc>
                          <a:spcPct val="100000"/>
                        </a:lnSpc>
                        <a:spcBef>
                          <a:spcPts val="0"/>
                        </a:spcBef>
                        <a:spcAft>
                          <a:spcPts val="0"/>
                        </a:spcAft>
                        <a:buNone/>
                      </a:pPr>
                      <a:r>
                        <a:rPr lang="en-US" sz="900" b="1" i="1" u="none" strike="noStrike" noProof="0">
                          <a:solidFill>
                            <a:srgbClr val="000000"/>
                          </a:solidFill>
                          <a:latin typeface="Ubuntu"/>
                        </a:rPr>
                        <a:t>MTH6</a:t>
                      </a:r>
                      <a:endParaRPr lang="en-US" sz="900" b="0" i="0" u="none" strike="noStrike" noProof="0">
                        <a:solidFill>
                          <a:srgbClr val="000000"/>
                        </a:solidFill>
                        <a:latin typeface="Ubuntu"/>
                      </a:endParaRPr>
                    </a:p>
                  </a:txBody>
                  <a:tcPr marL="45720" marR="45720">
                    <a:lnL w="6350"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lvl="0" algn="ctr">
                        <a:lnSpc>
                          <a:spcPct val="100000"/>
                        </a:lnSpc>
                        <a:spcBef>
                          <a:spcPts val="0"/>
                        </a:spcBef>
                        <a:spcAft>
                          <a:spcPts val="0"/>
                        </a:spcAft>
                        <a:buNone/>
                      </a:pPr>
                      <a:r>
                        <a:rPr lang="en-US" sz="900" b="1" i="1" u="none" strike="noStrike" noProof="0">
                          <a:solidFill>
                            <a:srgbClr val="000000"/>
                          </a:solidFill>
                          <a:latin typeface="Ubuntu"/>
                        </a:rPr>
                        <a:t>MTH7</a:t>
                      </a:r>
                      <a:endParaRPr lang="en-US" sz="900" b="0" i="0" u="none" strike="noStrike" noProof="0">
                        <a:solidFill>
                          <a:srgbClr val="000000"/>
                        </a:solidFill>
                        <a:latin typeface="Ubuntu"/>
                      </a:endParaRP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lvl="0" algn="ctr">
                        <a:lnSpc>
                          <a:spcPct val="100000"/>
                        </a:lnSpc>
                        <a:spcBef>
                          <a:spcPts val="0"/>
                        </a:spcBef>
                        <a:spcAft>
                          <a:spcPts val="0"/>
                        </a:spcAft>
                        <a:buNone/>
                      </a:pPr>
                      <a:r>
                        <a:rPr lang="en-US" sz="900" b="1" i="1" u="none" strike="noStrike" noProof="0">
                          <a:solidFill>
                            <a:srgbClr val="000000"/>
                          </a:solidFill>
                          <a:latin typeface="Ubuntu"/>
                        </a:rPr>
                        <a:t>MTH8</a:t>
                      </a:r>
                      <a:endParaRPr lang="en-US" sz="900" b="0" i="0" u="none" strike="noStrike" noProof="0">
                        <a:solidFill>
                          <a:srgbClr val="000000"/>
                        </a:solidFill>
                        <a:latin typeface="Ubuntu"/>
                      </a:endParaRP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lvl="0" algn="ctr">
                        <a:buNone/>
                      </a:pPr>
                      <a:endParaRPr lang="en-US" sz="900" b="1" i="1">
                        <a:latin typeface="Ubuntu"/>
                      </a:endParaRP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extLst>
                  <a:ext uri="{0D108BD9-81ED-4DB2-BD59-A6C34878D82A}">
                    <a16:rowId xmlns:a16="http://schemas.microsoft.com/office/drawing/2014/main" val="3543922979"/>
                  </a:ext>
                </a:extLst>
              </a:tr>
              <a:tr h="292909">
                <a:tc>
                  <a:txBody>
                    <a:bodyPr/>
                    <a:lstStyle/>
                    <a:p>
                      <a:pPr marL="0" marR="0" lvl="0" indent="0" algn="l" rtl="0" eaLnBrk="1" fontAlgn="auto" latinLnBrk="0" hangingPunct="1">
                        <a:lnSpc>
                          <a:spcPct val="150000"/>
                        </a:lnSpc>
                        <a:spcBef>
                          <a:spcPts val="0"/>
                        </a:spcBef>
                        <a:spcAft>
                          <a:spcPts val="0"/>
                        </a:spcAft>
                        <a:buClrTx/>
                        <a:buSzTx/>
                        <a:buFont typeface="Arial" panose="020B0604020202020204" pitchFamily="34" charset="0"/>
                        <a:buNone/>
                      </a:pPr>
                      <a:endParaRPr lang="en-US" sz="900" b="1" u="none" strike="noStrike">
                        <a:solidFill>
                          <a:schemeClr val="tx1"/>
                        </a:solidFill>
                        <a:latin typeface="Ubuntu"/>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16067231"/>
                  </a:ext>
                </a:extLst>
              </a:tr>
              <a:tr h="292909">
                <a:tc>
                  <a:txBody>
                    <a:bodyPr/>
                    <a:lstStyle/>
                    <a:p>
                      <a:pPr marL="0" marR="0" lvl="0" indent="0" algn="l">
                        <a:lnSpc>
                          <a:spcPct val="150000"/>
                        </a:lnSpc>
                        <a:spcBef>
                          <a:spcPts val="0"/>
                        </a:spcBef>
                        <a:spcAft>
                          <a:spcPts val="0"/>
                        </a:spcAft>
                        <a:buNone/>
                      </a:pPr>
                      <a:r>
                        <a:rPr lang="en-US" sz="900" b="1" i="0" u="none" strike="noStrike" noProof="0">
                          <a:solidFill>
                            <a:schemeClr val="tx1"/>
                          </a:solidFill>
                          <a:latin typeface="Ubuntu"/>
                        </a:rPr>
                        <a:t>Inception / Design</a:t>
                      </a:r>
                      <a:r>
                        <a:rPr lang="en-US" sz="900" b="1" u="none" strike="noStrike">
                          <a:solidFill>
                            <a:schemeClr val="tx1"/>
                          </a:solidFill>
                          <a:latin typeface="Ubuntu"/>
                        </a:rPr>
                        <a:t> (All areas)</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96418925"/>
                  </a:ext>
                </a:extLst>
              </a:tr>
              <a:tr h="292909">
                <a:tc>
                  <a:txBody>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lang="en-US" sz="900" b="1" strike="noStrike">
                          <a:solidFill>
                            <a:schemeClr val="tx1"/>
                          </a:solidFill>
                          <a:latin typeface="Ubuntu"/>
                        </a:rPr>
                        <a:t>WorkBench</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83496498"/>
                  </a:ext>
                </a:extLst>
              </a:tr>
              <a:tr h="292909">
                <a:tc>
                  <a:txBody>
                    <a:bodyPr/>
                    <a:lstStyle/>
                    <a:p>
                      <a:pPr marL="0" marR="0" lvl="0" indent="0" algn="l" rtl="0" eaLnBrk="1" fontAlgn="auto" latinLnBrk="0" hangingPunct="1">
                        <a:lnSpc>
                          <a:spcPct val="150000"/>
                        </a:lnSpc>
                        <a:spcBef>
                          <a:spcPts val="0"/>
                        </a:spcBef>
                        <a:spcAft>
                          <a:spcPts val="0"/>
                        </a:spcAft>
                        <a:buClrTx/>
                        <a:buSzTx/>
                        <a:buFont typeface="Arial" panose="020B0604020202020204" pitchFamily="34" charset="0"/>
                        <a:buNone/>
                      </a:pPr>
                      <a:r>
                        <a:rPr lang="en-US" sz="900" b="1" strike="noStrike">
                          <a:solidFill>
                            <a:schemeClr val="tx1"/>
                          </a:solidFill>
                          <a:latin typeface="Ubuntu"/>
                        </a:rPr>
                        <a:t>Rating HX</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49862412"/>
                  </a:ext>
                </a:extLst>
              </a:tr>
              <a:tr h="292909">
                <a:tc>
                  <a:txBody>
                    <a:bodyPr/>
                    <a:lstStyle/>
                    <a:p>
                      <a:pPr algn="l">
                        <a:lnSpc>
                          <a:spcPct val="150000"/>
                        </a:lnSpc>
                      </a:pPr>
                      <a:r>
                        <a:rPr lang="en-US" sz="900" b="1" strike="noStrike">
                          <a:solidFill>
                            <a:schemeClr val="tx1"/>
                          </a:solidFill>
                          <a:latin typeface="Ubuntu"/>
                        </a:rPr>
                        <a:t>Product Rationlisation</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59683225"/>
                  </a:ext>
                </a:extLst>
              </a:tr>
              <a:tr h="292909">
                <a:tc>
                  <a:txBody>
                    <a:bodyPr/>
                    <a:lstStyle/>
                    <a:p>
                      <a:pPr lvl="0" algn="l">
                        <a:lnSpc>
                          <a:spcPct val="150000"/>
                        </a:lnSpc>
                        <a:buNone/>
                      </a:pPr>
                      <a:r>
                        <a:rPr lang="en-US" sz="900" b="1" i="0" u="none" strike="noStrike" noProof="0">
                          <a:solidFill>
                            <a:schemeClr val="tx1"/>
                          </a:solidFill>
                          <a:latin typeface="Ubuntu"/>
                        </a:rPr>
                        <a:t>Guidewire  PC &amp; BC</a:t>
                      </a:r>
                      <a:endParaRPr lang="en-US"/>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16248831"/>
                  </a:ext>
                </a:extLst>
              </a:tr>
              <a:tr h="292909">
                <a:tc>
                  <a:txBody>
                    <a:bodyPr/>
                    <a:lstStyle/>
                    <a:p>
                      <a:pPr lvl="0" algn="l">
                        <a:lnSpc>
                          <a:spcPct val="150000"/>
                        </a:lnSpc>
                        <a:spcBef>
                          <a:spcPts val="0"/>
                        </a:spcBef>
                        <a:spcAft>
                          <a:spcPts val="0"/>
                        </a:spcAft>
                        <a:buNone/>
                      </a:pPr>
                      <a:r>
                        <a:rPr lang="en-US" sz="900" b="1" i="0" u="none" strike="noStrike" noProof="0">
                          <a:solidFill>
                            <a:schemeClr val="tx1"/>
                          </a:solidFill>
                          <a:latin typeface="Ubuntu"/>
                        </a:rPr>
                        <a:t>Doc Gen, Storage &amp; Mgt</a:t>
                      </a:r>
                      <a:endParaRPr lang="en-US" sz="900" b="0" i="0" u="none" strike="noStrike" noProof="0">
                        <a:solidFill>
                          <a:srgbClr val="000000"/>
                        </a:solidFill>
                        <a:latin typeface="Ubuntu"/>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66845284"/>
                  </a:ext>
                </a:extLst>
              </a:tr>
              <a:tr h="292909">
                <a:tc>
                  <a:txBody>
                    <a:bodyPr/>
                    <a:lstStyle/>
                    <a:p>
                      <a:pPr lvl="0" algn="l">
                        <a:lnSpc>
                          <a:spcPct val="150000"/>
                        </a:lnSpc>
                        <a:buNone/>
                      </a:pPr>
                      <a:r>
                        <a:rPr lang="en-US" sz="900" b="1" i="0" u="none" strike="noStrike" noProof="0">
                          <a:solidFill>
                            <a:schemeClr val="tx1"/>
                          </a:solidFill>
                          <a:latin typeface="Ubuntu"/>
                        </a:rPr>
                        <a:t>Integrations / MDA</a:t>
                      </a:r>
                      <a:endParaRPr lang="en-US"/>
                    </a:p>
                  </a:txBody>
                  <a:tcPr anchor="ct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0">
                      <a:noFill/>
                    </a:lnTlToBr>
                    <a:lnBlToTr w="0">
                      <a:noFill/>
                    </a:lnBlToTr>
                    <a:solidFill>
                      <a:srgbClr val="F8FAFB"/>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08734001"/>
                  </a:ext>
                </a:extLst>
              </a:tr>
              <a:tr h="292909">
                <a:tc>
                  <a:txBody>
                    <a:bodyPr/>
                    <a:lstStyle/>
                    <a:p>
                      <a:pPr lvl="0" algn="l">
                        <a:lnSpc>
                          <a:spcPct val="150000"/>
                        </a:lnSpc>
                        <a:buNone/>
                      </a:pPr>
                      <a:r>
                        <a:rPr lang="en-US" sz="900" b="1" i="0" u="none" strike="noStrike" noProof="0">
                          <a:solidFill>
                            <a:schemeClr val="tx1"/>
                          </a:solidFill>
                          <a:latin typeface="Ubuntu"/>
                        </a:rPr>
                        <a:t>Migration</a:t>
                      </a:r>
                    </a:p>
                  </a:txBody>
                  <a:tcPr anchor="ct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lnTlToBr w="0">
                      <a:noFill/>
                    </a:lnTlToBr>
                    <a:lnBlToTr w="0">
                      <a:noFill/>
                    </a:lnBlToTr>
                    <a:solidFill>
                      <a:srgbClr val="F8FAFB"/>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4843260"/>
                  </a:ext>
                </a:extLst>
              </a:tr>
              <a:tr h="292909">
                <a:tc>
                  <a:txBody>
                    <a:bodyPr/>
                    <a:lstStyle/>
                    <a:p>
                      <a:pPr lvl="0" algn="l">
                        <a:lnSpc>
                          <a:spcPct val="150000"/>
                        </a:lnSpc>
                        <a:buNone/>
                      </a:pPr>
                      <a:r>
                        <a:rPr lang="en-US" sz="900" b="1" i="0" u="none" strike="noStrike" noProof="0">
                          <a:solidFill>
                            <a:schemeClr val="tx1"/>
                          </a:solidFill>
                          <a:latin typeface="Ubuntu"/>
                        </a:rPr>
                        <a:t>E2e Testing</a:t>
                      </a:r>
                    </a:p>
                  </a:txBody>
                  <a:tcPr anchor="ct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lnTlToBr w="0">
                      <a:noFill/>
                    </a:lnTlToBr>
                    <a:lnBlToTr w="0">
                      <a:noFill/>
                    </a:lnBlToTr>
                    <a:solidFill>
                      <a:srgbClr val="F8FAFB"/>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89456768"/>
                  </a:ext>
                </a:extLst>
              </a:tr>
              <a:tr h="292909">
                <a:tc>
                  <a:txBody>
                    <a:bodyPr/>
                    <a:lstStyle/>
                    <a:p>
                      <a:pPr lvl="0" algn="l">
                        <a:lnSpc>
                          <a:spcPct val="150000"/>
                        </a:lnSpc>
                        <a:buNone/>
                      </a:pPr>
                      <a:r>
                        <a:rPr lang="en-US" sz="900" b="1" i="0" u="none" strike="noStrike" noProof="0">
                          <a:solidFill>
                            <a:schemeClr val="tx1"/>
                          </a:solidFill>
                          <a:latin typeface="Ubuntu"/>
                        </a:rPr>
                        <a:t>UAT</a:t>
                      </a:r>
                    </a:p>
                  </a:txBody>
                  <a:tcPr anchor="ct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lnTlToBr w="0">
                      <a:noFill/>
                    </a:lnTlToBr>
                    <a:lnBlToTr w="0">
                      <a:noFill/>
                    </a:lnBlToTr>
                    <a:solidFill>
                      <a:srgbClr val="F8FAFB"/>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95073183"/>
                  </a:ext>
                </a:extLst>
              </a:tr>
              <a:tr h="292909">
                <a:tc>
                  <a:txBody>
                    <a:bodyPr/>
                    <a:lstStyle/>
                    <a:p>
                      <a:pPr lvl="0" algn="l">
                        <a:lnSpc>
                          <a:spcPct val="150000"/>
                        </a:lnSpc>
                        <a:buNone/>
                      </a:pPr>
                      <a:r>
                        <a:rPr lang="en-US" sz="900" b="1" i="0" u="none" strike="noStrike" noProof="0">
                          <a:solidFill>
                            <a:schemeClr val="tx1"/>
                          </a:solidFill>
                          <a:latin typeface="Ubuntu"/>
                        </a:rPr>
                        <a:t>Deploy</a:t>
                      </a:r>
                      <a:endParaRPr lang="en-US"/>
                    </a:p>
                  </a:txBody>
                  <a:tcPr anchor="ctr">
                    <a:lnL w="3174">
                      <a:solidFill>
                        <a:schemeClr val="bg1">
                          <a:lumMod val="65000"/>
                        </a:schemeClr>
                      </a:solidFill>
                    </a:lnL>
                    <a:lnR w="3174">
                      <a:solidFill>
                        <a:schemeClr val="bg1">
                          <a:lumMod val="65000"/>
                        </a:schemeClr>
                      </a:solidFill>
                    </a:lnR>
                    <a:lnT w="3174">
                      <a:solidFill>
                        <a:schemeClr val="bg1">
                          <a:lumMod val="65000"/>
                        </a:schemeClr>
                      </a:solidFill>
                    </a:lnT>
                    <a:lnB w="3174">
                      <a:solidFill>
                        <a:schemeClr val="bg1">
                          <a:lumMod val="65000"/>
                        </a:schemeClr>
                      </a:solidFill>
                    </a:lnB>
                    <a:lnTlToBr w="0">
                      <a:noFill/>
                    </a:lnTlToBr>
                    <a:lnBlToTr w="0">
                      <a:noFill/>
                    </a:lnBlToTr>
                    <a:solidFill>
                      <a:srgbClr val="F8FAFB"/>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a:solidFill>
                        <a:schemeClr val="bg1">
                          <a:lumMod val="65000"/>
                        </a:schemeClr>
                      </a:solidFill>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a:solidFill>
                        <a:schemeClr val="bg1">
                          <a:lumMod val="65000"/>
                        </a:schemeClr>
                      </a:solidFill>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a:solidFill>
                        <a:schemeClr val="bg1">
                          <a:lumMod val="65000"/>
                        </a:schemeClr>
                      </a:solidFill>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a:solidFill>
                        <a:schemeClr val="bg1">
                          <a:lumMod val="65000"/>
                        </a:schemeClr>
                      </a:solidFill>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a:solidFill>
                        <a:schemeClr val="bg1">
                          <a:lumMod val="65000"/>
                        </a:schemeClr>
                      </a:solidFill>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a:solidFill>
                        <a:schemeClr val="bg1">
                          <a:lumMod val="65000"/>
                        </a:schemeClr>
                      </a:solidFill>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a:solidFill>
                        <a:schemeClr val="bg1">
                          <a:lumMod val="65000"/>
                        </a:schemeClr>
                      </a:solidFill>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a:solidFill>
                        <a:schemeClr val="bg1">
                          <a:lumMod val="65000"/>
                        </a:schemeClr>
                      </a:solidFill>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a:solidFill>
                        <a:schemeClr val="bg1">
                          <a:lumMod val="65000"/>
                        </a:schemeClr>
                      </a:solidFill>
                    </a:lnB>
                    <a:solidFill>
                      <a:schemeClr val="bg1"/>
                    </a:solidFill>
                  </a:tcPr>
                </a:tc>
                <a:extLst>
                  <a:ext uri="{0D108BD9-81ED-4DB2-BD59-A6C34878D82A}">
                    <a16:rowId xmlns:a16="http://schemas.microsoft.com/office/drawing/2014/main" val="3697843684"/>
                  </a:ext>
                </a:extLst>
              </a:tr>
            </a:tbl>
          </a:graphicData>
        </a:graphic>
      </p:graphicFrame>
      <p:sp>
        <p:nvSpPr>
          <p:cNvPr id="2" name="TextBox 1">
            <a:extLst>
              <a:ext uri="{FF2B5EF4-FFF2-40B4-BE49-F238E27FC236}">
                <a16:creationId xmlns:a16="http://schemas.microsoft.com/office/drawing/2014/main" id="{8D3090C4-44C9-B338-55D6-AB027B8A9860}"/>
              </a:ext>
            </a:extLst>
          </p:cNvPr>
          <p:cNvSpPr txBox="1"/>
          <p:nvPr/>
        </p:nvSpPr>
        <p:spPr>
          <a:xfrm>
            <a:off x="72735" y="1118727"/>
            <a:ext cx="3161769" cy="4957383"/>
          </a:xfrm>
          <a:prstGeom prst="rect">
            <a:avLst/>
          </a:prstGeom>
          <a:noFill/>
          <a:ln>
            <a:solidFill>
              <a:schemeClr val="tx1"/>
            </a:solidFill>
          </a:ln>
        </p:spPr>
        <p:txBody>
          <a:bodyPr wrap="square" lIns="91440" tIns="45720" rIns="91440" bIns="45720"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Ubuntu"/>
                <a:ea typeface="+mn-ea"/>
                <a:cs typeface="+mn-cs"/>
              </a:rPr>
              <a:t>Timeline Dependent Upon</a:t>
            </a:r>
            <a:r>
              <a:rPr kumimoji="0" lang="en-US" sz="1100" b="0" i="0" u="none" strike="noStrike" kern="1200" cap="none" spc="0" normalizeH="0" baseline="0" noProof="0">
                <a:ln>
                  <a:noFill/>
                </a:ln>
                <a:solidFill>
                  <a:prstClr val="black"/>
                </a:solidFill>
                <a:effectLst/>
                <a:uLnTx/>
                <a:uFillTx/>
                <a:latin typeface="Ubuntu"/>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1" i="0"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Ubuntu"/>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u="sng">
                <a:solidFill>
                  <a:prstClr val="black"/>
                </a:solidFill>
                <a:effectLst>
                  <a:outerShdw blurRad="38100" dist="38100" dir="2700000" algn="tl">
                    <a:srgbClr val="000000">
                      <a:alpha val="43137"/>
                    </a:srgbClr>
                  </a:outerShdw>
                </a:effectLst>
                <a:latin typeface="Ubuntu"/>
              </a:rPr>
              <a:t>Any</a:t>
            </a:r>
            <a:r>
              <a:rPr lang="en-US" sz="900" b="1">
                <a:solidFill>
                  <a:prstClr val="black"/>
                </a:solidFill>
                <a:effectLst>
                  <a:outerShdw blurRad="38100" dist="38100" dir="2700000" algn="tl">
                    <a:srgbClr val="000000">
                      <a:alpha val="43137"/>
                    </a:srgbClr>
                  </a:outerShdw>
                </a:effectLst>
                <a:latin typeface="Ubuntu"/>
              </a:rPr>
              <a:t> Product post D&amp;O Requires 7 months</a:t>
            </a:r>
            <a:endParaRPr lang="en-US" sz="900" b="1" i="0"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Ubuntu"/>
            </a:endParaRPr>
          </a:p>
          <a:p>
            <a:pPr>
              <a:lnSpc>
                <a:spcPct val="150000"/>
              </a:lnSpc>
              <a:defRPr/>
            </a:pPr>
            <a:r>
              <a:rPr lang="en-US" sz="900" b="1">
                <a:solidFill>
                  <a:prstClr val="black"/>
                </a:solidFill>
                <a:latin typeface="Ubuntu"/>
                <a:ea typeface="Calibri"/>
                <a:cs typeface="Calibri"/>
              </a:rPr>
              <a:t>Assumptions:</a:t>
            </a:r>
          </a:p>
          <a:p>
            <a:pPr>
              <a:lnSpc>
                <a:spcPct val="150000"/>
              </a:lnSpc>
              <a:defRPr/>
            </a:pPr>
            <a:r>
              <a:rPr lang="en-US" sz="900" b="1" u="sng">
                <a:solidFill>
                  <a:prstClr val="black"/>
                </a:solidFill>
                <a:latin typeface="Ubuntu"/>
                <a:ea typeface="Calibri"/>
                <a:cs typeface="Calibri"/>
              </a:rPr>
              <a:t>Pre-</a:t>
            </a:r>
            <a:r>
              <a:rPr lang="en-US" sz="900" b="1" u="sng" err="1">
                <a:solidFill>
                  <a:prstClr val="black"/>
                </a:solidFill>
                <a:latin typeface="Ubuntu"/>
                <a:ea typeface="Calibri"/>
                <a:cs typeface="Calibri"/>
              </a:rPr>
              <a:t>Requisties</a:t>
            </a:r>
            <a:endParaRPr lang="en-US" sz="900" b="1" u="sng">
              <a:solidFill>
                <a:prstClr val="black"/>
              </a:solidFill>
              <a:latin typeface="Ubuntu"/>
              <a:ea typeface="Calibri"/>
              <a:cs typeface="Calibri"/>
            </a:endParaRPr>
          </a:p>
          <a:p>
            <a:pPr marL="171450" indent="-171450">
              <a:lnSpc>
                <a:spcPct val="150000"/>
              </a:lnSpc>
              <a:buFont typeface="Arial" panose="020B0604020202020204" pitchFamily="34" charset="0"/>
              <a:buChar char="•"/>
              <a:defRPr/>
            </a:pPr>
            <a:r>
              <a:rPr lang="en-US" sz="900" i="0" strike="noStrike" kern="1200" cap="none" spc="0" normalizeH="0" baseline="0" noProof="0">
                <a:ln>
                  <a:noFill/>
                </a:ln>
                <a:solidFill>
                  <a:prstClr val="black"/>
                </a:solidFill>
                <a:effectLst/>
                <a:uLnTx/>
                <a:uFillTx/>
                <a:latin typeface="Ubuntu"/>
                <a:ea typeface="Calibri" panose="020F0502020204030204" pitchFamily="34" charset="0"/>
                <a:cs typeface="Calibri"/>
              </a:rPr>
              <a:t>Pattern A UWB does New Business and GW does Issuance, MTA, Renewal, Re-write, Reinstatement and Cancellation </a:t>
            </a:r>
          </a:p>
          <a:p>
            <a:pPr marL="171450" indent="-171450">
              <a:lnSpc>
                <a:spcPct val="150000"/>
              </a:lnSpc>
              <a:buFont typeface="Arial" panose="020B0604020202020204" pitchFamily="34" charset="0"/>
              <a:buChar char="•"/>
              <a:defRPr/>
            </a:pPr>
            <a:r>
              <a:rPr lang="en-US" sz="900">
                <a:solidFill>
                  <a:prstClr val="black"/>
                </a:solidFill>
                <a:latin typeface="Ubuntu"/>
                <a:ea typeface="Calibri"/>
                <a:cs typeface="Calibri"/>
              </a:rPr>
              <a:t>D&amp;O Release is complete capturing the base set of integrations needed</a:t>
            </a:r>
            <a:endParaRPr lang="en-US" sz="900" b="0" i="0" u="none" strike="noStrike" kern="1200" cap="none" spc="0" normalizeH="0" baseline="0" noProof="0">
              <a:ln>
                <a:noFill/>
              </a:ln>
              <a:solidFill>
                <a:prstClr val="black"/>
              </a:solidFill>
              <a:effectLst/>
              <a:uLnTx/>
              <a:uFillTx/>
              <a:latin typeface="Ubuntu"/>
              <a:ea typeface="Calibri" panose="020F0502020204030204" pitchFamily="34" charset="0"/>
              <a:cs typeface="Calibri" panose="020F0502020204030204" pitchFamily="34" charset="0"/>
            </a:endParaRPr>
          </a:p>
          <a:p>
            <a:pPr marL="171450" indent="-171450">
              <a:lnSpc>
                <a:spcPct val="150000"/>
              </a:lnSpc>
              <a:buFont typeface="Arial" panose="020B0604020202020204" pitchFamily="34" charset="0"/>
              <a:buChar char="•"/>
              <a:defRPr/>
            </a:pPr>
            <a:r>
              <a:rPr lang="en-US" sz="900">
                <a:solidFill>
                  <a:prstClr val="black"/>
                </a:solidFill>
                <a:latin typeface="Ubuntu"/>
                <a:ea typeface="Calibri"/>
                <a:cs typeface="Calibri"/>
              </a:rPr>
              <a:t>All Controls</a:t>
            </a:r>
            <a:r>
              <a:rPr kumimoji="0" lang="en-US" sz="900" b="0" i="0" u="none" strike="noStrike" kern="1200" cap="none" spc="0" normalizeH="0" baseline="0" noProof="0">
                <a:ln>
                  <a:noFill/>
                </a:ln>
                <a:solidFill>
                  <a:prstClr val="black"/>
                </a:solidFill>
                <a:effectLst/>
                <a:uLnTx/>
                <a:uFillTx/>
                <a:latin typeface="Ubuntu"/>
                <a:ea typeface="Calibri"/>
                <a:cs typeface="Calibri"/>
              </a:rPr>
              <a:t> </a:t>
            </a:r>
            <a:r>
              <a:rPr lang="en-US" sz="900">
                <a:solidFill>
                  <a:prstClr val="black"/>
                </a:solidFill>
                <a:latin typeface="Ubuntu"/>
                <a:ea typeface="Calibri"/>
                <a:cs typeface="Calibri"/>
              </a:rPr>
              <a:t>and services required to Bind a Policy is Complete</a:t>
            </a:r>
            <a:endParaRPr lang="en-US" sz="900" b="0" i="0" u="none" strike="noStrike" kern="1200" cap="none" spc="0" normalizeH="0" baseline="0" noProof="0">
              <a:ln>
                <a:noFill/>
              </a:ln>
              <a:solidFill>
                <a:prstClr val="black"/>
              </a:solidFill>
              <a:effectLst/>
              <a:uLnTx/>
              <a:uFillTx/>
              <a:latin typeface="Ubuntu"/>
              <a:ea typeface="Calibri"/>
              <a:cs typeface="Calibri"/>
            </a:endParaRPr>
          </a:p>
          <a:p>
            <a:pPr marL="171450" indent="-171450">
              <a:lnSpc>
                <a:spcPct val="150000"/>
              </a:lnSpc>
              <a:buFont typeface="Arial" panose="020B0604020202020204" pitchFamily="34" charset="0"/>
              <a:buChar char="•"/>
              <a:defRPr/>
            </a:pPr>
            <a:r>
              <a:rPr lang="en-US" sz="900">
                <a:solidFill>
                  <a:prstClr val="black"/>
                </a:solidFill>
                <a:latin typeface="Ubuntu"/>
                <a:ea typeface="Calibri"/>
                <a:cs typeface="Calibri"/>
              </a:rPr>
              <a:t>New Business, Renewal and MTA Delivered</a:t>
            </a:r>
          </a:p>
          <a:p>
            <a:pPr marL="171450" indent="-171450">
              <a:lnSpc>
                <a:spcPct val="150000"/>
              </a:lnSpc>
              <a:buFont typeface="Arial" panose="020B0604020202020204" pitchFamily="34" charset="0"/>
              <a:buChar char="•"/>
              <a:defRPr/>
            </a:pPr>
            <a:r>
              <a:rPr lang="en-US" sz="900">
                <a:solidFill>
                  <a:prstClr val="black"/>
                </a:solidFill>
                <a:latin typeface="Ubuntu"/>
                <a:ea typeface="Calibri"/>
                <a:cs typeface="Calibri"/>
              </a:rPr>
              <a:t>Document Management Solution in place</a:t>
            </a:r>
          </a:p>
          <a:p>
            <a:pPr marL="171450" indent="-171450">
              <a:lnSpc>
                <a:spcPct val="150000"/>
              </a:lnSpc>
              <a:buFont typeface="Arial" panose="020B0604020202020204" pitchFamily="34" charset="0"/>
              <a:buChar char="•"/>
              <a:defRPr/>
            </a:pPr>
            <a:r>
              <a:rPr lang="en-US" sz="900">
                <a:solidFill>
                  <a:prstClr val="black"/>
                </a:solidFill>
                <a:latin typeface="Ubuntu"/>
                <a:ea typeface="Calibri"/>
                <a:cs typeface="Calibri"/>
              </a:rPr>
              <a:t>Finance Downstream Legacy/Interim Integrations done</a:t>
            </a:r>
          </a:p>
          <a:p>
            <a:pPr marL="171450" indent="-171450">
              <a:lnSpc>
                <a:spcPct val="150000"/>
              </a:lnSpc>
              <a:buFont typeface="Arial" panose="020B0604020202020204" pitchFamily="34" charset="0"/>
              <a:buChar char="•"/>
              <a:defRPr/>
            </a:pPr>
            <a:r>
              <a:rPr lang="en-US" sz="900">
                <a:solidFill>
                  <a:prstClr val="black"/>
                </a:solidFill>
                <a:latin typeface="Ubuntu"/>
                <a:ea typeface="Calibri"/>
                <a:cs typeface="Calibri"/>
              </a:rPr>
              <a:t>No Outstanding Design impacting e2e Process</a:t>
            </a:r>
          </a:p>
          <a:p>
            <a:pPr marL="171450" indent="-171450">
              <a:lnSpc>
                <a:spcPct val="150000"/>
              </a:lnSpc>
              <a:buFont typeface="Arial" panose="020B0604020202020204" pitchFamily="34" charset="0"/>
              <a:buChar char="•"/>
              <a:defRPr/>
            </a:pPr>
            <a:r>
              <a:rPr lang="en-US" sz="900">
                <a:solidFill>
                  <a:prstClr val="black"/>
                </a:solidFill>
                <a:latin typeface="Ubuntu"/>
                <a:ea typeface="Calibri"/>
                <a:cs typeface="Calibri"/>
              </a:rPr>
              <a:t>Product Rationalisation for Selected Product is on the shelf</a:t>
            </a:r>
          </a:p>
          <a:p>
            <a:pPr marL="171450" indent="-171450">
              <a:lnSpc>
                <a:spcPct val="150000"/>
              </a:lnSpc>
              <a:buFont typeface="Arial" panose="020B0604020202020204" pitchFamily="34" charset="0"/>
              <a:buChar char="•"/>
              <a:defRPr/>
            </a:pPr>
            <a:r>
              <a:rPr lang="en-US" sz="900">
                <a:solidFill>
                  <a:prstClr val="black"/>
                </a:solidFill>
                <a:latin typeface="Ubuntu"/>
                <a:ea typeface="Calibri"/>
                <a:cs typeface="Calibri"/>
              </a:rPr>
              <a:t>Assuming Migration is on-renewal and Migration Framework/Tooling in place</a:t>
            </a:r>
          </a:p>
          <a:p>
            <a:pPr>
              <a:lnSpc>
                <a:spcPct val="150000"/>
              </a:lnSpc>
              <a:defRPr/>
            </a:pPr>
            <a:endParaRPr lang="en-US" sz="900">
              <a:solidFill>
                <a:prstClr val="black"/>
              </a:solidFill>
              <a:latin typeface="Ubuntu"/>
              <a:ea typeface="Calibri"/>
              <a:cs typeface="Calibri"/>
            </a:endParaRPr>
          </a:p>
          <a:p>
            <a:pPr>
              <a:lnSpc>
                <a:spcPct val="150000"/>
              </a:lnSpc>
              <a:defRPr/>
            </a:pPr>
            <a:r>
              <a:rPr lang="en-US" sz="900">
                <a:solidFill>
                  <a:prstClr val="black"/>
                </a:solidFill>
                <a:latin typeface="Ubuntu"/>
                <a:ea typeface="Calibri"/>
                <a:cs typeface="Calibri"/>
              </a:rPr>
              <a:t>Swimlane includes Design , Build and Functional Test</a:t>
            </a:r>
          </a:p>
          <a:p>
            <a:pPr>
              <a:lnSpc>
                <a:spcPct val="150000"/>
              </a:lnSpc>
              <a:defRPr/>
            </a:pPr>
            <a:endParaRPr lang="en-US" sz="900">
              <a:solidFill>
                <a:prstClr val="black"/>
              </a:solidFill>
              <a:latin typeface="Ubuntu"/>
              <a:ea typeface="Calibri"/>
              <a:cs typeface="Calibri"/>
            </a:endParaRPr>
          </a:p>
        </p:txBody>
      </p:sp>
      <p:sp>
        <p:nvSpPr>
          <p:cNvPr id="19" name="Rectangle 18">
            <a:extLst>
              <a:ext uri="{FF2B5EF4-FFF2-40B4-BE49-F238E27FC236}">
                <a16:creationId xmlns:a16="http://schemas.microsoft.com/office/drawing/2014/main" id="{E32A0DD3-6B29-2D41-A24A-5C29B2D34E73}"/>
              </a:ext>
            </a:extLst>
          </p:cNvPr>
          <p:cNvSpPr/>
          <p:nvPr/>
        </p:nvSpPr>
        <p:spPr bwMode="auto">
          <a:xfrm>
            <a:off x="6709243" y="2111504"/>
            <a:ext cx="576000" cy="178071"/>
          </a:xfrm>
          <a:prstGeom prst="rect">
            <a:avLst/>
          </a:prstGeom>
          <a:solidFill>
            <a:schemeClr val="accent6"/>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20" name="Rectangle 19">
            <a:extLst>
              <a:ext uri="{FF2B5EF4-FFF2-40B4-BE49-F238E27FC236}">
                <a16:creationId xmlns:a16="http://schemas.microsoft.com/office/drawing/2014/main" id="{D2E32508-1C50-B673-7AB2-6B384B11E78F}"/>
              </a:ext>
            </a:extLst>
          </p:cNvPr>
          <p:cNvSpPr/>
          <p:nvPr/>
        </p:nvSpPr>
        <p:spPr bwMode="auto">
          <a:xfrm>
            <a:off x="7289814" y="2419932"/>
            <a:ext cx="1743794" cy="178071"/>
          </a:xfrm>
          <a:prstGeom prst="rect">
            <a:avLst/>
          </a:prstGeom>
          <a:solidFill>
            <a:schemeClr val="accent6"/>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21" name="Rectangle 20">
            <a:extLst>
              <a:ext uri="{FF2B5EF4-FFF2-40B4-BE49-F238E27FC236}">
                <a16:creationId xmlns:a16="http://schemas.microsoft.com/office/drawing/2014/main" id="{902F6D0B-7EBB-D127-C054-CC02D06C6B9E}"/>
              </a:ext>
            </a:extLst>
          </p:cNvPr>
          <p:cNvSpPr/>
          <p:nvPr/>
        </p:nvSpPr>
        <p:spPr bwMode="auto">
          <a:xfrm>
            <a:off x="7285001" y="2701146"/>
            <a:ext cx="2304000" cy="178071"/>
          </a:xfrm>
          <a:prstGeom prst="rect">
            <a:avLst/>
          </a:prstGeom>
          <a:solidFill>
            <a:schemeClr val="accent6"/>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22" name="Rectangle 21">
            <a:extLst>
              <a:ext uri="{FF2B5EF4-FFF2-40B4-BE49-F238E27FC236}">
                <a16:creationId xmlns:a16="http://schemas.microsoft.com/office/drawing/2014/main" id="{1B95E00F-5DB9-AB55-EA17-EF961BF6DE40}"/>
              </a:ext>
            </a:extLst>
          </p:cNvPr>
          <p:cNvSpPr/>
          <p:nvPr/>
        </p:nvSpPr>
        <p:spPr bwMode="auto">
          <a:xfrm>
            <a:off x="7289813" y="3299860"/>
            <a:ext cx="2285899" cy="178071"/>
          </a:xfrm>
          <a:prstGeom prst="rect">
            <a:avLst/>
          </a:prstGeom>
          <a:solidFill>
            <a:schemeClr val="accent6"/>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23" name="Rectangle 22">
            <a:extLst>
              <a:ext uri="{FF2B5EF4-FFF2-40B4-BE49-F238E27FC236}">
                <a16:creationId xmlns:a16="http://schemas.microsoft.com/office/drawing/2014/main" id="{C3B7B19C-C780-6B1E-5A1C-3EA98690C2B6}"/>
              </a:ext>
            </a:extLst>
          </p:cNvPr>
          <p:cNvSpPr/>
          <p:nvPr/>
        </p:nvSpPr>
        <p:spPr bwMode="auto">
          <a:xfrm>
            <a:off x="6709242" y="3008212"/>
            <a:ext cx="2304000" cy="178071"/>
          </a:xfrm>
          <a:prstGeom prst="rect">
            <a:avLst/>
          </a:prstGeom>
          <a:solidFill>
            <a:schemeClr val="accent6"/>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24" name="Rectangle 23">
            <a:extLst>
              <a:ext uri="{FF2B5EF4-FFF2-40B4-BE49-F238E27FC236}">
                <a16:creationId xmlns:a16="http://schemas.microsoft.com/office/drawing/2014/main" id="{D39035E1-840D-575C-74E1-BCA22BAE5409}"/>
              </a:ext>
            </a:extLst>
          </p:cNvPr>
          <p:cNvSpPr/>
          <p:nvPr/>
        </p:nvSpPr>
        <p:spPr bwMode="auto">
          <a:xfrm>
            <a:off x="7289813" y="3608288"/>
            <a:ext cx="1728000" cy="178071"/>
          </a:xfrm>
          <a:prstGeom prst="rect">
            <a:avLst/>
          </a:prstGeom>
          <a:solidFill>
            <a:schemeClr val="accent6"/>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25" name="Rectangle 24">
            <a:extLst>
              <a:ext uri="{FF2B5EF4-FFF2-40B4-BE49-F238E27FC236}">
                <a16:creationId xmlns:a16="http://schemas.microsoft.com/office/drawing/2014/main" id="{66DF19B5-006C-BDAA-701D-7BEF85EB8EBE}"/>
              </a:ext>
            </a:extLst>
          </p:cNvPr>
          <p:cNvSpPr/>
          <p:nvPr/>
        </p:nvSpPr>
        <p:spPr bwMode="auto">
          <a:xfrm>
            <a:off x="7289813" y="3916717"/>
            <a:ext cx="1728000" cy="178071"/>
          </a:xfrm>
          <a:prstGeom prst="rect">
            <a:avLst/>
          </a:prstGeom>
          <a:solidFill>
            <a:schemeClr val="accent6"/>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26" name="Rectangle 25">
            <a:extLst>
              <a:ext uri="{FF2B5EF4-FFF2-40B4-BE49-F238E27FC236}">
                <a16:creationId xmlns:a16="http://schemas.microsoft.com/office/drawing/2014/main" id="{FBA4A131-3418-6E89-2237-04681305E2BF}"/>
              </a:ext>
            </a:extLst>
          </p:cNvPr>
          <p:cNvSpPr/>
          <p:nvPr/>
        </p:nvSpPr>
        <p:spPr bwMode="auto">
          <a:xfrm>
            <a:off x="6711313" y="4197930"/>
            <a:ext cx="2295695" cy="178071"/>
          </a:xfrm>
          <a:prstGeom prst="rect">
            <a:avLst/>
          </a:prstGeom>
          <a:solidFill>
            <a:schemeClr val="accent6"/>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27" name="Rectangle 26">
            <a:extLst>
              <a:ext uri="{FF2B5EF4-FFF2-40B4-BE49-F238E27FC236}">
                <a16:creationId xmlns:a16="http://schemas.microsoft.com/office/drawing/2014/main" id="{710F7C3B-F733-DB32-8EE0-C5423F2CC3C2}"/>
              </a:ext>
            </a:extLst>
          </p:cNvPr>
          <p:cNvSpPr/>
          <p:nvPr/>
        </p:nvSpPr>
        <p:spPr bwMode="auto">
          <a:xfrm>
            <a:off x="9033608" y="4475298"/>
            <a:ext cx="1152000" cy="178071"/>
          </a:xfrm>
          <a:prstGeom prst="rect">
            <a:avLst/>
          </a:prstGeom>
          <a:solidFill>
            <a:schemeClr val="accent6"/>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12" name="Rectangle 11">
            <a:extLst>
              <a:ext uri="{FF2B5EF4-FFF2-40B4-BE49-F238E27FC236}">
                <a16:creationId xmlns:a16="http://schemas.microsoft.com/office/drawing/2014/main" id="{8EAD5A2C-BB26-D52F-1F78-2552C81F5067}"/>
              </a:ext>
            </a:extLst>
          </p:cNvPr>
          <p:cNvSpPr/>
          <p:nvPr/>
        </p:nvSpPr>
        <p:spPr bwMode="auto">
          <a:xfrm>
            <a:off x="10192667" y="4787573"/>
            <a:ext cx="540000" cy="178071"/>
          </a:xfrm>
          <a:prstGeom prst="rect">
            <a:avLst/>
          </a:prstGeom>
          <a:solidFill>
            <a:schemeClr val="accent6"/>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4" name="Rectangle 3">
            <a:extLst>
              <a:ext uri="{FF2B5EF4-FFF2-40B4-BE49-F238E27FC236}">
                <a16:creationId xmlns:a16="http://schemas.microsoft.com/office/drawing/2014/main" id="{33EF67E8-BD87-4103-DBFF-47D66042E50E}"/>
              </a:ext>
            </a:extLst>
          </p:cNvPr>
          <p:cNvSpPr/>
          <p:nvPr/>
        </p:nvSpPr>
        <p:spPr bwMode="auto">
          <a:xfrm>
            <a:off x="10679069" y="5088875"/>
            <a:ext cx="72000" cy="178071"/>
          </a:xfrm>
          <a:prstGeom prst="rect">
            <a:avLst/>
          </a:prstGeom>
          <a:solidFill>
            <a:schemeClr val="accent6"/>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7" name="TextBox 6">
            <a:extLst>
              <a:ext uri="{FF2B5EF4-FFF2-40B4-BE49-F238E27FC236}">
                <a16:creationId xmlns:a16="http://schemas.microsoft.com/office/drawing/2014/main" id="{3A30AFDD-EFDC-8C8A-D070-7EA4FA18453B}"/>
              </a:ext>
            </a:extLst>
          </p:cNvPr>
          <p:cNvSpPr txBox="1"/>
          <p:nvPr/>
        </p:nvSpPr>
        <p:spPr>
          <a:xfrm>
            <a:off x="8971158" y="2952234"/>
            <a:ext cx="2748091" cy="338554"/>
          </a:xfrm>
          <a:prstGeom prst="rect">
            <a:avLst/>
          </a:prstGeom>
          <a:noFill/>
        </p:spPr>
        <p:txBody>
          <a:bodyPr wrap="square" rtlCol="0">
            <a:spAutoFit/>
          </a:bodyPr>
          <a:lstStyle/>
          <a:p>
            <a:r>
              <a:rPr lang="en-GB" sz="800"/>
              <a:t>Factory Model will ensure all products rationalised ahead of time, duration reflects for any new product</a:t>
            </a:r>
          </a:p>
        </p:txBody>
      </p:sp>
      <p:sp>
        <p:nvSpPr>
          <p:cNvPr id="8" name="TextBox 7">
            <a:extLst>
              <a:ext uri="{FF2B5EF4-FFF2-40B4-BE49-F238E27FC236}">
                <a16:creationId xmlns:a16="http://schemas.microsoft.com/office/drawing/2014/main" id="{6FD4D2EC-E096-2AC4-F9C7-AEEBAE7D24A2}"/>
              </a:ext>
            </a:extLst>
          </p:cNvPr>
          <p:cNvSpPr txBox="1"/>
          <p:nvPr/>
        </p:nvSpPr>
        <p:spPr>
          <a:xfrm>
            <a:off x="6782246" y="1915113"/>
            <a:ext cx="2304000" cy="215444"/>
          </a:xfrm>
          <a:prstGeom prst="rect">
            <a:avLst/>
          </a:prstGeom>
          <a:noFill/>
        </p:spPr>
        <p:txBody>
          <a:bodyPr wrap="square" rtlCol="0">
            <a:spAutoFit/>
          </a:bodyPr>
          <a:lstStyle/>
          <a:p>
            <a:r>
              <a:rPr lang="en-GB" sz="800"/>
              <a:t>Joint Elaboration with all Initiatives</a:t>
            </a:r>
          </a:p>
        </p:txBody>
      </p:sp>
      <p:sp>
        <p:nvSpPr>
          <p:cNvPr id="9" name="Rectangle 8">
            <a:extLst>
              <a:ext uri="{FF2B5EF4-FFF2-40B4-BE49-F238E27FC236}">
                <a16:creationId xmlns:a16="http://schemas.microsoft.com/office/drawing/2014/main" id="{F0038ED3-83F8-0BF8-17FF-2DA50263DE1D}"/>
              </a:ext>
            </a:extLst>
          </p:cNvPr>
          <p:cNvSpPr/>
          <p:nvPr/>
        </p:nvSpPr>
        <p:spPr bwMode="auto">
          <a:xfrm>
            <a:off x="7287751" y="2110585"/>
            <a:ext cx="576000" cy="178071"/>
          </a:xfrm>
          <a:prstGeom prst="rect">
            <a:avLst/>
          </a:prstGeom>
          <a:solidFill>
            <a:schemeClr val="accent6">
              <a:lumMod val="40000"/>
              <a:lumOff val="60000"/>
              <a:alpha val="24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10" name="Rectangle 9">
            <a:extLst>
              <a:ext uri="{FF2B5EF4-FFF2-40B4-BE49-F238E27FC236}">
                <a16:creationId xmlns:a16="http://schemas.microsoft.com/office/drawing/2014/main" id="{3F336DD6-1697-EC1E-DC59-3C9DB8355E93}"/>
              </a:ext>
            </a:extLst>
          </p:cNvPr>
          <p:cNvSpPr/>
          <p:nvPr/>
        </p:nvSpPr>
        <p:spPr bwMode="auto">
          <a:xfrm>
            <a:off x="9585043" y="3299859"/>
            <a:ext cx="612000" cy="178071"/>
          </a:xfrm>
          <a:prstGeom prst="rect">
            <a:avLst/>
          </a:prstGeom>
          <a:solidFill>
            <a:schemeClr val="accent6">
              <a:lumMod val="40000"/>
              <a:lumOff val="60000"/>
              <a:alpha val="28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11" name="TextBox 10">
            <a:extLst>
              <a:ext uri="{FF2B5EF4-FFF2-40B4-BE49-F238E27FC236}">
                <a16:creationId xmlns:a16="http://schemas.microsoft.com/office/drawing/2014/main" id="{5BA8CD77-3BB2-AE25-B0C1-18F669077A04}"/>
              </a:ext>
            </a:extLst>
          </p:cNvPr>
          <p:cNvSpPr txBox="1"/>
          <p:nvPr/>
        </p:nvSpPr>
        <p:spPr>
          <a:xfrm>
            <a:off x="9198647" y="3494191"/>
            <a:ext cx="951213" cy="461665"/>
          </a:xfrm>
          <a:prstGeom prst="rect">
            <a:avLst/>
          </a:prstGeom>
          <a:noFill/>
        </p:spPr>
        <p:txBody>
          <a:bodyPr wrap="square" rtlCol="0">
            <a:spAutoFit/>
          </a:bodyPr>
          <a:lstStyle/>
          <a:p>
            <a:r>
              <a:rPr lang="en-GB" sz="800"/>
              <a:t>One-off when first IPLM Product is done</a:t>
            </a:r>
          </a:p>
        </p:txBody>
      </p:sp>
      <p:cxnSp>
        <p:nvCxnSpPr>
          <p:cNvPr id="15" name="Straight Arrow Connector 14">
            <a:extLst>
              <a:ext uri="{FF2B5EF4-FFF2-40B4-BE49-F238E27FC236}">
                <a16:creationId xmlns:a16="http://schemas.microsoft.com/office/drawing/2014/main" id="{BA966C8F-72E4-A382-467F-DD758CFF3307}"/>
              </a:ext>
            </a:extLst>
          </p:cNvPr>
          <p:cNvCxnSpPr>
            <a:cxnSpLocks/>
          </p:cNvCxnSpPr>
          <p:nvPr/>
        </p:nvCxnSpPr>
        <p:spPr>
          <a:xfrm flipV="1">
            <a:off x="9655672" y="3445944"/>
            <a:ext cx="174515" cy="1188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6810B08-2221-2C10-60F4-BBA0BDCCE085}"/>
              </a:ext>
            </a:extLst>
          </p:cNvPr>
          <p:cNvSpPr txBox="1"/>
          <p:nvPr/>
        </p:nvSpPr>
        <p:spPr>
          <a:xfrm>
            <a:off x="7956755" y="2099586"/>
            <a:ext cx="2584579" cy="215444"/>
          </a:xfrm>
          <a:prstGeom prst="rect">
            <a:avLst/>
          </a:prstGeom>
          <a:noFill/>
        </p:spPr>
        <p:txBody>
          <a:bodyPr wrap="square" rtlCol="0">
            <a:spAutoFit/>
          </a:bodyPr>
          <a:lstStyle/>
          <a:p>
            <a:r>
              <a:rPr lang="en-GB" sz="800"/>
              <a:t>One-off when first IPLM Product is done</a:t>
            </a:r>
          </a:p>
        </p:txBody>
      </p:sp>
      <p:cxnSp>
        <p:nvCxnSpPr>
          <p:cNvPr id="31" name="Straight Arrow Connector 30">
            <a:extLst>
              <a:ext uri="{FF2B5EF4-FFF2-40B4-BE49-F238E27FC236}">
                <a16:creationId xmlns:a16="http://schemas.microsoft.com/office/drawing/2014/main" id="{569E27BB-07BF-61BE-27CF-4905AD2AD394}"/>
              </a:ext>
            </a:extLst>
          </p:cNvPr>
          <p:cNvCxnSpPr>
            <a:endCxn id="9" idx="3"/>
          </p:cNvCxnSpPr>
          <p:nvPr/>
        </p:nvCxnSpPr>
        <p:spPr>
          <a:xfrm flipH="1">
            <a:off x="7863751" y="2199620"/>
            <a:ext cx="159436"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7FCA06F4-3AB7-2BEA-5F51-8C00F7C376FD}"/>
              </a:ext>
            </a:extLst>
          </p:cNvPr>
          <p:cNvSpPr txBox="1"/>
          <p:nvPr/>
        </p:nvSpPr>
        <p:spPr>
          <a:xfrm>
            <a:off x="9531493" y="2590896"/>
            <a:ext cx="2660507" cy="338554"/>
          </a:xfrm>
          <a:prstGeom prst="rect">
            <a:avLst/>
          </a:prstGeom>
          <a:noFill/>
        </p:spPr>
        <p:txBody>
          <a:bodyPr wrap="square" rtlCol="0">
            <a:spAutoFit/>
          </a:bodyPr>
          <a:lstStyle/>
          <a:p>
            <a:r>
              <a:rPr lang="en-GB" sz="800"/>
              <a:t>All products to be completed ahead of time, duration reflecting new product or new Business </a:t>
            </a:r>
            <a:r>
              <a:rPr lang="en-GB" sz="800" err="1"/>
              <a:t>Req</a:t>
            </a:r>
            <a:endParaRPr lang="en-GB" sz="800"/>
          </a:p>
        </p:txBody>
      </p:sp>
      <p:sp>
        <p:nvSpPr>
          <p:cNvPr id="67" name="TextBox 66">
            <a:extLst>
              <a:ext uri="{FF2B5EF4-FFF2-40B4-BE49-F238E27FC236}">
                <a16:creationId xmlns:a16="http://schemas.microsoft.com/office/drawing/2014/main" id="{D49FF0C3-D202-DCF7-E892-FE6E3D6BE911}"/>
              </a:ext>
            </a:extLst>
          </p:cNvPr>
          <p:cNvSpPr txBox="1"/>
          <p:nvPr/>
        </p:nvSpPr>
        <p:spPr>
          <a:xfrm>
            <a:off x="8981456" y="2306285"/>
            <a:ext cx="2962421" cy="338554"/>
          </a:xfrm>
          <a:prstGeom prst="rect">
            <a:avLst/>
          </a:prstGeom>
          <a:noFill/>
        </p:spPr>
        <p:txBody>
          <a:bodyPr wrap="square" rtlCol="0">
            <a:spAutoFit/>
          </a:bodyPr>
          <a:lstStyle/>
          <a:p>
            <a:r>
              <a:rPr lang="en-GB" sz="800"/>
              <a:t>Delivery of a group of Products and all transactions delivered from Prior Release/s</a:t>
            </a:r>
          </a:p>
        </p:txBody>
      </p:sp>
      <p:sp>
        <p:nvSpPr>
          <p:cNvPr id="68" name="TextBox 67">
            <a:extLst>
              <a:ext uri="{FF2B5EF4-FFF2-40B4-BE49-F238E27FC236}">
                <a16:creationId xmlns:a16="http://schemas.microsoft.com/office/drawing/2014/main" id="{C8667E28-E08E-93E2-9B53-CB313B720205}"/>
              </a:ext>
            </a:extLst>
          </p:cNvPr>
          <p:cNvSpPr txBox="1"/>
          <p:nvPr/>
        </p:nvSpPr>
        <p:spPr>
          <a:xfrm>
            <a:off x="10116294" y="3263891"/>
            <a:ext cx="2035933" cy="461665"/>
          </a:xfrm>
          <a:prstGeom prst="rect">
            <a:avLst/>
          </a:prstGeom>
          <a:noFill/>
        </p:spPr>
        <p:txBody>
          <a:bodyPr wrap="square" rtlCol="0">
            <a:spAutoFit/>
          </a:bodyPr>
          <a:lstStyle/>
          <a:p>
            <a:r>
              <a:rPr lang="en-GB" sz="800"/>
              <a:t>Delivery of a group of Products and all transactions delivered from Prior Release/s</a:t>
            </a:r>
          </a:p>
        </p:txBody>
      </p:sp>
      <p:sp>
        <p:nvSpPr>
          <p:cNvPr id="70" name="TextBox 69">
            <a:extLst>
              <a:ext uri="{FF2B5EF4-FFF2-40B4-BE49-F238E27FC236}">
                <a16:creationId xmlns:a16="http://schemas.microsoft.com/office/drawing/2014/main" id="{4947DC21-A455-65C5-C470-D4A858383383}"/>
              </a:ext>
            </a:extLst>
          </p:cNvPr>
          <p:cNvSpPr txBox="1"/>
          <p:nvPr/>
        </p:nvSpPr>
        <p:spPr>
          <a:xfrm>
            <a:off x="10139609" y="4350080"/>
            <a:ext cx="2035933" cy="461665"/>
          </a:xfrm>
          <a:prstGeom prst="rect">
            <a:avLst/>
          </a:prstGeom>
          <a:noFill/>
        </p:spPr>
        <p:txBody>
          <a:bodyPr wrap="square" rtlCol="0">
            <a:spAutoFit/>
          </a:bodyPr>
          <a:lstStyle/>
          <a:p>
            <a:r>
              <a:rPr lang="en-GB" sz="800"/>
              <a:t>Risk Based Testing with a level of overlap with final Build activities and re-usable test packs</a:t>
            </a:r>
          </a:p>
        </p:txBody>
      </p:sp>
      <p:sp>
        <p:nvSpPr>
          <p:cNvPr id="3" name="TextBox 2">
            <a:extLst>
              <a:ext uri="{FF2B5EF4-FFF2-40B4-BE49-F238E27FC236}">
                <a16:creationId xmlns:a16="http://schemas.microsoft.com/office/drawing/2014/main" id="{AC7E87C8-FA68-D662-20BC-9398204DAF26}"/>
              </a:ext>
            </a:extLst>
          </p:cNvPr>
          <p:cNvSpPr txBox="1"/>
          <p:nvPr/>
        </p:nvSpPr>
        <p:spPr>
          <a:xfrm>
            <a:off x="5147408" y="194895"/>
            <a:ext cx="562463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rgbClr val="FF0000"/>
                </a:solidFill>
              </a:rPr>
              <a:t>Summary approach at the top of this slide. What needs to be true for the business to make this plan happen. </a:t>
            </a:r>
          </a:p>
        </p:txBody>
      </p:sp>
    </p:spTree>
    <p:extLst>
      <p:ext uri="{BB962C8B-B14F-4D97-AF65-F5344CB8AC3E}">
        <p14:creationId xmlns:p14="http://schemas.microsoft.com/office/powerpoint/2010/main" val="4116091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7E75A-86F7-988E-8E81-D535F418C648}"/>
            </a:ext>
          </a:extLst>
        </p:cNvPr>
        <p:cNvGrpSpPr/>
        <p:nvPr/>
      </p:nvGrpSpPr>
      <p:grpSpPr>
        <a:xfrm>
          <a:off x="0" y="0"/>
          <a:ext cx="0" cy="0"/>
          <a:chOff x="0" y="0"/>
          <a:chExt cx="0" cy="0"/>
        </a:xfrm>
      </p:grpSpPr>
      <p:sp>
        <p:nvSpPr>
          <p:cNvPr id="69" name="Title 1">
            <a:extLst>
              <a:ext uri="{FF2B5EF4-FFF2-40B4-BE49-F238E27FC236}">
                <a16:creationId xmlns:a16="http://schemas.microsoft.com/office/drawing/2014/main" id="{B33E5685-3F8D-245A-210F-C8909446B609}"/>
              </a:ext>
            </a:extLst>
          </p:cNvPr>
          <p:cNvSpPr txBox="1">
            <a:spLocks/>
          </p:cNvSpPr>
          <p:nvPr/>
        </p:nvSpPr>
        <p:spPr>
          <a:xfrm>
            <a:off x="147315" y="123639"/>
            <a:ext cx="10239558" cy="360099"/>
          </a:xfrm>
          <a:prstGeom prst="rect">
            <a:avLst/>
          </a:prstGeom>
        </p:spPr>
        <p:txBody>
          <a:bodyPr vert="horz" lIns="0" tIns="0" rIns="0" bIns="0" rtlCol="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all" spc="0" normalizeH="0" baseline="0" noProof="0">
                <a:ln>
                  <a:noFill/>
                </a:ln>
                <a:solidFill>
                  <a:srgbClr val="272936"/>
                </a:solidFill>
                <a:effectLst/>
                <a:uLnTx/>
                <a:uFillTx/>
                <a:latin typeface="Ubuntu Medium"/>
                <a:ea typeface="+mj-ea"/>
                <a:cs typeface="+mj-cs"/>
              </a:rPr>
              <a:t>Product </a:t>
            </a:r>
            <a:r>
              <a:rPr lang="en-US" sz="2400">
                <a:solidFill>
                  <a:srgbClr val="272936"/>
                </a:solidFill>
                <a:latin typeface="Ubuntu Medium"/>
              </a:rPr>
              <a:t>rOLLOUT</a:t>
            </a:r>
            <a:r>
              <a:rPr kumimoji="0" lang="en-US" sz="2400" b="0" i="0" u="none" strike="noStrike" kern="1200" cap="all" spc="0" normalizeH="0" baseline="0" noProof="0">
                <a:ln>
                  <a:noFill/>
                </a:ln>
                <a:solidFill>
                  <a:srgbClr val="272936"/>
                </a:solidFill>
                <a:effectLst/>
                <a:uLnTx/>
                <a:uFillTx/>
                <a:latin typeface="Ubuntu Medium"/>
                <a:ea typeface="+mj-ea"/>
                <a:cs typeface="+mj-cs"/>
              </a:rPr>
              <a:t> lead times, Activities, milestones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all" spc="0" normalizeH="0" baseline="0" noProof="0">
                <a:ln>
                  <a:noFill/>
                </a:ln>
                <a:solidFill>
                  <a:srgbClr val="272936"/>
                </a:solidFill>
                <a:effectLst/>
                <a:uLnTx/>
                <a:uFillTx/>
                <a:latin typeface="Ubuntu Medium"/>
                <a:ea typeface="+mj-ea"/>
                <a:cs typeface="+mj-cs"/>
              </a:rPr>
              <a:t> </a:t>
            </a:r>
            <a:endParaRPr lang="en-US" sz="2400" b="0" i="0" u="none" strike="noStrike" kern="1200" cap="all" spc="0" normalizeH="0" baseline="0" noProof="0">
              <a:ln>
                <a:noFill/>
              </a:ln>
              <a:solidFill>
                <a:srgbClr val="272936"/>
              </a:solidFill>
              <a:effectLst/>
              <a:uLnTx/>
              <a:uFillTx/>
              <a:latin typeface="Ubuntu Medium"/>
            </a:endParaRPr>
          </a:p>
        </p:txBody>
      </p:sp>
      <p:graphicFrame>
        <p:nvGraphicFramePr>
          <p:cNvPr id="79" name="Table 78">
            <a:extLst>
              <a:ext uri="{FF2B5EF4-FFF2-40B4-BE49-F238E27FC236}">
                <a16:creationId xmlns:a16="http://schemas.microsoft.com/office/drawing/2014/main" id="{532A77EC-6D9F-EAEE-C0BC-1E10244548F1}"/>
              </a:ext>
            </a:extLst>
          </p:cNvPr>
          <p:cNvGraphicFramePr>
            <a:graphicFrameLocks noGrp="1"/>
          </p:cNvGraphicFramePr>
          <p:nvPr>
            <p:extLst>
              <p:ext uri="{D42A27DB-BD31-4B8C-83A1-F6EECF244321}">
                <p14:modId xmlns:p14="http://schemas.microsoft.com/office/powerpoint/2010/main" val="1472188643"/>
              </p:ext>
            </p:extLst>
          </p:nvPr>
        </p:nvGraphicFramePr>
        <p:xfrm>
          <a:off x="299404" y="542936"/>
          <a:ext cx="11524429" cy="4657725"/>
        </p:xfrm>
        <a:graphic>
          <a:graphicData uri="http://schemas.openxmlformats.org/drawingml/2006/table">
            <a:tbl>
              <a:tblPr firstRow="1" bandRow="1">
                <a:tableStyleId>{5C22544A-7EE6-4342-B048-85BDC9FD1C3A}</a:tableStyleId>
              </a:tblPr>
              <a:tblGrid>
                <a:gridCol w="1972801">
                  <a:extLst>
                    <a:ext uri="{9D8B030D-6E8A-4147-A177-3AD203B41FA5}">
                      <a16:colId xmlns:a16="http://schemas.microsoft.com/office/drawing/2014/main" val="2918000328"/>
                    </a:ext>
                  </a:extLst>
                </a:gridCol>
                <a:gridCol w="353764">
                  <a:extLst>
                    <a:ext uri="{9D8B030D-6E8A-4147-A177-3AD203B41FA5}">
                      <a16:colId xmlns:a16="http://schemas.microsoft.com/office/drawing/2014/main" val="1128542571"/>
                    </a:ext>
                  </a:extLst>
                </a:gridCol>
                <a:gridCol w="353764">
                  <a:extLst>
                    <a:ext uri="{9D8B030D-6E8A-4147-A177-3AD203B41FA5}">
                      <a16:colId xmlns:a16="http://schemas.microsoft.com/office/drawing/2014/main" val="3782787441"/>
                    </a:ext>
                  </a:extLst>
                </a:gridCol>
                <a:gridCol w="353764">
                  <a:extLst>
                    <a:ext uri="{9D8B030D-6E8A-4147-A177-3AD203B41FA5}">
                      <a16:colId xmlns:a16="http://schemas.microsoft.com/office/drawing/2014/main" val="2487463784"/>
                    </a:ext>
                  </a:extLst>
                </a:gridCol>
                <a:gridCol w="353764">
                  <a:extLst>
                    <a:ext uri="{9D8B030D-6E8A-4147-A177-3AD203B41FA5}">
                      <a16:colId xmlns:a16="http://schemas.microsoft.com/office/drawing/2014/main" val="3731934491"/>
                    </a:ext>
                  </a:extLst>
                </a:gridCol>
                <a:gridCol w="353764">
                  <a:extLst>
                    <a:ext uri="{9D8B030D-6E8A-4147-A177-3AD203B41FA5}">
                      <a16:colId xmlns:a16="http://schemas.microsoft.com/office/drawing/2014/main" val="2235202220"/>
                    </a:ext>
                  </a:extLst>
                </a:gridCol>
                <a:gridCol w="353764">
                  <a:extLst>
                    <a:ext uri="{9D8B030D-6E8A-4147-A177-3AD203B41FA5}">
                      <a16:colId xmlns:a16="http://schemas.microsoft.com/office/drawing/2014/main" val="1642773161"/>
                    </a:ext>
                  </a:extLst>
                </a:gridCol>
                <a:gridCol w="353764">
                  <a:extLst>
                    <a:ext uri="{9D8B030D-6E8A-4147-A177-3AD203B41FA5}">
                      <a16:colId xmlns:a16="http://schemas.microsoft.com/office/drawing/2014/main" val="837748994"/>
                    </a:ext>
                  </a:extLst>
                </a:gridCol>
                <a:gridCol w="353764">
                  <a:extLst>
                    <a:ext uri="{9D8B030D-6E8A-4147-A177-3AD203B41FA5}">
                      <a16:colId xmlns:a16="http://schemas.microsoft.com/office/drawing/2014/main" val="1273431284"/>
                    </a:ext>
                  </a:extLst>
                </a:gridCol>
                <a:gridCol w="353764">
                  <a:extLst>
                    <a:ext uri="{9D8B030D-6E8A-4147-A177-3AD203B41FA5}">
                      <a16:colId xmlns:a16="http://schemas.microsoft.com/office/drawing/2014/main" val="1514336254"/>
                    </a:ext>
                  </a:extLst>
                </a:gridCol>
                <a:gridCol w="353764">
                  <a:extLst>
                    <a:ext uri="{9D8B030D-6E8A-4147-A177-3AD203B41FA5}">
                      <a16:colId xmlns:a16="http://schemas.microsoft.com/office/drawing/2014/main" val="3165357553"/>
                    </a:ext>
                  </a:extLst>
                </a:gridCol>
                <a:gridCol w="353764">
                  <a:extLst>
                    <a:ext uri="{9D8B030D-6E8A-4147-A177-3AD203B41FA5}">
                      <a16:colId xmlns:a16="http://schemas.microsoft.com/office/drawing/2014/main" val="1438438604"/>
                    </a:ext>
                  </a:extLst>
                </a:gridCol>
                <a:gridCol w="353764">
                  <a:extLst>
                    <a:ext uri="{9D8B030D-6E8A-4147-A177-3AD203B41FA5}">
                      <a16:colId xmlns:a16="http://schemas.microsoft.com/office/drawing/2014/main" val="2087612261"/>
                    </a:ext>
                  </a:extLst>
                </a:gridCol>
                <a:gridCol w="353764">
                  <a:extLst>
                    <a:ext uri="{9D8B030D-6E8A-4147-A177-3AD203B41FA5}">
                      <a16:colId xmlns:a16="http://schemas.microsoft.com/office/drawing/2014/main" val="2432530380"/>
                    </a:ext>
                  </a:extLst>
                </a:gridCol>
                <a:gridCol w="353764">
                  <a:extLst>
                    <a:ext uri="{9D8B030D-6E8A-4147-A177-3AD203B41FA5}">
                      <a16:colId xmlns:a16="http://schemas.microsoft.com/office/drawing/2014/main" val="2665408848"/>
                    </a:ext>
                  </a:extLst>
                </a:gridCol>
                <a:gridCol w="353764">
                  <a:extLst>
                    <a:ext uri="{9D8B030D-6E8A-4147-A177-3AD203B41FA5}">
                      <a16:colId xmlns:a16="http://schemas.microsoft.com/office/drawing/2014/main" val="3951765666"/>
                    </a:ext>
                  </a:extLst>
                </a:gridCol>
                <a:gridCol w="353764">
                  <a:extLst>
                    <a:ext uri="{9D8B030D-6E8A-4147-A177-3AD203B41FA5}">
                      <a16:colId xmlns:a16="http://schemas.microsoft.com/office/drawing/2014/main" val="2228624743"/>
                    </a:ext>
                  </a:extLst>
                </a:gridCol>
                <a:gridCol w="353764">
                  <a:extLst>
                    <a:ext uri="{9D8B030D-6E8A-4147-A177-3AD203B41FA5}">
                      <a16:colId xmlns:a16="http://schemas.microsoft.com/office/drawing/2014/main" val="2223595030"/>
                    </a:ext>
                  </a:extLst>
                </a:gridCol>
                <a:gridCol w="353764">
                  <a:extLst>
                    <a:ext uri="{9D8B030D-6E8A-4147-A177-3AD203B41FA5}">
                      <a16:colId xmlns:a16="http://schemas.microsoft.com/office/drawing/2014/main" val="1539418456"/>
                    </a:ext>
                  </a:extLst>
                </a:gridCol>
                <a:gridCol w="353764">
                  <a:extLst>
                    <a:ext uri="{9D8B030D-6E8A-4147-A177-3AD203B41FA5}">
                      <a16:colId xmlns:a16="http://schemas.microsoft.com/office/drawing/2014/main" val="4043353124"/>
                    </a:ext>
                  </a:extLst>
                </a:gridCol>
                <a:gridCol w="353764">
                  <a:extLst>
                    <a:ext uri="{9D8B030D-6E8A-4147-A177-3AD203B41FA5}">
                      <a16:colId xmlns:a16="http://schemas.microsoft.com/office/drawing/2014/main" val="103246349"/>
                    </a:ext>
                  </a:extLst>
                </a:gridCol>
                <a:gridCol w="353764">
                  <a:extLst>
                    <a:ext uri="{9D8B030D-6E8A-4147-A177-3AD203B41FA5}">
                      <a16:colId xmlns:a16="http://schemas.microsoft.com/office/drawing/2014/main" val="3982770293"/>
                    </a:ext>
                  </a:extLst>
                </a:gridCol>
                <a:gridCol w="353764">
                  <a:extLst>
                    <a:ext uri="{9D8B030D-6E8A-4147-A177-3AD203B41FA5}">
                      <a16:colId xmlns:a16="http://schemas.microsoft.com/office/drawing/2014/main" val="733639408"/>
                    </a:ext>
                  </a:extLst>
                </a:gridCol>
                <a:gridCol w="353764">
                  <a:extLst>
                    <a:ext uri="{9D8B030D-6E8A-4147-A177-3AD203B41FA5}">
                      <a16:colId xmlns:a16="http://schemas.microsoft.com/office/drawing/2014/main" val="3939044206"/>
                    </a:ext>
                  </a:extLst>
                </a:gridCol>
                <a:gridCol w="353764">
                  <a:extLst>
                    <a:ext uri="{9D8B030D-6E8A-4147-A177-3AD203B41FA5}">
                      <a16:colId xmlns:a16="http://schemas.microsoft.com/office/drawing/2014/main" val="173151360"/>
                    </a:ext>
                  </a:extLst>
                </a:gridCol>
                <a:gridCol w="353764">
                  <a:extLst>
                    <a:ext uri="{9D8B030D-6E8A-4147-A177-3AD203B41FA5}">
                      <a16:colId xmlns:a16="http://schemas.microsoft.com/office/drawing/2014/main" val="1765578869"/>
                    </a:ext>
                  </a:extLst>
                </a:gridCol>
                <a:gridCol w="353764">
                  <a:extLst>
                    <a:ext uri="{9D8B030D-6E8A-4147-A177-3AD203B41FA5}">
                      <a16:colId xmlns:a16="http://schemas.microsoft.com/office/drawing/2014/main" val="2735685321"/>
                    </a:ext>
                  </a:extLst>
                </a:gridCol>
                <a:gridCol w="353764">
                  <a:extLst>
                    <a:ext uri="{9D8B030D-6E8A-4147-A177-3AD203B41FA5}">
                      <a16:colId xmlns:a16="http://schemas.microsoft.com/office/drawing/2014/main" val="1302297724"/>
                    </a:ext>
                  </a:extLst>
                </a:gridCol>
              </a:tblGrid>
              <a:tr h="118572">
                <a:tc rowSpan="2">
                  <a:txBody>
                    <a:bodyPr/>
                    <a:lstStyle/>
                    <a:p>
                      <a:pPr algn="ctr"/>
                      <a:r>
                        <a:rPr lang="en-US" sz="1100" b="1" i="0">
                          <a:solidFill>
                            <a:schemeClr val="tx1"/>
                          </a:solidFill>
                          <a:latin typeface="Ubuntu"/>
                        </a:rPr>
                        <a:t>Activity</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b="1" i="0">
                        <a:latin typeface="Ubuntu" panose="020B0504030602030204" pitchFamily="34" charset="0"/>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gridSpan="8">
                  <a:txBody>
                    <a:bodyPr/>
                    <a:lstStyle/>
                    <a:p>
                      <a:pPr algn="ctr"/>
                      <a:r>
                        <a:rPr lang="en-US" sz="1100" b="1" i="0">
                          <a:latin typeface="Ubuntu"/>
                        </a:rPr>
                        <a:t>Indicative Timeline * See Assumptions</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pPr algn="ctr"/>
                      <a:endParaRPr lang="en-US" sz="1100" b="1" i="0">
                        <a:latin typeface="Ubuntu"/>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pPr algn="ctr"/>
                      <a:endParaRPr lang="en-US" sz="1100" b="1" i="0">
                        <a:latin typeface="Ubuntu"/>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pPr algn="ctr"/>
                      <a:endParaRPr lang="en-US" sz="1100" b="1" i="0">
                        <a:latin typeface="Ubuntu"/>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pPr algn="ctr"/>
                      <a:endParaRPr lang="en-US" sz="1100" b="1" i="0">
                        <a:latin typeface="Ubuntu"/>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pPr algn="ctr"/>
                      <a:endParaRPr lang="en-US" sz="1100" b="1" i="0">
                        <a:latin typeface="Ubuntu"/>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pPr algn="ctr"/>
                      <a:endParaRPr lang="en-US" sz="1100" b="1" i="0">
                        <a:latin typeface="Ubuntu"/>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pPr algn="ctr"/>
                      <a:endParaRPr lang="en-US" sz="1100" b="1" i="0">
                        <a:latin typeface="Ubuntu"/>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pPr algn="ctr"/>
                      <a:endParaRPr lang="en-US" sz="1100" b="1" i="0">
                        <a:latin typeface="Ubuntu"/>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pPr algn="ctr"/>
                      <a:endParaRPr lang="en-US" sz="1100" b="1" i="0">
                        <a:latin typeface="Ubuntu"/>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pPr algn="ctr"/>
                      <a:endParaRPr lang="en-US" sz="1100" b="1" i="0">
                        <a:latin typeface="Ubuntu"/>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pPr algn="ctr"/>
                      <a:endParaRPr lang="en-US" sz="1100" b="1" i="0">
                        <a:latin typeface="Ubuntu"/>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pPr algn="ctr"/>
                      <a:endParaRPr lang="en-US" sz="1100" b="1" i="0">
                        <a:latin typeface="Ubuntu"/>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pPr algn="ctr"/>
                      <a:endParaRPr lang="en-US" sz="1100" b="1" i="0">
                        <a:latin typeface="Ubuntu"/>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pPr algn="ctr"/>
                      <a:endParaRPr lang="en-US" sz="1100" b="1" i="0">
                        <a:latin typeface="Ubuntu"/>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pPr algn="ctr"/>
                      <a:endParaRPr lang="en-US" sz="1100" b="1" i="0">
                        <a:latin typeface="Ubuntu"/>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pPr algn="ctr"/>
                      <a:endParaRPr lang="en-US" sz="1100" b="1" i="0">
                        <a:latin typeface="Ubuntu"/>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pPr algn="ctr"/>
                      <a:endParaRPr lang="en-US" sz="1100" b="1" i="0">
                        <a:latin typeface="Ubuntu"/>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pPr algn="ctr"/>
                      <a:endParaRPr lang="en-US" sz="1100" b="1" i="0">
                        <a:latin typeface="Ubuntu"/>
                      </a:endParaRPr>
                    </a:p>
                  </a:txBody>
                  <a:tcP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371104310"/>
                  </a:ext>
                </a:extLst>
              </a:tr>
              <a:tr h="167396">
                <a:tc vMerge="1">
                  <a:txBody>
                    <a:bodyPr/>
                    <a:lstStyle/>
                    <a:p>
                      <a:pPr algn="ctr"/>
                      <a:endParaRPr lang="en-US" sz="1100" b="1" i="0">
                        <a:latin typeface="Ubuntu" panose="020B0504030602030204" pitchFamily="34" charset="0"/>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1" i="1">
                          <a:latin typeface="Ubuntu"/>
                        </a:rPr>
                        <a:t>M1</a:t>
                      </a:r>
                    </a:p>
                  </a:txBody>
                  <a:tcPr marL="45720" marR="4572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lvl="0" algn="ctr">
                        <a:lnSpc>
                          <a:spcPct val="100000"/>
                        </a:lnSpc>
                        <a:spcBef>
                          <a:spcPts val="0"/>
                        </a:spcBef>
                        <a:spcAft>
                          <a:spcPts val="0"/>
                        </a:spcAft>
                        <a:buNone/>
                      </a:pPr>
                      <a:r>
                        <a:rPr lang="en-US" sz="900" b="1" i="1" u="none" strike="noStrike" noProof="0">
                          <a:solidFill>
                            <a:srgbClr val="000000"/>
                          </a:solidFill>
                          <a:latin typeface="Ubuntu"/>
                        </a:rPr>
                        <a:t>M2</a:t>
                      </a:r>
                      <a:endParaRPr lang="en-US" sz="900" b="0" i="0" u="none" strike="noStrike" noProof="0">
                        <a:solidFill>
                          <a:srgbClr val="000000"/>
                        </a:solidFill>
                        <a:latin typeface="Ubuntu"/>
                      </a:endParaRPr>
                    </a:p>
                  </a:txBody>
                  <a:tcPr marL="45720" marR="45720">
                    <a:lnL w="12700" cap="flat" cmpd="sng" algn="ctr">
                      <a:solidFill>
                        <a:schemeClr val="bg1">
                          <a:lumMod val="9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lvl="0" algn="ctr">
                        <a:lnSpc>
                          <a:spcPct val="100000"/>
                        </a:lnSpc>
                        <a:spcBef>
                          <a:spcPts val="0"/>
                        </a:spcBef>
                        <a:spcAft>
                          <a:spcPts val="0"/>
                        </a:spcAft>
                        <a:buNone/>
                      </a:pPr>
                      <a:r>
                        <a:rPr lang="en-US" sz="900" b="1" i="1" u="none" strike="noStrike" noProof="0">
                          <a:solidFill>
                            <a:srgbClr val="000000"/>
                          </a:solidFill>
                          <a:latin typeface="Ubuntu"/>
                        </a:rPr>
                        <a:t>M3</a:t>
                      </a:r>
                      <a:endParaRPr lang="en-US" sz="900" b="0" i="0" u="none" strike="noStrike" noProof="0">
                        <a:solidFill>
                          <a:srgbClr val="000000"/>
                        </a:solidFill>
                        <a:latin typeface="Ubuntu"/>
                      </a:endParaRP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lvl="0" algn="ctr">
                        <a:lnSpc>
                          <a:spcPct val="100000"/>
                        </a:lnSpc>
                        <a:spcBef>
                          <a:spcPts val="0"/>
                        </a:spcBef>
                        <a:spcAft>
                          <a:spcPts val="0"/>
                        </a:spcAft>
                        <a:buNone/>
                      </a:pPr>
                      <a:r>
                        <a:rPr lang="en-US" sz="900" b="1" i="1" u="none" strike="noStrike" noProof="0">
                          <a:solidFill>
                            <a:srgbClr val="000000"/>
                          </a:solidFill>
                          <a:latin typeface="Ubuntu"/>
                        </a:rPr>
                        <a:t>M4</a:t>
                      </a:r>
                      <a:endParaRPr lang="en-US" sz="900" b="0" i="0" u="none" strike="noStrike" noProof="0">
                        <a:solidFill>
                          <a:srgbClr val="000000"/>
                        </a:solidFill>
                        <a:latin typeface="Ubuntu"/>
                      </a:endParaRPr>
                    </a:p>
                    <a:p>
                      <a:pPr lvl="0" algn="ctr">
                        <a:buNone/>
                      </a:pPr>
                      <a:endParaRPr lang="en-US" sz="900" b="1" i="1">
                        <a:latin typeface="Ubuntu"/>
                      </a:endParaRP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lvl="0" algn="ctr">
                        <a:lnSpc>
                          <a:spcPct val="100000"/>
                        </a:lnSpc>
                        <a:spcBef>
                          <a:spcPts val="0"/>
                        </a:spcBef>
                        <a:spcAft>
                          <a:spcPts val="0"/>
                        </a:spcAft>
                        <a:buNone/>
                      </a:pPr>
                      <a:r>
                        <a:rPr lang="en-US" sz="900" b="1" i="1" u="none" strike="noStrike" noProof="0">
                          <a:solidFill>
                            <a:srgbClr val="000000"/>
                          </a:solidFill>
                          <a:latin typeface="Ubuntu"/>
                        </a:rPr>
                        <a:t>M5</a:t>
                      </a:r>
                      <a:endParaRPr lang="en-US" sz="900" b="0" i="0" u="none" strike="noStrike" noProof="0">
                        <a:solidFill>
                          <a:srgbClr val="000000"/>
                        </a:solidFill>
                        <a:latin typeface="Ubuntu"/>
                      </a:endParaRPr>
                    </a:p>
                  </a:txBody>
                  <a:tcPr marL="45720" marR="45720">
                    <a:lnL w="3175"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lvl="0" algn="ctr">
                        <a:lnSpc>
                          <a:spcPct val="100000"/>
                        </a:lnSpc>
                        <a:spcBef>
                          <a:spcPts val="0"/>
                        </a:spcBef>
                        <a:spcAft>
                          <a:spcPts val="0"/>
                        </a:spcAft>
                        <a:buNone/>
                      </a:pPr>
                      <a:r>
                        <a:rPr lang="en-US" sz="900" b="1" i="1" u="none" strike="noStrike" noProof="0">
                          <a:solidFill>
                            <a:srgbClr val="000000"/>
                          </a:solidFill>
                          <a:latin typeface="Ubuntu"/>
                        </a:rPr>
                        <a:t>M6</a:t>
                      </a:r>
                      <a:endParaRPr lang="en-US" sz="900" b="0" i="0" u="none" strike="noStrike" noProof="0">
                        <a:solidFill>
                          <a:srgbClr val="000000"/>
                        </a:solidFill>
                        <a:latin typeface="Ubuntu"/>
                      </a:endParaRPr>
                    </a:p>
                    <a:p>
                      <a:pPr lvl="0" algn="ctr">
                        <a:buNone/>
                      </a:pPr>
                      <a:endParaRPr lang="en-US" sz="900" b="1" i="1">
                        <a:latin typeface="Ubuntu"/>
                      </a:endParaRPr>
                    </a:p>
                  </a:txBody>
                  <a:tcPr marL="45720" marR="45720">
                    <a:lnL w="6350"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lvl="0" algn="ctr">
                        <a:lnSpc>
                          <a:spcPct val="100000"/>
                        </a:lnSpc>
                        <a:spcBef>
                          <a:spcPts val="0"/>
                        </a:spcBef>
                        <a:spcAft>
                          <a:spcPts val="0"/>
                        </a:spcAft>
                        <a:buNone/>
                      </a:pPr>
                      <a:r>
                        <a:rPr lang="en-US" sz="900" b="1" i="1" u="none" strike="noStrike" noProof="0">
                          <a:solidFill>
                            <a:srgbClr val="000000"/>
                          </a:solidFill>
                          <a:latin typeface="Ubuntu"/>
                        </a:rPr>
                        <a:t>M7</a:t>
                      </a:r>
                      <a:endParaRPr lang="en-US" sz="900" b="0" i="0" u="none" strike="noStrike" noProof="0">
                        <a:solidFill>
                          <a:srgbClr val="000000"/>
                        </a:solidFill>
                        <a:latin typeface="Ubuntu"/>
                      </a:endParaRPr>
                    </a:p>
                    <a:p>
                      <a:pPr lvl="0" algn="ctr">
                        <a:buNone/>
                      </a:pPr>
                      <a:endParaRPr lang="en-US" sz="900" b="1" i="1">
                        <a:latin typeface="Ubuntu"/>
                      </a:endParaRP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lvl="0" algn="ctr">
                        <a:lnSpc>
                          <a:spcPct val="100000"/>
                        </a:lnSpc>
                        <a:spcBef>
                          <a:spcPts val="0"/>
                        </a:spcBef>
                        <a:spcAft>
                          <a:spcPts val="0"/>
                        </a:spcAft>
                        <a:buNone/>
                      </a:pPr>
                      <a:r>
                        <a:rPr lang="en-US" sz="900" b="1" i="1" u="none" strike="noStrike" noProof="0">
                          <a:solidFill>
                            <a:srgbClr val="000000"/>
                          </a:solidFill>
                          <a:latin typeface="Ubuntu"/>
                        </a:rPr>
                        <a:t>M8</a:t>
                      </a:r>
                      <a:endParaRPr lang="en-US" sz="900" b="0" i="0" u="none" strike="noStrike" noProof="0">
                        <a:solidFill>
                          <a:srgbClr val="000000"/>
                        </a:solidFill>
                        <a:latin typeface="Ubuntu"/>
                      </a:endParaRP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lvl="0" algn="ctr">
                        <a:lnSpc>
                          <a:spcPct val="100000"/>
                        </a:lnSpc>
                        <a:spcBef>
                          <a:spcPts val="0"/>
                        </a:spcBef>
                        <a:spcAft>
                          <a:spcPts val="0"/>
                        </a:spcAft>
                        <a:buNone/>
                      </a:pPr>
                      <a:r>
                        <a:rPr lang="en-US" sz="900" b="1" i="1" u="none" strike="noStrike" noProof="0">
                          <a:solidFill>
                            <a:srgbClr val="000000"/>
                          </a:solidFill>
                          <a:latin typeface="Ubuntu"/>
                        </a:rPr>
                        <a:t>M9</a:t>
                      </a:r>
                      <a:endParaRPr lang="en-US" sz="900" b="0" i="0" u="none" strike="noStrike" noProof="0">
                        <a:solidFill>
                          <a:srgbClr val="000000"/>
                        </a:solidFill>
                        <a:latin typeface="Ubuntu"/>
                      </a:endParaRPr>
                    </a:p>
                    <a:p>
                      <a:pPr lvl="0" algn="ctr">
                        <a:buNone/>
                      </a:pPr>
                      <a:endParaRPr lang="en-US" sz="900" b="1" i="1">
                        <a:latin typeface="Ubuntu"/>
                      </a:endParaRP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lvl="0" algn="ctr">
                        <a:buNone/>
                      </a:pPr>
                      <a:r>
                        <a:rPr lang="en-US" sz="900" b="1" i="1">
                          <a:latin typeface="Ubuntu"/>
                        </a:rPr>
                        <a:t>M10</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Ubuntu"/>
                          <a:ea typeface="+mn-ea"/>
                          <a:cs typeface="+mn-cs"/>
                        </a:rPr>
                        <a:t>M11</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Ubuntu"/>
                          <a:ea typeface="+mn-ea"/>
                          <a:cs typeface="+mn-cs"/>
                        </a:rPr>
                        <a:t>M11</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Ubuntu"/>
                          <a:ea typeface="+mn-ea"/>
                          <a:cs typeface="+mn-cs"/>
                        </a:rPr>
                        <a:t>M12</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Ubuntu"/>
                          <a:ea typeface="+mn-ea"/>
                          <a:cs typeface="+mn-cs"/>
                        </a:rPr>
                        <a:t>M13</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Ubuntu"/>
                          <a:ea typeface="+mn-ea"/>
                          <a:cs typeface="+mn-cs"/>
                        </a:rPr>
                        <a:t>M14</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Ubuntu"/>
                          <a:ea typeface="+mn-ea"/>
                          <a:cs typeface="+mn-cs"/>
                        </a:rPr>
                        <a:t>M15</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Ubuntu"/>
                          <a:ea typeface="+mn-ea"/>
                          <a:cs typeface="+mn-cs"/>
                        </a:rPr>
                        <a:t>M16</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Ubuntu"/>
                          <a:ea typeface="+mn-ea"/>
                          <a:cs typeface="+mn-cs"/>
                        </a:rPr>
                        <a:t>M17</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Ubuntu"/>
                          <a:ea typeface="+mn-ea"/>
                          <a:cs typeface="+mn-cs"/>
                        </a:rPr>
                        <a:t>M18</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Ubuntu"/>
                          <a:ea typeface="+mn-ea"/>
                          <a:cs typeface="+mn-cs"/>
                        </a:rPr>
                        <a:t>M19</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Ubuntu"/>
                          <a:ea typeface="+mn-ea"/>
                          <a:cs typeface="+mn-cs"/>
                        </a:rPr>
                        <a:t>M20</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Ubuntu"/>
                          <a:ea typeface="+mn-ea"/>
                          <a:cs typeface="+mn-cs"/>
                        </a:rPr>
                        <a:t>M21</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Ubuntu"/>
                          <a:ea typeface="+mn-ea"/>
                          <a:cs typeface="+mn-cs"/>
                        </a:rPr>
                        <a:t>M22</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Ubuntu"/>
                          <a:ea typeface="+mn-ea"/>
                          <a:cs typeface="+mn-cs"/>
                        </a:rPr>
                        <a:t>M23</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Ubuntu"/>
                          <a:ea typeface="+mn-ea"/>
                          <a:cs typeface="+mn-cs"/>
                        </a:rPr>
                        <a:t>M24</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Ubuntu"/>
                          <a:ea typeface="+mn-ea"/>
                          <a:cs typeface="+mn-cs"/>
                        </a:rPr>
                        <a:t>M25</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prstClr val="black"/>
                          </a:solidFill>
                          <a:effectLst/>
                          <a:uLnTx/>
                          <a:uFillTx/>
                          <a:latin typeface="Ubuntu"/>
                          <a:ea typeface="+mn-ea"/>
                          <a:cs typeface="+mn-cs"/>
                        </a:rPr>
                        <a:t>M26</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extLst>
                  <a:ext uri="{0D108BD9-81ED-4DB2-BD59-A6C34878D82A}">
                    <a16:rowId xmlns:a16="http://schemas.microsoft.com/office/drawing/2014/main" val="3543922979"/>
                  </a:ext>
                </a:extLst>
              </a:tr>
              <a:tr h="123048">
                <a:tc>
                  <a:txBody>
                    <a:bodyPr/>
                    <a:lstStyle/>
                    <a:p>
                      <a:pPr marL="0" marR="0" lvl="0" indent="0" algn="l">
                        <a:lnSpc>
                          <a:spcPct val="150000"/>
                        </a:lnSpc>
                        <a:spcBef>
                          <a:spcPts val="0"/>
                        </a:spcBef>
                        <a:spcAft>
                          <a:spcPts val="0"/>
                        </a:spcAft>
                        <a:buNone/>
                      </a:pPr>
                      <a:endParaRPr lang="en-US" sz="900" b="1" u="none" strike="noStrike">
                        <a:solidFill>
                          <a:schemeClr val="accent3"/>
                        </a:solidFill>
                        <a:latin typeface="Ubuntu"/>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16067231"/>
                  </a:ext>
                </a:extLst>
              </a:tr>
              <a:tr h="123048">
                <a:tc>
                  <a:txBody>
                    <a:bodyPr/>
                    <a:lstStyle/>
                    <a:p>
                      <a:pPr marL="0" marR="0" lvl="0" indent="0" algn="l">
                        <a:lnSpc>
                          <a:spcPct val="150000"/>
                        </a:lnSpc>
                        <a:spcBef>
                          <a:spcPts val="0"/>
                        </a:spcBef>
                        <a:spcAft>
                          <a:spcPts val="0"/>
                        </a:spcAft>
                        <a:buNone/>
                      </a:pPr>
                      <a:r>
                        <a:rPr lang="en-US" sz="900" b="1" i="0" u="none" strike="noStrike" noProof="0">
                          <a:solidFill>
                            <a:schemeClr val="accent3"/>
                          </a:solidFill>
                          <a:latin typeface="Ubuntu"/>
                        </a:rPr>
                        <a:t>Release 2</a:t>
                      </a:r>
                      <a:endParaRPr lang="en-US" sz="900" b="1" u="none" strike="noStrike">
                        <a:solidFill>
                          <a:schemeClr val="accent3"/>
                        </a:solidFill>
                        <a:latin typeface="Ubuntu"/>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96418925"/>
                  </a:ext>
                </a:extLst>
              </a:tr>
              <a:tr h="123048">
                <a:tc>
                  <a:txBody>
                    <a:bodyPr/>
                    <a:lstStyle/>
                    <a:p>
                      <a:pPr marL="0" marR="0" lvl="0" indent="0" algn="l" defTabSz="914400" rtl="0" eaLnBrk="1" latinLnBrk="0" hangingPunct="1">
                        <a:lnSpc>
                          <a:spcPct val="150000"/>
                        </a:lnSpc>
                        <a:spcBef>
                          <a:spcPts val="0"/>
                        </a:spcBef>
                        <a:spcAft>
                          <a:spcPts val="0"/>
                        </a:spcAft>
                        <a:buNone/>
                      </a:pPr>
                      <a:r>
                        <a:rPr lang="en-US" sz="900" b="1" i="0" u="none" strike="noStrike" kern="1200" noProof="0">
                          <a:solidFill>
                            <a:schemeClr val="accent1"/>
                          </a:solidFill>
                          <a:latin typeface="Ubuntu"/>
                          <a:ea typeface="+mn-ea"/>
                          <a:cs typeface="+mn-cs"/>
                        </a:rPr>
                        <a:t>Release 3</a:t>
                      </a:r>
                      <a:endParaRPr lang="en-US" sz="900" b="1" i="0" u="none" strike="noStrike" kern="1200">
                        <a:solidFill>
                          <a:schemeClr val="accent1"/>
                        </a:solidFill>
                        <a:latin typeface="Ubuntu"/>
                        <a:ea typeface="+mn-ea"/>
                        <a:cs typeface="+mn-cs"/>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83496498"/>
                  </a:ext>
                </a:extLst>
              </a:tr>
              <a:tr h="123048">
                <a:tc>
                  <a:txBody>
                    <a:bodyPr/>
                    <a:lstStyle/>
                    <a:p>
                      <a:pPr marL="0" marR="0" lvl="0" indent="0" algn="l" defTabSz="914400" rtl="0" eaLnBrk="1" latinLnBrk="0" hangingPunct="1">
                        <a:lnSpc>
                          <a:spcPct val="150000"/>
                        </a:lnSpc>
                        <a:spcBef>
                          <a:spcPts val="0"/>
                        </a:spcBef>
                        <a:spcAft>
                          <a:spcPts val="0"/>
                        </a:spcAft>
                        <a:buNone/>
                      </a:pPr>
                      <a:r>
                        <a:rPr lang="en-US" sz="900" b="1" i="0" u="none" strike="noStrike" kern="1200" noProof="0">
                          <a:solidFill>
                            <a:schemeClr val="accent2"/>
                          </a:solidFill>
                          <a:latin typeface="Ubuntu"/>
                          <a:ea typeface="+mn-ea"/>
                          <a:cs typeface="+mn-cs"/>
                        </a:rPr>
                        <a:t>Release 4</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49862412"/>
                  </a:ext>
                </a:extLst>
              </a:tr>
              <a:tr h="152858">
                <a:tc>
                  <a:txBody>
                    <a:bodyPr/>
                    <a:lstStyle/>
                    <a:p>
                      <a:pPr marL="0" marR="0" lvl="0" indent="0" algn="l" defTabSz="914400" rtl="0" eaLnBrk="1" latinLnBrk="0" hangingPunct="1">
                        <a:lnSpc>
                          <a:spcPct val="150000"/>
                        </a:lnSpc>
                        <a:spcBef>
                          <a:spcPts val="0"/>
                        </a:spcBef>
                        <a:spcAft>
                          <a:spcPts val="0"/>
                        </a:spcAft>
                        <a:buNone/>
                      </a:pPr>
                      <a:r>
                        <a:rPr lang="en-US" sz="900" b="1" i="0" u="none" strike="noStrike" kern="1200" noProof="0">
                          <a:solidFill>
                            <a:schemeClr val="accent5"/>
                          </a:solidFill>
                          <a:latin typeface="Ubuntu"/>
                          <a:ea typeface="+mn-ea"/>
                          <a:cs typeface="+mn-cs"/>
                        </a:rPr>
                        <a:t>Release 5</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59683225"/>
                  </a:ext>
                </a:extLst>
              </a:tr>
              <a:tr h="152858">
                <a:tc>
                  <a:txBody>
                    <a:bodyPr/>
                    <a:lstStyle/>
                    <a:p>
                      <a:pPr marL="0" marR="0" lvl="0" indent="0" algn="l" defTabSz="914400" rtl="0" eaLnBrk="1" latinLnBrk="0" hangingPunct="1">
                        <a:lnSpc>
                          <a:spcPct val="150000"/>
                        </a:lnSpc>
                        <a:spcBef>
                          <a:spcPts val="0"/>
                        </a:spcBef>
                        <a:spcAft>
                          <a:spcPts val="0"/>
                        </a:spcAft>
                        <a:buNone/>
                      </a:pPr>
                      <a:r>
                        <a:rPr lang="en-US" sz="900" b="1" i="0" u="none" strike="noStrike" kern="1200" noProof="0">
                          <a:solidFill>
                            <a:srgbClr val="FFC000"/>
                          </a:solidFill>
                          <a:latin typeface="Ubuntu"/>
                          <a:ea typeface="+mn-ea"/>
                          <a:cs typeface="+mn-cs"/>
                        </a:rPr>
                        <a:t>Release 6</a:t>
                      </a:r>
                      <a:endParaRPr lang="en-US" sz="900" b="1" i="0" u="none" strike="noStrike" kern="1200">
                        <a:solidFill>
                          <a:srgbClr val="FFC000"/>
                        </a:solidFill>
                        <a:latin typeface="Ubuntu"/>
                        <a:ea typeface="+mn-ea"/>
                        <a:cs typeface="+mn-cs"/>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16248831"/>
                  </a:ext>
                </a:extLst>
              </a:tr>
              <a:tr h="123048">
                <a:tc>
                  <a:txBody>
                    <a:bodyPr/>
                    <a:lstStyle/>
                    <a:p>
                      <a:pPr marL="0" marR="0" lvl="0" indent="0" algn="l">
                        <a:lnSpc>
                          <a:spcPct val="150000"/>
                        </a:lnSpc>
                        <a:spcBef>
                          <a:spcPts val="0"/>
                        </a:spcBef>
                        <a:spcAft>
                          <a:spcPts val="0"/>
                        </a:spcAft>
                        <a:buNone/>
                      </a:pPr>
                      <a:r>
                        <a:rPr lang="en-US" sz="900" b="1" i="0" u="none" strike="noStrike" noProof="0">
                          <a:solidFill>
                            <a:srgbClr val="E423A3"/>
                          </a:solidFill>
                          <a:latin typeface="Ubuntu"/>
                        </a:rPr>
                        <a:t>Release 7</a:t>
                      </a:r>
                      <a:endParaRPr lang="en-US" sz="900" b="1" u="none" strike="noStrike">
                        <a:solidFill>
                          <a:srgbClr val="E423A3"/>
                        </a:solidFill>
                        <a:latin typeface="Ubuntu"/>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66845284"/>
                  </a:ext>
                </a:extLst>
              </a:tr>
              <a:tr h="152858">
                <a:tc>
                  <a:txBody>
                    <a:bodyPr/>
                    <a:lstStyle/>
                    <a:p>
                      <a:pPr lvl="0" algn="l">
                        <a:lnSpc>
                          <a:spcPct val="150000"/>
                        </a:lnSpc>
                        <a:buNone/>
                      </a:pPr>
                      <a:r>
                        <a:rPr lang="en-US" sz="900" b="1" i="0" u="none" strike="noStrike" noProof="0">
                          <a:solidFill>
                            <a:schemeClr val="accent4">
                              <a:lumMod val="40000"/>
                              <a:lumOff val="60000"/>
                            </a:schemeClr>
                          </a:solidFill>
                          <a:latin typeface="Ubuntu"/>
                        </a:rPr>
                        <a:t>Release 8</a:t>
                      </a:r>
                    </a:p>
                  </a:txBody>
                  <a:tcPr anchor="ct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0">
                      <a:noFill/>
                    </a:lnTlToBr>
                    <a:lnBlToTr w="0">
                      <a:noFill/>
                    </a:lnBlToTr>
                    <a:solidFill>
                      <a:srgbClr val="F8FAFB"/>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08734001"/>
                  </a:ext>
                </a:extLst>
              </a:tr>
              <a:tr h="123048">
                <a:tc>
                  <a:txBody>
                    <a:bodyPr/>
                    <a:lstStyle/>
                    <a:p>
                      <a:pPr lvl="0" algn="l">
                        <a:lnSpc>
                          <a:spcPct val="150000"/>
                        </a:lnSpc>
                        <a:buNone/>
                      </a:pPr>
                      <a:r>
                        <a:rPr lang="en-US" sz="900" b="1" i="0" u="none" strike="noStrike" noProof="0">
                          <a:solidFill>
                            <a:schemeClr val="accent6">
                              <a:lumMod val="20000"/>
                              <a:lumOff val="80000"/>
                            </a:schemeClr>
                          </a:solidFill>
                          <a:latin typeface="Ubuntu"/>
                        </a:rPr>
                        <a:t>Release 9</a:t>
                      </a:r>
                    </a:p>
                  </a:txBody>
                  <a:tcPr anchor="ct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lnTlToBr w="0">
                      <a:noFill/>
                    </a:lnTlToBr>
                    <a:lnBlToTr w="0">
                      <a:noFill/>
                    </a:lnBlToTr>
                    <a:solidFill>
                      <a:srgbClr val="F8FAFB"/>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5"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4843260"/>
                  </a:ext>
                </a:extLst>
              </a:tr>
              <a:tr h="123048">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900" b="1" i="0" u="none" strike="noStrike" noProof="0">
                          <a:solidFill>
                            <a:schemeClr val="accent1"/>
                          </a:solidFill>
                          <a:latin typeface="Ubuntu"/>
                        </a:rPr>
                        <a:t>Release 10</a:t>
                      </a:r>
                    </a:p>
                  </a:txBody>
                  <a:tcPr anchor="ct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lnTlToBr w="0">
                      <a:noFill/>
                    </a:lnTlToBr>
                    <a:lnBlToTr w="0">
                      <a:noFill/>
                    </a:lnBlToTr>
                    <a:solidFill>
                      <a:srgbClr val="F8FAFB"/>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89456768"/>
                  </a:ext>
                </a:extLst>
              </a:tr>
              <a:tr h="123048">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900" b="1" i="0" u="none" strike="noStrike" noProof="0">
                          <a:solidFill>
                            <a:schemeClr val="tx1">
                              <a:lumMod val="50000"/>
                              <a:lumOff val="50000"/>
                            </a:schemeClr>
                          </a:solidFill>
                          <a:latin typeface="Ubuntu"/>
                        </a:rPr>
                        <a:t>Release 11</a:t>
                      </a:r>
                    </a:p>
                  </a:txBody>
                  <a:tcPr anchor="ct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lnTlToBr w="0">
                      <a:noFill/>
                    </a:lnTlToBr>
                    <a:lnBlToTr w="0">
                      <a:noFill/>
                    </a:lnBlToTr>
                    <a:solidFill>
                      <a:srgbClr val="F8FAFB"/>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95073183"/>
                  </a:ext>
                </a:extLst>
              </a:tr>
              <a:tr h="152858">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900" b="1" i="0" u="none" strike="noStrike" noProof="0">
                          <a:solidFill>
                            <a:schemeClr val="tx1"/>
                          </a:solidFill>
                          <a:latin typeface="Ubuntu"/>
                        </a:rPr>
                        <a:t>Release 12</a:t>
                      </a:r>
                    </a:p>
                  </a:txBody>
                  <a:tcPr anchor="ct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lnTlToBr w="0">
                      <a:noFill/>
                    </a:lnTlToBr>
                    <a:lnBlToTr w="0">
                      <a:noFill/>
                    </a:lnBlToTr>
                    <a:solidFill>
                      <a:srgbClr val="F8FAFB"/>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a:solidFill>
                        <a:schemeClr val="bg1">
                          <a:lumMod val="65000"/>
                        </a:schemeClr>
                      </a:solidFill>
                    </a:lnL>
                    <a:lnR w="3174">
                      <a:solidFill>
                        <a:schemeClr val="bg1">
                          <a:lumMod val="65000"/>
                        </a:schemeClr>
                      </a:solidFill>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97843684"/>
                  </a:ext>
                </a:extLst>
              </a:tr>
              <a:tr h="152858">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900" b="1" i="0" u="none" strike="noStrike" noProof="0">
                          <a:solidFill>
                            <a:schemeClr val="accent1">
                              <a:lumMod val="60000"/>
                              <a:lumOff val="40000"/>
                            </a:schemeClr>
                          </a:solidFill>
                          <a:latin typeface="Ubuntu"/>
                        </a:rPr>
                        <a:t>Release 13</a:t>
                      </a:r>
                    </a:p>
                  </a:txBody>
                  <a:tcPr anchor="ct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lnTlToBr w="0">
                      <a:noFill/>
                    </a:lnTlToBr>
                    <a:lnBlToTr w="0">
                      <a:noFill/>
                    </a:lnBlToTr>
                    <a:solidFill>
                      <a:srgbClr val="F8FAFB"/>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a:solidFill>
                        <a:schemeClr val="bg1">
                          <a:lumMod val="65000"/>
                        </a:schemeClr>
                      </a:solidFill>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3521139"/>
                  </a:ext>
                </a:extLst>
              </a:tr>
              <a:tr h="152858">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900" b="1" i="0" u="none" strike="noStrike" noProof="0">
                          <a:solidFill>
                            <a:schemeClr val="accent5">
                              <a:lumMod val="20000"/>
                              <a:lumOff val="80000"/>
                            </a:schemeClr>
                          </a:solidFill>
                          <a:latin typeface="Ubuntu"/>
                        </a:rPr>
                        <a:t>Release 14</a:t>
                      </a:r>
                    </a:p>
                  </a:txBody>
                  <a:tcPr anchor="ct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lnTlToBr w="0">
                      <a:noFill/>
                    </a:lnTlToBr>
                    <a:lnBlToTr w="0">
                      <a:noFill/>
                    </a:lnBlToTr>
                    <a:solidFill>
                      <a:srgbClr val="F8FAFB"/>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a:solidFill>
                        <a:schemeClr val="bg1">
                          <a:lumMod val="65000"/>
                        </a:schemeClr>
                      </a:solidFill>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20065197"/>
                  </a:ext>
                </a:extLst>
              </a:tr>
              <a:tr h="152858">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900" b="1" i="0" u="none" strike="noStrike" noProof="0">
                          <a:solidFill>
                            <a:schemeClr val="accent1"/>
                          </a:solidFill>
                          <a:latin typeface="Ubuntu"/>
                        </a:rPr>
                        <a:t>Release 15</a:t>
                      </a:r>
                    </a:p>
                  </a:txBody>
                  <a:tcPr anchor="ctr">
                    <a:lnL w="3174">
                      <a:solidFill>
                        <a:schemeClr val="bg1">
                          <a:lumMod val="65000"/>
                        </a:schemeClr>
                      </a:solidFill>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lnTlToBr w="0">
                      <a:noFill/>
                    </a:lnTlToBr>
                    <a:lnBlToTr w="0">
                      <a:noFill/>
                    </a:lnBlToTr>
                    <a:solidFill>
                      <a:srgbClr val="F8FAFB"/>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a:solidFill>
                        <a:schemeClr val="bg1">
                          <a:lumMod val="65000"/>
                        </a:schemeClr>
                      </a:solidFill>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cap="flat" cmpd="sng" algn="ctr">
                      <a:solidFill>
                        <a:schemeClr val="bg1">
                          <a:lumMod val="65000"/>
                        </a:schemeClr>
                      </a:solidFill>
                      <a:prstDash val="solid"/>
                      <a:round/>
                      <a:headEnd type="none" w="med" len="med"/>
                      <a:tailEnd type="none" w="med" len="med"/>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tc>
                  <a:txBody>
                    <a:bodyPr/>
                    <a:lstStyle/>
                    <a:p>
                      <a:pPr lvl="0">
                        <a:buNone/>
                      </a:pPr>
                      <a:endParaRPr lang="en-US" sz="900" b="0" i="0">
                        <a:latin typeface="Ubuntu"/>
                      </a:endParaRPr>
                    </a:p>
                  </a:txBody>
                  <a:tcPr>
                    <a:lnL w="3174" cap="flat" cmpd="sng" algn="ctr">
                      <a:solidFill>
                        <a:schemeClr val="bg1">
                          <a:lumMod val="65000"/>
                        </a:schemeClr>
                      </a:solidFill>
                      <a:prstDash val="solid"/>
                      <a:round/>
                      <a:headEnd type="none" w="med" len="med"/>
                      <a:tailEnd type="none" w="med" len="med"/>
                    </a:lnL>
                    <a:lnR w="3174">
                      <a:solidFill>
                        <a:schemeClr val="bg1">
                          <a:lumMod val="65000"/>
                        </a:schemeClr>
                      </a:solidFill>
                    </a:lnR>
                    <a:lnT w="3174" cap="flat" cmpd="sng" algn="ctr">
                      <a:solidFill>
                        <a:schemeClr val="bg1">
                          <a:lumMod val="65000"/>
                        </a:schemeClr>
                      </a:solidFill>
                      <a:prstDash val="solid"/>
                      <a:round/>
                      <a:headEnd type="none" w="med" len="med"/>
                      <a:tailEnd type="none" w="med" len="med"/>
                    </a:lnT>
                    <a:lnB w="3174"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15549066"/>
                  </a:ext>
                </a:extLst>
              </a:tr>
            </a:tbl>
          </a:graphicData>
        </a:graphic>
      </p:graphicFrame>
      <p:sp>
        <p:nvSpPr>
          <p:cNvPr id="3" name="Rectangle 2">
            <a:extLst>
              <a:ext uri="{FF2B5EF4-FFF2-40B4-BE49-F238E27FC236}">
                <a16:creationId xmlns:a16="http://schemas.microsoft.com/office/drawing/2014/main" id="{8E320E8E-158A-6EB3-4F7E-F0C9AD68CC32}"/>
              </a:ext>
            </a:extLst>
          </p:cNvPr>
          <p:cNvSpPr/>
          <p:nvPr/>
        </p:nvSpPr>
        <p:spPr bwMode="auto">
          <a:xfrm>
            <a:off x="2286214" y="1488555"/>
            <a:ext cx="2448000" cy="178071"/>
          </a:xfrm>
          <a:prstGeom prst="rect">
            <a:avLst/>
          </a:prstGeom>
          <a:solidFill>
            <a:schemeClr val="accent6"/>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8" name="Rectangle 7">
            <a:extLst>
              <a:ext uri="{FF2B5EF4-FFF2-40B4-BE49-F238E27FC236}">
                <a16:creationId xmlns:a16="http://schemas.microsoft.com/office/drawing/2014/main" id="{8B03FDBD-60E5-1C0B-6960-FCF8E043C4E4}"/>
              </a:ext>
            </a:extLst>
          </p:cNvPr>
          <p:cNvSpPr/>
          <p:nvPr/>
        </p:nvSpPr>
        <p:spPr bwMode="auto">
          <a:xfrm>
            <a:off x="2286214" y="1746889"/>
            <a:ext cx="2448000" cy="178071"/>
          </a:xfrm>
          <a:prstGeom prst="rect">
            <a:avLst/>
          </a:prstGeom>
          <a:solidFill>
            <a:schemeClr val="accent1"/>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9" name="Rectangle 8">
            <a:extLst>
              <a:ext uri="{FF2B5EF4-FFF2-40B4-BE49-F238E27FC236}">
                <a16:creationId xmlns:a16="http://schemas.microsoft.com/office/drawing/2014/main" id="{1AC1B558-F1C4-D7D2-121B-022E4B9E561A}"/>
              </a:ext>
            </a:extLst>
          </p:cNvPr>
          <p:cNvSpPr/>
          <p:nvPr/>
        </p:nvSpPr>
        <p:spPr bwMode="auto">
          <a:xfrm>
            <a:off x="7593663" y="3099486"/>
            <a:ext cx="1728000" cy="178071"/>
          </a:xfrm>
          <a:prstGeom prst="rect">
            <a:avLst/>
          </a:prstGeom>
          <a:solidFill>
            <a:schemeClr val="accent4">
              <a:lumMod val="40000"/>
              <a:lumOff val="6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10" name="Rectangle 9">
            <a:extLst>
              <a:ext uri="{FF2B5EF4-FFF2-40B4-BE49-F238E27FC236}">
                <a16:creationId xmlns:a16="http://schemas.microsoft.com/office/drawing/2014/main" id="{547FD468-58AD-4B35-83E2-E24590A9F876}"/>
              </a:ext>
            </a:extLst>
          </p:cNvPr>
          <p:cNvSpPr/>
          <p:nvPr/>
        </p:nvSpPr>
        <p:spPr bwMode="auto">
          <a:xfrm>
            <a:off x="8998693" y="3614421"/>
            <a:ext cx="1044000" cy="178071"/>
          </a:xfrm>
          <a:prstGeom prst="rect">
            <a:avLst/>
          </a:prstGeom>
          <a:solidFill>
            <a:schemeClr val="accent1"/>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14" name="Rectangle 13">
            <a:extLst>
              <a:ext uri="{FF2B5EF4-FFF2-40B4-BE49-F238E27FC236}">
                <a16:creationId xmlns:a16="http://schemas.microsoft.com/office/drawing/2014/main" id="{288948EA-422B-E740-6B62-2E2657F0C1DB}"/>
              </a:ext>
            </a:extLst>
          </p:cNvPr>
          <p:cNvSpPr/>
          <p:nvPr/>
        </p:nvSpPr>
        <p:spPr bwMode="auto">
          <a:xfrm>
            <a:off x="4043094" y="2016626"/>
            <a:ext cx="2484000" cy="178071"/>
          </a:xfrm>
          <a:prstGeom prst="rect">
            <a:avLst/>
          </a:prstGeom>
          <a:solidFill>
            <a:schemeClr val="accent2"/>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18" name="Rectangle 17">
            <a:extLst>
              <a:ext uri="{FF2B5EF4-FFF2-40B4-BE49-F238E27FC236}">
                <a16:creationId xmlns:a16="http://schemas.microsoft.com/office/drawing/2014/main" id="{D41C1FF8-606C-9BDE-0D79-D3932DE9D33A}"/>
              </a:ext>
            </a:extLst>
          </p:cNvPr>
          <p:cNvSpPr/>
          <p:nvPr/>
        </p:nvSpPr>
        <p:spPr bwMode="auto">
          <a:xfrm>
            <a:off x="4043094" y="2295606"/>
            <a:ext cx="2484000" cy="178071"/>
          </a:xfrm>
          <a:prstGeom prst="rect">
            <a:avLst/>
          </a:prstGeom>
          <a:solidFill>
            <a:schemeClr val="accent5"/>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31" name="Rectangle 30">
            <a:extLst>
              <a:ext uri="{FF2B5EF4-FFF2-40B4-BE49-F238E27FC236}">
                <a16:creationId xmlns:a16="http://schemas.microsoft.com/office/drawing/2014/main" id="{B7BA8F00-18ED-8AFC-BE55-839440CF5710}"/>
              </a:ext>
            </a:extLst>
          </p:cNvPr>
          <p:cNvSpPr/>
          <p:nvPr/>
        </p:nvSpPr>
        <p:spPr bwMode="auto">
          <a:xfrm>
            <a:off x="6154492" y="2565101"/>
            <a:ext cx="2484000" cy="180000"/>
          </a:xfrm>
          <a:prstGeom prst="rect">
            <a:avLst/>
          </a:prstGeom>
          <a:solidFill>
            <a:srgbClr val="FFC000"/>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76" name="Rectangle 75">
            <a:extLst>
              <a:ext uri="{FF2B5EF4-FFF2-40B4-BE49-F238E27FC236}">
                <a16:creationId xmlns:a16="http://schemas.microsoft.com/office/drawing/2014/main" id="{C9B691AF-B325-BA8E-3B5D-5E7D1EB3093D}"/>
              </a:ext>
            </a:extLst>
          </p:cNvPr>
          <p:cNvSpPr/>
          <p:nvPr/>
        </p:nvSpPr>
        <p:spPr bwMode="auto">
          <a:xfrm>
            <a:off x="6164960" y="2823712"/>
            <a:ext cx="2484000" cy="178071"/>
          </a:xfrm>
          <a:prstGeom prst="rect">
            <a:avLst/>
          </a:prstGeom>
          <a:solidFill>
            <a:srgbClr val="E423A3"/>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85" name="TextBox 84">
            <a:extLst>
              <a:ext uri="{FF2B5EF4-FFF2-40B4-BE49-F238E27FC236}">
                <a16:creationId xmlns:a16="http://schemas.microsoft.com/office/drawing/2014/main" id="{29599DE5-79BC-2F04-BC74-46E4678C295E}"/>
              </a:ext>
            </a:extLst>
          </p:cNvPr>
          <p:cNvSpPr txBox="1"/>
          <p:nvPr/>
        </p:nvSpPr>
        <p:spPr>
          <a:xfrm>
            <a:off x="6146458" y="3027144"/>
            <a:ext cx="1499768" cy="369332"/>
          </a:xfrm>
          <a:prstGeom prst="rect">
            <a:avLst/>
          </a:prstGeom>
          <a:noFill/>
        </p:spPr>
        <p:txBody>
          <a:bodyPr wrap="square" rtlCol="0">
            <a:spAutoFit/>
          </a:bodyPr>
          <a:lstStyle/>
          <a:p>
            <a:r>
              <a:rPr lang="en-GB" sz="900"/>
              <a:t>Targeting first IPLM Products</a:t>
            </a:r>
          </a:p>
        </p:txBody>
      </p:sp>
      <p:sp>
        <p:nvSpPr>
          <p:cNvPr id="86" name="Rectangle 85">
            <a:extLst>
              <a:ext uri="{FF2B5EF4-FFF2-40B4-BE49-F238E27FC236}">
                <a16:creationId xmlns:a16="http://schemas.microsoft.com/office/drawing/2014/main" id="{9936DBD1-DF8A-799D-D926-0195393A5DB1}"/>
              </a:ext>
            </a:extLst>
          </p:cNvPr>
          <p:cNvSpPr/>
          <p:nvPr/>
        </p:nvSpPr>
        <p:spPr bwMode="auto">
          <a:xfrm>
            <a:off x="7593663" y="3375260"/>
            <a:ext cx="1728000" cy="178071"/>
          </a:xfrm>
          <a:prstGeom prst="rect">
            <a:avLst/>
          </a:prstGeom>
          <a:solidFill>
            <a:schemeClr val="accent6">
              <a:lumMod val="20000"/>
              <a:lumOff val="8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chemeClr val="accent6">
                  <a:lumMod val="20000"/>
                  <a:lumOff val="80000"/>
                </a:schemeClr>
              </a:solidFill>
              <a:effectLst/>
              <a:uLnTx/>
              <a:uFillTx/>
              <a:latin typeface="Frutiger 55 Roman" pitchFamily="34" charset="0"/>
              <a:ea typeface="+mn-ea"/>
              <a:cs typeface="+mn-cs"/>
            </a:endParaRPr>
          </a:p>
        </p:txBody>
      </p:sp>
      <p:sp>
        <p:nvSpPr>
          <p:cNvPr id="87" name="Rectangle 86">
            <a:extLst>
              <a:ext uri="{FF2B5EF4-FFF2-40B4-BE49-F238E27FC236}">
                <a16:creationId xmlns:a16="http://schemas.microsoft.com/office/drawing/2014/main" id="{BF61585B-25E6-004E-FBF9-F6F33A2901D9}"/>
              </a:ext>
            </a:extLst>
          </p:cNvPr>
          <p:cNvSpPr/>
          <p:nvPr/>
        </p:nvSpPr>
        <p:spPr bwMode="auto">
          <a:xfrm>
            <a:off x="8998693" y="3895259"/>
            <a:ext cx="1044000" cy="178071"/>
          </a:xfrm>
          <a:prstGeom prst="rect">
            <a:avLst/>
          </a:prstGeom>
          <a:solidFill>
            <a:schemeClr val="tx1">
              <a:lumMod val="50000"/>
              <a:lumOff val="5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88" name="Rectangle 87">
            <a:extLst>
              <a:ext uri="{FF2B5EF4-FFF2-40B4-BE49-F238E27FC236}">
                <a16:creationId xmlns:a16="http://schemas.microsoft.com/office/drawing/2014/main" id="{EA1BB9C5-7082-5F83-590A-51A62D328E66}"/>
              </a:ext>
            </a:extLst>
          </p:cNvPr>
          <p:cNvSpPr/>
          <p:nvPr/>
        </p:nvSpPr>
        <p:spPr bwMode="auto">
          <a:xfrm>
            <a:off x="9712408" y="4142142"/>
            <a:ext cx="1044000" cy="178071"/>
          </a:xfrm>
          <a:prstGeom prst="rect">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89" name="Rectangle 88">
            <a:extLst>
              <a:ext uri="{FF2B5EF4-FFF2-40B4-BE49-F238E27FC236}">
                <a16:creationId xmlns:a16="http://schemas.microsoft.com/office/drawing/2014/main" id="{0355AB9D-C71B-2B44-2FBD-DEC71CA56BBC}"/>
              </a:ext>
            </a:extLst>
          </p:cNvPr>
          <p:cNvSpPr/>
          <p:nvPr/>
        </p:nvSpPr>
        <p:spPr bwMode="auto">
          <a:xfrm>
            <a:off x="9712408" y="4422980"/>
            <a:ext cx="1044000" cy="178071"/>
          </a:xfrm>
          <a:prstGeom prst="rect">
            <a:avLst/>
          </a:prstGeom>
          <a:solidFill>
            <a:schemeClr val="tx2">
              <a:lumMod val="50000"/>
              <a:lumOff val="5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90" name="Rectangle 89">
            <a:extLst>
              <a:ext uri="{FF2B5EF4-FFF2-40B4-BE49-F238E27FC236}">
                <a16:creationId xmlns:a16="http://schemas.microsoft.com/office/drawing/2014/main" id="{D54D6D04-A748-2CCC-8701-85DFCF083A78}"/>
              </a:ext>
            </a:extLst>
          </p:cNvPr>
          <p:cNvSpPr/>
          <p:nvPr/>
        </p:nvSpPr>
        <p:spPr bwMode="auto">
          <a:xfrm>
            <a:off x="10426123" y="4669863"/>
            <a:ext cx="1044000" cy="178071"/>
          </a:xfrm>
          <a:prstGeom prst="rect">
            <a:avLst/>
          </a:prstGeom>
          <a:solidFill>
            <a:schemeClr val="accent5">
              <a:lumMod val="40000"/>
              <a:lumOff val="6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91" name="Rectangle 90">
            <a:extLst>
              <a:ext uri="{FF2B5EF4-FFF2-40B4-BE49-F238E27FC236}">
                <a16:creationId xmlns:a16="http://schemas.microsoft.com/office/drawing/2014/main" id="{84BA7865-45CD-FF3A-1D34-A2C7FD53A339}"/>
              </a:ext>
            </a:extLst>
          </p:cNvPr>
          <p:cNvSpPr/>
          <p:nvPr/>
        </p:nvSpPr>
        <p:spPr bwMode="auto">
          <a:xfrm>
            <a:off x="10426123" y="4950701"/>
            <a:ext cx="1044000" cy="178071"/>
          </a:xfrm>
          <a:prstGeom prst="rect">
            <a:avLst/>
          </a:prstGeom>
          <a:solidFill>
            <a:schemeClr val="accent1"/>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92" name="Star: 5 Points 91">
            <a:extLst>
              <a:ext uri="{FF2B5EF4-FFF2-40B4-BE49-F238E27FC236}">
                <a16:creationId xmlns:a16="http://schemas.microsoft.com/office/drawing/2014/main" id="{9D521DBC-6636-5CEB-E22A-35824DD9B5E1}"/>
              </a:ext>
            </a:extLst>
          </p:cNvPr>
          <p:cNvSpPr/>
          <p:nvPr/>
        </p:nvSpPr>
        <p:spPr>
          <a:xfrm>
            <a:off x="11396715" y="3534343"/>
            <a:ext cx="146816" cy="15133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Isosceles Triangle 93">
            <a:extLst>
              <a:ext uri="{FF2B5EF4-FFF2-40B4-BE49-F238E27FC236}">
                <a16:creationId xmlns:a16="http://schemas.microsoft.com/office/drawing/2014/main" id="{54AFA40B-BD27-EB0D-6880-D97C83DB2D96}"/>
              </a:ext>
            </a:extLst>
          </p:cNvPr>
          <p:cNvSpPr/>
          <p:nvPr/>
        </p:nvSpPr>
        <p:spPr>
          <a:xfrm>
            <a:off x="4707055" y="1789244"/>
            <a:ext cx="72000" cy="72000"/>
          </a:xfrm>
          <a:prstGeom prst="triangle">
            <a:avLst/>
          </a:prstGeom>
          <a:solidFill>
            <a:schemeClr val="accent3"/>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TextBox 94">
            <a:extLst>
              <a:ext uri="{FF2B5EF4-FFF2-40B4-BE49-F238E27FC236}">
                <a16:creationId xmlns:a16="http://schemas.microsoft.com/office/drawing/2014/main" id="{EC3866FB-8673-0C1E-0084-678F706D6870}"/>
              </a:ext>
            </a:extLst>
          </p:cNvPr>
          <p:cNvSpPr txBox="1"/>
          <p:nvPr/>
        </p:nvSpPr>
        <p:spPr>
          <a:xfrm>
            <a:off x="4743054" y="1721408"/>
            <a:ext cx="2808000" cy="230832"/>
          </a:xfrm>
          <a:prstGeom prst="rect">
            <a:avLst/>
          </a:prstGeom>
          <a:noFill/>
        </p:spPr>
        <p:txBody>
          <a:bodyPr wrap="square" rtlCol="0">
            <a:spAutoFit/>
          </a:bodyPr>
          <a:lstStyle/>
          <a:p>
            <a:r>
              <a:rPr lang="en-GB" sz="900"/>
              <a:t>US Safeguard, US EPL &amp; Fidelity &amp; Crime (US ML)</a:t>
            </a:r>
          </a:p>
        </p:txBody>
      </p:sp>
      <p:sp>
        <p:nvSpPr>
          <p:cNvPr id="96" name="Isosceles Triangle 95">
            <a:extLst>
              <a:ext uri="{FF2B5EF4-FFF2-40B4-BE49-F238E27FC236}">
                <a16:creationId xmlns:a16="http://schemas.microsoft.com/office/drawing/2014/main" id="{3D4043B6-A7D4-245A-B5F3-A441F5E834C5}"/>
              </a:ext>
            </a:extLst>
          </p:cNvPr>
          <p:cNvSpPr/>
          <p:nvPr/>
        </p:nvSpPr>
        <p:spPr>
          <a:xfrm>
            <a:off x="4698214" y="1534339"/>
            <a:ext cx="72000" cy="72000"/>
          </a:xfrm>
          <a:prstGeom prst="triangle">
            <a:avLst/>
          </a:prstGeom>
          <a:solidFill>
            <a:schemeClr val="accent3"/>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TextBox 96">
            <a:extLst>
              <a:ext uri="{FF2B5EF4-FFF2-40B4-BE49-F238E27FC236}">
                <a16:creationId xmlns:a16="http://schemas.microsoft.com/office/drawing/2014/main" id="{E1A2E3BA-48FA-28A9-30C8-533E7066AF6E}"/>
              </a:ext>
            </a:extLst>
          </p:cNvPr>
          <p:cNvSpPr txBox="1"/>
          <p:nvPr/>
        </p:nvSpPr>
        <p:spPr>
          <a:xfrm>
            <a:off x="4734214" y="1465603"/>
            <a:ext cx="1986810" cy="230832"/>
          </a:xfrm>
          <a:prstGeom prst="rect">
            <a:avLst/>
          </a:prstGeom>
          <a:noFill/>
        </p:spPr>
        <p:txBody>
          <a:bodyPr wrap="square" rtlCol="0">
            <a:spAutoFit/>
          </a:bodyPr>
          <a:lstStyle/>
          <a:p>
            <a:r>
              <a:rPr lang="en-GB" sz="900"/>
              <a:t>NACP (US Property)</a:t>
            </a:r>
          </a:p>
        </p:txBody>
      </p:sp>
      <p:sp>
        <p:nvSpPr>
          <p:cNvPr id="98" name="Isosceles Triangle 97">
            <a:extLst>
              <a:ext uri="{FF2B5EF4-FFF2-40B4-BE49-F238E27FC236}">
                <a16:creationId xmlns:a16="http://schemas.microsoft.com/office/drawing/2014/main" id="{EA2CEB5E-985F-6FD4-6F50-092C0F287186}"/>
              </a:ext>
            </a:extLst>
          </p:cNvPr>
          <p:cNvSpPr/>
          <p:nvPr/>
        </p:nvSpPr>
        <p:spPr>
          <a:xfrm>
            <a:off x="6471070" y="2341915"/>
            <a:ext cx="72000" cy="72000"/>
          </a:xfrm>
          <a:prstGeom prst="triangle">
            <a:avLst/>
          </a:prstGeom>
          <a:solidFill>
            <a:schemeClr val="accent3"/>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TextBox 98">
            <a:extLst>
              <a:ext uri="{FF2B5EF4-FFF2-40B4-BE49-F238E27FC236}">
                <a16:creationId xmlns:a16="http://schemas.microsoft.com/office/drawing/2014/main" id="{736E92C8-5F77-05BE-DBD3-D602EADA6504}"/>
              </a:ext>
            </a:extLst>
          </p:cNvPr>
          <p:cNvSpPr txBox="1"/>
          <p:nvPr/>
        </p:nvSpPr>
        <p:spPr>
          <a:xfrm>
            <a:off x="6475173" y="2273466"/>
            <a:ext cx="1589218" cy="230832"/>
          </a:xfrm>
          <a:prstGeom prst="rect">
            <a:avLst/>
          </a:prstGeom>
          <a:noFill/>
        </p:spPr>
        <p:txBody>
          <a:bodyPr wrap="square" rtlCol="0">
            <a:spAutoFit/>
          </a:bodyPr>
          <a:lstStyle/>
          <a:p>
            <a:r>
              <a:rPr lang="en-GB" sz="900"/>
              <a:t>Cyber US</a:t>
            </a:r>
          </a:p>
        </p:txBody>
      </p:sp>
      <p:sp>
        <p:nvSpPr>
          <p:cNvPr id="103" name="Isosceles Triangle 102">
            <a:extLst>
              <a:ext uri="{FF2B5EF4-FFF2-40B4-BE49-F238E27FC236}">
                <a16:creationId xmlns:a16="http://schemas.microsoft.com/office/drawing/2014/main" id="{D1CE690A-264E-CDE3-ACB7-F05C46E76C38}"/>
              </a:ext>
            </a:extLst>
          </p:cNvPr>
          <p:cNvSpPr/>
          <p:nvPr/>
        </p:nvSpPr>
        <p:spPr>
          <a:xfrm>
            <a:off x="6471064" y="2061077"/>
            <a:ext cx="72000" cy="72000"/>
          </a:xfrm>
          <a:prstGeom prst="triangle">
            <a:avLst/>
          </a:prstGeom>
          <a:solidFill>
            <a:schemeClr val="accent3"/>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TextBox 103">
            <a:extLst>
              <a:ext uri="{FF2B5EF4-FFF2-40B4-BE49-F238E27FC236}">
                <a16:creationId xmlns:a16="http://schemas.microsoft.com/office/drawing/2014/main" id="{3AC8C4A4-AD93-9C53-3532-E73E228EE60C}"/>
              </a:ext>
            </a:extLst>
          </p:cNvPr>
          <p:cNvSpPr txBox="1"/>
          <p:nvPr/>
        </p:nvSpPr>
        <p:spPr>
          <a:xfrm>
            <a:off x="6507063" y="1992341"/>
            <a:ext cx="3191600" cy="369332"/>
          </a:xfrm>
          <a:prstGeom prst="rect">
            <a:avLst/>
          </a:prstGeom>
          <a:noFill/>
        </p:spPr>
        <p:txBody>
          <a:bodyPr wrap="square" rtlCol="0">
            <a:spAutoFit/>
          </a:bodyPr>
          <a:lstStyle/>
          <a:p>
            <a:r>
              <a:rPr lang="en-GB" sz="900"/>
              <a:t>Global Healthcare US, Healthcare Mgt Liability, Int &amp; US </a:t>
            </a:r>
            <a:r>
              <a:rPr lang="en-GB" sz="900" err="1"/>
              <a:t>MiscMed</a:t>
            </a:r>
            <a:r>
              <a:rPr lang="en-GB" sz="900"/>
              <a:t> &amp; Life Sciences</a:t>
            </a:r>
          </a:p>
        </p:txBody>
      </p:sp>
      <p:sp>
        <p:nvSpPr>
          <p:cNvPr id="105" name="TextBox 104">
            <a:extLst>
              <a:ext uri="{FF2B5EF4-FFF2-40B4-BE49-F238E27FC236}">
                <a16:creationId xmlns:a16="http://schemas.microsoft.com/office/drawing/2014/main" id="{060B24B5-487C-2FE1-7A73-D52938C02B16}"/>
              </a:ext>
            </a:extLst>
          </p:cNvPr>
          <p:cNvSpPr txBox="1"/>
          <p:nvPr/>
        </p:nvSpPr>
        <p:spPr>
          <a:xfrm>
            <a:off x="8652866" y="2535560"/>
            <a:ext cx="1656185" cy="369332"/>
          </a:xfrm>
          <a:prstGeom prst="rect">
            <a:avLst/>
          </a:prstGeom>
          <a:noFill/>
        </p:spPr>
        <p:txBody>
          <a:bodyPr wrap="square" rtlCol="0">
            <a:spAutoFit/>
          </a:bodyPr>
          <a:lstStyle/>
          <a:p>
            <a:r>
              <a:rPr lang="en-GB" sz="900"/>
              <a:t>London D&amp;O, London EPL</a:t>
            </a:r>
          </a:p>
          <a:p>
            <a:endParaRPr lang="en-GB" sz="900"/>
          </a:p>
        </p:txBody>
      </p:sp>
      <p:sp>
        <p:nvSpPr>
          <p:cNvPr id="106" name="Isosceles Triangle 105">
            <a:extLst>
              <a:ext uri="{FF2B5EF4-FFF2-40B4-BE49-F238E27FC236}">
                <a16:creationId xmlns:a16="http://schemas.microsoft.com/office/drawing/2014/main" id="{0F68E5D0-4D9C-2C3E-76C8-3C2AA0EEA03B}"/>
              </a:ext>
            </a:extLst>
          </p:cNvPr>
          <p:cNvSpPr/>
          <p:nvPr/>
        </p:nvSpPr>
        <p:spPr>
          <a:xfrm>
            <a:off x="8616866" y="2619250"/>
            <a:ext cx="72000" cy="72000"/>
          </a:xfrm>
          <a:prstGeom prst="triangle">
            <a:avLst/>
          </a:prstGeom>
          <a:solidFill>
            <a:schemeClr val="accent3"/>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Star: 5 Points 107">
            <a:extLst>
              <a:ext uri="{FF2B5EF4-FFF2-40B4-BE49-F238E27FC236}">
                <a16:creationId xmlns:a16="http://schemas.microsoft.com/office/drawing/2014/main" id="{2BE7F52F-9EB8-46F5-DC8A-0E8EE9CD5771}"/>
              </a:ext>
            </a:extLst>
          </p:cNvPr>
          <p:cNvSpPr/>
          <p:nvPr/>
        </p:nvSpPr>
        <p:spPr>
          <a:xfrm>
            <a:off x="6489934" y="1164013"/>
            <a:ext cx="146816" cy="15133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TextBox 108">
            <a:extLst>
              <a:ext uri="{FF2B5EF4-FFF2-40B4-BE49-F238E27FC236}">
                <a16:creationId xmlns:a16="http://schemas.microsoft.com/office/drawing/2014/main" id="{B2A9CAAA-FEEE-F08E-EB94-29152B62E07E}"/>
              </a:ext>
            </a:extLst>
          </p:cNvPr>
          <p:cNvSpPr txBox="1"/>
          <p:nvPr/>
        </p:nvSpPr>
        <p:spPr>
          <a:xfrm>
            <a:off x="6588331" y="1124542"/>
            <a:ext cx="4076439" cy="230832"/>
          </a:xfrm>
          <a:prstGeom prst="rect">
            <a:avLst/>
          </a:prstGeom>
          <a:noFill/>
        </p:spPr>
        <p:txBody>
          <a:bodyPr wrap="square" rtlCol="0">
            <a:spAutoFit/>
          </a:bodyPr>
          <a:lstStyle/>
          <a:p>
            <a:r>
              <a:rPr lang="en-GB" sz="900" b="1"/>
              <a:t>76% of US Written Premiums in Modernisation Architecture</a:t>
            </a:r>
          </a:p>
        </p:txBody>
      </p:sp>
      <p:sp>
        <p:nvSpPr>
          <p:cNvPr id="113" name="TextBox 112">
            <a:extLst>
              <a:ext uri="{FF2B5EF4-FFF2-40B4-BE49-F238E27FC236}">
                <a16:creationId xmlns:a16="http://schemas.microsoft.com/office/drawing/2014/main" id="{51A9182F-3B46-73D5-1DE8-5745ED801991}"/>
              </a:ext>
            </a:extLst>
          </p:cNvPr>
          <p:cNvSpPr txBox="1"/>
          <p:nvPr/>
        </p:nvSpPr>
        <p:spPr>
          <a:xfrm>
            <a:off x="9357264" y="1289743"/>
            <a:ext cx="2806003" cy="369332"/>
          </a:xfrm>
          <a:prstGeom prst="rect">
            <a:avLst/>
          </a:prstGeom>
          <a:noFill/>
        </p:spPr>
        <p:txBody>
          <a:bodyPr wrap="square" rtlCol="0">
            <a:spAutoFit/>
          </a:bodyPr>
          <a:lstStyle/>
          <a:p>
            <a:r>
              <a:rPr lang="en-GB" sz="900" b="1"/>
              <a:t>75% of BIDAC Written Premiums in Modernisation Architecture</a:t>
            </a:r>
          </a:p>
        </p:txBody>
      </p:sp>
      <p:sp>
        <p:nvSpPr>
          <p:cNvPr id="114" name="TextBox 113">
            <a:extLst>
              <a:ext uri="{FF2B5EF4-FFF2-40B4-BE49-F238E27FC236}">
                <a16:creationId xmlns:a16="http://schemas.microsoft.com/office/drawing/2014/main" id="{B24AE033-4032-7D12-9CB2-83775DFE850E}"/>
              </a:ext>
            </a:extLst>
          </p:cNvPr>
          <p:cNvSpPr txBox="1"/>
          <p:nvPr/>
        </p:nvSpPr>
        <p:spPr>
          <a:xfrm>
            <a:off x="8642263" y="2799842"/>
            <a:ext cx="996703" cy="230832"/>
          </a:xfrm>
          <a:prstGeom prst="rect">
            <a:avLst/>
          </a:prstGeom>
          <a:noFill/>
        </p:spPr>
        <p:txBody>
          <a:bodyPr wrap="square" rtlCol="0">
            <a:spAutoFit/>
          </a:bodyPr>
          <a:lstStyle/>
          <a:p>
            <a:r>
              <a:rPr lang="en-GB" sz="900"/>
              <a:t>Cyber BIDAC</a:t>
            </a:r>
          </a:p>
        </p:txBody>
      </p:sp>
      <p:sp>
        <p:nvSpPr>
          <p:cNvPr id="115" name="Isosceles Triangle 114">
            <a:extLst>
              <a:ext uri="{FF2B5EF4-FFF2-40B4-BE49-F238E27FC236}">
                <a16:creationId xmlns:a16="http://schemas.microsoft.com/office/drawing/2014/main" id="{EA7E8424-B777-0E3D-05E4-516BE3FD38DA}"/>
              </a:ext>
            </a:extLst>
          </p:cNvPr>
          <p:cNvSpPr/>
          <p:nvPr/>
        </p:nvSpPr>
        <p:spPr>
          <a:xfrm>
            <a:off x="8606263" y="2883532"/>
            <a:ext cx="72000" cy="72000"/>
          </a:xfrm>
          <a:prstGeom prst="triangle">
            <a:avLst/>
          </a:prstGeom>
          <a:solidFill>
            <a:schemeClr val="accent3"/>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TextBox 115">
            <a:extLst>
              <a:ext uri="{FF2B5EF4-FFF2-40B4-BE49-F238E27FC236}">
                <a16:creationId xmlns:a16="http://schemas.microsoft.com/office/drawing/2014/main" id="{F0CAB6E0-5CA0-5A88-5A6B-89A19C78B477}"/>
              </a:ext>
            </a:extLst>
          </p:cNvPr>
          <p:cNvSpPr txBox="1"/>
          <p:nvPr/>
        </p:nvSpPr>
        <p:spPr>
          <a:xfrm>
            <a:off x="9320998" y="3078957"/>
            <a:ext cx="996703" cy="230832"/>
          </a:xfrm>
          <a:prstGeom prst="rect">
            <a:avLst/>
          </a:prstGeom>
          <a:noFill/>
        </p:spPr>
        <p:txBody>
          <a:bodyPr wrap="square" rtlCol="0">
            <a:spAutoFit/>
          </a:bodyPr>
          <a:lstStyle/>
          <a:p>
            <a:r>
              <a:rPr lang="en-GB" sz="900"/>
              <a:t>International FI</a:t>
            </a:r>
          </a:p>
        </p:txBody>
      </p:sp>
      <p:sp>
        <p:nvSpPr>
          <p:cNvPr id="117" name="Isosceles Triangle 116">
            <a:extLst>
              <a:ext uri="{FF2B5EF4-FFF2-40B4-BE49-F238E27FC236}">
                <a16:creationId xmlns:a16="http://schemas.microsoft.com/office/drawing/2014/main" id="{01D7D352-F6C1-3850-67AE-6C7349B4B6D8}"/>
              </a:ext>
            </a:extLst>
          </p:cNvPr>
          <p:cNvSpPr/>
          <p:nvPr/>
        </p:nvSpPr>
        <p:spPr>
          <a:xfrm>
            <a:off x="9284998" y="3162647"/>
            <a:ext cx="72000" cy="72000"/>
          </a:xfrm>
          <a:prstGeom prst="triangle">
            <a:avLst/>
          </a:prstGeom>
          <a:solidFill>
            <a:schemeClr val="accent3"/>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TextBox 117">
            <a:extLst>
              <a:ext uri="{FF2B5EF4-FFF2-40B4-BE49-F238E27FC236}">
                <a16:creationId xmlns:a16="http://schemas.microsoft.com/office/drawing/2014/main" id="{7A5AB08C-469B-538D-CC08-06C13FFA9983}"/>
              </a:ext>
            </a:extLst>
          </p:cNvPr>
          <p:cNvSpPr txBox="1"/>
          <p:nvPr/>
        </p:nvSpPr>
        <p:spPr>
          <a:xfrm>
            <a:off x="9320998" y="3351325"/>
            <a:ext cx="996703" cy="230832"/>
          </a:xfrm>
          <a:prstGeom prst="rect">
            <a:avLst/>
          </a:prstGeom>
          <a:noFill/>
        </p:spPr>
        <p:txBody>
          <a:bodyPr wrap="square" rtlCol="0">
            <a:spAutoFit/>
          </a:bodyPr>
          <a:lstStyle/>
          <a:p>
            <a:r>
              <a:rPr lang="en-GB" sz="900"/>
              <a:t>International ML</a:t>
            </a:r>
          </a:p>
        </p:txBody>
      </p:sp>
      <p:sp>
        <p:nvSpPr>
          <p:cNvPr id="119" name="Isosceles Triangle 118">
            <a:extLst>
              <a:ext uri="{FF2B5EF4-FFF2-40B4-BE49-F238E27FC236}">
                <a16:creationId xmlns:a16="http://schemas.microsoft.com/office/drawing/2014/main" id="{8BE09951-0C7D-BE74-B6A8-9C828A51F8B5}"/>
              </a:ext>
            </a:extLst>
          </p:cNvPr>
          <p:cNvSpPr/>
          <p:nvPr/>
        </p:nvSpPr>
        <p:spPr>
          <a:xfrm>
            <a:off x="9284998" y="3435015"/>
            <a:ext cx="72000" cy="72000"/>
          </a:xfrm>
          <a:prstGeom prst="triangle">
            <a:avLst/>
          </a:prstGeom>
          <a:solidFill>
            <a:schemeClr val="accent3"/>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TextBox 119">
            <a:extLst>
              <a:ext uri="{FF2B5EF4-FFF2-40B4-BE49-F238E27FC236}">
                <a16:creationId xmlns:a16="http://schemas.microsoft.com/office/drawing/2014/main" id="{10E2609F-A2B9-56DA-BE81-EF13F355A935}"/>
              </a:ext>
            </a:extLst>
          </p:cNvPr>
          <p:cNvSpPr txBox="1"/>
          <p:nvPr/>
        </p:nvSpPr>
        <p:spPr>
          <a:xfrm>
            <a:off x="10042693" y="3577750"/>
            <a:ext cx="996703" cy="230832"/>
          </a:xfrm>
          <a:prstGeom prst="rect">
            <a:avLst/>
          </a:prstGeom>
          <a:noFill/>
        </p:spPr>
        <p:txBody>
          <a:bodyPr wrap="square" rtlCol="0">
            <a:spAutoFit/>
          </a:bodyPr>
          <a:lstStyle/>
          <a:p>
            <a:r>
              <a:rPr lang="en-GB" sz="900"/>
              <a:t>Environmental</a:t>
            </a:r>
          </a:p>
        </p:txBody>
      </p:sp>
      <p:sp>
        <p:nvSpPr>
          <p:cNvPr id="121" name="Isosceles Triangle 120">
            <a:extLst>
              <a:ext uri="{FF2B5EF4-FFF2-40B4-BE49-F238E27FC236}">
                <a16:creationId xmlns:a16="http://schemas.microsoft.com/office/drawing/2014/main" id="{29C8D310-A25C-02E1-64B7-D287E68913E0}"/>
              </a:ext>
            </a:extLst>
          </p:cNvPr>
          <p:cNvSpPr/>
          <p:nvPr/>
        </p:nvSpPr>
        <p:spPr>
          <a:xfrm>
            <a:off x="10006693" y="3661440"/>
            <a:ext cx="72000" cy="72000"/>
          </a:xfrm>
          <a:prstGeom prst="triangle">
            <a:avLst/>
          </a:prstGeom>
          <a:solidFill>
            <a:schemeClr val="accent3"/>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TextBox 121">
            <a:extLst>
              <a:ext uri="{FF2B5EF4-FFF2-40B4-BE49-F238E27FC236}">
                <a16:creationId xmlns:a16="http://schemas.microsoft.com/office/drawing/2014/main" id="{A9F416FC-DD8D-B6CF-52AC-0EDF89349ACE}"/>
              </a:ext>
            </a:extLst>
          </p:cNvPr>
          <p:cNvSpPr txBox="1"/>
          <p:nvPr/>
        </p:nvSpPr>
        <p:spPr>
          <a:xfrm>
            <a:off x="10042693" y="3876261"/>
            <a:ext cx="996703" cy="230832"/>
          </a:xfrm>
          <a:prstGeom prst="rect">
            <a:avLst/>
          </a:prstGeom>
          <a:noFill/>
        </p:spPr>
        <p:txBody>
          <a:bodyPr wrap="square" rtlCol="0">
            <a:spAutoFit/>
          </a:bodyPr>
          <a:lstStyle/>
          <a:p>
            <a:r>
              <a:rPr lang="en-GB" sz="900"/>
              <a:t>HVH</a:t>
            </a:r>
          </a:p>
        </p:txBody>
      </p:sp>
      <p:sp>
        <p:nvSpPr>
          <p:cNvPr id="123" name="Isosceles Triangle 122">
            <a:extLst>
              <a:ext uri="{FF2B5EF4-FFF2-40B4-BE49-F238E27FC236}">
                <a16:creationId xmlns:a16="http://schemas.microsoft.com/office/drawing/2014/main" id="{6C04EFBE-B9CF-764F-A654-E8BD6205793F}"/>
              </a:ext>
            </a:extLst>
          </p:cNvPr>
          <p:cNvSpPr/>
          <p:nvPr/>
        </p:nvSpPr>
        <p:spPr>
          <a:xfrm>
            <a:off x="10006693" y="3959951"/>
            <a:ext cx="72000" cy="72000"/>
          </a:xfrm>
          <a:prstGeom prst="triangle">
            <a:avLst/>
          </a:prstGeom>
          <a:solidFill>
            <a:schemeClr val="accent3"/>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Isosceles Triangle 124">
            <a:extLst>
              <a:ext uri="{FF2B5EF4-FFF2-40B4-BE49-F238E27FC236}">
                <a16:creationId xmlns:a16="http://schemas.microsoft.com/office/drawing/2014/main" id="{96646003-D277-FF4A-03CD-A05E9BE4BEAD}"/>
              </a:ext>
            </a:extLst>
          </p:cNvPr>
          <p:cNvSpPr/>
          <p:nvPr/>
        </p:nvSpPr>
        <p:spPr>
          <a:xfrm>
            <a:off x="10720408" y="4202893"/>
            <a:ext cx="72000" cy="72000"/>
          </a:xfrm>
          <a:prstGeom prst="triangle">
            <a:avLst/>
          </a:prstGeom>
          <a:solidFill>
            <a:schemeClr val="accent3"/>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TextBox 125">
            <a:extLst>
              <a:ext uri="{FF2B5EF4-FFF2-40B4-BE49-F238E27FC236}">
                <a16:creationId xmlns:a16="http://schemas.microsoft.com/office/drawing/2014/main" id="{862B3124-0E74-325F-9478-F477405765B9}"/>
              </a:ext>
            </a:extLst>
          </p:cNvPr>
          <p:cNvSpPr txBox="1"/>
          <p:nvPr/>
        </p:nvSpPr>
        <p:spPr>
          <a:xfrm>
            <a:off x="10756408" y="4397020"/>
            <a:ext cx="996703" cy="230832"/>
          </a:xfrm>
          <a:prstGeom prst="rect">
            <a:avLst/>
          </a:prstGeom>
          <a:noFill/>
        </p:spPr>
        <p:txBody>
          <a:bodyPr wrap="square" rtlCol="0">
            <a:spAutoFit/>
          </a:bodyPr>
          <a:lstStyle/>
          <a:p>
            <a:r>
              <a:rPr lang="en-GB" sz="900"/>
              <a:t>Professions</a:t>
            </a:r>
          </a:p>
        </p:txBody>
      </p:sp>
      <p:sp>
        <p:nvSpPr>
          <p:cNvPr id="127" name="Isosceles Triangle 126">
            <a:extLst>
              <a:ext uri="{FF2B5EF4-FFF2-40B4-BE49-F238E27FC236}">
                <a16:creationId xmlns:a16="http://schemas.microsoft.com/office/drawing/2014/main" id="{ACFF0FCB-E108-7B92-6038-0840AD5C41EF}"/>
              </a:ext>
            </a:extLst>
          </p:cNvPr>
          <p:cNvSpPr/>
          <p:nvPr/>
        </p:nvSpPr>
        <p:spPr>
          <a:xfrm>
            <a:off x="10720408" y="4480710"/>
            <a:ext cx="72000" cy="72000"/>
          </a:xfrm>
          <a:prstGeom prst="triangle">
            <a:avLst/>
          </a:prstGeom>
          <a:solidFill>
            <a:schemeClr val="accent3"/>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TextBox 127">
            <a:extLst>
              <a:ext uri="{FF2B5EF4-FFF2-40B4-BE49-F238E27FC236}">
                <a16:creationId xmlns:a16="http://schemas.microsoft.com/office/drawing/2014/main" id="{4B46AE7D-A87E-6D26-C77D-E1E04778FDAE}"/>
              </a:ext>
            </a:extLst>
          </p:cNvPr>
          <p:cNvSpPr txBox="1"/>
          <p:nvPr/>
        </p:nvSpPr>
        <p:spPr>
          <a:xfrm>
            <a:off x="10729469" y="4098174"/>
            <a:ext cx="1266373" cy="230832"/>
          </a:xfrm>
          <a:prstGeom prst="rect">
            <a:avLst/>
          </a:prstGeom>
          <a:noFill/>
        </p:spPr>
        <p:txBody>
          <a:bodyPr wrap="square" rtlCol="0">
            <a:spAutoFit/>
          </a:bodyPr>
          <a:lstStyle/>
          <a:p>
            <a:r>
              <a:rPr lang="en-GB" sz="900"/>
              <a:t>Political &amp; Terrorism</a:t>
            </a:r>
          </a:p>
        </p:txBody>
      </p:sp>
      <p:sp>
        <p:nvSpPr>
          <p:cNvPr id="129" name="Isosceles Triangle 128">
            <a:extLst>
              <a:ext uri="{FF2B5EF4-FFF2-40B4-BE49-F238E27FC236}">
                <a16:creationId xmlns:a16="http://schemas.microsoft.com/office/drawing/2014/main" id="{E0000A3C-35F5-6B55-9202-BAFA13A6C25F}"/>
              </a:ext>
            </a:extLst>
          </p:cNvPr>
          <p:cNvSpPr/>
          <p:nvPr/>
        </p:nvSpPr>
        <p:spPr>
          <a:xfrm>
            <a:off x="11434123" y="4744346"/>
            <a:ext cx="72000" cy="72000"/>
          </a:xfrm>
          <a:prstGeom prst="triangle">
            <a:avLst/>
          </a:prstGeom>
          <a:solidFill>
            <a:schemeClr val="accent3"/>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TextBox 129">
            <a:extLst>
              <a:ext uri="{FF2B5EF4-FFF2-40B4-BE49-F238E27FC236}">
                <a16:creationId xmlns:a16="http://schemas.microsoft.com/office/drawing/2014/main" id="{9FED7975-A6DA-5D67-8CC9-4E0CF75D1603}"/>
              </a:ext>
            </a:extLst>
          </p:cNvPr>
          <p:cNvSpPr txBox="1"/>
          <p:nvPr/>
        </p:nvSpPr>
        <p:spPr>
          <a:xfrm>
            <a:off x="11470123" y="4924292"/>
            <a:ext cx="996703" cy="230832"/>
          </a:xfrm>
          <a:prstGeom prst="rect">
            <a:avLst/>
          </a:prstGeom>
          <a:noFill/>
        </p:spPr>
        <p:txBody>
          <a:bodyPr wrap="square" rtlCol="0">
            <a:spAutoFit/>
          </a:bodyPr>
          <a:lstStyle/>
          <a:p>
            <a:r>
              <a:rPr lang="en-GB" sz="900"/>
              <a:t>Treaty</a:t>
            </a:r>
          </a:p>
        </p:txBody>
      </p:sp>
      <p:sp>
        <p:nvSpPr>
          <p:cNvPr id="131" name="Isosceles Triangle 130">
            <a:extLst>
              <a:ext uri="{FF2B5EF4-FFF2-40B4-BE49-F238E27FC236}">
                <a16:creationId xmlns:a16="http://schemas.microsoft.com/office/drawing/2014/main" id="{8F1C6BB5-9F6D-EC90-8B02-FE3734B5EFA0}"/>
              </a:ext>
            </a:extLst>
          </p:cNvPr>
          <p:cNvSpPr/>
          <p:nvPr/>
        </p:nvSpPr>
        <p:spPr>
          <a:xfrm>
            <a:off x="11434123" y="5007982"/>
            <a:ext cx="72000" cy="72000"/>
          </a:xfrm>
          <a:prstGeom prst="triangle">
            <a:avLst/>
          </a:prstGeom>
          <a:solidFill>
            <a:schemeClr val="accent3"/>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Star: 5 Points 131">
            <a:extLst>
              <a:ext uri="{FF2B5EF4-FFF2-40B4-BE49-F238E27FC236}">
                <a16:creationId xmlns:a16="http://schemas.microsoft.com/office/drawing/2014/main" id="{BFB697C4-6239-4D69-58BA-64C75A92CF37}"/>
              </a:ext>
            </a:extLst>
          </p:cNvPr>
          <p:cNvSpPr/>
          <p:nvPr/>
        </p:nvSpPr>
        <p:spPr>
          <a:xfrm>
            <a:off x="9258247" y="1331411"/>
            <a:ext cx="146816" cy="15133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TextBox 135">
            <a:extLst>
              <a:ext uri="{FF2B5EF4-FFF2-40B4-BE49-F238E27FC236}">
                <a16:creationId xmlns:a16="http://schemas.microsoft.com/office/drawing/2014/main" id="{54E366B9-87A5-18C3-3E2E-3FECD516BA5B}"/>
              </a:ext>
            </a:extLst>
          </p:cNvPr>
          <p:cNvSpPr txBox="1"/>
          <p:nvPr/>
        </p:nvSpPr>
        <p:spPr>
          <a:xfrm>
            <a:off x="10091757" y="1532773"/>
            <a:ext cx="1904085" cy="369332"/>
          </a:xfrm>
          <a:prstGeom prst="rect">
            <a:avLst/>
          </a:prstGeom>
          <a:noFill/>
        </p:spPr>
        <p:txBody>
          <a:bodyPr wrap="square" rtlCol="0">
            <a:spAutoFit/>
          </a:bodyPr>
          <a:lstStyle/>
          <a:p>
            <a:r>
              <a:rPr lang="en-GB" sz="900" b="1"/>
              <a:t>87% of US Written Premiums in Modernisation Architecture</a:t>
            </a:r>
          </a:p>
        </p:txBody>
      </p:sp>
      <p:sp>
        <p:nvSpPr>
          <p:cNvPr id="137" name="Star: 5 Points 136">
            <a:extLst>
              <a:ext uri="{FF2B5EF4-FFF2-40B4-BE49-F238E27FC236}">
                <a16:creationId xmlns:a16="http://schemas.microsoft.com/office/drawing/2014/main" id="{2F57B1BC-337F-2EB1-6396-7B091425676C}"/>
              </a:ext>
            </a:extLst>
          </p:cNvPr>
          <p:cNvSpPr/>
          <p:nvPr/>
        </p:nvSpPr>
        <p:spPr>
          <a:xfrm>
            <a:off x="9992740" y="1574441"/>
            <a:ext cx="146816" cy="15133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TextBox 137">
            <a:extLst>
              <a:ext uri="{FF2B5EF4-FFF2-40B4-BE49-F238E27FC236}">
                <a16:creationId xmlns:a16="http://schemas.microsoft.com/office/drawing/2014/main" id="{227A1F60-FFBD-3B83-9F19-A09D36483D97}"/>
              </a:ext>
            </a:extLst>
          </p:cNvPr>
          <p:cNvSpPr txBox="1"/>
          <p:nvPr/>
        </p:nvSpPr>
        <p:spPr>
          <a:xfrm>
            <a:off x="10770545" y="1929715"/>
            <a:ext cx="1421455" cy="646331"/>
          </a:xfrm>
          <a:prstGeom prst="rect">
            <a:avLst/>
          </a:prstGeom>
          <a:noFill/>
        </p:spPr>
        <p:txBody>
          <a:bodyPr wrap="square" rtlCol="0">
            <a:spAutoFit/>
          </a:bodyPr>
          <a:lstStyle/>
          <a:p>
            <a:r>
              <a:rPr lang="en-GB" sz="900" b="1"/>
              <a:t>91% of US Written Premiums in Modernisation Architecture</a:t>
            </a:r>
          </a:p>
        </p:txBody>
      </p:sp>
      <p:sp>
        <p:nvSpPr>
          <p:cNvPr id="139" name="Star: 5 Points 138">
            <a:extLst>
              <a:ext uri="{FF2B5EF4-FFF2-40B4-BE49-F238E27FC236}">
                <a16:creationId xmlns:a16="http://schemas.microsoft.com/office/drawing/2014/main" id="{F0F96AE3-FC99-8029-7EDE-17FF29F5A620}"/>
              </a:ext>
            </a:extLst>
          </p:cNvPr>
          <p:cNvSpPr/>
          <p:nvPr/>
        </p:nvSpPr>
        <p:spPr>
          <a:xfrm>
            <a:off x="10671528" y="1971383"/>
            <a:ext cx="146816" cy="15133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Star: 5 Points 143">
            <a:extLst>
              <a:ext uri="{FF2B5EF4-FFF2-40B4-BE49-F238E27FC236}">
                <a16:creationId xmlns:a16="http://schemas.microsoft.com/office/drawing/2014/main" id="{A0B4FAE5-BCDE-FA16-398B-E286A26258B8}"/>
              </a:ext>
            </a:extLst>
          </p:cNvPr>
          <p:cNvSpPr/>
          <p:nvPr/>
        </p:nvSpPr>
        <p:spPr>
          <a:xfrm>
            <a:off x="11396715" y="2704577"/>
            <a:ext cx="146816" cy="15133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TextBox 144">
            <a:extLst>
              <a:ext uri="{FF2B5EF4-FFF2-40B4-BE49-F238E27FC236}">
                <a16:creationId xmlns:a16="http://schemas.microsoft.com/office/drawing/2014/main" id="{17510AAE-BAAE-DD54-F343-072158F48C1D}"/>
              </a:ext>
            </a:extLst>
          </p:cNvPr>
          <p:cNvSpPr txBox="1"/>
          <p:nvPr/>
        </p:nvSpPr>
        <p:spPr>
          <a:xfrm>
            <a:off x="10630015" y="2863137"/>
            <a:ext cx="1656185" cy="507831"/>
          </a:xfrm>
          <a:prstGeom prst="rect">
            <a:avLst/>
          </a:prstGeom>
          <a:noFill/>
        </p:spPr>
        <p:txBody>
          <a:bodyPr wrap="square" rtlCol="0">
            <a:spAutoFit/>
          </a:bodyPr>
          <a:lstStyle/>
          <a:p>
            <a:r>
              <a:rPr lang="en-GB" sz="900" b="1"/>
              <a:t>93% of US &amp; BIDAC Written Premiums in Modernisation Architecture</a:t>
            </a:r>
          </a:p>
        </p:txBody>
      </p:sp>
      <p:sp>
        <p:nvSpPr>
          <p:cNvPr id="146" name="TextBox 145">
            <a:extLst>
              <a:ext uri="{FF2B5EF4-FFF2-40B4-BE49-F238E27FC236}">
                <a16:creationId xmlns:a16="http://schemas.microsoft.com/office/drawing/2014/main" id="{ED1F2450-F53D-8403-845E-AF6DE513D1E9}"/>
              </a:ext>
            </a:extLst>
          </p:cNvPr>
          <p:cNvSpPr txBox="1"/>
          <p:nvPr/>
        </p:nvSpPr>
        <p:spPr>
          <a:xfrm>
            <a:off x="299403" y="5333233"/>
            <a:ext cx="10827305" cy="1384995"/>
          </a:xfrm>
          <a:prstGeom prst="rect">
            <a:avLst/>
          </a:prstGeom>
          <a:noFill/>
        </p:spPr>
        <p:txBody>
          <a:bodyPr wrap="square">
            <a:spAutoFit/>
          </a:bodyPr>
          <a:lstStyle/>
          <a:p>
            <a:pPr marL="285750" indent="-285750">
              <a:buFont typeface="Arial" panose="020B0604020202020204" pitchFamily="34" charset="0"/>
              <a:buChar char="•"/>
            </a:pPr>
            <a:r>
              <a:rPr lang="en-GB" sz="1400"/>
              <a:t>Approx 2 years to get 93% of US &amp; BIDAC on Modernisation Architecture</a:t>
            </a:r>
          </a:p>
          <a:p>
            <a:pPr marL="285750" indent="-285750">
              <a:buFont typeface="Arial" panose="020B0604020202020204" pitchFamily="34" charset="0"/>
              <a:buChar char="•"/>
            </a:pPr>
            <a:r>
              <a:rPr lang="en-GB" sz="1400"/>
              <a:t>37% of Products integrated into Modernisation Architecture</a:t>
            </a:r>
          </a:p>
          <a:p>
            <a:pPr marL="285750" indent="-285750">
              <a:buFont typeface="Arial" panose="020B0604020202020204" pitchFamily="34" charset="0"/>
              <a:buChar char="•"/>
            </a:pPr>
            <a:r>
              <a:rPr lang="en-GB" sz="1400"/>
              <a:t>Assumption of 2 teams running in parallel</a:t>
            </a:r>
          </a:p>
          <a:p>
            <a:pPr marL="285750" indent="-285750">
              <a:buFont typeface="Arial" panose="020B0604020202020204" pitchFamily="34" charset="0"/>
              <a:buChar char="•"/>
            </a:pPr>
            <a:r>
              <a:rPr lang="en-GB" sz="1400"/>
              <a:t>Delivery gets faster as re-usability increases with each release</a:t>
            </a:r>
          </a:p>
          <a:p>
            <a:pPr marL="285750" indent="-285750">
              <a:buFont typeface="Arial" panose="020B0604020202020204" pitchFamily="34" charset="0"/>
              <a:buChar char="•"/>
            </a:pPr>
            <a:r>
              <a:rPr lang="en-GB" sz="1400"/>
              <a:t>Product Delivery Mature to allow BAU team for delivery of remaining 63% since majority of nuances will have been resolved, e2e integrations in places, mature framework instilled for delivery and system would only require minimal configuration </a:t>
            </a:r>
          </a:p>
        </p:txBody>
      </p:sp>
      <p:sp>
        <p:nvSpPr>
          <p:cNvPr id="147" name="TextBox 146">
            <a:extLst>
              <a:ext uri="{FF2B5EF4-FFF2-40B4-BE49-F238E27FC236}">
                <a16:creationId xmlns:a16="http://schemas.microsoft.com/office/drawing/2014/main" id="{1668A86E-03F0-EB0D-E194-59F341EE3254}"/>
              </a:ext>
            </a:extLst>
          </p:cNvPr>
          <p:cNvSpPr txBox="1"/>
          <p:nvPr/>
        </p:nvSpPr>
        <p:spPr>
          <a:xfrm>
            <a:off x="10972809" y="3668103"/>
            <a:ext cx="1219191" cy="369332"/>
          </a:xfrm>
          <a:prstGeom prst="rect">
            <a:avLst/>
          </a:prstGeom>
          <a:noFill/>
        </p:spPr>
        <p:txBody>
          <a:bodyPr wrap="square" rtlCol="0">
            <a:spAutoFit/>
          </a:bodyPr>
          <a:lstStyle/>
          <a:p>
            <a:r>
              <a:rPr lang="en-GB" sz="900" b="1"/>
              <a:t>BAU to deliver remaining products</a:t>
            </a:r>
          </a:p>
        </p:txBody>
      </p:sp>
      <p:sp>
        <p:nvSpPr>
          <p:cNvPr id="148" name="Star: 5 Points 147">
            <a:extLst>
              <a:ext uri="{FF2B5EF4-FFF2-40B4-BE49-F238E27FC236}">
                <a16:creationId xmlns:a16="http://schemas.microsoft.com/office/drawing/2014/main" id="{0B032BB8-2296-923E-B7B8-C0BDB25AFDB9}"/>
              </a:ext>
            </a:extLst>
          </p:cNvPr>
          <p:cNvSpPr/>
          <p:nvPr/>
        </p:nvSpPr>
        <p:spPr>
          <a:xfrm>
            <a:off x="6154423" y="3100395"/>
            <a:ext cx="45719" cy="4571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0" name="TextBox 149">
            <a:extLst>
              <a:ext uri="{FF2B5EF4-FFF2-40B4-BE49-F238E27FC236}">
                <a16:creationId xmlns:a16="http://schemas.microsoft.com/office/drawing/2014/main" id="{2B71A09B-EB3A-F91B-4F41-2A8057F08E41}"/>
              </a:ext>
            </a:extLst>
          </p:cNvPr>
          <p:cNvSpPr txBox="1"/>
          <p:nvPr/>
        </p:nvSpPr>
        <p:spPr>
          <a:xfrm>
            <a:off x="6978981" y="1484450"/>
            <a:ext cx="1540468" cy="230832"/>
          </a:xfrm>
          <a:prstGeom prst="rect">
            <a:avLst/>
          </a:prstGeom>
          <a:noFill/>
        </p:spPr>
        <p:txBody>
          <a:bodyPr wrap="square" rtlCol="0">
            <a:spAutoFit/>
          </a:bodyPr>
          <a:lstStyle/>
          <a:p>
            <a:r>
              <a:rPr lang="en-GB" sz="900"/>
              <a:t>Cyber US</a:t>
            </a:r>
          </a:p>
        </p:txBody>
      </p:sp>
      <p:sp>
        <p:nvSpPr>
          <p:cNvPr id="154" name="Star: 5 Points 153">
            <a:extLst>
              <a:ext uri="{FF2B5EF4-FFF2-40B4-BE49-F238E27FC236}">
                <a16:creationId xmlns:a16="http://schemas.microsoft.com/office/drawing/2014/main" id="{D6CD562E-843B-0FD1-D115-1B75E4F20FF1}"/>
              </a:ext>
            </a:extLst>
          </p:cNvPr>
          <p:cNvSpPr/>
          <p:nvPr/>
        </p:nvSpPr>
        <p:spPr>
          <a:xfrm>
            <a:off x="4669877" y="1108260"/>
            <a:ext cx="146816" cy="15133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5" name="TextBox 154">
            <a:extLst>
              <a:ext uri="{FF2B5EF4-FFF2-40B4-BE49-F238E27FC236}">
                <a16:creationId xmlns:a16="http://schemas.microsoft.com/office/drawing/2014/main" id="{902F11D5-DED7-8175-B68D-907988A59AC7}"/>
              </a:ext>
            </a:extLst>
          </p:cNvPr>
          <p:cNvSpPr txBox="1"/>
          <p:nvPr/>
        </p:nvSpPr>
        <p:spPr>
          <a:xfrm>
            <a:off x="4768274" y="1068789"/>
            <a:ext cx="1777739" cy="369332"/>
          </a:xfrm>
          <a:prstGeom prst="rect">
            <a:avLst/>
          </a:prstGeom>
          <a:noFill/>
        </p:spPr>
        <p:txBody>
          <a:bodyPr wrap="square" rtlCol="0">
            <a:spAutoFit/>
          </a:bodyPr>
          <a:lstStyle/>
          <a:p>
            <a:r>
              <a:rPr lang="en-GB" sz="900" b="1"/>
              <a:t>64% of US Written Premiums in Modernisation Architecture</a:t>
            </a:r>
          </a:p>
        </p:txBody>
      </p:sp>
      <p:sp>
        <p:nvSpPr>
          <p:cNvPr id="160" name="TextBox 159">
            <a:extLst>
              <a:ext uri="{FF2B5EF4-FFF2-40B4-BE49-F238E27FC236}">
                <a16:creationId xmlns:a16="http://schemas.microsoft.com/office/drawing/2014/main" id="{C6C0FD98-DAF1-C5AA-7DC3-B86D3AD5EDE7}"/>
              </a:ext>
            </a:extLst>
          </p:cNvPr>
          <p:cNvSpPr txBox="1"/>
          <p:nvPr/>
        </p:nvSpPr>
        <p:spPr>
          <a:xfrm>
            <a:off x="11458108" y="4597543"/>
            <a:ext cx="733892" cy="369332"/>
          </a:xfrm>
          <a:prstGeom prst="rect">
            <a:avLst/>
          </a:prstGeom>
          <a:noFill/>
        </p:spPr>
        <p:txBody>
          <a:bodyPr wrap="square" rtlCol="0">
            <a:spAutoFit/>
          </a:bodyPr>
          <a:lstStyle/>
          <a:p>
            <a:r>
              <a:rPr lang="en-GB" sz="900"/>
              <a:t>Global Treaty</a:t>
            </a:r>
          </a:p>
        </p:txBody>
      </p:sp>
      <p:sp>
        <p:nvSpPr>
          <p:cNvPr id="2" name="TextBox 1">
            <a:extLst>
              <a:ext uri="{FF2B5EF4-FFF2-40B4-BE49-F238E27FC236}">
                <a16:creationId xmlns:a16="http://schemas.microsoft.com/office/drawing/2014/main" id="{60695B05-7F85-D039-1F67-25828583A456}"/>
              </a:ext>
            </a:extLst>
          </p:cNvPr>
          <p:cNvSpPr txBox="1"/>
          <p:nvPr/>
        </p:nvSpPr>
        <p:spPr>
          <a:xfrm>
            <a:off x="8902699" y="126999"/>
            <a:ext cx="330248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solidFill>
                  <a:srgbClr val="FF0000"/>
                </a:solidFill>
              </a:rPr>
              <a:t>Ensure that the percentage is just PIF </a:t>
            </a:r>
            <a:r>
              <a:rPr lang="en-GB" sz="1200" err="1">
                <a:solidFill>
                  <a:srgbClr val="FF0000"/>
                </a:solidFill>
              </a:rPr>
              <a:t>anf</a:t>
            </a:r>
            <a:r>
              <a:rPr lang="en-GB" sz="1200">
                <a:solidFill>
                  <a:srgbClr val="FF0000"/>
                </a:solidFill>
              </a:rPr>
              <a:t> premium. </a:t>
            </a:r>
          </a:p>
        </p:txBody>
      </p:sp>
    </p:spTree>
    <p:extLst>
      <p:ext uri="{BB962C8B-B14F-4D97-AF65-F5344CB8AC3E}">
        <p14:creationId xmlns:p14="http://schemas.microsoft.com/office/powerpoint/2010/main" val="42065367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B68B8-673D-37BC-ABE3-73ACF55A95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F853DF-F2A2-B6C2-8982-F6D9AD302805}"/>
              </a:ext>
            </a:extLst>
          </p:cNvPr>
          <p:cNvSpPr>
            <a:spLocks noGrp="1"/>
          </p:cNvSpPr>
          <p:nvPr>
            <p:ph type="ctrTitle"/>
          </p:nvPr>
        </p:nvSpPr>
        <p:spPr>
          <a:xfrm>
            <a:off x="183715" y="297331"/>
            <a:ext cx="9144000" cy="593703"/>
          </a:xfrm>
        </p:spPr>
        <p:txBody>
          <a:bodyPr>
            <a:noAutofit/>
          </a:bodyPr>
          <a:lstStyle/>
          <a:p>
            <a:pPr algn="l"/>
            <a:r>
              <a:rPr lang="en-GB" sz="4000"/>
              <a:t>Product Delivery - Summary</a:t>
            </a:r>
          </a:p>
        </p:txBody>
      </p:sp>
      <p:cxnSp>
        <p:nvCxnSpPr>
          <p:cNvPr id="5" name="Straight Connector 4">
            <a:extLst>
              <a:ext uri="{FF2B5EF4-FFF2-40B4-BE49-F238E27FC236}">
                <a16:creationId xmlns:a16="http://schemas.microsoft.com/office/drawing/2014/main" id="{4236E7BC-C27F-75BC-A4BC-048C8CA999D6}"/>
              </a:ext>
            </a:extLst>
          </p:cNvPr>
          <p:cNvCxnSpPr/>
          <p:nvPr/>
        </p:nvCxnSpPr>
        <p:spPr>
          <a:xfrm>
            <a:off x="0" y="926926"/>
            <a:ext cx="12192000"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2" descr="Beazley launches new private equity liability insurance product -  Reinsurance News">
            <a:extLst>
              <a:ext uri="{FF2B5EF4-FFF2-40B4-BE49-F238E27FC236}">
                <a16:creationId xmlns:a16="http://schemas.microsoft.com/office/drawing/2014/main" id="{41049D8E-78C4-5660-A60F-5B44C5C4417A}"/>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274634" y="328517"/>
            <a:ext cx="1004626" cy="315346"/>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e 1">
            <a:extLst>
              <a:ext uri="{FF2B5EF4-FFF2-40B4-BE49-F238E27FC236}">
                <a16:creationId xmlns:a16="http://schemas.microsoft.com/office/drawing/2014/main" id="{7A7BCF58-BBD8-461F-0FFE-9010318471CD}"/>
              </a:ext>
            </a:extLst>
          </p:cNvPr>
          <p:cNvGrpSpPr>
            <a:grpSpLocks noChangeAspect="1"/>
          </p:cNvGrpSpPr>
          <p:nvPr/>
        </p:nvGrpSpPr>
        <p:grpSpPr>
          <a:xfrm>
            <a:off x="11426993" y="254875"/>
            <a:ext cx="419436" cy="388988"/>
            <a:chOff x="11501102" y="171573"/>
            <a:chExt cx="419436" cy="388988"/>
          </a:xfrm>
        </p:grpSpPr>
        <p:sp>
          <p:nvSpPr>
            <p:cNvPr id="8" name="Freeform 13">
              <a:extLst>
                <a:ext uri="{FF2B5EF4-FFF2-40B4-BE49-F238E27FC236}">
                  <a16:creationId xmlns:a16="http://schemas.microsoft.com/office/drawing/2014/main" id="{85310BEF-FF01-88B8-4B3C-E93BF3936D8D}"/>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 name="Freeform 14">
              <a:extLst>
                <a:ext uri="{FF2B5EF4-FFF2-40B4-BE49-F238E27FC236}">
                  <a16:creationId xmlns:a16="http://schemas.microsoft.com/office/drawing/2014/main" id="{FDD8A68E-A2E0-4C0C-97CF-D01B410AF0BC}"/>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cxnSp>
        <p:nvCxnSpPr>
          <p:cNvPr id="10" name="Straight Connector 9">
            <a:extLst>
              <a:ext uri="{FF2B5EF4-FFF2-40B4-BE49-F238E27FC236}">
                <a16:creationId xmlns:a16="http://schemas.microsoft.com/office/drawing/2014/main" id="{44134ABE-FD83-9949-F63F-CFFEF287E8FD}"/>
              </a:ext>
            </a:extLst>
          </p:cNvPr>
          <p:cNvCxnSpPr>
            <a:cxnSpLocks/>
          </p:cNvCxnSpPr>
          <p:nvPr/>
        </p:nvCxnSpPr>
        <p:spPr>
          <a:xfrm>
            <a:off x="11304834" y="205194"/>
            <a:ext cx="0" cy="388988"/>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0B55A699-4BC7-1C7C-C4FE-DCA01DCAFCCF}"/>
              </a:ext>
            </a:extLst>
          </p:cNvPr>
          <p:cNvGraphicFramePr>
            <a:graphicFrameLocks noGrp="1"/>
          </p:cNvGraphicFramePr>
          <p:nvPr>
            <p:extLst>
              <p:ext uri="{D42A27DB-BD31-4B8C-83A1-F6EECF244321}">
                <p14:modId xmlns:p14="http://schemas.microsoft.com/office/powerpoint/2010/main" val="1418688891"/>
              </p:ext>
            </p:extLst>
          </p:nvPr>
        </p:nvGraphicFramePr>
        <p:xfrm>
          <a:off x="2142451" y="2183740"/>
          <a:ext cx="7318422" cy="4265347"/>
        </p:xfrm>
        <a:graphic>
          <a:graphicData uri="http://schemas.openxmlformats.org/drawingml/2006/table">
            <a:tbl>
              <a:tblPr/>
              <a:tblGrid>
                <a:gridCol w="2755996">
                  <a:extLst>
                    <a:ext uri="{9D8B030D-6E8A-4147-A177-3AD203B41FA5}">
                      <a16:colId xmlns:a16="http://schemas.microsoft.com/office/drawing/2014/main" val="2582582016"/>
                    </a:ext>
                  </a:extLst>
                </a:gridCol>
                <a:gridCol w="67426">
                  <a:extLst>
                    <a:ext uri="{9D8B030D-6E8A-4147-A177-3AD203B41FA5}">
                      <a16:colId xmlns:a16="http://schemas.microsoft.com/office/drawing/2014/main" val="3907277999"/>
                    </a:ext>
                  </a:extLst>
                </a:gridCol>
                <a:gridCol w="899000">
                  <a:extLst>
                    <a:ext uri="{9D8B030D-6E8A-4147-A177-3AD203B41FA5}">
                      <a16:colId xmlns:a16="http://schemas.microsoft.com/office/drawing/2014/main" val="4005832427"/>
                    </a:ext>
                  </a:extLst>
                </a:gridCol>
                <a:gridCol w="899000">
                  <a:extLst>
                    <a:ext uri="{9D8B030D-6E8A-4147-A177-3AD203B41FA5}">
                      <a16:colId xmlns:a16="http://schemas.microsoft.com/office/drawing/2014/main" val="3020048171"/>
                    </a:ext>
                  </a:extLst>
                </a:gridCol>
                <a:gridCol w="899000">
                  <a:extLst>
                    <a:ext uri="{9D8B030D-6E8A-4147-A177-3AD203B41FA5}">
                      <a16:colId xmlns:a16="http://schemas.microsoft.com/office/drawing/2014/main" val="3780900024"/>
                    </a:ext>
                  </a:extLst>
                </a:gridCol>
                <a:gridCol w="899000">
                  <a:extLst>
                    <a:ext uri="{9D8B030D-6E8A-4147-A177-3AD203B41FA5}">
                      <a16:colId xmlns:a16="http://schemas.microsoft.com/office/drawing/2014/main" val="1832424646"/>
                    </a:ext>
                  </a:extLst>
                </a:gridCol>
                <a:gridCol w="899000">
                  <a:extLst>
                    <a:ext uri="{9D8B030D-6E8A-4147-A177-3AD203B41FA5}">
                      <a16:colId xmlns:a16="http://schemas.microsoft.com/office/drawing/2014/main" val="2641894345"/>
                    </a:ext>
                  </a:extLst>
                </a:gridCol>
              </a:tblGrid>
              <a:tr h="139687">
                <a:tc>
                  <a:txBody>
                    <a:bodyPr/>
                    <a:lstStyle/>
                    <a:p>
                      <a:pPr algn="ctr" fontAlgn="ctr"/>
                      <a:endParaRPr lang="en-GB" sz="800" b="1" i="0" u="none" strike="noStrike">
                        <a:solidFill>
                          <a:srgbClr val="000000"/>
                        </a:solidFill>
                        <a:effectLst/>
                        <a:latin typeface="Aptos Narrow" panose="020B0004020202020204" pitchFamily="34" charset="0"/>
                      </a:endParaRPr>
                    </a:p>
                  </a:txBody>
                  <a:tcPr marL="5141" marR="5141" marT="5141" marB="24677" anchor="ctr">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ctr"/>
                      <a:endParaRPr lang="en-GB" sz="600" b="1" i="0" u="none" strike="noStrike">
                        <a:solidFill>
                          <a:srgbClr val="000000"/>
                        </a:solidFill>
                        <a:effectLst/>
                        <a:latin typeface="Aptos Narrow" panose="020B0004020202020204" pitchFamily="34" charset="0"/>
                      </a:endParaRPr>
                    </a:p>
                  </a:txBody>
                  <a:tcPr marL="5141" marR="5141" marT="5141" marB="246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gridSpan="5">
                  <a:txBody>
                    <a:bodyPr/>
                    <a:lstStyle/>
                    <a:p>
                      <a:pPr algn="ctr" fontAlgn="ctr"/>
                      <a:r>
                        <a:rPr lang="en-GB" sz="600" b="1" i="0" u="none" strike="noStrike">
                          <a:solidFill>
                            <a:srgbClr val="000000"/>
                          </a:solidFill>
                          <a:effectLst/>
                          <a:latin typeface="Aptos Narrow" panose="020B0004020202020204" pitchFamily="34" charset="0"/>
                        </a:rPr>
                        <a:t>Product Options</a:t>
                      </a:r>
                    </a:p>
                  </a:txBody>
                  <a:tcPr marL="5141" marR="5141" marT="5141" marB="246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82683455"/>
                  </a:ext>
                </a:extLst>
              </a:tr>
              <a:tr h="274497">
                <a:tc>
                  <a:txBody>
                    <a:bodyPr/>
                    <a:lstStyle/>
                    <a:p>
                      <a:pPr algn="l" fontAlgn="b"/>
                      <a:r>
                        <a:rPr lang="en-GB" sz="800" b="1" i="0" u="none" strike="noStrike">
                          <a:solidFill>
                            <a:srgbClr val="000000"/>
                          </a:solidFill>
                          <a:effectLst/>
                          <a:latin typeface="Aptos Narrow" panose="020B0004020202020204" pitchFamily="34" charset="0"/>
                        </a:rPr>
                        <a:t>Criteria</a:t>
                      </a:r>
                    </a:p>
                  </a:txBody>
                  <a:tcPr marL="5141" marR="5141" marT="5141" marB="24677"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en-GB" sz="600" b="0" i="0" u="none" strike="noStrike">
                        <a:solidFill>
                          <a:srgbClr val="000000"/>
                        </a:solidFill>
                        <a:effectLst/>
                        <a:latin typeface="Aptos Narrow" panose="020B0004020202020204" pitchFamily="34" charset="0"/>
                      </a:endParaRPr>
                    </a:p>
                  </a:txBody>
                  <a:tcPr marL="5141" marR="5141" marT="5141" marB="2467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GB" sz="600" b="1" i="0" u="none" strike="noStrike">
                          <a:solidFill>
                            <a:srgbClr val="000000"/>
                          </a:solidFill>
                          <a:effectLst/>
                          <a:latin typeface="Aptos Narrow" panose="020B0004020202020204" pitchFamily="34" charset="0"/>
                        </a:rPr>
                        <a:t>1. D&amp;O US</a:t>
                      </a:r>
                    </a:p>
                  </a:txBody>
                  <a:tcPr marL="5141" marR="5141" marT="5141" marB="246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GB" sz="600" b="1" i="0" u="none" strike="noStrike">
                          <a:solidFill>
                            <a:srgbClr val="000000"/>
                          </a:solidFill>
                          <a:effectLst/>
                          <a:latin typeface="Aptos Narrow" panose="020B0004020202020204" pitchFamily="34" charset="0"/>
                        </a:rPr>
                        <a:t>2. Cyber BIDAC</a:t>
                      </a:r>
                    </a:p>
                  </a:txBody>
                  <a:tcPr marL="5141" marR="5141" marT="5141" marB="246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GB" sz="600" b="1" i="0" u="none" strike="noStrike">
                          <a:solidFill>
                            <a:srgbClr val="000000"/>
                          </a:solidFill>
                          <a:effectLst/>
                          <a:latin typeface="Aptos Narrow" panose="020B0004020202020204" pitchFamily="34" charset="0"/>
                        </a:rPr>
                        <a:t>3. Cyber US</a:t>
                      </a:r>
                    </a:p>
                  </a:txBody>
                  <a:tcPr marL="5141" marR="5141" marT="5141" marB="246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fr-FR" sz="600" b="1" i="0" u="none" strike="noStrike">
                          <a:solidFill>
                            <a:srgbClr val="000000"/>
                          </a:solidFill>
                          <a:effectLst/>
                          <a:latin typeface="Aptos Narrow" panose="020B0004020202020204" pitchFamily="34" charset="0"/>
                        </a:rPr>
                        <a:t>4. FI &amp; ML (BIDAC) exc UK</a:t>
                      </a:r>
                    </a:p>
                  </a:txBody>
                  <a:tcPr marL="5141" marR="5141" marT="5141" marB="246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GB" sz="600" b="1" i="0" u="none" strike="noStrike">
                          <a:solidFill>
                            <a:srgbClr val="000000"/>
                          </a:solidFill>
                          <a:effectLst/>
                          <a:latin typeface="Aptos Narrow" panose="020B0004020202020204" pitchFamily="34" charset="0"/>
                        </a:rPr>
                        <a:t>5. North America Property *</a:t>
                      </a:r>
                    </a:p>
                  </a:txBody>
                  <a:tcPr marL="5141" marR="5141" marT="5141" marB="246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617677170"/>
                  </a:ext>
                </a:extLst>
              </a:tr>
              <a:tr h="139687">
                <a:tc>
                  <a:txBody>
                    <a:bodyPr/>
                    <a:lstStyle/>
                    <a:p>
                      <a:pPr algn="l" fontAlgn="t"/>
                      <a:r>
                        <a:rPr lang="en-GB" sz="800" b="1" i="0" u="none" strike="noStrike">
                          <a:solidFill>
                            <a:srgbClr val="000000"/>
                          </a:solidFill>
                          <a:effectLst/>
                          <a:latin typeface="Aptos Narrow" panose="020B0004020202020204" pitchFamily="34" charset="0"/>
                        </a:rPr>
                        <a:t>Buisiness Plan</a:t>
                      </a:r>
                    </a:p>
                  </a:txBody>
                  <a:tcPr marL="5141" marR="5141" marT="5141" marB="24677">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1"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t"/>
                      <a:endParaRPr lang="en-GB" sz="600" b="1"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1"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1"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1"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1"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25230727"/>
                  </a:ext>
                </a:extLst>
              </a:tr>
              <a:tr h="111628">
                <a:tc>
                  <a:txBody>
                    <a:bodyPr/>
                    <a:lstStyle/>
                    <a:p>
                      <a:pPr algn="l" fontAlgn="t"/>
                      <a:r>
                        <a:rPr lang="en-GB" sz="600" b="0" i="0" u="none" strike="noStrike">
                          <a:solidFill>
                            <a:srgbClr val="000000"/>
                          </a:solidFill>
                          <a:effectLst/>
                          <a:latin typeface="Aptos Narrow" panose="020B0004020202020204" pitchFamily="34" charset="0"/>
                        </a:rPr>
                        <a:t>Written Premium Growth (Existing)</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124799531"/>
                  </a:ext>
                </a:extLst>
              </a:tr>
              <a:tr h="111628">
                <a:tc>
                  <a:txBody>
                    <a:bodyPr/>
                    <a:lstStyle/>
                    <a:p>
                      <a:pPr algn="l" fontAlgn="t"/>
                      <a:r>
                        <a:rPr lang="en-GB" sz="600" b="0" i="0" u="none" strike="noStrike">
                          <a:solidFill>
                            <a:srgbClr val="000000"/>
                          </a:solidFill>
                          <a:effectLst/>
                          <a:latin typeface="Aptos Narrow" panose="020B0004020202020204" pitchFamily="34" charset="0"/>
                        </a:rPr>
                        <a:t>Written Premium Growth (Number of Policies)</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3470775104"/>
                  </a:ext>
                </a:extLst>
              </a:tr>
              <a:tr h="184576">
                <a:tc>
                  <a:txBody>
                    <a:bodyPr/>
                    <a:lstStyle/>
                    <a:p>
                      <a:pPr algn="l" fontAlgn="t"/>
                      <a:r>
                        <a:rPr lang="en-GB" sz="600" b="0" i="0" u="none" strike="noStrike">
                          <a:solidFill>
                            <a:srgbClr val="000000"/>
                          </a:solidFill>
                          <a:effectLst/>
                          <a:latin typeface="Aptos Narrow" panose="020B0004020202020204" pitchFamily="34" charset="0"/>
                        </a:rPr>
                        <a:t>Reputational Risk</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56806660"/>
                  </a:ext>
                </a:extLst>
              </a:tr>
              <a:tr h="184576">
                <a:tc>
                  <a:txBody>
                    <a:bodyPr/>
                    <a:lstStyle/>
                    <a:p>
                      <a:pPr algn="l" fontAlgn="t"/>
                      <a:r>
                        <a:rPr lang="en-GB" sz="600" b="0" i="0" u="none" strike="noStrike">
                          <a:solidFill>
                            <a:srgbClr val="000000"/>
                          </a:solidFill>
                          <a:effectLst/>
                          <a:latin typeface="Aptos Narrow" panose="020B0004020202020204" pitchFamily="34" charset="0"/>
                        </a:rPr>
                        <a:t>Operational Risk</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3643444708"/>
                  </a:ext>
                </a:extLst>
              </a:tr>
              <a:tr h="111628">
                <a:tc>
                  <a:txBody>
                    <a:bodyPr/>
                    <a:lstStyle/>
                    <a:p>
                      <a:pPr algn="l" fontAlgn="t"/>
                      <a:r>
                        <a:rPr lang="en-GB" sz="600" b="0" i="0" u="none" strike="noStrike">
                          <a:solidFill>
                            <a:srgbClr val="000000"/>
                          </a:solidFill>
                          <a:effectLst/>
                          <a:latin typeface="Aptos Narrow" panose="020B0004020202020204" pitchFamily="34" charset="0"/>
                        </a:rPr>
                        <a:t>People Risk UW Turnover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14428053"/>
                  </a:ext>
                </a:extLst>
              </a:tr>
              <a:tr h="111628">
                <a:tc>
                  <a:txBody>
                    <a:bodyPr/>
                    <a:lstStyle/>
                    <a:p>
                      <a:pPr algn="l" fontAlgn="t"/>
                      <a:r>
                        <a:rPr lang="en-GB" sz="600" b="0" i="0" u="none" strike="noStrike">
                          <a:solidFill>
                            <a:srgbClr val="000000"/>
                          </a:solidFill>
                          <a:effectLst/>
                          <a:latin typeface="Aptos Narrow" panose="020B0004020202020204" pitchFamily="34" charset="0"/>
                        </a:rPr>
                        <a:t>Improve Efficiency to Support Growth </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978539853"/>
                  </a:ext>
                </a:extLst>
              </a:tr>
              <a:tr h="111628">
                <a:tc>
                  <a:txBody>
                    <a:bodyPr/>
                    <a:lstStyle/>
                    <a:p>
                      <a:pPr algn="l" fontAlgn="t"/>
                      <a:r>
                        <a:rPr lang="en-GB" sz="600" b="0" i="0" u="none" strike="noStrike">
                          <a:solidFill>
                            <a:srgbClr val="000000"/>
                          </a:solidFill>
                          <a:effectLst/>
                          <a:latin typeface="Aptos Narrow" panose="020B0004020202020204" pitchFamily="34" charset="0"/>
                        </a:rPr>
                        <a:t>Existing System Challenges / Pain Points</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6746320"/>
                  </a:ext>
                </a:extLst>
              </a:tr>
              <a:tr h="111628">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a:noFill/>
                    </a:lnB>
                    <a:solidFill>
                      <a:srgbClr val="FFFFFF"/>
                    </a:solidFill>
                  </a:tcPr>
                </a:tc>
                <a:tc>
                  <a:txBody>
                    <a:bodyPr/>
                    <a:lstStyle/>
                    <a:p>
                      <a:pPr algn="ctr"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347854945"/>
                  </a:ext>
                </a:extLst>
              </a:tr>
              <a:tr h="139687">
                <a:tc>
                  <a:txBody>
                    <a:bodyPr/>
                    <a:lstStyle/>
                    <a:p>
                      <a:pPr algn="l" fontAlgn="t"/>
                      <a:r>
                        <a:rPr lang="en-GB" sz="800" b="1" i="0" u="none" strike="noStrike">
                          <a:solidFill>
                            <a:srgbClr val="000000"/>
                          </a:solidFill>
                          <a:effectLst/>
                          <a:latin typeface="Aptos Narrow" panose="020B0004020202020204" pitchFamily="34" charset="0"/>
                        </a:rPr>
                        <a:t>Do-ability</a:t>
                      </a:r>
                    </a:p>
                  </a:txBody>
                  <a:tcPr marL="5141" marR="5141" marT="5141" marB="24677">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1"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a:noFill/>
                    </a:lnB>
                    <a:solidFill>
                      <a:srgbClr val="FFFFFF"/>
                    </a:solidFill>
                  </a:tcPr>
                </a:tc>
                <a:tc>
                  <a:txBody>
                    <a:bodyPr/>
                    <a:lstStyle/>
                    <a:p>
                      <a:pPr algn="l" fontAlgn="t"/>
                      <a:endParaRPr lang="en-GB" sz="600" b="1"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1"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1"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1"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1"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51775650"/>
                  </a:ext>
                </a:extLst>
              </a:tr>
              <a:tr h="111628">
                <a:tc>
                  <a:txBody>
                    <a:bodyPr/>
                    <a:lstStyle/>
                    <a:p>
                      <a:pPr algn="l" fontAlgn="t"/>
                      <a:r>
                        <a:rPr lang="en-GB" sz="600" b="0" i="0" u="none" strike="noStrike">
                          <a:solidFill>
                            <a:srgbClr val="000000"/>
                          </a:solidFill>
                          <a:effectLst/>
                          <a:latin typeface="Aptos Narrow" panose="020B0004020202020204" pitchFamily="34" charset="0"/>
                        </a:rPr>
                        <a:t>WB Reusability</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600" b="0" i="0" u="none" strike="noStrike">
                          <a:solidFill>
                            <a:srgbClr val="000000"/>
                          </a:solidFill>
                          <a:effectLst/>
                          <a:latin typeface="Aptos Narrow" panose="020B0004020202020204" pitchFamily="34" charset="0"/>
                        </a:rPr>
                        <a:t>TBC</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GB" sz="600" b="0" i="0" u="none" strike="noStrike">
                          <a:solidFill>
                            <a:srgbClr val="000000"/>
                          </a:solidFill>
                          <a:effectLst/>
                          <a:latin typeface="Aptos Narrow" panose="020B0004020202020204" pitchFamily="34" charset="0"/>
                        </a:rPr>
                        <a:t>TBC</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GB" sz="600" b="0" i="0" u="none" strike="noStrike">
                          <a:solidFill>
                            <a:srgbClr val="000000"/>
                          </a:solidFill>
                          <a:effectLst/>
                          <a:latin typeface="Aptos Narrow" panose="020B0004020202020204" pitchFamily="34" charset="0"/>
                        </a:rPr>
                        <a:t>TBC</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GB" sz="600" b="0" i="0" u="none" strike="noStrike">
                          <a:solidFill>
                            <a:srgbClr val="000000"/>
                          </a:solidFill>
                          <a:effectLst/>
                          <a:latin typeface="Aptos Narrow" panose="020B0004020202020204" pitchFamily="34" charset="0"/>
                        </a:rPr>
                        <a:t>TBC</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GB" sz="600" b="0" i="0" u="none" strike="noStrike">
                          <a:solidFill>
                            <a:srgbClr val="000000"/>
                          </a:solidFill>
                          <a:effectLst/>
                          <a:latin typeface="Aptos Narrow" panose="020B0004020202020204" pitchFamily="34" charset="0"/>
                        </a:rPr>
                        <a:t>TBC</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3602204"/>
                  </a:ext>
                </a:extLst>
              </a:tr>
              <a:tr h="184576">
                <a:tc>
                  <a:txBody>
                    <a:bodyPr/>
                    <a:lstStyle/>
                    <a:p>
                      <a:pPr algn="l" fontAlgn="t"/>
                      <a:r>
                        <a:rPr lang="en-GB" sz="600" b="0" i="0" u="none" strike="noStrike">
                          <a:solidFill>
                            <a:srgbClr val="000000"/>
                          </a:solidFill>
                          <a:effectLst/>
                          <a:latin typeface="Aptos Narrow" panose="020B0004020202020204" pitchFamily="34" charset="0"/>
                        </a:rPr>
                        <a:t>GW Implementation Reusability</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600" b="0" i="0" u="none" strike="noStrike">
                          <a:solidFill>
                            <a:srgbClr val="000000"/>
                          </a:solidFill>
                          <a:effectLst/>
                          <a:latin typeface="Aptos Narrow" panose="020B0004020202020204" pitchFamily="34" charset="0"/>
                        </a:rPr>
                        <a:t>Base</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2627226988"/>
                  </a:ext>
                </a:extLst>
              </a:tr>
              <a:tr h="111628">
                <a:tc>
                  <a:txBody>
                    <a:bodyPr/>
                    <a:lstStyle/>
                    <a:p>
                      <a:pPr algn="l" fontAlgn="t"/>
                      <a:r>
                        <a:rPr lang="en-GB" sz="600" b="0" i="0" u="none" strike="noStrike">
                          <a:solidFill>
                            <a:srgbClr val="000000"/>
                          </a:solidFill>
                          <a:effectLst/>
                          <a:latin typeface="Aptos Narrow" panose="020B0004020202020204" pitchFamily="34" charset="0"/>
                        </a:rPr>
                        <a:t>Product Rationlisation Ready</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4200893371"/>
                  </a:ext>
                </a:extLst>
              </a:tr>
              <a:tr h="111628">
                <a:tc>
                  <a:txBody>
                    <a:bodyPr/>
                    <a:lstStyle/>
                    <a:p>
                      <a:pPr algn="l" fontAlgn="t"/>
                      <a:r>
                        <a:rPr lang="en-GB" sz="600" b="0" i="0" u="none" strike="noStrike">
                          <a:solidFill>
                            <a:srgbClr val="000000"/>
                          </a:solidFill>
                          <a:effectLst/>
                          <a:latin typeface="Aptos Narrow" panose="020B0004020202020204" pitchFamily="34" charset="0"/>
                        </a:rPr>
                        <a:t>Product Governance Maturity</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982541961"/>
                  </a:ext>
                </a:extLst>
              </a:tr>
              <a:tr h="111628">
                <a:tc>
                  <a:txBody>
                    <a:bodyPr/>
                    <a:lstStyle/>
                    <a:p>
                      <a:pPr algn="l" fontAlgn="t"/>
                      <a:r>
                        <a:rPr lang="it-IT" sz="600" b="0" i="0" u="none" strike="noStrike">
                          <a:solidFill>
                            <a:srgbClr val="000000"/>
                          </a:solidFill>
                          <a:effectLst/>
                          <a:latin typeface="Aptos Narrow" panose="020B0004020202020204" pitchFamily="34" charset="0"/>
                        </a:rPr>
                        <a:t>Delivery Duration e2e implmentation - Indicative</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273288631"/>
                  </a:ext>
                </a:extLst>
              </a:tr>
              <a:tr h="184576">
                <a:tc>
                  <a:txBody>
                    <a:bodyPr/>
                    <a:lstStyle/>
                    <a:p>
                      <a:pPr algn="l" fontAlgn="t"/>
                      <a:r>
                        <a:rPr lang="en-GB" sz="600" b="0" i="0" u="none" strike="noStrike">
                          <a:solidFill>
                            <a:srgbClr val="000000"/>
                          </a:solidFill>
                          <a:effectLst/>
                          <a:latin typeface="Aptos Narrow" panose="020B0004020202020204" pitchFamily="34" charset="0"/>
                        </a:rPr>
                        <a:t>Business SMEs/Resources</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2152698710"/>
                  </a:ext>
                </a:extLst>
              </a:tr>
              <a:tr h="184576">
                <a:tc>
                  <a:txBody>
                    <a:bodyPr/>
                    <a:lstStyle/>
                    <a:p>
                      <a:pPr algn="l" fontAlgn="t"/>
                      <a:r>
                        <a:rPr lang="en-GB" sz="600" b="0" i="0" u="none" strike="noStrike">
                          <a:solidFill>
                            <a:srgbClr val="000000"/>
                          </a:solidFill>
                          <a:effectLst/>
                          <a:latin typeface="Aptos Narrow" panose="020B0004020202020204" pitchFamily="34" charset="0"/>
                        </a:rPr>
                        <a:t>Beazley Project Resourcing (PO's/BA's etc)</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655124052"/>
                  </a:ext>
                </a:extLst>
              </a:tr>
              <a:tr h="111628">
                <a:tc>
                  <a:txBody>
                    <a:bodyPr/>
                    <a:lstStyle/>
                    <a:p>
                      <a:pPr algn="l" fontAlgn="t"/>
                      <a:r>
                        <a:rPr lang="en-GB" sz="600" b="0" i="0" u="none" strike="noStrike">
                          <a:solidFill>
                            <a:srgbClr val="000000"/>
                          </a:solidFill>
                          <a:effectLst/>
                          <a:latin typeface="Aptos Narrow" panose="020B0004020202020204" pitchFamily="34" charset="0"/>
                        </a:rPr>
                        <a:t>Business Design Requirements Met (Nuances)</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RED</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870058766"/>
                  </a:ext>
                </a:extLst>
              </a:tr>
              <a:tr h="111628">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a:noFill/>
                    </a:lnB>
                    <a:solidFill>
                      <a:srgbClr val="FFFFFF"/>
                    </a:solidFill>
                  </a:tcPr>
                </a:tc>
                <a:tc>
                  <a:txBody>
                    <a:bodyPr/>
                    <a:lstStyle/>
                    <a:p>
                      <a:pPr algn="ctr"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4234621449"/>
                  </a:ext>
                </a:extLst>
              </a:tr>
              <a:tr h="139687">
                <a:tc>
                  <a:txBody>
                    <a:bodyPr/>
                    <a:lstStyle/>
                    <a:p>
                      <a:pPr algn="l" fontAlgn="t"/>
                      <a:r>
                        <a:rPr lang="en-GB" sz="800" b="1" i="0" u="none" strike="noStrike">
                          <a:solidFill>
                            <a:srgbClr val="000000"/>
                          </a:solidFill>
                          <a:effectLst/>
                          <a:latin typeface="Aptos Narrow" panose="020B0004020202020204" pitchFamily="34" charset="0"/>
                        </a:rPr>
                        <a:t>Sponsorship Support</a:t>
                      </a:r>
                    </a:p>
                  </a:txBody>
                  <a:tcPr marL="5141" marR="5141" marT="5141" marB="24677">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a:noFill/>
                    </a:lnB>
                    <a:solidFill>
                      <a:srgbClr val="FFFFFF"/>
                    </a:solid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85832928"/>
                  </a:ext>
                </a:extLst>
              </a:tr>
              <a:tr h="111628">
                <a:tc>
                  <a:txBody>
                    <a:bodyPr/>
                    <a:lstStyle/>
                    <a:p>
                      <a:pPr algn="l" fontAlgn="t"/>
                      <a:r>
                        <a:rPr lang="en-GB" sz="600" b="0" i="0" u="none" strike="noStrike">
                          <a:solidFill>
                            <a:srgbClr val="000000"/>
                          </a:solidFill>
                          <a:effectLst/>
                          <a:latin typeface="Aptos Narrow" panose="020B0004020202020204" pitchFamily="34" charset="0"/>
                        </a:rPr>
                        <a:t>Underwriting</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837936037"/>
                  </a:ext>
                </a:extLst>
              </a:tr>
              <a:tr h="111628">
                <a:tc>
                  <a:txBody>
                    <a:bodyPr/>
                    <a:lstStyle/>
                    <a:p>
                      <a:pPr algn="l" fontAlgn="t"/>
                      <a:r>
                        <a:rPr lang="en-GB" sz="600" b="0" i="0" u="none" strike="noStrike">
                          <a:solidFill>
                            <a:srgbClr val="000000"/>
                          </a:solidFill>
                          <a:effectLst/>
                          <a:latin typeface="Aptos Narrow" panose="020B0004020202020204" pitchFamily="34" charset="0"/>
                        </a:rPr>
                        <a:t>Operations</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537795755"/>
                  </a:ext>
                </a:extLst>
              </a:tr>
              <a:tr h="111628">
                <a:tc>
                  <a:txBody>
                    <a:bodyPr/>
                    <a:lstStyle/>
                    <a:p>
                      <a:pPr algn="l" fontAlgn="t"/>
                      <a:r>
                        <a:rPr lang="en-GB" sz="600" b="0" i="0" u="none" strike="noStrike">
                          <a:solidFill>
                            <a:srgbClr val="000000"/>
                          </a:solidFill>
                          <a:effectLst/>
                          <a:latin typeface="Aptos Narrow" panose="020B0004020202020204" pitchFamily="34" charset="0"/>
                        </a:rPr>
                        <a:t>Finance</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618785512"/>
                  </a:ext>
                </a:extLst>
              </a:tr>
              <a:tr h="111628">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a:noFill/>
                    </a:lnB>
                    <a:solidFill>
                      <a:srgbClr val="FFFFFF"/>
                    </a:solidFill>
                  </a:tcPr>
                </a:tc>
                <a:tc>
                  <a:txBody>
                    <a:bodyPr/>
                    <a:lstStyle/>
                    <a:p>
                      <a:pPr algn="ctr"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600" b="0" i="0" u="none" strike="noStrike">
                        <a:solidFill>
                          <a:srgbClr val="000000"/>
                        </a:solidFill>
                        <a:effectLst/>
                        <a:latin typeface="Aptos Narrow" panose="020B0004020202020204" pitchFamily="34" charset="0"/>
                      </a:endParaRPr>
                    </a:p>
                  </a:txBody>
                  <a:tcPr marL="5141" marR="5141" marT="5141" marB="24677">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79503354"/>
                  </a:ext>
                </a:extLst>
              </a:tr>
              <a:tr h="139687">
                <a:tc>
                  <a:txBody>
                    <a:bodyPr/>
                    <a:lstStyle/>
                    <a:p>
                      <a:pPr algn="l" fontAlgn="t"/>
                      <a:r>
                        <a:rPr lang="en-GB" sz="800" b="1" i="0" u="none" strike="noStrike">
                          <a:solidFill>
                            <a:srgbClr val="000000"/>
                          </a:solidFill>
                          <a:effectLst/>
                          <a:latin typeface="Aptos Narrow" panose="020B0004020202020204" pitchFamily="34" charset="0"/>
                        </a:rPr>
                        <a:t>Business Impact</a:t>
                      </a:r>
                    </a:p>
                  </a:txBody>
                  <a:tcPr marL="5141" marR="5141" marT="5141" marB="24677">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1"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a:noFill/>
                    </a:lnB>
                    <a:solidFill>
                      <a:srgbClr val="FFFFFF"/>
                    </a:solidFill>
                  </a:tcPr>
                </a:tc>
                <a:tc>
                  <a:txBody>
                    <a:bodyPr/>
                    <a:lstStyle/>
                    <a:p>
                      <a:pPr algn="l" fontAlgn="t"/>
                      <a:endParaRPr lang="en-GB" sz="600" b="1"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1"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1"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1"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600" b="1" i="0" u="none" strike="noStrike">
                        <a:solidFill>
                          <a:srgbClr val="000000"/>
                        </a:solidFill>
                        <a:effectLst/>
                        <a:latin typeface="Aptos Narrow" panose="020B0004020202020204" pitchFamily="34" charset="0"/>
                      </a:endParaRPr>
                    </a:p>
                  </a:txBody>
                  <a:tcPr marL="5141" marR="5141" marT="5141" marB="24677">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01270856"/>
                  </a:ext>
                </a:extLst>
              </a:tr>
              <a:tr h="184576">
                <a:tc>
                  <a:txBody>
                    <a:bodyPr/>
                    <a:lstStyle/>
                    <a:p>
                      <a:pPr algn="l" fontAlgn="t"/>
                      <a:r>
                        <a:rPr lang="en-GB" sz="600" b="0" i="0" u="none" strike="noStrike">
                          <a:solidFill>
                            <a:srgbClr val="000000"/>
                          </a:solidFill>
                          <a:effectLst/>
                          <a:latin typeface="Aptos Narrow" panose="020B0004020202020204" pitchFamily="34" charset="0"/>
                        </a:rPr>
                        <a:t>Teams Impacted (Products used across Bus)</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4285706381"/>
                  </a:ext>
                </a:extLst>
              </a:tr>
              <a:tr h="184576">
                <a:tc>
                  <a:txBody>
                    <a:bodyPr/>
                    <a:lstStyle/>
                    <a:p>
                      <a:pPr algn="l" fontAlgn="t"/>
                      <a:r>
                        <a:rPr lang="en-GB" sz="600" b="0" i="0" u="none" strike="noStrike">
                          <a:solidFill>
                            <a:srgbClr val="000000"/>
                          </a:solidFill>
                          <a:effectLst/>
                          <a:latin typeface="Aptos Narrow" panose="020B0004020202020204" pitchFamily="34" charset="0"/>
                        </a:rPr>
                        <a:t>User Adoption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600" b="0" i="0" u="none" strike="noStrike">
                        <a:solidFill>
                          <a:srgbClr val="000000"/>
                        </a:solidFill>
                        <a:effectLst/>
                        <a:latin typeface="Aptos Narrow" panose="020B0004020202020204" pitchFamily="34" charset="0"/>
                      </a:endParaRP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Green</a:t>
                      </a:r>
                    </a:p>
                  </a:txBody>
                  <a:tcPr marL="5141" marR="5141" marT="5141" marB="24677">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600" b="1" i="0" u="none" strike="noStrike">
                          <a:solidFill>
                            <a:srgbClr val="FFFFFF"/>
                          </a:solidFill>
                          <a:effectLst/>
                          <a:latin typeface="Aptos Narrow" panose="020B0004020202020204" pitchFamily="34" charset="0"/>
                        </a:rPr>
                        <a:t>Amber</a:t>
                      </a:r>
                    </a:p>
                  </a:txBody>
                  <a:tcPr marL="5141" marR="5141" marT="5141" marB="24677">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666412239"/>
                  </a:ext>
                </a:extLst>
              </a:tr>
            </a:tbl>
          </a:graphicData>
        </a:graphic>
      </p:graphicFrame>
      <p:sp>
        <p:nvSpPr>
          <p:cNvPr id="13" name="Subtitle 2">
            <a:extLst>
              <a:ext uri="{FF2B5EF4-FFF2-40B4-BE49-F238E27FC236}">
                <a16:creationId xmlns:a16="http://schemas.microsoft.com/office/drawing/2014/main" id="{A8F80BC3-9682-78BC-D8DD-A98CC3253B7B}"/>
              </a:ext>
            </a:extLst>
          </p:cNvPr>
          <p:cNvSpPr>
            <a:spLocks noGrp="1"/>
          </p:cNvSpPr>
          <p:nvPr>
            <p:ph type="subTitle" idx="1"/>
          </p:nvPr>
        </p:nvSpPr>
        <p:spPr>
          <a:xfrm>
            <a:off x="1590189" y="1050513"/>
            <a:ext cx="8567801" cy="1009641"/>
          </a:xfrm>
          <a:ln w="28575">
            <a:solidFill>
              <a:srgbClr val="E423A3"/>
            </a:solidFill>
          </a:ln>
        </p:spPr>
        <p:txBody>
          <a:bodyPr vert="horz" lIns="91440" tIns="45720" rIns="91440" bIns="45720" rtlCol="0" anchor="t">
            <a:noAutofit/>
          </a:bodyPr>
          <a:lstStyle/>
          <a:p>
            <a:pPr marL="171450" indent="-171450" algn="l">
              <a:buChar char="•"/>
              <a:tabLst>
                <a:tab pos="457200" algn="l"/>
              </a:tabLst>
            </a:pPr>
            <a:r>
              <a:rPr lang="en-GB" sz="1200">
                <a:latin typeface="Arial"/>
                <a:cs typeface="Arial"/>
              </a:rPr>
              <a:t>To Support Written Premium Growth, focus needs to be on North America Property </a:t>
            </a:r>
          </a:p>
          <a:p>
            <a:pPr marL="171450" indent="-171450" algn="l">
              <a:buChar char="•"/>
              <a:tabLst>
                <a:tab pos="457200" algn="l"/>
              </a:tabLst>
            </a:pPr>
            <a:r>
              <a:rPr lang="en-GB" sz="1200">
                <a:latin typeface="Arial"/>
                <a:cs typeface="Arial"/>
              </a:rPr>
              <a:t>To Support Efficiencies, focus needs to be on Cyber BIDAC</a:t>
            </a:r>
          </a:p>
          <a:p>
            <a:pPr marL="171450" indent="-171450" algn="l">
              <a:buChar char="•"/>
              <a:tabLst>
                <a:tab pos="457200" algn="l"/>
              </a:tabLst>
            </a:pPr>
            <a:r>
              <a:rPr lang="en-GB" sz="1200">
                <a:latin typeface="Arial"/>
                <a:cs typeface="Arial"/>
              </a:rPr>
              <a:t>To Reduce Reputational and Operational risk due to Legacy Systems, Lack of Controls and Multiple touchpoints to manage Policy lifecycle, focus should be on BIDAC</a:t>
            </a:r>
          </a:p>
          <a:p>
            <a:pPr marL="628650" lvl="1" indent="-171450" algn="l">
              <a:buChar char="•"/>
              <a:tabLst>
                <a:tab pos="457200" algn="l"/>
              </a:tabLst>
            </a:pPr>
            <a:endParaRPr lang="en-GB" sz="800">
              <a:latin typeface="Arial"/>
              <a:cs typeface="Arial"/>
            </a:endParaRPr>
          </a:p>
          <a:p>
            <a:pPr marL="628650" lvl="1" indent="-171450" algn="l">
              <a:buChar char="•"/>
              <a:tabLst>
                <a:tab pos="457200" algn="l"/>
              </a:tabLst>
            </a:pPr>
            <a:endParaRPr lang="en-GB" sz="800">
              <a:latin typeface="Arial"/>
              <a:cs typeface="Arial"/>
            </a:endParaRPr>
          </a:p>
        </p:txBody>
      </p:sp>
    </p:spTree>
    <p:extLst>
      <p:ext uri="{BB962C8B-B14F-4D97-AF65-F5344CB8AC3E}">
        <p14:creationId xmlns:p14="http://schemas.microsoft.com/office/powerpoint/2010/main" val="2764723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0454F-7981-FE86-B5FC-18850565D94C}"/>
            </a:ext>
          </a:extLst>
        </p:cNvPr>
        <p:cNvGrpSpPr/>
        <p:nvPr/>
      </p:nvGrpSpPr>
      <p:grpSpPr>
        <a:xfrm>
          <a:off x="0" y="0"/>
          <a:ext cx="0" cy="0"/>
          <a:chOff x="0" y="0"/>
          <a:chExt cx="0" cy="0"/>
        </a:xfrm>
      </p:grpSpPr>
      <p:sp>
        <p:nvSpPr>
          <p:cNvPr id="12" name="Subtitle 1">
            <a:extLst>
              <a:ext uri="{FF2B5EF4-FFF2-40B4-BE49-F238E27FC236}">
                <a16:creationId xmlns:a16="http://schemas.microsoft.com/office/drawing/2014/main" id="{F24D8ECD-4797-B3F1-9C29-B5261F13240F}"/>
              </a:ext>
            </a:extLst>
          </p:cNvPr>
          <p:cNvSpPr txBox="1">
            <a:spLocks/>
          </p:cNvSpPr>
          <p:nvPr/>
        </p:nvSpPr>
        <p:spPr>
          <a:xfrm>
            <a:off x="404813" y="4962612"/>
            <a:ext cx="11386134" cy="184666"/>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Ubuntu" panose="020B0504030602030204" pitchFamily="34" charset="0"/>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Ubuntu" panose="020B0504030602030204" pitchFamily="34" charset="0"/>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Ubuntu" panose="020B0504030602030204" pitchFamily="34" charset="0"/>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Ubuntu" panose="020B050403060203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May-2025</a:t>
            </a:r>
          </a:p>
        </p:txBody>
      </p:sp>
      <p:sp>
        <p:nvSpPr>
          <p:cNvPr id="16" name="Freeform: Shape 15">
            <a:extLst>
              <a:ext uri="{FF2B5EF4-FFF2-40B4-BE49-F238E27FC236}">
                <a16:creationId xmlns:a16="http://schemas.microsoft.com/office/drawing/2014/main" id="{D01A0FC5-E3F2-13CD-FE6B-CC16B89B729A}"/>
              </a:ext>
            </a:extLst>
          </p:cNvPr>
          <p:cNvSpPr>
            <a:spLocks noChangeAspect="1"/>
          </p:cNvSpPr>
          <p:nvPr/>
        </p:nvSpPr>
        <p:spPr>
          <a:xfrm rot="13950190">
            <a:off x="1423243" y="172591"/>
            <a:ext cx="12000656" cy="7484434"/>
          </a:xfrm>
          <a:custGeom>
            <a:avLst/>
            <a:gdLst>
              <a:gd name="connsiteX0" fmla="*/ 5616388 w 12000656"/>
              <a:gd name="connsiteY0" fmla="*/ 4076496 h 7484434"/>
              <a:gd name="connsiteX1" fmla="*/ 5441159 w 12000656"/>
              <a:gd name="connsiteY1" fmla="*/ 4078236 h 7484434"/>
              <a:gd name="connsiteX2" fmla="*/ 5352655 w 12000656"/>
              <a:gd name="connsiteY2" fmla="*/ 4046118 h 7484434"/>
              <a:gd name="connsiteX3" fmla="*/ 4177141 w 12000656"/>
              <a:gd name="connsiteY3" fmla="*/ 3513781 h 7484434"/>
              <a:gd name="connsiteX4" fmla="*/ 906491 w 12000656"/>
              <a:gd name="connsiteY4" fmla="*/ 5968172 h 7484434"/>
              <a:gd name="connsiteX5" fmla="*/ 57699 w 12000656"/>
              <a:gd name="connsiteY5" fmla="*/ 7484434 h 7484434"/>
              <a:gd name="connsiteX6" fmla="*/ 0 w 12000656"/>
              <a:gd name="connsiteY6" fmla="*/ 7464605 h 7484434"/>
              <a:gd name="connsiteX7" fmla="*/ 857901 w 12000656"/>
              <a:gd name="connsiteY7" fmla="*/ 5930038 h 7484434"/>
              <a:gd name="connsiteX8" fmla="*/ 2136401 w 12000656"/>
              <a:gd name="connsiteY8" fmla="*/ 4610553 h 7484434"/>
              <a:gd name="connsiteX9" fmla="*/ 4166512 w 12000656"/>
              <a:gd name="connsiteY9" fmla="*/ 3449714 h 7484434"/>
              <a:gd name="connsiteX10" fmla="*/ 4178658 w 12000656"/>
              <a:gd name="connsiteY10" fmla="*/ 3445137 h 7484434"/>
              <a:gd name="connsiteX11" fmla="*/ 4190806 w 12000656"/>
              <a:gd name="connsiteY11" fmla="*/ 3451239 h 7484434"/>
              <a:gd name="connsiteX12" fmla="*/ 5364052 w 12000656"/>
              <a:gd name="connsiteY12" fmla="*/ 3984648 h 7484434"/>
              <a:gd name="connsiteX13" fmla="*/ 9608800 w 12000656"/>
              <a:gd name="connsiteY13" fmla="*/ 3884388 h 7484434"/>
              <a:gd name="connsiteX14" fmla="*/ 9351875 w 12000656"/>
              <a:gd name="connsiteY14" fmla="*/ 4152929 h 7484434"/>
              <a:gd name="connsiteX15" fmla="*/ 8090797 w 12000656"/>
              <a:gd name="connsiteY15" fmla="*/ 4575498 h 7484434"/>
              <a:gd name="connsiteX16" fmla="*/ 7882268 w 12000656"/>
              <a:gd name="connsiteY16" fmla="*/ 4582298 h 7484434"/>
              <a:gd name="connsiteX17" fmla="*/ 7901712 w 12000656"/>
              <a:gd name="connsiteY17" fmla="*/ 4518763 h 7484434"/>
              <a:gd name="connsiteX18" fmla="*/ 8079831 w 12000656"/>
              <a:gd name="connsiteY18" fmla="*/ 4513191 h 7484434"/>
              <a:gd name="connsiteX19" fmla="*/ 9312396 w 12000656"/>
              <a:gd name="connsiteY19" fmla="*/ 4104115 h 7484434"/>
              <a:gd name="connsiteX20" fmla="*/ 9728440 w 12000656"/>
              <a:gd name="connsiteY20" fmla="*/ 2005146 h 7484434"/>
              <a:gd name="connsiteX21" fmla="*/ 9972903 w 12000656"/>
              <a:gd name="connsiteY21" fmla="*/ 269224 h 7484434"/>
              <a:gd name="connsiteX22" fmla="*/ 11782845 w 12000656"/>
              <a:gd name="connsiteY22" fmla="*/ 11428 h 7484434"/>
              <a:gd name="connsiteX23" fmla="*/ 11772217 w 12000656"/>
              <a:gd name="connsiteY23" fmla="*/ 72445 h 7484434"/>
              <a:gd name="connsiteX24" fmla="*/ 10013901 w 12000656"/>
              <a:gd name="connsiteY24" fmla="*/ 314987 h 7484434"/>
              <a:gd name="connsiteX25" fmla="*/ 9787657 w 12000656"/>
              <a:gd name="connsiteY25" fmla="*/ 1989892 h 7484434"/>
              <a:gd name="connsiteX26" fmla="*/ 9863577 w 12000656"/>
              <a:gd name="connsiteY26" fmla="*/ 3306325 h 7484434"/>
              <a:gd name="connsiteX27" fmla="*/ 9608800 w 12000656"/>
              <a:gd name="connsiteY27" fmla="*/ 3884388 h 748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00656" h="7484434">
                <a:moveTo>
                  <a:pt x="5616388" y="4076496"/>
                </a:moveTo>
                <a:lnTo>
                  <a:pt x="5441159" y="4078236"/>
                </a:lnTo>
                <a:lnTo>
                  <a:pt x="5352655" y="4046118"/>
                </a:lnTo>
                <a:cubicBezTo>
                  <a:pt x="4966689" y="3897256"/>
                  <a:pt x="4572876" y="3719140"/>
                  <a:pt x="4177141" y="3513781"/>
                </a:cubicBezTo>
                <a:cubicBezTo>
                  <a:pt x="2509929" y="4162081"/>
                  <a:pt x="1478929" y="5206992"/>
                  <a:pt x="906491" y="5968172"/>
                </a:cubicBezTo>
                <a:cubicBezTo>
                  <a:pt x="286980" y="6794946"/>
                  <a:pt x="59219" y="7476807"/>
                  <a:pt x="57699" y="7484434"/>
                </a:cubicBezTo>
                <a:lnTo>
                  <a:pt x="0" y="7464605"/>
                </a:lnTo>
                <a:cubicBezTo>
                  <a:pt x="1519" y="7456976"/>
                  <a:pt x="232317" y="6765964"/>
                  <a:pt x="857901" y="5930038"/>
                </a:cubicBezTo>
                <a:cubicBezTo>
                  <a:pt x="1225356" y="5438854"/>
                  <a:pt x="1655065" y="4994957"/>
                  <a:pt x="2136401" y="4610553"/>
                </a:cubicBezTo>
                <a:cubicBezTo>
                  <a:pt x="2737690" y="4128523"/>
                  <a:pt x="3420974" y="3738016"/>
                  <a:pt x="4166512" y="3449714"/>
                </a:cubicBezTo>
                <a:lnTo>
                  <a:pt x="4178658" y="3445137"/>
                </a:lnTo>
                <a:lnTo>
                  <a:pt x="4190806" y="3451239"/>
                </a:lnTo>
                <a:cubicBezTo>
                  <a:pt x="4585972" y="3657169"/>
                  <a:pt x="4979002" y="3835643"/>
                  <a:pt x="5364052" y="3984648"/>
                </a:cubicBezTo>
                <a:close/>
                <a:moveTo>
                  <a:pt x="9608800" y="3884388"/>
                </a:moveTo>
                <a:cubicBezTo>
                  <a:pt x="9536076" y="3983823"/>
                  <a:pt x="9450381" y="4073417"/>
                  <a:pt x="9351875" y="4152929"/>
                </a:cubicBezTo>
                <a:cubicBezTo>
                  <a:pt x="9043970" y="4400188"/>
                  <a:pt x="8615743" y="4542339"/>
                  <a:pt x="8090797" y="4575498"/>
                </a:cubicBezTo>
                <a:lnTo>
                  <a:pt x="7882268" y="4582298"/>
                </a:lnTo>
                <a:lnTo>
                  <a:pt x="7901712" y="4518763"/>
                </a:lnTo>
                <a:lnTo>
                  <a:pt x="8079831" y="4513191"/>
                </a:lnTo>
                <a:cubicBezTo>
                  <a:pt x="8594169" y="4481450"/>
                  <a:pt x="9012463" y="4343367"/>
                  <a:pt x="9312396" y="4104115"/>
                </a:cubicBezTo>
                <a:cubicBezTo>
                  <a:pt x="9833210" y="3687678"/>
                  <a:pt x="9975940" y="2961579"/>
                  <a:pt x="9728440" y="2005146"/>
                </a:cubicBezTo>
                <a:cubicBezTo>
                  <a:pt x="9515863" y="1187524"/>
                  <a:pt x="9597857" y="603289"/>
                  <a:pt x="9972903" y="269224"/>
                </a:cubicBezTo>
                <a:cubicBezTo>
                  <a:pt x="10331247" y="-51113"/>
                  <a:pt x="11482959" y="44225"/>
                  <a:pt x="11782845" y="11428"/>
                </a:cubicBezTo>
                <a:cubicBezTo>
                  <a:pt x="12082731" y="-21369"/>
                  <a:pt x="12067042" y="21852"/>
                  <a:pt x="11772217" y="72445"/>
                </a:cubicBezTo>
                <a:cubicBezTo>
                  <a:pt x="11477393" y="123037"/>
                  <a:pt x="10442092" y="-66367"/>
                  <a:pt x="10013901" y="314987"/>
                </a:cubicBezTo>
                <a:cubicBezTo>
                  <a:pt x="9658594" y="632273"/>
                  <a:pt x="9582673" y="1196676"/>
                  <a:pt x="9787657" y="1989892"/>
                </a:cubicBezTo>
                <a:cubicBezTo>
                  <a:pt x="9918240" y="2494803"/>
                  <a:pt x="9944054" y="2937173"/>
                  <a:pt x="9863577" y="3306325"/>
                </a:cubicBezTo>
                <a:cubicBezTo>
                  <a:pt x="9815179" y="3525603"/>
                  <a:pt x="9730006" y="3718663"/>
                  <a:pt x="9608800" y="3884388"/>
                </a:cubicBezTo>
                <a:close/>
              </a:path>
            </a:pathLst>
          </a:custGeom>
          <a:gradFill>
            <a:gsLst>
              <a:gs pos="100000">
                <a:schemeClr val="accent2">
                  <a:alpha val="100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11" name="Title 10">
            <a:extLst>
              <a:ext uri="{FF2B5EF4-FFF2-40B4-BE49-F238E27FC236}">
                <a16:creationId xmlns:a16="http://schemas.microsoft.com/office/drawing/2014/main" id="{E223262B-6673-464F-63D1-47955A82F816}"/>
              </a:ext>
            </a:extLst>
          </p:cNvPr>
          <p:cNvSpPr>
            <a:spLocks noGrp="1"/>
          </p:cNvSpPr>
          <p:nvPr>
            <p:ph type="ctrTitle"/>
          </p:nvPr>
        </p:nvSpPr>
        <p:spPr>
          <a:xfrm>
            <a:off x="404811" y="2989014"/>
            <a:ext cx="10985149" cy="1061829"/>
          </a:xfrm>
        </p:spPr>
        <p:txBody>
          <a:bodyPr/>
          <a:lstStyle/>
          <a:p>
            <a:r>
              <a:rPr lang="en-GB">
                <a:latin typeface="Ubuntu"/>
              </a:rPr>
              <a:t>Appendices</a:t>
            </a:r>
            <a:endParaRPr lang="en-GB" sz="2400"/>
          </a:p>
        </p:txBody>
      </p:sp>
    </p:spTree>
    <p:extLst>
      <p:ext uri="{BB962C8B-B14F-4D97-AF65-F5344CB8AC3E}">
        <p14:creationId xmlns:p14="http://schemas.microsoft.com/office/powerpoint/2010/main" val="1173257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BE4EA-11AC-86FC-2B2F-0CF91B1E6AD7}"/>
              </a:ext>
            </a:extLst>
          </p:cNvPr>
          <p:cNvSpPr>
            <a:spLocks noGrp="1"/>
          </p:cNvSpPr>
          <p:nvPr>
            <p:ph type="ctrTitle"/>
          </p:nvPr>
        </p:nvSpPr>
        <p:spPr>
          <a:xfrm>
            <a:off x="183715" y="297331"/>
            <a:ext cx="9144000" cy="593703"/>
          </a:xfrm>
        </p:spPr>
        <p:txBody>
          <a:bodyPr>
            <a:noAutofit/>
          </a:bodyPr>
          <a:lstStyle/>
          <a:p>
            <a:pPr algn="l"/>
            <a:r>
              <a:rPr lang="en-GB" sz="4000"/>
              <a:t>The Ask</a:t>
            </a:r>
          </a:p>
        </p:txBody>
      </p:sp>
      <p:sp>
        <p:nvSpPr>
          <p:cNvPr id="3" name="Subtitle 2">
            <a:extLst>
              <a:ext uri="{FF2B5EF4-FFF2-40B4-BE49-F238E27FC236}">
                <a16:creationId xmlns:a16="http://schemas.microsoft.com/office/drawing/2014/main" id="{3C3763B9-F071-ABD5-C4F1-1413E3D52833}"/>
              </a:ext>
            </a:extLst>
          </p:cNvPr>
          <p:cNvSpPr>
            <a:spLocks noGrp="1"/>
          </p:cNvSpPr>
          <p:nvPr>
            <p:ph type="subTitle" idx="1"/>
          </p:nvPr>
        </p:nvSpPr>
        <p:spPr>
          <a:xfrm>
            <a:off x="445133" y="1604137"/>
            <a:ext cx="9144000" cy="4326937"/>
          </a:xfrm>
        </p:spPr>
        <p:txBody>
          <a:bodyPr>
            <a:normAutofit lnSpcReduction="10000"/>
          </a:bodyPr>
          <a:lstStyle/>
          <a:p>
            <a:pPr marL="342900" indent="-342900" algn="l" rtl="0" fontAlgn="ctr">
              <a:lnSpc>
                <a:spcPct val="150000"/>
              </a:lnSpc>
              <a:spcBef>
                <a:spcPts val="0"/>
              </a:spcBef>
              <a:spcAft>
                <a:spcPts val="0"/>
              </a:spcAft>
              <a:buFont typeface="Arial" panose="020B0604020202020204" pitchFamily="34" charset="0"/>
              <a:buChar char="•"/>
            </a:pPr>
            <a:r>
              <a:rPr lang="en-GB" sz="2400" b="0" i="0">
                <a:solidFill>
                  <a:srgbClr val="000000"/>
                </a:solidFill>
                <a:effectLst/>
                <a:latin typeface="Calibri" panose="020F0502020204030204" pitchFamily="34" charset="0"/>
              </a:rPr>
              <a:t>What skills do we need and the effort required from these roles?</a:t>
            </a:r>
          </a:p>
          <a:p>
            <a:pPr marL="342900" indent="-342900" algn="l" rtl="0" fontAlgn="ctr">
              <a:lnSpc>
                <a:spcPct val="150000"/>
              </a:lnSpc>
              <a:spcBef>
                <a:spcPts val="0"/>
              </a:spcBef>
              <a:spcAft>
                <a:spcPts val="0"/>
              </a:spcAft>
              <a:buFont typeface="Arial" panose="020B0604020202020204" pitchFamily="34" charset="0"/>
              <a:buChar char="•"/>
            </a:pPr>
            <a:r>
              <a:rPr lang="en-GB" sz="2400" b="0" i="0">
                <a:solidFill>
                  <a:srgbClr val="000000"/>
                </a:solidFill>
                <a:effectLst/>
                <a:latin typeface="Calibri" panose="020F0502020204030204" pitchFamily="34" charset="0"/>
              </a:rPr>
              <a:t>Templates for the information we require with examples, so they understand what level of detail they need to provide.</a:t>
            </a:r>
          </a:p>
          <a:p>
            <a:pPr marL="342900" indent="-342900" algn="l" rtl="0" fontAlgn="ctr">
              <a:lnSpc>
                <a:spcPct val="150000"/>
              </a:lnSpc>
              <a:spcBef>
                <a:spcPts val="0"/>
              </a:spcBef>
              <a:spcAft>
                <a:spcPts val="0"/>
              </a:spcAft>
              <a:buFont typeface="Arial" panose="020B0604020202020204" pitchFamily="34" charset="0"/>
              <a:buChar char="•"/>
            </a:pPr>
            <a:r>
              <a:rPr lang="en-GB" sz="2400" b="0" i="0">
                <a:solidFill>
                  <a:srgbClr val="000000"/>
                </a:solidFill>
                <a:effectLst/>
                <a:latin typeface="Calibri" panose="020F0502020204030204" pitchFamily="34" charset="0"/>
              </a:rPr>
              <a:t>Lead times and follow up approach to ensure that we can launch the product inception with the right level of engagement, so we run at pace.</a:t>
            </a:r>
          </a:p>
          <a:p>
            <a:pPr marL="342900" indent="-342900" algn="l" rtl="0" fontAlgn="ctr">
              <a:lnSpc>
                <a:spcPct val="150000"/>
              </a:lnSpc>
              <a:spcBef>
                <a:spcPts val="0"/>
              </a:spcBef>
              <a:spcAft>
                <a:spcPts val="0"/>
              </a:spcAft>
              <a:buFont typeface="Arial" panose="020B0604020202020204" pitchFamily="34" charset="0"/>
              <a:buChar char="•"/>
            </a:pPr>
            <a:r>
              <a:rPr lang="en-GB" sz="2400" b="0" i="0">
                <a:solidFill>
                  <a:srgbClr val="000000"/>
                </a:solidFill>
                <a:effectLst/>
                <a:latin typeface="Calibri" panose="020F0502020204030204" pitchFamily="34" charset="0"/>
              </a:rPr>
              <a:t>Meeting cadence, agendas, milestones for sign-off and when build can start.</a:t>
            </a:r>
          </a:p>
          <a:p>
            <a:pPr marL="342900" indent="-342900" algn="l">
              <a:buFont typeface="Arial" panose="020B0604020202020204" pitchFamily="34" charset="0"/>
              <a:buChar char="•"/>
            </a:pPr>
            <a:endParaRPr lang="en-GB"/>
          </a:p>
        </p:txBody>
      </p:sp>
      <p:cxnSp>
        <p:nvCxnSpPr>
          <p:cNvPr id="5" name="Straight Connector 4">
            <a:extLst>
              <a:ext uri="{FF2B5EF4-FFF2-40B4-BE49-F238E27FC236}">
                <a16:creationId xmlns:a16="http://schemas.microsoft.com/office/drawing/2014/main" id="{2CA23DCA-72C0-15BE-34CE-CF60D8710886}"/>
              </a:ext>
            </a:extLst>
          </p:cNvPr>
          <p:cNvCxnSpPr/>
          <p:nvPr/>
        </p:nvCxnSpPr>
        <p:spPr>
          <a:xfrm>
            <a:off x="0" y="926926"/>
            <a:ext cx="12192000"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2" descr="Beazley launches new private equity liability insurance product -  Reinsurance News">
            <a:extLst>
              <a:ext uri="{FF2B5EF4-FFF2-40B4-BE49-F238E27FC236}">
                <a16:creationId xmlns:a16="http://schemas.microsoft.com/office/drawing/2014/main" id="{45B3B223-C2D3-FDE6-2E9C-8770E2CA6334}"/>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274634" y="328517"/>
            <a:ext cx="1004626" cy="315346"/>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e 1">
            <a:extLst>
              <a:ext uri="{FF2B5EF4-FFF2-40B4-BE49-F238E27FC236}">
                <a16:creationId xmlns:a16="http://schemas.microsoft.com/office/drawing/2014/main" id="{A8E3A29E-490A-9138-2445-11403941BBF5}"/>
              </a:ext>
            </a:extLst>
          </p:cNvPr>
          <p:cNvGrpSpPr>
            <a:grpSpLocks noChangeAspect="1"/>
          </p:cNvGrpSpPr>
          <p:nvPr/>
        </p:nvGrpSpPr>
        <p:grpSpPr>
          <a:xfrm>
            <a:off x="11426993" y="254875"/>
            <a:ext cx="419436" cy="388988"/>
            <a:chOff x="11501102" y="171573"/>
            <a:chExt cx="419436" cy="388988"/>
          </a:xfrm>
        </p:grpSpPr>
        <p:sp>
          <p:nvSpPr>
            <p:cNvPr id="8" name="Freeform 13">
              <a:extLst>
                <a:ext uri="{FF2B5EF4-FFF2-40B4-BE49-F238E27FC236}">
                  <a16:creationId xmlns:a16="http://schemas.microsoft.com/office/drawing/2014/main" id="{B82C1DD0-4941-BCF2-7A25-E79890BD6BE0}"/>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 name="Freeform 14">
              <a:extLst>
                <a:ext uri="{FF2B5EF4-FFF2-40B4-BE49-F238E27FC236}">
                  <a16:creationId xmlns:a16="http://schemas.microsoft.com/office/drawing/2014/main" id="{A6B64DD2-04B1-57E7-C863-2252AD7612C8}"/>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cxnSp>
        <p:nvCxnSpPr>
          <p:cNvPr id="10" name="Straight Connector 9">
            <a:extLst>
              <a:ext uri="{FF2B5EF4-FFF2-40B4-BE49-F238E27FC236}">
                <a16:creationId xmlns:a16="http://schemas.microsoft.com/office/drawing/2014/main" id="{759C2B40-471D-626E-FAE3-A37DA594AF1F}"/>
              </a:ext>
            </a:extLst>
          </p:cNvPr>
          <p:cNvCxnSpPr>
            <a:cxnSpLocks/>
          </p:cNvCxnSpPr>
          <p:nvPr/>
        </p:nvCxnSpPr>
        <p:spPr>
          <a:xfrm>
            <a:off x="11304834" y="205194"/>
            <a:ext cx="0" cy="38898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7562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DECAC9AF-C9AD-ADCF-1166-2AFFBE012450}"/>
              </a:ext>
            </a:extLst>
          </p:cNvPr>
          <p:cNvGraphicFramePr>
            <a:graphicFrameLocks noGrp="1"/>
          </p:cNvGraphicFramePr>
          <p:nvPr>
            <p:extLst>
              <p:ext uri="{D42A27DB-BD31-4B8C-83A1-F6EECF244321}">
                <p14:modId xmlns:p14="http://schemas.microsoft.com/office/powerpoint/2010/main" val="2322769906"/>
              </p:ext>
            </p:extLst>
          </p:nvPr>
        </p:nvGraphicFramePr>
        <p:xfrm>
          <a:off x="93784" y="621323"/>
          <a:ext cx="11928611" cy="5864797"/>
        </p:xfrm>
        <a:graphic>
          <a:graphicData uri="http://schemas.openxmlformats.org/drawingml/2006/table">
            <a:tbl>
              <a:tblPr firstRow="1" bandRow="1"/>
              <a:tblGrid>
                <a:gridCol w="1803399">
                  <a:extLst>
                    <a:ext uri="{9D8B030D-6E8A-4147-A177-3AD203B41FA5}">
                      <a16:colId xmlns:a16="http://schemas.microsoft.com/office/drawing/2014/main" val="3116345192"/>
                    </a:ext>
                  </a:extLst>
                </a:gridCol>
                <a:gridCol w="2894949">
                  <a:extLst>
                    <a:ext uri="{9D8B030D-6E8A-4147-A177-3AD203B41FA5}">
                      <a16:colId xmlns:a16="http://schemas.microsoft.com/office/drawing/2014/main" val="494418936"/>
                    </a:ext>
                  </a:extLst>
                </a:gridCol>
                <a:gridCol w="3246443">
                  <a:extLst>
                    <a:ext uri="{9D8B030D-6E8A-4147-A177-3AD203B41FA5}">
                      <a16:colId xmlns:a16="http://schemas.microsoft.com/office/drawing/2014/main" val="3837348939"/>
                    </a:ext>
                  </a:extLst>
                </a:gridCol>
                <a:gridCol w="1815966">
                  <a:extLst>
                    <a:ext uri="{9D8B030D-6E8A-4147-A177-3AD203B41FA5}">
                      <a16:colId xmlns:a16="http://schemas.microsoft.com/office/drawing/2014/main" val="2612557486"/>
                    </a:ext>
                  </a:extLst>
                </a:gridCol>
                <a:gridCol w="2167854">
                  <a:extLst>
                    <a:ext uri="{9D8B030D-6E8A-4147-A177-3AD203B41FA5}">
                      <a16:colId xmlns:a16="http://schemas.microsoft.com/office/drawing/2014/main" val="274325381"/>
                    </a:ext>
                  </a:extLst>
                </a:gridCol>
              </a:tblGrid>
              <a:tr h="25773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lnSpc>
                          <a:spcPct val="100000"/>
                        </a:lnSpc>
                        <a:spcAft>
                          <a:spcPts val="300"/>
                        </a:spcAft>
                      </a:pPr>
                      <a:r>
                        <a:rPr lang="en-GB" sz="1100" b="1">
                          <a:solidFill>
                            <a:schemeClr val="bg1"/>
                          </a:solidFill>
                          <a:effectLst/>
                          <a:latin typeface="Aptos"/>
                        </a:rPr>
                        <a:t>Role</a:t>
                      </a:r>
                    </a:p>
                  </a:txBody>
                  <a:tcPr marL="96000" marR="96000" marT="48000" marB="4800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4B005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lvl="0" algn="l">
                        <a:lnSpc>
                          <a:spcPct val="100000"/>
                        </a:lnSpc>
                        <a:spcAft>
                          <a:spcPts val="300"/>
                        </a:spcAft>
                        <a:buNone/>
                      </a:pPr>
                      <a:r>
                        <a:rPr lang="en-GB" sz="1100" b="1">
                          <a:solidFill>
                            <a:schemeClr val="bg1"/>
                          </a:solidFill>
                          <a:effectLst/>
                          <a:latin typeface="Aptos"/>
                        </a:rPr>
                        <a:t>Responsibility</a:t>
                      </a:r>
                    </a:p>
                  </a:txBody>
                  <a:tcPr marL="96000" marR="96000" marT="48000" marB="4800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a:solidFill>
                        <a:srgbClr val="FFFFFF"/>
                      </a:solidFill>
                    </a:lnT>
                    <a:lnB w="76200" cap="flat" cmpd="sng" algn="ctr">
                      <a:solidFill>
                        <a:srgbClr val="FFFFFF"/>
                      </a:solidFill>
                      <a:prstDash val="solid"/>
                      <a:round/>
                      <a:headEnd type="none" w="med" len="med"/>
                      <a:tailEnd type="none" w="med" len="med"/>
                    </a:lnB>
                    <a:lnTlToBr w="0">
                      <a:noFill/>
                    </a:lnTlToBr>
                    <a:lnBlToTr w="0">
                      <a:noFill/>
                    </a:lnBlToTr>
                    <a:solidFill>
                      <a:srgbClr val="4B005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lvl="0" algn="l">
                        <a:lnSpc>
                          <a:spcPct val="100000"/>
                        </a:lnSpc>
                        <a:spcAft>
                          <a:spcPts val="300"/>
                        </a:spcAft>
                        <a:buNone/>
                      </a:pPr>
                      <a:r>
                        <a:rPr lang="en-GB" sz="1100" b="1">
                          <a:solidFill>
                            <a:schemeClr val="bg1"/>
                          </a:solidFill>
                          <a:effectLst/>
                          <a:latin typeface="Aptos"/>
                        </a:rPr>
                        <a:t>Skills Required</a:t>
                      </a:r>
                      <a:endParaRPr lang="en-US" sz="1100">
                        <a:latin typeface="Aptos"/>
                      </a:endParaRPr>
                    </a:p>
                  </a:txBody>
                  <a:tcPr marL="96000" marR="96000" marT="48000" marB="4800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a:solidFill>
                        <a:srgbClr val="FFFFFF"/>
                      </a:solidFill>
                    </a:lnT>
                    <a:lnB w="76200" cap="flat" cmpd="sng" algn="ctr">
                      <a:solidFill>
                        <a:srgbClr val="FFFFFF"/>
                      </a:solidFill>
                      <a:prstDash val="solid"/>
                      <a:round/>
                      <a:headEnd type="none" w="med" len="med"/>
                      <a:tailEnd type="none" w="med" len="med"/>
                    </a:lnB>
                    <a:lnTlToBr w="0">
                      <a:noFill/>
                    </a:lnTlToBr>
                    <a:lnBlToTr w="0">
                      <a:noFill/>
                    </a:lnBlToTr>
                    <a:solidFill>
                      <a:srgbClr val="4B005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lvl="0" algn="l">
                        <a:lnSpc>
                          <a:spcPct val="100000"/>
                        </a:lnSpc>
                        <a:spcAft>
                          <a:spcPts val="300"/>
                        </a:spcAft>
                        <a:buNone/>
                      </a:pPr>
                      <a:r>
                        <a:rPr lang="en-GB" sz="1100" b="1">
                          <a:solidFill>
                            <a:schemeClr val="bg1"/>
                          </a:solidFill>
                          <a:effectLst/>
                          <a:latin typeface="Aptos"/>
                        </a:rPr>
                        <a:t>Type</a:t>
                      </a:r>
                    </a:p>
                  </a:txBody>
                  <a:tcPr marL="96000" marR="96000" marT="48000" marB="48000" anchor="ctr">
                    <a:lnL w="76200">
                      <a:solidFill>
                        <a:srgbClr val="FFFFFF"/>
                      </a:solidFill>
                    </a:lnL>
                    <a:lnR w="76200" cap="flat" cmpd="sng" algn="ctr">
                      <a:solidFill>
                        <a:srgbClr val="FFFFFF"/>
                      </a:solidFill>
                      <a:prstDash val="solid"/>
                      <a:round/>
                      <a:headEnd type="none" w="med" len="med"/>
                      <a:tailEnd type="none" w="med" len="med"/>
                    </a:lnR>
                    <a:lnT w="76200">
                      <a:solidFill>
                        <a:srgbClr val="FFFFFF"/>
                      </a:solidFill>
                    </a:lnT>
                    <a:lnB w="76200">
                      <a:solidFill>
                        <a:srgbClr val="FFFFFF"/>
                      </a:solidFill>
                    </a:lnB>
                    <a:lnTlToBr w="0">
                      <a:noFill/>
                    </a:lnTlToBr>
                    <a:lnBlToTr w="0">
                      <a:noFill/>
                    </a:lnBlToTr>
                    <a:solidFill>
                      <a:srgbClr val="4B005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lvl="0" algn="l">
                        <a:lnSpc>
                          <a:spcPct val="100000"/>
                        </a:lnSpc>
                        <a:spcAft>
                          <a:spcPts val="300"/>
                        </a:spcAft>
                        <a:buNone/>
                      </a:pPr>
                      <a:r>
                        <a:rPr lang="en-GB" sz="1100" b="1">
                          <a:solidFill>
                            <a:schemeClr val="bg1"/>
                          </a:solidFill>
                          <a:effectLst/>
                          <a:latin typeface="Aptos"/>
                        </a:rPr>
                        <a:t>Duration</a:t>
                      </a:r>
                    </a:p>
                  </a:txBody>
                  <a:tcPr marL="96000" marR="96000" marT="48000" marB="48000" anchor="ctr">
                    <a:lnL w="76200">
                      <a:solidFill>
                        <a:srgbClr val="FFFFFF"/>
                      </a:solidFill>
                    </a:lnL>
                    <a:lnR w="76200">
                      <a:solidFill>
                        <a:srgbClr val="FFFFFF"/>
                      </a:solidFill>
                    </a:lnR>
                    <a:lnT w="76200">
                      <a:solidFill>
                        <a:srgbClr val="FFFFFF"/>
                      </a:solidFill>
                    </a:lnT>
                    <a:lnB w="76200">
                      <a:solidFill>
                        <a:srgbClr val="FFFFFF"/>
                      </a:solidFill>
                    </a:lnB>
                    <a:lnTlToBr w="0">
                      <a:noFill/>
                    </a:lnTlToBr>
                    <a:lnBlToTr w="0">
                      <a:noFill/>
                    </a:lnBlToTr>
                    <a:solidFill>
                      <a:srgbClr val="4B0050"/>
                    </a:solidFill>
                  </a:tcPr>
                </a:tc>
                <a:extLst>
                  <a:ext uri="{0D108BD9-81ED-4DB2-BD59-A6C34878D82A}">
                    <a16:rowId xmlns:a16="http://schemas.microsoft.com/office/drawing/2014/main" val="1695394791"/>
                  </a:ext>
                </a:extLst>
              </a:tr>
              <a:tr h="1072721">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a:lnSpc>
                          <a:spcPct val="100000"/>
                        </a:lnSpc>
                        <a:spcBef>
                          <a:spcPts val="0"/>
                        </a:spcBef>
                        <a:spcAft>
                          <a:spcPts val="300"/>
                        </a:spcAft>
                        <a:buNone/>
                      </a:pPr>
                      <a:r>
                        <a:rPr lang="en-GB" sz="1100" b="0" i="0" u="none" strike="noStrike" kern="1200" cap="none" baseline="0" noProof="0">
                          <a:solidFill>
                            <a:srgbClr val="550F5A"/>
                          </a:solidFill>
                          <a:effectLst/>
                          <a:latin typeface="Aptos"/>
                        </a:rPr>
                        <a:t>Product Rationalisation </a:t>
                      </a:r>
                      <a:r>
                        <a:rPr lang="en-GB" sz="1100" b="1" i="0" u="none" strike="noStrike" kern="1200" cap="none" baseline="0" noProof="0">
                          <a:solidFill>
                            <a:srgbClr val="550F5A"/>
                          </a:solidFill>
                          <a:effectLst/>
                          <a:latin typeface="Aptos"/>
                        </a:rPr>
                        <a:t>Product Development SME</a:t>
                      </a:r>
                    </a:p>
                  </a:txBody>
                  <a:tcPr marL="96000" marR="96000" marT="36000" marB="3600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marR="0" lvl="0" indent="-173355" algn="l">
                        <a:lnSpc>
                          <a:spcPct val="100000"/>
                        </a:lnSpc>
                        <a:spcBef>
                          <a:spcPts val="0"/>
                        </a:spcBef>
                        <a:spcAft>
                          <a:spcPts val="0"/>
                        </a:spcAft>
                        <a:buClr>
                          <a:srgbClr val="000000"/>
                        </a:buClr>
                        <a:buFont typeface="Arial,Sans-Serif"/>
                        <a:buChar char="•"/>
                      </a:pPr>
                      <a:r>
                        <a:rPr lang="en-GB" sz="1100" b="0" i="0" u="none" strike="noStrike" kern="1200" cap="none" baseline="0" noProof="0">
                          <a:solidFill>
                            <a:srgbClr val="550F5A"/>
                          </a:solidFill>
                          <a:effectLst/>
                          <a:latin typeface="Aptos"/>
                        </a:rPr>
                        <a:t>Support Product Rationalisation </a:t>
                      </a:r>
                      <a:r>
                        <a:rPr lang="en-US" sz="1100" b="0" i="0" u="none" strike="noStrike" kern="1200" cap="none" baseline="0" noProof="0">
                          <a:solidFill>
                            <a:srgbClr val="550F5A"/>
                          </a:solidFill>
                          <a:effectLst/>
                          <a:latin typeface="Aptos"/>
                        </a:rPr>
                        <a:t>Data Gathering on Policy Risk Details</a:t>
                      </a:r>
                    </a:p>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cap="none" baseline="0" noProof="0">
                          <a:solidFill>
                            <a:srgbClr val="550F5A"/>
                          </a:solidFill>
                          <a:effectLst/>
                          <a:latin typeface="Aptos"/>
                        </a:rPr>
                        <a:t>Approve Rationalised Product</a:t>
                      </a:r>
                    </a:p>
                    <a:p>
                      <a:pPr marL="173355" marR="0" lvl="0" indent="-173355" algn="l">
                        <a:lnSpc>
                          <a:spcPct val="100000"/>
                        </a:lnSpc>
                        <a:spcBef>
                          <a:spcPts val="0"/>
                        </a:spcBef>
                        <a:spcAft>
                          <a:spcPts val="0"/>
                        </a:spcAft>
                        <a:buClr>
                          <a:srgbClr val="000000"/>
                        </a:buClr>
                        <a:buFont typeface="Arial,Sans-Serif"/>
                        <a:buChar char="•"/>
                      </a:pPr>
                      <a:endParaRPr lang="en-US" sz="1100" b="0" i="0" u="none" strike="noStrike" kern="1200" cap="none" baseline="0" noProof="0">
                        <a:solidFill>
                          <a:srgbClr val="550F5A"/>
                        </a:solidFill>
                        <a:effectLst/>
                        <a:latin typeface="Aptos"/>
                      </a:endParaRPr>
                    </a:p>
                  </a:txBody>
                  <a:tcPr anchor="ctr">
                    <a:lnL w="76200">
                      <a:solidFill>
                        <a:srgbClr val="FFFFFF"/>
                      </a:solidFill>
                    </a:lnL>
                    <a:lnR w="76200">
                      <a:solidFill>
                        <a:srgbClr val="FFFFFF"/>
                      </a:solidFill>
                    </a:lnR>
                    <a:lnT w="76200">
                      <a:solidFill>
                        <a:srgbClr val="FFFFFF"/>
                      </a:solidFill>
                    </a:lnT>
                    <a:lnB w="76200">
                      <a:solidFill>
                        <a:srgbClr val="FFFFFF"/>
                      </a:solidFill>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1450" marR="0" lvl="0" indent="-171450" algn="l">
                        <a:lnSpc>
                          <a:spcPct val="100000"/>
                        </a:lnSpc>
                        <a:spcBef>
                          <a:spcPts val="0"/>
                        </a:spcBef>
                        <a:spcAft>
                          <a:spcPts val="0"/>
                        </a:spcAft>
                        <a:buClr>
                          <a:srgbClr val="000000"/>
                        </a:buClr>
                        <a:buFont typeface="Arial"/>
                        <a:buChar char="•"/>
                      </a:pPr>
                      <a:r>
                        <a:rPr lang="en-US" sz="1100" b="0" i="0" u="none" strike="noStrike" kern="1200" cap="none" baseline="0" noProof="0">
                          <a:solidFill>
                            <a:srgbClr val="4B0050"/>
                          </a:solidFill>
                          <a:effectLst/>
                          <a:latin typeface="Aptos"/>
                        </a:rPr>
                        <a:t>A product resource that understands the details regarding coverages, limits, deductibles, retentions, forms, endorsements</a:t>
                      </a:r>
                      <a:endParaRPr lang="en-GB" sz="1100" b="0" i="0" u="none" strike="noStrike" kern="1200" cap="none" baseline="0" noProof="0">
                        <a:solidFill>
                          <a:srgbClr val="000000"/>
                        </a:solidFill>
                        <a:effectLst/>
                        <a:latin typeface="Aptos"/>
                        <a:ea typeface="+mn-ea"/>
                        <a:cs typeface="+mn-cs"/>
                      </a:endParaRPr>
                    </a:p>
                    <a:p>
                      <a:pPr marL="171450" marR="0" lvl="0" indent="-171450" algn="l">
                        <a:lnSpc>
                          <a:spcPct val="100000"/>
                        </a:lnSpc>
                        <a:spcBef>
                          <a:spcPts val="0"/>
                        </a:spcBef>
                        <a:spcAft>
                          <a:spcPts val="0"/>
                        </a:spcAft>
                        <a:buFont typeface="Arial"/>
                        <a:buChar char="•"/>
                      </a:pPr>
                      <a:r>
                        <a:rPr lang="en-US" sz="1100" b="0" i="0" u="none" strike="noStrike" kern="1200" cap="none" baseline="0" noProof="0">
                          <a:solidFill>
                            <a:srgbClr val="4B0050"/>
                          </a:solidFill>
                          <a:effectLst/>
                          <a:latin typeface="Aptos"/>
                        </a:rPr>
                        <a:t>Worked with developing and maintaining products</a:t>
                      </a:r>
                      <a:endParaRPr lang="en-GB" sz="1100" b="0" i="0" u="none" strike="noStrike" kern="1200" cap="none" baseline="0" noProof="0">
                        <a:solidFill>
                          <a:srgbClr val="000000"/>
                        </a:solidFill>
                        <a:effectLst/>
                        <a:latin typeface="Aptos"/>
                        <a:ea typeface="+mn-ea"/>
                        <a:cs typeface="+mn-cs"/>
                      </a:endParaRPr>
                    </a:p>
                  </a:txBody>
                  <a:tcPr anchor="ctr">
                    <a:lnL w="76200">
                      <a:solidFill>
                        <a:srgbClr val="FFFFFF"/>
                      </a:solidFill>
                    </a:lnL>
                    <a:lnR w="76200">
                      <a:solidFill>
                        <a:srgbClr val="FFFFFF"/>
                      </a:solidFill>
                    </a:lnR>
                    <a:lnT w="76200">
                      <a:solidFill>
                        <a:srgbClr val="FFFFFF"/>
                      </a:solidFill>
                    </a:lnT>
                    <a:lnB w="76200">
                      <a:solidFill>
                        <a:srgbClr val="FFFFFF"/>
                      </a:solidFill>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cap="none" baseline="0" noProof="0">
                          <a:solidFill>
                            <a:srgbClr val="4B0050"/>
                          </a:solidFill>
                          <a:effectLst/>
                          <a:latin typeface="Aptos"/>
                        </a:rPr>
                        <a:t>Product Development Team</a:t>
                      </a:r>
                    </a:p>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cap="none" baseline="0" noProof="0">
                          <a:solidFill>
                            <a:srgbClr val="4B0050"/>
                          </a:solidFill>
                          <a:effectLst/>
                          <a:latin typeface="Aptos"/>
                        </a:rPr>
                        <a:t>By Product &amp; Region</a:t>
                      </a:r>
                    </a:p>
                  </a:txBody>
                  <a:tcPr anchor="ctr">
                    <a:lnL w="76200">
                      <a:solidFill>
                        <a:srgbClr val="FFFFFF"/>
                      </a:solidFill>
                    </a:lnL>
                    <a:lnR w="76200" cap="flat" cmpd="sng" algn="ctr">
                      <a:solidFill>
                        <a:srgbClr val="FFFFFF"/>
                      </a:solidFill>
                      <a:prstDash val="solid"/>
                      <a:round/>
                      <a:headEnd type="none" w="med" len="med"/>
                      <a:tailEnd type="none" w="med" len="med"/>
                    </a:lnR>
                    <a:lnT w="76200">
                      <a:solidFill>
                        <a:srgbClr val="FFFFFF"/>
                      </a:solidFill>
                    </a:lnT>
                    <a:lnB w="76200">
                      <a:solidFill>
                        <a:srgbClr val="FFFFFF"/>
                      </a:solidFill>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lvl="0" indent="-173355" algn="l">
                        <a:lnSpc>
                          <a:spcPct val="100000"/>
                        </a:lnSpc>
                        <a:spcBef>
                          <a:spcPts val="0"/>
                        </a:spcBef>
                        <a:spcAft>
                          <a:spcPts val="0"/>
                        </a:spcAft>
                        <a:buFont typeface="Arial,Sans-Serif"/>
                        <a:buChar char="•"/>
                      </a:pPr>
                      <a:r>
                        <a:rPr lang="en-US" sz="1100" b="0" i="0" u="none" strike="noStrike" kern="1200" cap="none" baseline="0" noProof="0">
                          <a:solidFill>
                            <a:srgbClr val="4B0050"/>
                          </a:solidFill>
                          <a:effectLst/>
                          <a:latin typeface="Aptos"/>
                        </a:rPr>
                        <a:t>Elapsed Time Approx 6-12 weeks</a:t>
                      </a:r>
                    </a:p>
                    <a:p>
                      <a:pPr marL="173355" lvl="0" indent="-173355" algn="l">
                        <a:lnSpc>
                          <a:spcPct val="100000"/>
                        </a:lnSpc>
                        <a:spcBef>
                          <a:spcPts val="0"/>
                        </a:spcBef>
                        <a:spcAft>
                          <a:spcPts val="0"/>
                        </a:spcAft>
                        <a:buFont typeface="Arial,Sans-Serif"/>
                        <a:buChar char="•"/>
                      </a:pPr>
                      <a:r>
                        <a:rPr lang="en-US" sz="1100" b="0" i="0" u="none" strike="noStrike" kern="1200" cap="none" baseline="0" noProof="0">
                          <a:solidFill>
                            <a:srgbClr val="4B0050"/>
                          </a:solidFill>
                          <a:effectLst/>
                          <a:latin typeface="Aptos"/>
                        </a:rPr>
                        <a:t>20%</a:t>
                      </a:r>
                    </a:p>
                  </a:txBody>
                  <a:tcPr anchor="ctr">
                    <a:lnL w="76200">
                      <a:solidFill>
                        <a:srgbClr val="FFFFFF"/>
                      </a:solidFill>
                    </a:lnL>
                    <a:lnR w="76200">
                      <a:solidFill>
                        <a:srgbClr val="FFFFFF"/>
                      </a:solidFill>
                    </a:lnR>
                    <a:lnT w="76200">
                      <a:solidFill>
                        <a:srgbClr val="FFFFFF"/>
                      </a:solidFill>
                    </a:lnT>
                    <a:lnB w="76200">
                      <a:solidFill>
                        <a:srgbClr val="FFFFFF"/>
                      </a:solidFill>
                    </a:lnB>
                    <a:lnTlToBr w="0">
                      <a:noFill/>
                    </a:lnTlToBr>
                    <a:lnBlToTr w="0">
                      <a:noFill/>
                    </a:lnBlToTr>
                    <a:solidFill>
                      <a:srgbClr val="FFFFFF">
                        <a:lumMod val="95000"/>
                      </a:srgbClr>
                    </a:solidFill>
                  </a:tcPr>
                </a:tc>
                <a:extLst>
                  <a:ext uri="{0D108BD9-81ED-4DB2-BD59-A6C34878D82A}">
                    <a16:rowId xmlns:a16="http://schemas.microsoft.com/office/drawing/2014/main" val="4141642921"/>
                  </a:ext>
                </a:extLst>
              </a:tr>
              <a:tr h="1053716">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a:lnSpc>
                          <a:spcPct val="100000"/>
                        </a:lnSpc>
                        <a:spcBef>
                          <a:spcPts val="0"/>
                        </a:spcBef>
                        <a:spcAft>
                          <a:spcPts val="300"/>
                        </a:spcAft>
                        <a:buNone/>
                      </a:pPr>
                      <a:r>
                        <a:rPr lang="en-GB" sz="1100" b="0" i="0" u="none" strike="noStrike" kern="1200" noProof="0">
                          <a:solidFill>
                            <a:srgbClr val="550F5A"/>
                          </a:solidFill>
                          <a:effectLst/>
                          <a:latin typeface="Aptos"/>
                        </a:rPr>
                        <a:t>Product  Rationalisation </a:t>
                      </a:r>
                      <a:r>
                        <a:rPr lang="en-GB" sz="1100" b="1" i="0" u="none" strike="noStrike" kern="1200" noProof="0">
                          <a:solidFill>
                            <a:srgbClr val="550F5A"/>
                          </a:solidFill>
                          <a:effectLst/>
                          <a:latin typeface="Aptos"/>
                        </a:rPr>
                        <a:t>Generic SME / BA</a:t>
                      </a:r>
                      <a:endParaRPr lang="en-US" sz="1100" b="1">
                        <a:solidFill>
                          <a:srgbClr val="550F5A"/>
                        </a:solidFill>
                        <a:latin typeface="Aptos"/>
                      </a:endParaRPr>
                    </a:p>
                  </a:txBody>
                  <a:tcPr marL="96000" marR="96000" marT="36000" marB="3600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marR="0" lvl="0" indent="-173355" algn="l">
                        <a:lnSpc>
                          <a:spcPct val="100000"/>
                        </a:lnSpc>
                        <a:spcBef>
                          <a:spcPts val="0"/>
                        </a:spcBef>
                        <a:spcAft>
                          <a:spcPts val="0"/>
                        </a:spcAft>
                        <a:buClr>
                          <a:srgbClr val="000000"/>
                        </a:buClr>
                        <a:buFont typeface="Arial,Sans-Serif"/>
                        <a:buChar char="•"/>
                      </a:pPr>
                      <a:r>
                        <a:rPr lang="en-GB" sz="1100" b="0" i="0" u="none" strike="noStrike" kern="1200" noProof="0">
                          <a:solidFill>
                            <a:srgbClr val="550F5A"/>
                          </a:solidFill>
                          <a:effectLst/>
                          <a:latin typeface="Aptos"/>
                        </a:rPr>
                        <a:t>Support Product Rationalisation </a:t>
                      </a:r>
                      <a:r>
                        <a:rPr lang="en-US" sz="1100" b="0" i="0" u="none" strike="noStrike" kern="1200" noProof="0">
                          <a:solidFill>
                            <a:srgbClr val="550F5A"/>
                          </a:solidFill>
                          <a:effectLst/>
                          <a:latin typeface="Aptos"/>
                        </a:rPr>
                        <a:t>Data Gathering on Policy Dec Pages/Coverage Forms</a:t>
                      </a:r>
                    </a:p>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550F5A"/>
                          </a:solidFill>
                          <a:effectLst/>
                          <a:latin typeface="Aptos"/>
                        </a:rPr>
                        <a:t>Approve Rationalised Product</a:t>
                      </a:r>
                    </a:p>
                  </a:txBody>
                  <a:tcPr marL="96000" marR="96000" marT="36000" marB="36000" anchor="ctr">
                    <a:lnL w="76200">
                      <a:solidFill>
                        <a:srgbClr val="FFFFFF"/>
                      </a:solidFill>
                    </a:lnL>
                    <a:lnR w="76200">
                      <a:solidFill>
                        <a:srgbClr val="FFFFFF"/>
                      </a:solidFill>
                    </a:lnR>
                    <a:lnT w="76200">
                      <a:solidFill>
                        <a:srgbClr val="FFFFFF"/>
                      </a:solidFill>
                    </a:lnT>
                    <a:lnB w="76200">
                      <a:solidFill>
                        <a:srgbClr val="FFFFFF"/>
                      </a:solidFill>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1450" marR="0" lvl="0" indent="-171450" algn="l">
                        <a:lnSpc>
                          <a:spcPct val="100000"/>
                        </a:lnSpc>
                        <a:spcBef>
                          <a:spcPts val="0"/>
                        </a:spcBef>
                        <a:spcAft>
                          <a:spcPts val="0"/>
                        </a:spcAft>
                        <a:buClr>
                          <a:srgbClr val="000000"/>
                        </a:buClr>
                        <a:buFont typeface="Arial"/>
                        <a:buChar char="•"/>
                      </a:pPr>
                      <a:r>
                        <a:rPr lang="en-US" sz="1100" b="0" i="0" u="none" strike="noStrike" kern="1200" noProof="0">
                          <a:solidFill>
                            <a:srgbClr val="4B0050"/>
                          </a:solidFill>
                          <a:effectLst/>
                          <a:latin typeface="Aptos"/>
                        </a:rPr>
                        <a:t>Collect from Multiple sources all the dec pages, coverage forms for that product that is in production</a:t>
                      </a:r>
                      <a:endParaRPr lang="en-US" sz="1100">
                        <a:latin typeface="Aptos"/>
                      </a:endParaRPr>
                    </a:p>
                  </a:txBody>
                  <a:tcPr marL="96000" marR="96000" marT="36000" marB="36000" anchor="ctr">
                    <a:lnL w="76200">
                      <a:solidFill>
                        <a:srgbClr val="FFFFFF"/>
                      </a:solidFill>
                    </a:lnL>
                    <a:lnR w="76200">
                      <a:solidFill>
                        <a:srgbClr val="FFFFFF"/>
                      </a:solidFill>
                    </a:lnR>
                    <a:lnT w="76200">
                      <a:solidFill>
                        <a:srgbClr val="FFFFFF"/>
                      </a:solidFill>
                    </a:lnT>
                    <a:lnB w="76200">
                      <a:solidFill>
                        <a:srgbClr val="FFFFFF"/>
                      </a:solidFill>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marR="0" lvl="0" indent="-173355" algn="l">
                        <a:lnSpc>
                          <a:spcPct val="100000"/>
                        </a:lnSpc>
                        <a:spcBef>
                          <a:spcPts val="0"/>
                        </a:spcBef>
                        <a:spcAft>
                          <a:spcPts val="0"/>
                        </a:spcAft>
                        <a:buClr>
                          <a:srgbClr val="000000"/>
                        </a:buClr>
                        <a:buFont typeface="Arial,Sans-Serif"/>
                        <a:buChar char="•"/>
                      </a:pPr>
                      <a:r>
                        <a:rPr lang="en-GB" sz="1100" b="0" i="0" u="none" strike="noStrike" kern="1200" noProof="0">
                          <a:solidFill>
                            <a:srgbClr val="550F5A"/>
                          </a:solidFill>
                          <a:effectLst/>
                          <a:latin typeface="Aptos"/>
                        </a:rPr>
                        <a:t>Knowledge of Beazley Products and Stakeholders who understand the content</a:t>
                      </a:r>
                      <a:endParaRPr lang="en-US" sz="1100" b="0" i="0" u="none" strike="noStrike" kern="1200" noProof="0">
                        <a:solidFill>
                          <a:srgbClr val="550F5A"/>
                        </a:solidFill>
                        <a:effectLst/>
                        <a:latin typeface="Aptos"/>
                      </a:endParaRPr>
                    </a:p>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By Product &amp; Region</a:t>
                      </a:r>
                      <a:endParaRPr lang="en-US" sz="1100" b="0">
                        <a:latin typeface="Aptos"/>
                      </a:endParaRPr>
                    </a:p>
                  </a:txBody>
                  <a:tcPr marL="96000" marR="96000" marT="36000" marB="36000" anchor="ctr">
                    <a:lnL w="76200">
                      <a:solidFill>
                        <a:srgbClr val="FFFFFF"/>
                      </a:solidFill>
                    </a:lnL>
                    <a:lnR w="76200" cap="flat" cmpd="sng" algn="ctr">
                      <a:solidFill>
                        <a:srgbClr val="FFFFFF"/>
                      </a:solidFill>
                      <a:prstDash val="solid"/>
                      <a:round/>
                      <a:headEnd type="none" w="med" len="med"/>
                      <a:tailEnd type="none" w="med" len="med"/>
                    </a:lnR>
                    <a:lnT w="76200">
                      <a:solidFill>
                        <a:srgbClr val="FFFFFF"/>
                      </a:solidFill>
                    </a:lnT>
                    <a:lnB w="76200">
                      <a:solidFill>
                        <a:srgbClr val="FFFFFF"/>
                      </a:solidFill>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Elapsed Time Approx 6-12 weeks</a:t>
                      </a:r>
                      <a:endParaRPr lang="en-US" sz="1100" b="0" i="0" u="none" strike="noStrike" kern="1200" noProof="0">
                        <a:solidFill>
                          <a:srgbClr val="000000"/>
                        </a:solidFill>
                        <a:effectLst/>
                        <a:latin typeface="Aptos"/>
                      </a:endParaRPr>
                    </a:p>
                    <a:p>
                      <a:pPr marL="173355"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100%</a:t>
                      </a:r>
                      <a:endParaRPr lang="en-US" sz="1100">
                        <a:latin typeface="Aptos"/>
                      </a:endParaRPr>
                    </a:p>
                  </a:txBody>
                  <a:tcPr marL="96000" marR="96000" marT="36000" marB="36000" anchor="ctr">
                    <a:lnL w="76200">
                      <a:solidFill>
                        <a:srgbClr val="FFFFFF"/>
                      </a:solidFill>
                    </a:lnL>
                    <a:lnR w="76200">
                      <a:solidFill>
                        <a:srgbClr val="FFFFFF"/>
                      </a:solidFill>
                    </a:lnR>
                    <a:lnT w="76200">
                      <a:solidFill>
                        <a:srgbClr val="FFFFFF"/>
                      </a:solidFill>
                    </a:lnT>
                    <a:lnB w="76200">
                      <a:solidFill>
                        <a:srgbClr val="FFFFFF"/>
                      </a:solidFill>
                    </a:lnB>
                    <a:lnTlToBr w="0">
                      <a:noFill/>
                    </a:lnTlToBr>
                    <a:lnBlToTr w="0">
                      <a:noFill/>
                    </a:lnBlToTr>
                    <a:solidFill>
                      <a:srgbClr val="FFFFFF">
                        <a:lumMod val="95000"/>
                      </a:srgbClr>
                    </a:solidFill>
                  </a:tcPr>
                </a:tc>
                <a:extLst>
                  <a:ext uri="{0D108BD9-81ED-4DB2-BD59-A6C34878D82A}">
                    <a16:rowId xmlns:a16="http://schemas.microsoft.com/office/drawing/2014/main" val="1566644117"/>
                  </a:ext>
                </a:extLst>
              </a:tr>
              <a:tr h="74494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a:lnSpc>
                          <a:spcPct val="100000"/>
                        </a:lnSpc>
                        <a:spcBef>
                          <a:spcPts val="0"/>
                        </a:spcBef>
                        <a:spcAft>
                          <a:spcPts val="300"/>
                        </a:spcAft>
                        <a:buNone/>
                      </a:pPr>
                      <a:r>
                        <a:rPr lang="en-GB" sz="1100" b="0" i="0" u="none" strike="noStrike" kern="1200" cap="none" baseline="0" noProof="0">
                          <a:solidFill>
                            <a:srgbClr val="550F5A"/>
                          </a:solidFill>
                          <a:effectLst/>
                          <a:latin typeface="Aptos"/>
                        </a:rPr>
                        <a:t>Product Rationalisation </a:t>
                      </a:r>
                      <a:r>
                        <a:rPr lang="en-GB" sz="1100" b="1" i="0" u="none" strike="noStrike" kern="1200" cap="none" baseline="0" noProof="0">
                          <a:solidFill>
                            <a:srgbClr val="550F5A"/>
                          </a:solidFill>
                          <a:effectLst/>
                          <a:latin typeface="Aptos"/>
                        </a:rPr>
                        <a:t>Rating SME</a:t>
                      </a:r>
                      <a:endParaRPr lang="en-GB" sz="1100" b="1" i="0" u="none" strike="noStrike" kern="1200" cap="none" baseline="0">
                        <a:solidFill>
                          <a:srgbClr val="550F5A"/>
                        </a:solidFill>
                        <a:effectLst/>
                        <a:latin typeface="Aptos"/>
                        <a:ea typeface="+mn-ea"/>
                        <a:cs typeface="+mn-cs"/>
                        <a:sym typeface="Arial"/>
                      </a:endParaRPr>
                    </a:p>
                  </a:txBody>
                  <a:tcPr marL="96000" marR="96000" marT="36000" marB="3600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marR="0" lvl="0" indent="-173355" algn="l">
                        <a:lnSpc>
                          <a:spcPct val="100000"/>
                        </a:lnSpc>
                        <a:spcBef>
                          <a:spcPts val="0"/>
                        </a:spcBef>
                        <a:spcAft>
                          <a:spcPts val="0"/>
                        </a:spcAft>
                        <a:buClr>
                          <a:srgbClr val="000000"/>
                        </a:buClr>
                        <a:buFont typeface="Arial,Sans-Serif"/>
                        <a:buChar char="•"/>
                      </a:pPr>
                      <a:r>
                        <a:rPr lang="en-GB" sz="1100" b="0" i="0" u="none" strike="noStrike" kern="1200" cap="none" baseline="0" noProof="0">
                          <a:solidFill>
                            <a:srgbClr val="550F5A"/>
                          </a:solidFill>
                          <a:effectLst/>
                          <a:latin typeface="Aptos"/>
                        </a:rPr>
                        <a:t>Support Product Rationalisation </a:t>
                      </a:r>
                      <a:r>
                        <a:rPr lang="en-US" sz="1100" b="0" i="0" u="none" strike="noStrike" kern="1200" cap="none" baseline="0" noProof="0">
                          <a:solidFill>
                            <a:srgbClr val="550F5A"/>
                          </a:solidFill>
                          <a:effectLst/>
                          <a:latin typeface="Aptos"/>
                        </a:rPr>
                        <a:t>Data Gathering on Rating</a:t>
                      </a:r>
                    </a:p>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cap="none" baseline="0" noProof="0">
                          <a:solidFill>
                            <a:srgbClr val="550F5A"/>
                          </a:solidFill>
                          <a:effectLst/>
                          <a:latin typeface="Aptos"/>
                        </a:rPr>
                        <a:t>Approve Rationalised Product</a:t>
                      </a:r>
                    </a:p>
                  </a:txBody>
                  <a:tcPr anchor="ctr">
                    <a:lnL w="76200">
                      <a:solidFill>
                        <a:srgbClr val="FFFFFF"/>
                      </a:solidFill>
                    </a:lnL>
                    <a:lnR w="76200">
                      <a:solidFill>
                        <a:srgbClr val="FFFFFF"/>
                      </a:solidFill>
                    </a:lnR>
                    <a:lnT w="76200">
                      <a:solidFill>
                        <a:srgbClr val="FFFFFF"/>
                      </a:solidFill>
                    </a:lnT>
                    <a:lnB w="76200">
                      <a:solidFill>
                        <a:srgbClr val="FFFFFF"/>
                      </a:solidFill>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1450" marR="0" lvl="0" indent="-171450" algn="l">
                        <a:lnSpc>
                          <a:spcPct val="100000"/>
                        </a:lnSpc>
                        <a:spcBef>
                          <a:spcPts val="0"/>
                        </a:spcBef>
                        <a:spcAft>
                          <a:spcPts val="0"/>
                        </a:spcAft>
                        <a:buClr>
                          <a:srgbClr val="000000"/>
                        </a:buClr>
                        <a:buFont typeface="Arial"/>
                        <a:buChar char="•"/>
                      </a:pPr>
                      <a:r>
                        <a:rPr lang="en-US" sz="1100" b="0" i="0" u="none" strike="noStrike" kern="1200" cap="none" baseline="0" noProof="0">
                          <a:solidFill>
                            <a:srgbClr val="4B0050"/>
                          </a:solidFill>
                          <a:effectLst/>
                          <a:latin typeface="Aptos"/>
                        </a:rPr>
                        <a:t>Need to understand the important rating factors around the product</a:t>
                      </a:r>
                      <a:endParaRPr lang="en-GB" sz="1100" b="0" i="0" u="none" strike="noStrike" kern="1200" cap="none" baseline="0" noProof="0">
                        <a:solidFill>
                          <a:srgbClr val="000000"/>
                        </a:solidFill>
                        <a:effectLst/>
                        <a:latin typeface="Aptos"/>
                        <a:ea typeface="+mn-ea"/>
                        <a:cs typeface="+mn-cs"/>
                      </a:endParaRPr>
                    </a:p>
                    <a:p>
                      <a:pPr marL="171450" marR="0" lvl="0" indent="-171450" algn="l">
                        <a:lnSpc>
                          <a:spcPct val="100000"/>
                        </a:lnSpc>
                        <a:spcBef>
                          <a:spcPts val="0"/>
                        </a:spcBef>
                        <a:spcAft>
                          <a:spcPts val="0"/>
                        </a:spcAft>
                        <a:buFont typeface="Arial"/>
                        <a:buChar char="•"/>
                      </a:pPr>
                      <a:r>
                        <a:rPr lang="en-US" sz="1100" b="0" i="0" u="none" strike="noStrike" kern="1200" cap="none" baseline="0" noProof="0">
                          <a:solidFill>
                            <a:srgbClr val="4B0050"/>
                          </a:solidFill>
                          <a:effectLst/>
                          <a:latin typeface="Aptos"/>
                        </a:rPr>
                        <a:t>Determine what is needed to be viewed with an Underwriters lens within GW</a:t>
                      </a:r>
                      <a:endParaRPr lang="en-GB" sz="1100" b="0" i="0" u="none" strike="noStrike" kern="1200" cap="none" baseline="0" noProof="0">
                        <a:solidFill>
                          <a:srgbClr val="000000"/>
                        </a:solidFill>
                        <a:effectLst/>
                        <a:latin typeface="Aptos"/>
                        <a:ea typeface="+mn-ea"/>
                        <a:cs typeface="+mn-cs"/>
                      </a:endParaRPr>
                    </a:p>
                  </a:txBody>
                  <a:tcPr anchor="ctr">
                    <a:lnL w="76200">
                      <a:solidFill>
                        <a:srgbClr val="FFFFFF"/>
                      </a:solidFill>
                    </a:lnL>
                    <a:lnR w="76200">
                      <a:solidFill>
                        <a:srgbClr val="FFFFFF"/>
                      </a:solidFill>
                    </a:lnR>
                    <a:lnT w="76200">
                      <a:solidFill>
                        <a:srgbClr val="FFFFFF"/>
                      </a:solidFill>
                    </a:lnT>
                    <a:lnB w="76200">
                      <a:solidFill>
                        <a:srgbClr val="FFFFFF"/>
                      </a:solidFill>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cap="none" baseline="0" noProof="0">
                          <a:solidFill>
                            <a:srgbClr val="4B0050"/>
                          </a:solidFill>
                          <a:effectLst/>
                          <a:latin typeface="Aptos"/>
                        </a:rPr>
                        <a:t>Product </a:t>
                      </a:r>
                      <a:r>
                        <a:rPr lang="en-US" sz="1100" b="0" i="0" u="none" strike="noStrike" kern="1200" cap="none" baseline="0" noProof="0" err="1">
                          <a:solidFill>
                            <a:srgbClr val="4B0050"/>
                          </a:solidFill>
                          <a:effectLst/>
                          <a:latin typeface="Aptos"/>
                        </a:rPr>
                        <a:t>Mgr</a:t>
                      </a:r>
                      <a:r>
                        <a:rPr lang="en-US" sz="1100" b="0" i="0" u="none" strike="noStrike" kern="1200" cap="none" baseline="0" noProof="0">
                          <a:solidFill>
                            <a:srgbClr val="4B0050"/>
                          </a:solidFill>
                          <a:effectLst/>
                          <a:latin typeface="Aptos"/>
                        </a:rPr>
                        <a:t> or SME</a:t>
                      </a:r>
                    </a:p>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cap="none" baseline="0" noProof="0">
                          <a:solidFill>
                            <a:srgbClr val="4B0050"/>
                          </a:solidFill>
                          <a:effectLst/>
                          <a:latin typeface="Aptos"/>
                        </a:rPr>
                        <a:t>By Product and Region</a:t>
                      </a:r>
                      <a:endParaRPr lang="en-US" sz="1100">
                        <a:latin typeface="Aptos"/>
                      </a:endParaRPr>
                    </a:p>
                  </a:txBody>
                  <a:tcPr anchor="ctr">
                    <a:lnL w="76200">
                      <a:solidFill>
                        <a:srgbClr val="FFFFFF"/>
                      </a:solidFill>
                    </a:lnL>
                    <a:lnR w="76200" cap="flat" cmpd="sng" algn="ctr">
                      <a:solidFill>
                        <a:srgbClr val="FFFFFF"/>
                      </a:solidFill>
                      <a:prstDash val="solid"/>
                      <a:round/>
                      <a:headEnd type="none" w="med" len="med"/>
                      <a:tailEnd type="none" w="med" len="med"/>
                    </a:lnR>
                    <a:lnT w="76200">
                      <a:solidFill>
                        <a:srgbClr val="FFFFFF"/>
                      </a:solidFill>
                    </a:lnT>
                    <a:lnB w="76200">
                      <a:solidFill>
                        <a:srgbClr val="FFFFFF"/>
                      </a:solidFill>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lvl="0" indent="-173355" algn="l">
                        <a:lnSpc>
                          <a:spcPct val="100000"/>
                        </a:lnSpc>
                        <a:spcBef>
                          <a:spcPts val="0"/>
                        </a:spcBef>
                        <a:spcAft>
                          <a:spcPts val="0"/>
                        </a:spcAft>
                        <a:buClr>
                          <a:srgbClr val="000000"/>
                        </a:buClr>
                        <a:buFont typeface="Arial,Sans-Serif"/>
                        <a:buChar char="•"/>
                      </a:pPr>
                      <a:r>
                        <a:rPr lang="en-US" sz="1100" b="0" i="0" u="none" strike="noStrike" kern="1200" cap="none" baseline="0" noProof="0">
                          <a:solidFill>
                            <a:srgbClr val="4B0050"/>
                          </a:solidFill>
                          <a:effectLst/>
                          <a:latin typeface="Aptos"/>
                        </a:rPr>
                        <a:t>Elapsed Time Approx 6-12 weeks</a:t>
                      </a:r>
                      <a:endParaRPr lang="en-US" sz="1100" b="0" i="0" u="none" strike="noStrike" kern="1200" cap="none" baseline="0" noProof="0">
                        <a:solidFill>
                          <a:srgbClr val="000000"/>
                        </a:solidFill>
                        <a:effectLst/>
                        <a:latin typeface="Aptos"/>
                      </a:endParaRPr>
                    </a:p>
                    <a:p>
                      <a:pPr marL="173355" lvl="0" indent="-173355" algn="l">
                        <a:lnSpc>
                          <a:spcPct val="100000"/>
                        </a:lnSpc>
                        <a:spcBef>
                          <a:spcPts val="0"/>
                        </a:spcBef>
                        <a:spcAft>
                          <a:spcPts val="0"/>
                        </a:spcAft>
                        <a:buClr>
                          <a:srgbClr val="000000"/>
                        </a:buClr>
                        <a:buFont typeface="Arial,Sans-Serif"/>
                        <a:buChar char="•"/>
                      </a:pPr>
                      <a:r>
                        <a:rPr lang="en-US" sz="1100" b="0" i="0" u="none" strike="noStrike" kern="1200" cap="none" baseline="0" noProof="0">
                          <a:solidFill>
                            <a:srgbClr val="4B0050"/>
                          </a:solidFill>
                          <a:effectLst/>
                          <a:latin typeface="Aptos"/>
                        </a:rPr>
                        <a:t>20%</a:t>
                      </a:r>
                      <a:endParaRPr lang="en-US" sz="1100">
                        <a:latin typeface="Aptos"/>
                      </a:endParaRPr>
                    </a:p>
                  </a:txBody>
                  <a:tcPr anchor="ctr">
                    <a:lnL w="76200">
                      <a:solidFill>
                        <a:srgbClr val="FFFFFF"/>
                      </a:solidFill>
                    </a:lnL>
                    <a:lnR w="76200">
                      <a:solidFill>
                        <a:srgbClr val="FFFFFF"/>
                      </a:solidFill>
                    </a:lnR>
                    <a:lnT w="76200">
                      <a:solidFill>
                        <a:srgbClr val="FFFFFF"/>
                      </a:solidFill>
                    </a:lnT>
                    <a:lnB w="76200">
                      <a:solidFill>
                        <a:srgbClr val="FFFFFF"/>
                      </a:solidFill>
                    </a:lnB>
                    <a:lnTlToBr w="0">
                      <a:noFill/>
                    </a:lnTlToBr>
                    <a:lnBlToTr w="0">
                      <a:noFill/>
                    </a:lnBlToTr>
                    <a:solidFill>
                      <a:srgbClr val="FFFFFF">
                        <a:lumMod val="95000"/>
                      </a:srgbClr>
                    </a:solidFill>
                  </a:tcPr>
                </a:tc>
                <a:extLst>
                  <a:ext uri="{0D108BD9-81ED-4DB2-BD59-A6C34878D82A}">
                    <a16:rowId xmlns:a16="http://schemas.microsoft.com/office/drawing/2014/main" val="3185942291"/>
                  </a:ext>
                </a:extLst>
              </a:tr>
              <a:tr h="58105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a:lnSpc>
                          <a:spcPct val="100000"/>
                        </a:lnSpc>
                        <a:spcBef>
                          <a:spcPts val="0"/>
                        </a:spcBef>
                        <a:spcAft>
                          <a:spcPts val="300"/>
                        </a:spcAft>
                        <a:buNone/>
                      </a:pPr>
                      <a:r>
                        <a:rPr lang="en-GB" sz="1100" b="0" i="0" u="none" strike="noStrike" kern="1200" noProof="0">
                          <a:solidFill>
                            <a:srgbClr val="550F5A"/>
                          </a:solidFill>
                          <a:effectLst/>
                          <a:latin typeface="Aptos"/>
                        </a:rPr>
                        <a:t>Product Rationalisation </a:t>
                      </a:r>
                      <a:r>
                        <a:rPr lang="en-GB" sz="1100" b="1" i="0" u="none" strike="noStrike" kern="1200" noProof="0">
                          <a:solidFill>
                            <a:srgbClr val="550F5A"/>
                          </a:solidFill>
                          <a:effectLst/>
                          <a:latin typeface="Aptos"/>
                        </a:rPr>
                        <a:t>Wordings SME</a:t>
                      </a:r>
                      <a:endParaRPr lang="en-US" sz="1100" b="1">
                        <a:solidFill>
                          <a:srgbClr val="550F5A"/>
                        </a:solidFill>
                        <a:latin typeface="Aptos"/>
                      </a:endParaRPr>
                    </a:p>
                  </a:txBody>
                  <a:tcPr marL="96000" marR="96000" marT="36000" marB="3600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marR="0" lvl="0" indent="-173355" algn="l">
                        <a:lnSpc>
                          <a:spcPct val="100000"/>
                        </a:lnSpc>
                        <a:spcBef>
                          <a:spcPts val="0"/>
                        </a:spcBef>
                        <a:spcAft>
                          <a:spcPts val="0"/>
                        </a:spcAft>
                        <a:buClr>
                          <a:srgbClr val="000000"/>
                        </a:buClr>
                        <a:buFont typeface="Arial,Sans-Serif"/>
                        <a:buChar char="•"/>
                      </a:pPr>
                      <a:r>
                        <a:rPr lang="en-GB" sz="1100" b="0" i="0" u="none" strike="noStrike" kern="1200" noProof="0">
                          <a:solidFill>
                            <a:srgbClr val="550F5A"/>
                          </a:solidFill>
                          <a:effectLst/>
                          <a:latin typeface="Aptos"/>
                        </a:rPr>
                        <a:t>Support Product Rationalisation </a:t>
                      </a:r>
                      <a:r>
                        <a:rPr lang="en-US" sz="1100" b="0" i="0" u="none" strike="noStrike" kern="1200" noProof="0">
                          <a:solidFill>
                            <a:srgbClr val="550F5A"/>
                          </a:solidFill>
                          <a:effectLst/>
                          <a:latin typeface="Aptos"/>
                        </a:rPr>
                        <a:t>Data Gathering on Wordings</a:t>
                      </a:r>
                    </a:p>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550F5A"/>
                          </a:solidFill>
                          <a:effectLst/>
                          <a:latin typeface="Aptos"/>
                        </a:rPr>
                        <a:t>Approve Rationalised Product</a:t>
                      </a:r>
                    </a:p>
                  </a:txBody>
                  <a:tcPr anchor="ctr">
                    <a:lnL w="76200">
                      <a:solidFill>
                        <a:srgbClr val="FFFFFF"/>
                      </a:solidFill>
                    </a:lnL>
                    <a:lnR w="76200">
                      <a:solidFill>
                        <a:srgbClr val="FFFFFF"/>
                      </a:solidFill>
                    </a:lnR>
                    <a:lnT w="76200">
                      <a:solidFill>
                        <a:srgbClr val="FFFFFF"/>
                      </a:solidFill>
                    </a:lnT>
                    <a:lnB w="76200" cap="flat" cmpd="sng" algn="ctr">
                      <a:solidFill>
                        <a:srgbClr val="FFFFFF"/>
                      </a:solidFill>
                      <a:prstDash val="solid"/>
                      <a:round/>
                      <a:headEnd type="none" w="med" len="med"/>
                      <a:tailEnd type="none" w="med" len="med"/>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Understand and can supply all the wordings used for the product</a:t>
                      </a:r>
                      <a:endParaRPr lang="en-US" sz="1100">
                        <a:latin typeface="Aptos"/>
                      </a:endParaRPr>
                    </a:p>
                  </a:txBody>
                  <a:tcPr anchor="ctr">
                    <a:lnL w="76200">
                      <a:solidFill>
                        <a:srgbClr val="FFFFFF"/>
                      </a:solidFill>
                    </a:lnL>
                    <a:lnR w="76200">
                      <a:solidFill>
                        <a:srgbClr val="FFFFFF"/>
                      </a:solidFill>
                    </a:lnR>
                    <a:lnT w="76200">
                      <a:solidFill>
                        <a:srgbClr val="FFFFFF"/>
                      </a:solidFill>
                    </a:lnT>
                    <a:lnB w="76200" cap="flat" cmpd="sng" algn="ctr">
                      <a:solidFill>
                        <a:srgbClr val="FFFFFF"/>
                      </a:solidFill>
                      <a:prstDash val="solid"/>
                      <a:round/>
                      <a:headEnd type="none" w="med" len="med"/>
                      <a:tailEnd type="none" w="med" len="med"/>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Product Manager or SME</a:t>
                      </a:r>
                    </a:p>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By Product and Region</a:t>
                      </a:r>
                      <a:endParaRPr lang="en-US" sz="1100">
                        <a:latin typeface="Aptos"/>
                      </a:endParaRPr>
                    </a:p>
                  </a:txBody>
                  <a:tcPr anchor="ctr">
                    <a:lnL w="76200">
                      <a:solidFill>
                        <a:srgbClr val="FFFFFF"/>
                      </a:solidFill>
                    </a:lnL>
                    <a:lnR w="76200" cap="flat" cmpd="sng" algn="ctr">
                      <a:solidFill>
                        <a:srgbClr val="FFFFFF"/>
                      </a:solidFill>
                      <a:prstDash val="solid"/>
                      <a:round/>
                      <a:headEnd type="none" w="med" len="med"/>
                      <a:tailEnd type="none" w="med" len="med"/>
                    </a:lnR>
                    <a:lnT w="76200">
                      <a:solidFill>
                        <a:srgbClr val="FFFFFF"/>
                      </a:solidFill>
                    </a:lnT>
                    <a:lnB w="76200" cap="flat" cmpd="sng" algn="ctr">
                      <a:solidFill>
                        <a:srgbClr val="FFFFFF"/>
                      </a:solidFill>
                      <a:prstDash val="solid"/>
                      <a:round/>
                      <a:headEnd type="none" w="med" len="med"/>
                      <a:tailEnd type="none" w="med" len="med"/>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Elapsed Time Approx 6-12 weeks</a:t>
                      </a:r>
                      <a:endParaRPr lang="en-US" sz="1100" b="0" i="0" u="none" strike="noStrike" kern="1200" noProof="0">
                        <a:solidFill>
                          <a:srgbClr val="000000"/>
                        </a:solidFill>
                        <a:effectLst/>
                        <a:latin typeface="Aptos"/>
                      </a:endParaRPr>
                    </a:p>
                    <a:p>
                      <a:pPr marL="173355"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20%</a:t>
                      </a:r>
                      <a:endParaRPr lang="en-US" sz="1100">
                        <a:latin typeface="Aptos"/>
                      </a:endParaRPr>
                    </a:p>
                  </a:txBody>
                  <a:tcPr anchor="ctr">
                    <a:lnL w="76200">
                      <a:solidFill>
                        <a:srgbClr val="FFFFFF"/>
                      </a:solidFill>
                    </a:lnL>
                    <a:lnR w="76200">
                      <a:solidFill>
                        <a:srgbClr val="FFFFFF"/>
                      </a:solidFill>
                    </a:lnR>
                    <a:lnT w="76200">
                      <a:solidFill>
                        <a:srgbClr val="FFFFFF"/>
                      </a:solidFill>
                    </a:lnT>
                    <a:lnB w="76200">
                      <a:solidFill>
                        <a:srgbClr val="FFFFFF"/>
                      </a:solidFill>
                    </a:lnB>
                    <a:lnTlToBr w="0">
                      <a:noFill/>
                    </a:lnTlToBr>
                    <a:lnBlToTr w="0">
                      <a:noFill/>
                    </a:lnBlToTr>
                    <a:solidFill>
                      <a:srgbClr val="FFFFFF">
                        <a:lumMod val="95000"/>
                      </a:srgbClr>
                    </a:solidFill>
                  </a:tcPr>
                </a:tc>
                <a:extLst>
                  <a:ext uri="{0D108BD9-81ED-4DB2-BD59-A6C34878D82A}">
                    <a16:rowId xmlns:a16="http://schemas.microsoft.com/office/drawing/2014/main" val="3648509775"/>
                  </a:ext>
                </a:extLst>
              </a:tr>
              <a:tr h="58105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l">
                        <a:lnSpc>
                          <a:spcPct val="100000"/>
                        </a:lnSpc>
                        <a:spcBef>
                          <a:spcPts val="0"/>
                        </a:spcBef>
                        <a:spcAft>
                          <a:spcPts val="300"/>
                        </a:spcAft>
                        <a:buNone/>
                      </a:pPr>
                      <a:r>
                        <a:rPr lang="en-GB" sz="1100" b="0" i="0" u="none" strike="noStrike" kern="1200" noProof="0">
                          <a:solidFill>
                            <a:srgbClr val="550F5A"/>
                          </a:solidFill>
                          <a:effectLst/>
                          <a:latin typeface="Aptos"/>
                        </a:rPr>
                        <a:t>Product Rationalisation </a:t>
                      </a:r>
                      <a:r>
                        <a:rPr lang="en-GB" sz="1100" b="1" i="0" u="none" strike="noStrike" kern="1200" noProof="0">
                          <a:solidFill>
                            <a:srgbClr val="550F5A"/>
                          </a:solidFill>
                          <a:effectLst/>
                          <a:latin typeface="Aptos"/>
                        </a:rPr>
                        <a:t>Underwriting SME</a:t>
                      </a:r>
                      <a:endParaRPr lang="en-US" sz="1100" b="1">
                        <a:solidFill>
                          <a:srgbClr val="550F5A"/>
                        </a:solidFill>
                        <a:latin typeface="Aptos"/>
                      </a:endParaRPr>
                    </a:p>
                  </a:txBody>
                  <a:tcPr marL="96000" marR="96000" marT="36000" marB="36000" anchor="ctr">
                    <a:lnL w="76200">
                      <a:solidFill>
                        <a:srgbClr val="FFFFFF"/>
                      </a:solidFill>
                    </a:lnL>
                    <a:lnR w="76200">
                      <a:solidFill>
                        <a:srgbClr val="FFFFFF"/>
                      </a:solidFill>
                    </a:lnR>
                    <a:lnT w="76200">
                      <a:solidFill>
                        <a:srgbClr val="FFFFFF"/>
                      </a:solidFill>
                    </a:lnT>
                    <a:lnB w="76200" cap="flat" cmpd="sng" algn="ctr">
                      <a:solidFill>
                        <a:srgbClr val="FFFFFF"/>
                      </a:solidFill>
                      <a:prstDash val="solid"/>
                      <a:round/>
                      <a:headEnd type="none" w="med" len="med"/>
                      <a:tailEnd type="none" w="med" len="med"/>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marR="0" lvl="0" indent="-173355" algn="l">
                        <a:lnSpc>
                          <a:spcPct val="100000"/>
                        </a:lnSpc>
                        <a:spcBef>
                          <a:spcPts val="0"/>
                        </a:spcBef>
                        <a:spcAft>
                          <a:spcPts val="0"/>
                        </a:spcAft>
                        <a:buClr>
                          <a:srgbClr val="000000"/>
                        </a:buClr>
                        <a:buFont typeface="Arial,Sans-Serif"/>
                        <a:buChar char="•"/>
                      </a:pPr>
                      <a:r>
                        <a:rPr lang="en-GB" sz="1100" b="0" i="0" u="none" strike="noStrike" kern="1200" noProof="0">
                          <a:solidFill>
                            <a:srgbClr val="550F5A"/>
                          </a:solidFill>
                          <a:effectLst/>
                          <a:latin typeface="Aptos"/>
                        </a:rPr>
                        <a:t>Support Product Rationalisation </a:t>
                      </a:r>
                      <a:r>
                        <a:rPr lang="en-US" sz="1100" b="0" i="0" u="none" strike="noStrike" kern="1200" noProof="0">
                          <a:solidFill>
                            <a:srgbClr val="550F5A"/>
                          </a:solidFill>
                          <a:effectLst/>
                          <a:latin typeface="Aptos"/>
                        </a:rPr>
                        <a:t>Data Gathering on Underwriting Guidelines</a:t>
                      </a:r>
                    </a:p>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550F5A"/>
                          </a:solidFill>
                          <a:effectLst/>
                          <a:latin typeface="Aptos"/>
                        </a:rPr>
                        <a:t>Approve Rationalised Product</a:t>
                      </a:r>
                    </a:p>
                  </a:txBody>
                  <a:tcPr anchor="ctr">
                    <a:lnL w="76200">
                      <a:solidFill>
                        <a:srgbClr val="FFFFFF"/>
                      </a:solidFill>
                    </a:lnL>
                    <a:lnR w="76200">
                      <a:solidFill>
                        <a:srgbClr val="FFFFFF"/>
                      </a:solidFill>
                    </a:lnR>
                    <a:lnT w="76200">
                      <a:solidFill>
                        <a:srgbClr val="FFFFFF"/>
                      </a:solidFill>
                    </a:lnT>
                    <a:lnB w="76200" cap="flat" cmpd="sng" algn="ctr">
                      <a:solidFill>
                        <a:srgbClr val="FFFFFF"/>
                      </a:solidFill>
                      <a:prstDash val="solid"/>
                      <a:round/>
                      <a:headEnd type="none" w="med" len="med"/>
                      <a:tailEnd type="none" w="med" len="med"/>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Understanding of Underwriting Products and any nuiances for given Product</a:t>
                      </a:r>
                      <a:endParaRPr lang="en-GB" sz="1100" b="0" i="0" u="none" strike="noStrike" kern="1200" noProof="0">
                        <a:solidFill>
                          <a:srgbClr val="000000"/>
                        </a:solidFill>
                        <a:effectLst/>
                        <a:latin typeface="Aptos"/>
                      </a:endParaRPr>
                    </a:p>
                  </a:txBody>
                  <a:tcPr anchor="ctr">
                    <a:lnL w="76200">
                      <a:solidFill>
                        <a:srgbClr val="FFFFFF"/>
                      </a:solidFill>
                    </a:lnL>
                    <a:lnR w="76200">
                      <a:solidFill>
                        <a:srgbClr val="FFFFFF"/>
                      </a:solidFill>
                    </a:lnR>
                    <a:lnT w="76200">
                      <a:solidFill>
                        <a:srgbClr val="FFFFFF"/>
                      </a:solidFill>
                    </a:lnT>
                    <a:lnB w="76200" cap="flat" cmpd="sng" algn="ctr">
                      <a:solidFill>
                        <a:srgbClr val="FFFFFF"/>
                      </a:solidFill>
                      <a:prstDash val="solid"/>
                      <a:round/>
                      <a:headEnd type="none" w="med" len="med"/>
                      <a:tailEnd type="none" w="med" len="med"/>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Underwriter or SME</a:t>
                      </a:r>
                    </a:p>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By Product &amp; Region</a:t>
                      </a:r>
                      <a:endParaRPr lang="en-US" sz="1100">
                        <a:latin typeface="Aptos"/>
                      </a:endParaRPr>
                    </a:p>
                  </a:txBody>
                  <a:tcPr anchor="ctr">
                    <a:lnL w="76200">
                      <a:solidFill>
                        <a:srgbClr val="FFFFFF"/>
                      </a:solidFill>
                    </a:lnL>
                    <a:lnR w="76200" cap="flat" cmpd="sng" algn="ctr">
                      <a:solidFill>
                        <a:srgbClr val="FFFFFF"/>
                      </a:solidFill>
                      <a:prstDash val="solid"/>
                      <a:round/>
                      <a:headEnd type="none" w="med" len="med"/>
                      <a:tailEnd type="none" w="med" len="med"/>
                    </a:lnR>
                    <a:lnT w="76200">
                      <a:solidFill>
                        <a:srgbClr val="FFFFFF"/>
                      </a:solidFill>
                    </a:lnT>
                    <a:lnB w="76200" cap="flat" cmpd="sng" algn="ctr">
                      <a:solidFill>
                        <a:srgbClr val="FFFFFF"/>
                      </a:solidFill>
                      <a:prstDash val="solid"/>
                      <a:round/>
                      <a:headEnd type="none" w="med" len="med"/>
                      <a:tailEnd type="none" w="med" len="med"/>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Elapsed Time Approx 6-12 weeks</a:t>
                      </a:r>
                      <a:endParaRPr lang="en-US" sz="1100" b="0" i="0" u="none" strike="noStrike" kern="1200" noProof="0">
                        <a:solidFill>
                          <a:srgbClr val="000000"/>
                        </a:solidFill>
                        <a:effectLst/>
                        <a:latin typeface="Aptos"/>
                      </a:endParaRPr>
                    </a:p>
                    <a:p>
                      <a:pPr marL="173355"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20%</a:t>
                      </a:r>
                      <a:endParaRPr lang="en-US" sz="1100">
                        <a:latin typeface="Aptos"/>
                      </a:endParaRPr>
                    </a:p>
                  </a:txBody>
                  <a:tcPr anchor="ctr">
                    <a:lnL w="76200">
                      <a:solidFill>
                        <a:srgbClr val="FFFFFF"/>
                      </a:solidFill>
                    </a:lnL>
                    <a:lnR w="76200">
                      <a:solidFill>
                        <a:srgbClr val="FFFFFF"/>
                      </a:solidFill>
                    </a:lnR>
                    <a:lnT w="76200">
                      <a:solidFill>
                        <a:srgbClr val="FFFFFF"/>
                      </a:solidFill>
                    </a:lnT>
                    <a:lnB w="76200">
                      <a:solidFill>
                        <a:srgbClr val="FFFFFF"/>
                      </a:solidFill>
                    </a:lnB>
                    <a:lnTlToBr w="0">
                      <a:noFill/>
                    </a:lnTlToBr>
                    <a:lnBlToTr w="0">
                      <a:noFill/>
                    </a:lnBlToTr>
                    <a:solidFill>
                      <a:srgbClr val="FFFFFF">
                        <a:lumMod val="95000"/>
                      </a:srgbClr>
                    </a:solidFill>
                  </a:tcPr>
                </a:tc>
                <a:extLst>
                  <a:ext uri="{0D108BD9-81ED-4DB2-BD59-A6C34878D82A}">
                    <a16:rowId xmlns:a16="http://schemas.microsoft.com/office/drawing/2014/main" val="3488302983"/>
                  </a:ext>
                </a:extLst>
              </a:tr>
              <a:tr h="74494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l">
                        <a:lnSpc>
                          <a:spcPct val="100000"/>
                        </a:lnSpc>
                        <a:spcBef>
                          <a:spcPts val="0"/>
                        </a:spcBef>
                        <a:spcAft>
                          <a:spcPts val="300"/>
                        </a:spcAft>
                        <a:buNone/>
                      </a:pPr>
                      <a:r>
                        <a:rPr lang="en-GB" sz="1100" b="0" i="0" u="none" strike="noStrike" kern="1200" noProof="0">
                          <a:solidFill>
                            <a:srgbClr val="550F5A"/>
                          </a:solidFill>
                          <a:effectLst/>
                          <a:latin typeface="Aptos"/>
                        </a:rPr>
                        <a:t>Product </a:t>
                      </a:r>
                      <a:r>
                        <a:rPr lang="en-GB" sz="1100" b="1" i="0" u="none" strike="noStrike" kern="1200" noProof="0">
                          <a:solidFill>
                            <a:srgbClr val="550F5A"/>
                          </a:solidFill>
                          <a:effectLst/>
                          <a:latin typeface="Aptos"/>
                        </a:rPr>
                        <a:t>Implementation SME</a:t>
                      </a:r>
                      <a:endParaRPr lang="en-US" sz="1100" b="1">
                        <a:solidFill>
                          <a:srgbClr val="550F5A"/>
                        </a:solidFill>
                        <a:latin typeface="Aptos"/>
                      </a:endParaRPr>
                    </a:p>
                  </a:txBody>
                  <a:tcPr marL="96000" marR="96000" marT="36000" marB="36000" anchor="ctr">
                    <a:lnL w="76200">
                      <a:solidFill>
                        <a:srgbClr val="FFFFFF"/>
                      </a:solidFill>
                    </a:lnL>
                    <a:lnR w="76200">
                      <a:solidFill>
                        <a:srgbClr val="FFFFFF"/>
                      </a:solidFill>
                    </a:lnR>
                    <a:lnT w="76200">
                      <a:solidFill>
                        <a:srgbClr val="FFFFFF"/>
                      </a:solidFill>
                    </a:lnT>
                    <a:lnB w="76200">
                      <a:solidFill>
                        <a:srgbClr val="FFFFFF"/>
                      </a:solidFill>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550F5A"/>
                          </a:solidFill>
                          <a:effectLst/>
                          <a:latin typeface="Aptos"/>
                        </a:rPr>
                        <a:t>Approve Rationalised Product</a:t>
                      </a:r>
                    </a:p>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550F5A"/>
                          </a:solidFill>
                          <a:effectLst/>
                          <a:latin typeface="Aptos"/>
                          <a:ea typeface="+mn-ea"/>
                          <a:cs typeface="+mn-cs"/>
                        </a:rPr>
                        <a:t>Support Requirements Capture Activities</a:t>
                      </a:r>
                    </a:p>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550F5A"/>
                          </a:solidFill>
                          <a:effectLst/>
                          <a:latin typeface="Aptos"/>
                          <a:ea typeface="+mn-ea"/>
                          <a:cs typeface="+mn-cs"/>
                        </a:rPr>
                        <a:t>Support and Approve Low Level Design</a:t>
                      </a:r>
                    </a:p>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550F5A"/>
                          </a:solidFill>
                          <a:effectLst/>
                          <a:latin typeface="Aptos"/>
                          <a:ea typeface="+mn-ea"/>
                          <a:cs typeface="+mn-cs"/>
                        </a:rPr>
                        <a:t>Support &amp; Sign-Off UAT Outputs</a:t>
                      </a:r>
                    </a:p>
                  </a:txBody>
                  <a:tcPr anchor="ctr">
                    <a:lnL w="76200">
                      <a:solidFill>
                        <a:srgbClr val="FFFFFF"/>
                      </a:solidFill>
                    </a:lnL>
                    <a:lnR w="76200">
                      <a:solidFill>
                        <a:srgbClr val="FFFFFF"/>
                      </a:solidFill>
                    </a:lnR>
                    <a:lnT w="76200">
                      <a:solidFill>
                        <a:srgbClr val="FFFFFF"/>
                      </a:solidFill>
                    </a:lnT>
                    <a:lnB w="76200">
                      <a:solidFill>
                        <a:srgbClr val="FFFFFF"/>
                      </a:solidFill>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1450" lvl="0" indent="-171450" algn="l">
                        <a:lnSpc>
                          <a:spcPct val="100000"/>
                        </a:lnSpc>
                        <a:buFont typeface="Arial"/>
                        <a:buChar char="•"/>
                      </a:pPr>
                      <a:r>
                        <a:rPr lang="en-US" sz="1100" b="0" i="0" u="none" strike="noStrike" kern="1200" noProof="0">
                          <a:solidFill>
                            <a:srgbClr val="4B0050"/>
                          </a:solidFill>
                          <a:effectLst/>
                          <a:latin typeface="Aptos"/>
                        </a:rPr>
                        <a:t>SME with End-to-End Understanding of Management of Policy for given Product</a:t>
                      </a:r>
                      <a:endParaRPr lang="en-US" sz="1100">
                        <a:latin typeface="Aptos"/>
                      </a:endParaRPr>
                    </a:p>
                  </a:txBody>
                  <a:tcPr anchor="ctr">
                    <a:lnL w="76200">
                      <a:solidFill>
                        <a:srgbClr val="FFFFFF"/>
                      </a:solidFill>
                    </a:lnL>
                    <a:lnR w="76200">
                      <a:solidFill>
                        <a:srgbClr val="FFFFFF"/>
                      </a:solidFill>
                    </a:lnR>
                    <a:lnT w="76200">
                      <a:solidFill>
                        <a:srgbClr val="FFFFFF"/>
                      </a:solidFill>
                    </a:lnT>
                    <a:lnB w="76200">
                      <a:solidFill>
                        <a:srgbClr val="FFFFFF"/>
                      </a:solidFill>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SME</a:t>
                      </a:r>
                      <a:endParaRPr lang="en-US" sz="1100" b="0" i="0" u="none" strike="noStrike" kern="1200" noProof="0">
                        <a:solidFill>
                          <a:srgbClr val="000000"/>
                        </a:solidFill>
                        <a:effectLst/>
                        <a:latin typeface="Aptos"/>
                      </a:endParaRPr>
                    </a:p>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By Product &amp; Region</a:t>
                      </a:r>
                      <a:endParaRPr lang="en-US" sz="1100">
                        <a:latin typeface="Aptos"/>
                      </a:endParaRPr>
                    </a:p>
                  </a:txBody>
                  <a:tcPr anchor="ctr">
                    <a:lnL w="76200">
                      <a:solidFill>
                        <a:srgbClr val="FFFFFF"/>
                      </a:solidFill>
                    </a:lnL>
                    <a:lnR w="76200" cap="flat" cmpd="sng" algn="ctr">
                      <a:solidFill>
                        <a:srgbClr val="FFFFFF"/>
                      </a:solidFill>
                      <a:prstDash val="solid"/>
                      <a:round/>
                      <a:headEnd type="none" w="med" len="med"/>
                      <a:tailEnd type="none" w="med" len="med"/>
                    </a:lnR>
                    <a:lnT w="76200">
                      <a:solidFill>
                        <a:srgbClr val="FFFFFF"/>
                      </a:solidFill>
                    </a:lnT>
                    <a:lnB w="76200">
                      <a:solidFill>
                        <a:srgbClr val="FFFFFF"/>
                      </a:solidFill>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Elapsed Time Approx 3-6 months</a:t>
                      </a:r>
                    </a:p>
                    <a:p>
                      <a:pPr marL="173355"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100%</a:t>
                      </a:r>
                      <a:endParaRPr lang="en-US" sz="1100">
                        <a:latin typeface="Aptos"/>
                      </a:endParaRPr>
                    </a:p>
                  </a:txBody>
                  <a:tcPr anchor="ctr">
                    <a:lnL w="76200">
                      <a:solidFill>
                        <a:srgbClr val="FFFFFF"/>
                      </a:solidFill>
                    </a:lnL>
                    <a:lnR w="76200">
                      <a:solidFill>
                        <a:srgbClr val="FFFFFF"/>
                      </a:solidFill>
                    </a:lnR>
                    <a:lnT w="76200">
                      <a:solidFill>
                        <a:srgbClr val="FFFFFF"/>
                      </a:solidFill>
                    </a:lnT>
                    <a:lnB w="76200">
                      <a:solidFill>
                        <a:srgbClr val="FFFFFF"/>
                      </a:solidFill>
                    </a:lnB>
                    <a:lnTlToBr w="0">
                      <a:noFill/>
                    </a:lnTlToBr>
                    <a:lnBlToTr w="0">
                      <a:noFill/>
                    </a:lnBlToTr>
                    <a:solidFill>
                      <a:srgbClr val="FFFFFF">
                        <a:lumMod val="95000"/>
                      </a:srgbClr>
                    </a:solidFill>
                  </a:tcPr>
                </a:tc>
                <a:extLst>
                  <a:ext uri="{0D108BD9-81ED-4DB2-BD59-A6C34878D82A}">
                    <a16:rowId xmlns:a16="http://schemas.microsoft.com/office/drawing/2014/main" val="1151546021"/>
                  </a:ext>
                </a:extLst>
              </a:tr>
              <a:tr h="74494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lvl="0" indent="0" algn="l">
                        <a:lnSpc>
                          <a:spcPct val="100000"/>
                        </a:lnSpc>
                        <a:spcBef>
                          <a:spcPts val="0"/>
                        </a:spcBef>
                        <a:spcAft>
                          <a:spcPts val="300"/>
                        </a:spcAft>
                        <a:buNone/>
                      </a:pPr>
                      <a:r>
                        <a:rPr lang="en-GB" sz="1100" b="0" i="0" u="none" strike="noStrike" kern="1200" noProof="0">
                          <a:solidFill>
                            <a:srgbClr val="550F5A"/>
                          </a:solidFill>
                          <a:effectLst/>
                          <a:latin typeface="Aptos"/>
                        </a:rPr>
                        <a:t>Product </a:t>
                      </a:r>
                      <a:r>
                        <a:rPr lang="en-GB" sz="1100" b="1" i="0" u="none" strike="noStrike" kern="1200" noProof="0">
                          <a:solidFill>
                            <a:srgbClr val="550F5A"/>
                          </a:solidFill>
                          <a:effectLst/>
                          <a:latin typeface="Aptos"/>
                        </a:rPr>
                        <a:t>Implementation Regional SME / PO</a:t>
                      </a:r>
                      <a:endParaRPr lang="en-US" sz="1100" b="1">
                        <a:solidFill>
                          <a:srgbClr val="550F5A"/>
                        </a:solidFill>
                        <a:latin typeface="Aptos"/>
                      </a:endParaRPr>
                    </a:p>
                  </a:txBody>
                  <a:tcPr marL="96000" marR="96000" marT="36000" marB="36000" anchor="ctr">
                    <a:lnL w="76200">
                      <a:solidFill>
                        <a:srgbClr val="FFFFFF"/>
                      </a:solidFill>
                    </a:lnL>
                    <a:lnR w="76200">
                      <a:solidFill>
                        <a:srgbClr val="FFFFFF"/>
                      </a:solidFill>
                    </a:lnR>
                    <a:lnT w="76200">
                      <a:solidFill>
                        <a:srgbClr val="FFFFFF"/>
                      </a:solidFill>
                    </a:lnT>
                    <a:lnB w="76200" cap="flat" cmpd="sng" algn="ctr">
                      <a:solidFill>
                        <a:srgbClr val="FFFFFF"/>
                      </a:solidFill>
                      <a:prstDash val="solid"/>
                      <a:round/>
                      <a:headEnd type="none" w="med" len="med"/>
                      <a:tailEnd type="none" w="med" len="med"/>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Approve Rationalised Product</a:t>
                      </a:r>
                      <a:endParaRPr lang="en-US" sz="1100" b="0" i="0" u="none" strike="noStrike" kern="1200" noProof="0">
                        <a:solidFill>
                          <a:srgbClr val="000000"/>
                        </a:solidFill>
                        <a:effectLst/>
                        <a:latin typeface="Aptos"/>
                      </a:endParaRPr>
                    </a:p>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Support Requirements Capture Activities</a:t>
                      </a:r>
                      <a:endParaRPr lang="en-US" sz="1100" b="0" i="0" u="none" strike="noStrike" kern="1200" noProof="0">
                        <a:solidFill>
                          <a:srgbClr val="000000"/>
                        </a:solidFill>
                        <a:effectLst/>
                        <a:latin typeface="Aptos"/>
                      </a:endParaRPr>
                    </a:p>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Support and Approve Low Level Design</a:t>
                      </a:r>
                      <a:endParaRPr lang="en-US" sz="1100" b="0" i="0" u="none" strike="noStrike" kern="1200" noProof="0">
                        <a:solidFill>
                          <a:srgbClr val="000000"/>
                        </a:solidFill>
                        <a:effectLst/>
                        <a:latin typeface="Aptos"/>
                      </a:endParaRPr>
                    </a:p>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Support &amp; Sign-Off UAT Outputs</a:t>
                      </a:r>
                      <a:endParaRPr lang="en-US" sz="1100">
                        <a:latin typeface="Aptos"/>
                      </a:endParaRPr>
                    </a:p>
                  </a:txBody>
                  <a:tcPr anchor="ctr">
                    <a:lnL w="76200">
                      <a:solidFill>
                        <a:srgbClr val="FFFFFF"/>
                      </a:solidFill>
                    </a:lnL>
                    <a:lnR w="76200">
                      <a:solidFill>
                        <a:srgbClr val="FFFFFF"/>
                      </a:solidFill>
                    </a:lnR>
                    <a:lnT w="76200">
                      <a:solidFill>
                        <a:srgbClr val="FFFFFF"/>
                      </a:solidFill>
                    </a:lnT>
                    <a:lnB w="76200" cap="flat" cmpd="sng" algn="ctr">
                      <a:solidFill>
                        <a:srgbClr val="FFFFFF"/>
                      </a:solidFill>
                      <a:prstDash val="solid"/>
                      <a:round/>
                      <a:headEnd type="none" w="med" len="med"/>
                      <a:tailEnd type="none" w="med" len="med"/>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1450" lvl="0" indent="-171450" algn="l">
                        <a:lnSpc>
                          <a:spcPct val="100000"/>
                        </a:lnSpc>
                        <a:buFont typeface="Arial"/>
                        <a:buChar char="•"/>
                      </a:pPr>
                      <a:r>
                        <a:rPr lang="en-US" sz="1100" b="0" i="0" u="none" strike="noStrike" kern="1200" noProof="0">
                          <a:solidFill>
                            <a:srgbClr val="4B0050"/>
                          </a:solidFill>
                          <a:effectLst/>
                          <a:latin typeface="Aptos"/>
                        </a:rPr>
                        <a:t>SME / PO with End-to-End Understanding of Management of Policy for a region/entity</a:t>
                      </a:r>
                      <a:endParaRPr lang="en-US" sz="1100">
                        <a:latin typeface="Aptos"/>
                      </a:endParaRPr>
                    </a:p>
                  </a:txBody>
                  <a:tcPr anchor="ctr">
                    <a:lnL w="76200">
                      <a:solidFill>
                        <a:srgbClr val="FFFFFF"/>
                      </a:solidFill>
                    </a:lnL>
                    <a:lnR w="76200">
                      <a:solidFill>
                        <a:srgbClr val="FFFFFF"/>
                      </a:solidFill>
                    </a:lnR>
                    <a:lnT w="76200">
                      <a:solidFill>
                        <a:srgbClr val="FFFFFF"/>
                      </a:solidFill>
                    </a:lnT>
                    <a:lnB w="76200" cap="flat" cmpd="sng" algn="ctr">
                      <a:solidFill>
                        <a:srgbClr val="FFFFFF"/>
                      </a:solidFill>
                      <a:prstDash val="solid"/>
                      <a:round/>
                      <a:headEnd type="none" w="med" len="med"/>
                      <a:tailEnd type="none" w="med" len="med"/>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SME / PO</a:t>
                      </a:r>
                      <a:endParaRPr lang="en-US" sz="1100" b="0" i="0" u="none" strike="noStrike" kern="1200" noProof="0">
                        <a:solidFill>
                          <a:srgbClr val="000000"/>
                        </a:solidFill>
                        <a:effectLst/>
                        <a:latin typeface="Aptos"/>
                      </a:endParaRPr>
                    </a:p>
                    <a:p>
                      <a:pPr marL="173355" marR="0"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By Region</a:t>
                      </a:r>
                      <a:endParaRPr lang="en-US" sz="1100">
                        <a:latin typeface="Aptos"/>
                      </a:endParaRPr>
                    </a:p>
                  </a:txBody>
                  <a:tcPr anchor="ctr">
                    <a:lnL w="76200">
                      <a:solidFill>
                        <a:srgbClr val="FFFFFF"/>
                      </a:solidFill>
                    </a:lnL>
                    <a:lnR w="76200" cap="flat" cmpd="sng" algn="ctr">
                      <a:solidFill>
                        <a:srgbClr val="FFFFFF"/>
                      </a:solidFill>
                      <a:prstDash val="solid"/>
                      <a:round/>
                      <a:headEnd type="none" w="med" len="med"/>
                      <a:tailEnd type="none" w="med" len="med"/>
                    </a:lnR>
                    <a:lnT w="76200">
                      <a:solidFill>
                        <a:srgbClr val="FFFFFF"/>
                      </a:solidFill>
                    </a:lnT>
                    <a:lnB w="76200" cap="flat" cmpd="sng" algn="ctr">
                      <a:solidFill>
                        <a:srgbClr val="FFFFFF"/>
                      </a:solidFill>
                      <a:prstDash val="solid"/>
                      <a:round/>
                      <a:headEnd type="none" w="med" len="med"/>
                      <a:tailEnd type="none" w="med" len="med"/>
                    </a:lnB>
                    <a:lnTlToBr w="0">
                      <a:noFill/>
                    </a:lnTlToBr>
                    <a:lnBlToTr w="0">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73355"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Elapsed Time Approx 3-6 months</a:t>
                      </a:r>
                      <a:endParaRPr lang="en-US" sz="1100" b="0" i="0" u="none" strike="noStrike" kern="1200" noProof="0">
                        <a:solidFill>
                          <a:srgbClr val="000000"/>
                        </a:solidFill>
                        <a:effectLst/>
                        <a:latin typeface="Aptos"/>
                      </a:endParaRPr>
                    </a:p>
                    <a:p>
                      <a:pPr marL="173355" lvl="0" indent="-173355" algn="l">
                        <a:lnSpc>
                          <a:spcPct val="100000"/>
                        </a:lnSpc>
                        <a:spcBef>
                          <a:spcPts val="0"/>
                        </a:spcBef>
                        <a:spcAft>
                          <a:spcPts val="0"/>
                        </a:spcAft>
                        <a:buClr>
                          <a:srgbClr val="000000"/>
                        </a:buClr>
                        <a:buFont typeface="Arial,Sans-Serif"/>
                        <a:buChar char="•"/>
                      </a:pPr>
                      <a:r>
                        <a:rPr lang="en-US" sz="1100" b="0" i="0" u="none" strike="noStrike" kern="1200" noProof="0">
                          <a:solidFill>
                            <a:srgbClr val="4B0050"/>
                          </a:solidFill>
                          <a:effectLst/>
                          <a:latin typeface="Aptos"/>
                        </a:rPr>
                        <a:t>100%</a:t>
                      </a:r>
                      <a:endParaRPr lang="en-US" sz="1100">
                        <a:latin typeface="Aptos"/>
                      </a:endParaRPr>
                    </a:p>
                  </a:txBody>
                  <a:tcPr anchor="ctr">
                    <a:lnL w="76200">
                      <a:solidFill>
                        <a:srgbClr val="FFFFFF"/>
                      </a:solidFill>
                    </a:lnL>
                    <a:lnR w="76200">
                      <a:solidFill>
                        <a:srgbClr val="FFFFFF"/>
                      </a:solidFill>
                    </a:lnR>
                    <a:lnT w="76200">
                      <a:solidFill>
                        <a:srgbClr val="FFFFFF"/>
                      </a:solidFill>
                    </a:lnT>
                    <a:lnB w="76200">
                      <a:solidFill>
                        <a:srgbClr val="FFFFFF"/>
                      </a:solidFill>
                    </a:lnB>
                    <a:lnTlToBr w="0">
                      <a:noFill/>
                    </a:lnTlToBr>
                    <a:lnBlToTr w="0">
                      <a:noFill/>
                    </a:lnBlToTr>
                    <a:solidFill>
                      <a:srgbClr val="FFFFFF">
                        <a:lumMod val="95000"/>
                      </a:srgbClr>
                    </a:solidFill>
                  </a:tcPr>
                </a:tc>
                <a:extLst>
                  <a:ext uri="{0D108BD9-81ED-4DB2-BD59-A6C34878D82A}">
                    <a16:rowId xmlns:a16="http://schemas.microsoft.com/office/drawing/2014/main" val="3443067265"/>
                  </a:ext>
                </a:extLst>
              </a:tr>
            </a:tbl>
          </a:graphicData>
        </a:graphic>
      </p:graphicFrame>
      <p:sp>
        <p:nvSpPr>
          <p:cNvPr id="9" name="Title 1">
            <a:extLst>
              <a:ext uri="{FF2B5EF4-FFF2-40B4-BE49-F238E27FC236}">
                <a16:creationId xmlns:a16="http://schemas.microsoft.com/office/drawing/2014/main" id="{4929743B-E20A-0475-6DF8-47D690A44A31}"/>
              </a:ext>
            </a:extLst>
          </p:cNvPr>
          <p:cNvSpPr txBox="1">
            <a:spLocks/>
          </p:cNvSpPr>
          <p:nvPr/>
        </p:nvSpPr>
        <p:spPr>
          <a:xfrm>
            <a:off x="-164275" y="127993"/>
            <a:ext cx="11015272" cy="498510"/>
          </a:xfrm>
          <a:prstGeom prst="rect">
            <a:avLst/>
          </a:prstGeom>
        </p:spPr>
        <p:txBody>
          <a:bodyPr vert="horz" lIns="0" tIns="0" rIns="0" bIns="0" rtlCol="0" anchor="t" anchorCtr="0">
            <a:noAutofit/>
          </a:bodyPr>
          <a:lstStyle>
            <a:lvl1pPr algn="l" defTabSz="914400" rtl="0" eaLnBrk="1" latinLnBrk="0" hangingPunct="1">
              <a:lnSpc>
                <a:spcPct val="96000"/>
              </a:lnSpc>
              <a:spcBef>
                <a:spcPct val="0"/>
              </a:spcBef>
              <a:buNone/>
              <a:defRPr sz="2400" kern="1200" cap="none" baseline="0">
                <a:solidFill>
                  <a:schemeClr val="tx2"/>
                </a:solidFill>
                <a:latin typeface="+mn-lt"/>
                <a:ea typeface="+mj-ea"/>
                <a:cs typeface="+mj-cs"/>
              </a:defRPr>
            </a:lvl1pPr>
          </a:lstStyle>
          <a:p>
            <a:pPr marL="356870" marR="0" lvl="0" indent="0" algn="l" defTabSz="914400" rtl="0" eaLnBrk="1" fontAlgn="auto" latinLnBrk="0" hangingPunct="1">
              <a:lnSpc>
                <a:spcPct val="96000"/>
              </a:lnSpc>
              <a:spcBef>
                <a:spcPct val="0"/>
              </a:spcBef>
              <a:spcAft>
                <a:spcPts val="0"/>
              </a:spcAft>
              <a:buClrTx/>
              <a:buSzTx/>
              <a:buFontTx/>
              <a:buNone/>
              <a:tabLst/>
              <a:defRPr/>
            </a:pPr>
            <a:r>
              <a:rPr kumimoji="0" lang="en-GB" sz="2000" b="0" i="0" u="none" strike="noStrike" kern="1200" cap="none" spc="0" normalizeH="0" baseline="0" noProof="0">
                <a:ln>
                  <a:noFill/>
                </a:ln>
                <a:solidFill>
                  <a:srgbClr val="000000"/>
                </a:solidFill>
                <a:effectLst/>
                <a:uLnTx/>
                <a:uFillTx/>
                <a:latin typeface="Ubuntu Medium" panose="020B0604030602030204" pitchFamily="34" charset="0"/>
                <a:ea typeface="+mj-ea"/>
                <a:cs typeface="+mj-cs"/>
              </a:rPr>
              <a:t>GPAS Post D&amp;O Release | Resource Model Detail For Product Rationalisation</a:t>
            </a:r>
          </a:p>
        </p:txBody>
      </p:sp>
    </p:spTree>
    <p:extLst>
      <p:ext uri="{BB962C8B-B14F-4D97-AF65-F5344CB8AC3E}">
        <p14:creationId xmlns:p14="http://schemas.microsoft.com/office/powerpoint/2010/main" val="3594647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1E5A43-A9CB-55B6-48C4-6779D1A634AC}"/>
              </a:ext>
            </a:extLst>
          </p:cNvPr>
          <p:cNvSpPr>
            <a:spLocks noGrp="1"/>
          </p:cNvSpPr>
          <p:nvPr>
            <p:ph type="title"/>
          </p:nvPr>
        </p:nvSpPr>
        <p:spPr>
          <a:xfrm>
            <a:off x="212347" y="84925"/>
            <a:ext cx="10947772" cy="466185"/>
          </a:xfrm>
        </p:spPr>
        <p:txBody>
          <a:bodyPr/>
          <a:lstStyle/>
          <a:p>
            <a:r>
              <a:rPr lang="en-US"/>
              <a:t>template/Folder Population (Critical) – Beazley Prep</a:t>
            </a:r>
          </a:p>
        </p:txBody>
      </p:sp>
      <p:pic>
        <p:nvPicPr>
          <p:cNvPr id="13" name="Picture 12">
            <a:extLst>
              <a:ext uri="{FF2B5EF4-FFF2-40B4-BE49-F238E27FC236}">
                <a16:creationId xmlns:a16="http://schemas.microsoft.com/office/drawing/2014/main" id="{9CDC7585-4236-919C-FEDB-B1CAEE86D0B3}"/>
              </a:ext>
            </a:extLst>
          </p:cNvPr>
          <p:cNvPicPr>
            <a:picLocks noChangeAspect="1"/>
          </p:cNvPicPr>
          <p:nvPr/>
        </p:nvPicPr>
        <p:blipFill>
          <a:blip r:embed="rId2"/>
          <a:stretch>
            <a:fillRect/>
          </a:stretch>
        </p:blipFill>
        <p:spPr>
          <a:xfrm>
            <a:off x="297944" y="1918834"/>
            <a:ext cx="7952455" cy="1510166"/>
          </a:xfrm>
          <a:prstGeom prst="rect">
            <a:avLst/>
          </a:prstGeom>
          <a:ln w="38100" cap="sq" cmpd="thickThin">
            <a:solidFill>
              <a:srgbClr val="000000"/>
            </a:solidFill>
            <a:prstDash val="solid"/>
            <a:miter lim="800000"/>
          </a:ln>
          <a:effectLst>
            <a:innerShdw blurRad="76200">
              <a:srgbClr val="000000"/>
            </a:innerShdw>
          </a:effectLst>
        </p:spPr>
      </p:pic>
      <p:pic>
        <p:nvPicPr>
          <p:cNvPr id="18" name="Picture 17">
            <a:extLst>
              <a:ext uri="{FF2B5EF4-FFF2-40B4-BE49-F238E27FC236}">
                <a16:creationId xmlns:a16="http://schemas.microsoft.com/office/drawing/2014/main" id="{A250F2C0-5DB8-FFF4-6765-8C42B540838F}"/>
              </a:ext>
            </a:extLst>
          </p:cNvPr>
          <p:cNvPicPr>
            <a:picLocks noChangeAspect="1"/>
          </p:cNvPicPr>
          <p:nvPr/>
        </p:nvPicPr>
        <p:blipFill>
          <a:blip r:embed="rId3"/>
          <a:stretch>
            <a:fillRect/>
          </a:stretch>
        </p:blipFill>
        <p:spPr>
          <a:xfrm>
            <a:off x="2625679" y="3902916"/>
            <a:ext cx="8495932" cy="1510165"/>
          </a:xfrm>
          <a:prstGeom prst="rect">
            <a:avLst/>
          </a:prstGeom>
          <a:ln w="88900" cap="sq" cmpd="thickThin">
            <a:solidFill>
              <a:srgbClr val="000000"/>
            </a:solidFill>
            <a:prstDash val="solid"/>
            <a:miter lim="800000"/>
          </a:ln>
          <a:effectLst>
            <a:innerShdw blurRad="76200">
              <a:srgbClr val="000000"/>
            </a:innerShdw>
          </a:effectLst>
        </p:spPr>
      </p:pic>
      <p:sp>
        <p:nvSpPr>
          <p:cNvPr id="19" name="TextBox 18">
            <a:extLst>
              <a:ext uri="{FF2B5EF4-FFF2-40B4-BE49-F238E27FC236}">
                <a16:creationId xmlns:a16="http://schemas.microsoft.com/office/drawing/2014/main" id="{3256F388-2686-F9D7-4A8F-EFB0B4294971}"/>
              </a:ext>
            </a:extLst>
          </p:cNvPr>
          <p:cNvSpPr txBox="1"/>
          <p:nvPr/>
        </p:nvSpPr>
        <p:spPr>
          <a:xfrm>
            <a:off x="10049774" y="4830793"/>
            <a:ext cx="854015" cy="258793"/>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20" name="TextBox 19">
            <a:extLst>
              <a:ext uri="{FF2B5EF4-FFF2-40B4-BE49-F238E27FC236}">
                <a16:creationId xmlns:a16="http://schemas.microsoft.com/office/drawing/2014/main" id="{82CCFA09-48CC-1162-9109-4448B8030B9B}"/>
              </a:ext>
            </a:extLst>
          </p:cNvPr>
          <p:cNvSpPr txBox="1"/>
          <p:nvPr/>
        </p:nvSpPr>
        <p:spPr>
          <a:xfrm>
            <a:off x="5496233" y="5690586"/>
            <a:ext cx="682625"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2" name="TextBox 1">
            <a:extLst>
              <a:ext uri="{FF2B5EF4-FFF2-40B4-BE49-F238E27FC236}">
                <a16:creationId xmlns:a16="http://schemas.microsoft.com/office/drawing/2014/main" id="{F6F11711-4255-6BEA-E336-49555DA8AD62}"/>
              </a:ext>
            </a:extLst>
          </p:cNvPr>
          <p:cNvSpPr txBox="1"/>
          <p:nvPr/>
        </p:nvSpPr>
        <p:spPr>
          <a:xfrm>
            <a:off x="10049774" y="5015460"/>
            <a:ext cx="854015"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4" name="Rectangle 1">
            <a:extLst>
              <a:ext uri="{FF2B5EF4-FFF2-40B4-BE49-F238E27FC236}">
                <a16:creationId xmlns:a16="http://schemas.microsoft.com/office/drawing/2014/main" id="{6394E216-6795-6D6D-981E-D364D7DBEB90}"/>
              </a:ext>
            </a:extLst>
          </p:cNvPr>
          <p:cNvSpPr>
            <a:spLocks noGrp="1" noChangeArrowheads="1"/>
          </p:cNvSpPr>
          <p:nvPr>
            <p:ph type="body" sz="quarter" idx="10"/>
          </p:nvPr>
        </p:nvSpPr>
        <p:spPr bwMode="auto">
          <a:xfrm>
            <a:off x="212725" y="1260475"/>
            <a:ext cx="10567988"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hlinkClick r:id="rId4"/>
              </a:rPr>
              <a:t>A Product Template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03068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F4CCCA-1E55-00CE-0339-9878859E1870}"/>
              </a:ext>
            </a:extLst>
          </p:cNvPr>
          <p:cNvSpPr>
            <a:spLocks noGrp="1"/>
          </p:cNvSpPr>
          <p:nvPr>
            <p:ph type="title"/>
          </p:nvPr>
        </p:nvSpPr>
        <p:spPr>
          <a:xfrm>
            <a:off x="253985" y="155405"/>
            <a:ext cx="10947772" cy="716711"/>
          </a:xfrm>
        </p:spPr>
        <p:txBody>
          <a:bodyPr/>
          <a:lstStyle/>
          <a:p>
            <a:r>
              <a:rPr lang="en-US"/>
              <a:t>Read Me Document </a:t>
            </a:r>
          </a:p>
        </p:txBody>
      </p:sp>
      <p:sp>
        <p:nvSpPr>
          <p:cNvPr id="7" name="TextBox 6">
            <a:extLst>
              <a:ext uri="{FF2B5EF4-FFF2-40B4-BE49-F238E27FC236}">
                <a16:creationId xmlns:a16="http://schemas.microsoft.com/office/drawing/2014/main" id="{D30A03B9-A711-B6F2-A4F7-2B9F464A9431}"/>
              </a:ext>
            </a:extLst>
          </p:cNvPr>
          <p:cNvSpPr txBox="1"/>
          <p:nvPr/>
        </p:nvSpPr>
        <p:spPr>
          <a:xfrm>
            <a:off x="6694006" y="1123558"/>
            <a:ext cx="4383464" cy="521848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400" b="1" i="0" u="sng" strike="noStrike" kern="1200" cap="none" spc="0" normalizeH="0" baseline="0" noProof="0">
                <a:ln>
                  <a:noFill/>
                </a:ln>
                <a:solidFill>
                  <a:srgbClr val="424242"/>
                </a:solidFill>
                <a:effectLst/>
                <a:uLnTx/>
                <a:uFillTx/>
                <a:latin typeface="Ubuntu"/>
                <a:ea typeface="+mn-ea"/>
                <a:cs typeface="+mn-cs"/>
              </a:rPr>
              <a:t>Guidance for Folder Information</a:t>
            </a:r>
            <a:r>
              <a:rPr kumimoji="0" lang="en-US" sz="1400" b="0" i="0" u="none" strike="noStrike" kern="1200" cap="none" spc="0" normalizeH="0" baseline="0" noProof="0">
                <a:ln>
                  <a:noFill/>
                </a:ln>
                <a:solidFill>
                  <a:srgbClr val="424242"/>
                </a:solidFill>
                <a:effectLst/>
                <a:uLnTx/>
                <a:uFillTx/>
                <a:latin typeface="Ubuntu"/>
                <a:ea typeface="+mn-ea"/>
                <a:cs typeface="+mn-cs"/>
              </a:rPr>
              <a:t>:</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424242"/>
                </a:solidFill>
                <a:effectLst/>
                <a:uLnTx/>
                <a:uFillTx/>
                <a:latin typeface="Ubuntu"/>
                <a:ea typeface="+mn-ea"/>
                <a:cs typeface="+mn-cs"/>
              </a:rPr>
              <a:t>The </a:t>
            </a:r>
            <a:r>
              <a:rPr kumimoji="0" lang="en-US" sz="1400" b="1" i="0" u="sng" strike="noStrike" kern="1200" cap="none" spc="0" normalizeH="0" baseline="0" noProof="0">
                <a:ln>
                  <a:noFill/>
                </a:ln>
                <a:solidFill>
                  <a:srgbClr val="424242"/>
                </a:solidFill>
                <a:effectLst/>
                <a:uLnTx/>
                <a:uFillTx/>
                <a:latin typeface="Ubuntu"/>
                <a:ea typeface="+mn-ea"/>
                <a:cs typeface="+mn-cs"/>
              </a:rPr>
              <a:t>Read Me </a:t>
            </a:r>
            <a:r>
              <a:rPr kumimoji="0" lang="en-US" sz="1400" b="0" i="0" u="none" strike="noStrike" kern="1200" cap="none" spc="0" normalizeH="0" baseline="0" noProof="0">
                <a:ln>
                  <a:noFill/>
                </a:ln>
                <a:solidFill>
                  <a:srgbClr val="424242"/>
                </a:solidFill>
                <a:effectLst/>
                <a:uLnTx/>
                <a:uFillTx/>
                <a:latin typeface="Ubuntu"/>
                <a:ea typeface="+mn-ea"/>
                <a:cs typeface="+mn-cs"/>
              </a:rPr>
              <a:t>Document provides instructions on what information needs to be included in each folder. Use the </a:t>
            </a:r>
            <a:r>
              <a:rPr kumimoji="0" lang="en-US" sz="1400" b="1" i="0" u="sng" strike="noStrike" kern="1200" cap="none" spc="0" normalizeH="0" baseline="0" noProof="0">
                <a:ln>
                  <a:noFill/>
                </a:ln>
                <a:solidFill>
                  <a:srgbClr val="424242"/>
                </a:solidFill>
                <a:effectLst/>
                <a:uLnTx/>
                <a:uFillTx/>
                <a:latin typeface="Ubuntu"/>
                <a:ea typeface="+mn-ea"/>
                <a:cs typeface="+mn-cs"/>
              </a:rPr>
              <a:t>Product Template </a:t>
            </a:r>
            <a:r>
              <a:rPr kumimoji="0" lang="en-US" sz="1400" b="0" i="0" u="none" strike="noStrike" kern="1200" cap="none" spc="0" normalizeH="0" baseline="0" noProof="0">
                <a:ln>
                  <a:noFill/>
                </a:ln>
                <a:solidFill>
                  <a:srgbClr val="424242"/>
                </a:solidFill>
                <a:effectLst/>
                <a:uLnTx/>
                <a:uFillTx/>
                <a:latin typeface="Ubuntu"/>
                <a:ea typeface="+mn-ea"/>
                <a:cs typeface="+mn-cs"/>
              </a:rPr>
              <a:t>to access links to high-quality examples that demonstrate what 'good' looks like.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400" b="1" i="0" u="sng" strike="noStrike" kern="1200" cap="none" spc="0" normalizeH="0" baseline="0" noProof="0">
                <a:ln>
                  <a:noFill/>
                </a:ln>
                <a:solidFill>
                  <a:srgbClr val="424242"/>
                </a:solidFill>
                <a:effectLst/>
                <a:uLnTx/>
                <a:uFillTx/>
                <a:latin typeface="Ubuntu"/>
                <a:ea typeface="+mn-ea"/>
                <a:cs typeface="+mn-cs"/>
              </a:rPr>
              <a:t>Assignment of Information</a:t>
            </a:r>
            <a:r>
              <a:rPr kumimoji="0" lang="en-US" sz="1400" b="0" i="0" u="none" strike="noStrike" kern="1200" cap="none" spc="0" normalizeH="0" baseline="0" noProof="0">
                <a:ln>
                  <a:noFill/>
                </a:ln>
                <a:solidFill>
                  <a:srgbClr val="424242"/>
                </a:solidFill>
                <a:effectLst/>
                <a:uLnTx/>
                <a:uFillTx/>
                <a:latin typeface="Ubuntu"/>
                <a:ea typeface="+mn-ea"/>
                <a:cs typeface="+mn-cs"/>
              </a:rPr>
              <a:t>:</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424242"/>
                </a:solidFill>
                <a:effectLst/>
                <a:uLnTx/>
                <a:uFillTx/>
                <a:latin typeface="Ubuntu"/>
                <a:ea typeface="+mn-ea"/>
                <a:cs typeface="+mn-cs"/>
              </a:rPr>
              <a:t>Each team member may have parts of the required information.</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424242"/>
                </a:solidFill>
                <a:effectLst/>
                <a:uLnTx/>
                <a:uFillTx/>
                <a:latin typeface="Ubuntu"/>
                <a:ea typeface="+mn-ea"/>
                <a:cs typeface="+mn-cs"/>
              </a:rPr>
              <a:t>Consider the best way to assign these tasks to the most suitable individuals.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400" b="1" i="0" u="sng" strike="noStrike" kern="1200" cap="none" spc="0" normalizeH="0" baseline="0" noProof="0">
                <a:ln>
                  <a:noFill/>
                </a:ln>
                <a:solidFill>
                  <a:srgbClr val="424242"/>
                </a:solidFill>
                <a:effectLst/>
                <a:uLnTx/>
                <a:uFillTx/>
                <a:latin typeface="Ubuntu"/>
                <a:ea typeface="+mn-ea"/>
                <a:cs typeface="+mn-cs"/>
              </a:rPr>
              <a:t>Role of the Project Manager (PM)</a:t>
            </a:r>
            <a:r>
              <a:rPr kumimoji="0" lang="en-US" sz="1400" b="0" i="0" u="sng" strike="noStrike" kern="1200" cap="none" spc="0" normalizeH="0" baseline="0" noProof="0">
                <a:ln>
                  <a:noFill/>
                </a:ln>
                <a:solidFill>
                  <a:srgbClr val="424242"/>
                </a:solidFill>
                <a:effectLst/>
                <a:uLnTx/>
                <a:uFillTx/>
                <a:latin typeface="Ubuntu"/>
                <a:ea typeface="+mn-ea"/>
                <a:cs typeface="+mn-cs"/>
              </a:rPr>
              <a:t>:</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424242"/>
                </a:solidFill>
                <a:effectLst/>
                <a:uLnTx/>
                <a:uFillTx/>
                <a:latin typeface="Ubuntu"/>
                <a:ea typeface="+mn-ea"/>
                <a:cs typeface="+mn-cs"/>
              </a:rPr>
              <a:t>PM will need to coordinate efforts to ensure all necessary information is fully populated in the folders by week 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a:ea typeface="+mn-ea"/>
                <a:cs typeface="+mn-cs"/>
              </a:rPr>
              <a:t> </a:t>
            </a:r>
          </a:p>
        </p:txBody>
      </p:sp>
      <p:pic>
        <p:nvPicPr>
          <p:cNvPr id="4" name="Picture 3">
            <a:extLst>
              <a:ext uri="{FF2B5EF4-FFF2-40B4-BE49-F238E27FC236}">
                <a16:creationId xmlns:a16="http://schemas.microsoft.com/office/drawing/2014/main" id="{09B6DFBC-1B73-8F73-7CA3-51063F0FD683}"/>
              </a:ext>
            </a:extLst>
          </p:cNvPr>
          <p:cNvPicPr>
            <a:picLocks noChangeAspect="1"/>
          </p:cNvPicPr>
          <p:nvPr/>
        </p:nvPicPr>
        <p:blipFill>
          <a:blip r:embed="rId2"/>
          <a:stretch>
            <a:fillRect/>
          </a:stretch>
        </p:blipFill>
        <p:spPr>
          <a:xfrm>
            <a:off x="410670" y="1290328"/>
            <a:ext cx="5860734" cy="2332366"/>
          </a:xfrm>
          <a:prstGeom prst="rect">
            <a:avLst/>
          </a:prstGeom>
          <a:ln w="88900" cap="sq" cmpd="thickThin">
            <a:solidFill>
              <a:srgbClr val="000000"/>
            </a:solidFill>
            <a:prstDash val="solid"/>
            <a:miter lim="800000"/>
          </a:ln>
          <a:effectLst>
            <a:innerShdw blurRad="76200">
              <a:srgbClr val="000000"/>
            </a:innerShdw>
          </a:effectLst>
        </p:spPr>
      </p:pic>
      <p:pic>
        <p:nvPicPr>
          <p:cNvPr id="5" name="Picture 4">
            <a:extLst>
              <a:ext uri="{FF2B5EF4-FFF2-40B4-BE49-F238E27FC236}">
                <a16:creationId xmlns:a16="http://schemas.microsoft.com/office/drawing/2014/main" id="{7E4FF34D-8A4A-AB67-4B39-EDF5745D7E3A}"/>
              </a:ext>
            </a:extLst>
          </p:cNvPr>
          <p:cNvPicPr>
            <a:picLocks noChangeAspect="1"/>
          </p:cNvPicPr>
          <p:nvPr/>
        </p:nvPicPr>
        <p:blipFill>
          <a:blip r:embed="rId3"/>
          <a:stretch>
            <a:fillRect/>
          </a:stretch>
        </p:blipFill>
        <p:spPr>
          <a:xfrm>
            <a:off x="410670" y="4040906"/>
            <a:ext cx="5860734" cy="237877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31682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687018E7-9121-883A-75FC-F88FF2E2AFB8}"/>
            </a:ext>
          </a:extLst>
        </p:cNvPr>
        <p:cNvGrpSpPr/>
        <p:nvPr/>
      </p:nvGrpSpPr>
      <p:grpSpPr>
        <a:xfrm>
          <a:off x="0" y="0"/>
          <a:ext cx="0" cy="0"/>
          <a:chOff x="0" y="0"/>
          <a:chExt cx="0" cy="0"/>
        </a:xfrm>
      </p:grpSpPr>
      <p:sp>
        <p:nvSpPr>
          <p:cNvPr id="69" name="Title 1">
            <a:extLst>
              <a:ext uri="{FF2B5EF4-FFF2-40B4-BE49-F238E27FC236}">
                <a16:creationId xmlns:a16="http://schemas.microsoft.com/office/drawing/2014/main" id="{F2701845-6CE7-71C3-A352-5D2F4D45122B}"/>
              </a:ext>
            </a:extLst>
          </p:cNvPr>
          <p:cNvSpPr txBox="1">
            <a:spLocks/>
          </p:cNvSpPr>
          <p:nvPr/>
        </p:nvSpPr>
        <p:spPr>
          <a:xfrm>
            <a:off x="147315" y="123639"/>
            <a:ext cx="10239558" cy="360099"/>
          </a:xfrm>
          <a:prstGeom prst="rect">
            <a:avLst/>
          </a:prstGeom>
        </p:spPr>
        <p:txBody>
          <a:bodyPr vert="horz" lIns="0" tIns="0" rIns="0" bIns="0" rtlCol="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all" spc="0" normalizeH="0" baseline="0" noProof="0">
                <a:ln>
                  <a:noFill/>
                </a:ln>
                <a:solidFill>
                  <a:srgbClr val="272936"/>
                </a:solidFill>
                <a:effectLst/>
                <a:uLnTx/>
                <a:uFillTx/>
                <a:latin typeface="Ubuntu Medium"/>
                <a:ea typeface="+mj-ea"/>
                <a:cs typeface="+mj-cs"/>
              </a:rPr>
              <a:t>Product rationalisation lead times, Activities, milestones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all" spc="0" normalizeH="0" baseline="0" noProof="0">
                <a:ln>
                  <a:noFill/>
                </a:ln>
                <a:solidFill>
                  <a:srgbClr val="272936"/>
                </a:solidFill>
                <a:effectLst/>
                <a:uLnTx/>
                <a:uFillTx/>
                <a:latin typeface="Ubuntu Medium"/>
                <a:ea typeface="+mj-ea"/>
                <a:cs typeface="+mj-cs"/>
              </a:rPr>
              <a:t> </a:t>
            </a:r>
          </a:p>
        </p:txBody>
      </p:sp>
      <p:graphicFrame>
        <p:nvGraphicFramePr>
          <p:cNvPr id="79" name="Table 78">
            <a:extLst>
              <a:ext uri="{FF2B5EF4-FFF2-40B4-BE49-F238E27FC236}">
                <a16:creationId xmlns:a16="http://schemas.microsoft.com/office/drawing/2014/main" id="{351CEF4B-BB51-55A9-DC84-3AD530FB5A88}"/>
              </a:ext>
            </a:extLst>
          </p:cNvPr>
          <p:cNvGraphicFramePr>
            <a:graphicFrameLocks noGrp="1"/>
          </p:cNvGraphicFramePr>
          <p:nvPr>
            <p:extLst>
              <p:ext uri="{D42A27DB-BD31-4B8C-83A1-F6EECF244321}">
                <p14:modId xmlns:p14="http://schemas.microsoft.com/office/powerpoint/2010/main" val="298132563"/>
              </p:ext>
            </p:extLst>
          </p:nvPr>
        </p:nvGraphicFramePr>
        <p:xfrm>
          <a:off x="299405" y="641308"/>
          <a:ext cx="8480433" cy="5734441"/>
        </p:xfrm>
        <a:graphic>
          <a:graphicData uri="http://schemas.openxmlformats.org/drawingml/2006/table">
            <a:tbl>
              <a:tblPr firstRow="1" bandRow="1">
                <a:tableStyleId>{5C22544A-7EE6-4342-B048-85BDC9FD1C3A}</a:tableStyleId>
              </a:tblPr>
              <a:tblGrid>
                <a:gridCol w="3244381">
                  <a:extLst>
                    <a:ext uri="{9D8B030D-6E8A-4147-A177-3AD203B41FA5}">
                      <a16:colId xmlns:a16="http://schemas.microsoft.com/office/drawing/2014/main" val="2918000328"/>
                    </a:ext>
                  </a:extLst>
                </a:gridCol>
                <a:gridCol w="671675">
                  <a:extLst>
                    <a:ext uri="{9D8B030D-6E8A-4147-A177-3AD203B41FA5}">
                      <a16:colId xmlns:a16="http://schemas.microsoft.com/office/drawing/2014/main" val="1128542571"/>
                    </a:ext>
                  </a:extLst>
                </a:gridCol>
                <a:gridCol w="658759">
                  <a:extLst>
                    <a:ext uri="{9D8B030D-6E8A-4147-A177-3AD203B41FA5}">
                      <a16:colId xmlns:a16="http://schemas.microsoft.com/office/drawing/2014/main" val="3782787441"/>
                    </a:ext>
                  </a:extLst>
                </a:gridCol>
                <a:gridCol w="566131">
                  <a:extLst>
                    <a:ext uri="{9D8B030D-6E8A-4147-A177-3AD203B41FA5}">
                      <a16:colId xmlns:a16="http://schemas.microsoft.com/office/drawing/2014/main" val="2487463784"/>
                    </a:ext>
                  </a:extLst>
                </a:gridCol>
                <a:gridCol w="664381">
                  <a:extLst>
                    <a:ext uri="{9D8B030D-6E8A-4147-A177-3AD203B41FA5}">
                      <a16:colId xmlns:a16="http://schemas.microsoft.com/office/drawing/2014/main" val="3731934491"/>
                    </a:ext>
                  </a:extLst>
                </a:gridCol>
                <a:gridCol w="424333">
                  <a:extLst>
                    <a:ext uri="{9D8B030D-6E8A-4147-A177-3AD203B41FA5}">
                      <a16:colId xmlns:a16="http://schemas.microsoft.com/office/drawing/2014/main" val="2235202220"/>
                    </a:ext>
                  </a:extLst>
                </a:gridCol>
                <a:gridCol w="462171">
                  <a:extLst>
                    <a:ext uri="{9D8B030D-6E8A-4147-A177-3AD203B41FA5}">
                      <a16:colId xmlns:a16="http://schemas.microsoft.com/office/drawing/2014/main" val="1642773161"/>
                    </a:ext>
                  </a:extLst>
                </a:gridCol>
                <a:gridCol w="598974">
                  <a:extLst>
                    <a:ext uri="{9D8B030D-6E8A-4147-A177-3AD203B41FA5}">
                      <a16:colId xmlns:a16="http://schemas.microsoft.com/office/drawing/2014/main" val="837748994"/>
                    </a:ext>
                  </a:extLst>
                </a:gridCol>
                <a:gridCol w="598973">
                  <a:extLst>
                    <a:ext uri="{9D8B030D-6E8A-4147-A177-3AD203B41FA5}">
                      <a16:colId xmlns:a16="http://schemas.microsoft.com/office/drawing/2014/main" val="1273431284"/>
                    </a:ext>
                  </a:extLst>
                </a:gridCol>
                <a:gridCol w="590655">
                  <a:extLst>
                    <a:ext uri="{9D8B030D-6E8A-4147-A177-3AD203B41FA5}">
                      <a16:colId xmlns:a16="http://schemas.microsoft.com/office/drawing/2014/main" val="1514336254"/>
                    </a:ext>
                  </a:extLst>
                </a:gridCol>
              </a:tblGrid>
              <a:tr h="263068">
                <a:tc rowSpan="2">
                  <a:txBody>
                    <a:bodyPr/>
                    <a:lstStyle/>
                    <a:p>
                      <a:pPr algn="ctr"/>
                      <a:r>
                        <a:rPr lang="en-US" sz="1100" b="1" i="0">
                          <a:solidFill>
                            <a:schemeClr val="tx1"/>
                          </a:solidFill>
                          <a:latin typeface="Ubuntu"/>
                        </a:rPr>
                        <a:t>Activity</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100" b="1" i="0">
                        <a:latin typeface="Ubuntu" panose="020B0504030602030204" pitchFamily="34" charset="0"/>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gridSpan="8">
                  <a:txBody>
                    <a:bodyPr/>
                    <a:lstStyle/>
                    <a:p>
                      <a:pPr algn="ctr"/>
                      <a:r>
                        <a:rPr lang="en-US" sz="1100" b="1" i="0">
                          <a:latin typeface="Ubuntu"/>
                        </a:rPr>
                        <a:t>Indicative Timeline * See Assumptions</a:t>
                      </a:r>
                    </a:p>
                  </a:txBody>
                  <a:tcPr>
                    <a:lnL w="3175" cap="flat" cmpd="sng" algn="ctr">
                      <a:no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tc hMerge="1">
                  <a:txBody>
                    <a:bodyPr/>
                    <a:lstStyle/>
                    <a:p>
                      <a:endParaRPr/>
                    </a:p>
                  </a:txBody>
                  <a:tcPr>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371104310"/>
                  </a:ext>
                </a:extLst>
              </a:tr>
              <a:tr h="223426">
                <a:tc vMerge="1">
                  <a:txBody>
                    <a:bodyPr/>
                    <a:lstStyle/>
                    <a:p>
                      <a:pPr algn="ctr"/>
                      <a:endParaRPr lang="en-US" sz="1100" b="1" i="0">
                        <a:latin typeface="Ubuntu" panose="020B0504030602030204" pitchFamily="34" charset="0"/>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1" i="1">
                          <a:latin typeface="Ubuntu"/>
                        </a:rPr>
                        <a:t>Inception   100 days Out</a:t>
                      </a:r>
                    </a:p>
                  </a:txBody>
                  <a:tcPr marL="45720" marR="4572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algn="ctr"/>
                      <a:r>
                        <a:rPr lang="en-US" sz="900" b="1" i="1">
                          <a:latin typeface="Ubuntu"/>
                        </a:rPr>
                        <a:t>MTH 1:       90 Days Out</a:t>
                      </a:r>
                    </a:p>
                  </a:txBody>
                  <a:tcPr marL="45720" marR="45720">
                    <a:lnL w="12700" cap="flat" cmpd="sng" algn="ctr">
                      <a:solidFill>
                        <a:schemeClr val="bg1">
                          <a:lumMod val="9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algn="ctr"/>
                      <a:r>
                        <a:rPr lang="en-US" sz="900" b="1" i="1">
                          <a:latin typeface="Ubuntu"/>
                        </a:rPr>
                        <a:t>MTH 2:       60 Days Out</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algn="ctr"/>
                      <a:r>
                        <a:rPr lang="en-US" sz="900" b="1" i="1">
                          <a:latin typeface="Ubuntu"/>
                        </a:rPr>
                        <a:t>MTH 3:       30 Days Out</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algn="ctr"/>
                      <a:r>
                        <a:rPr lang="en-US" sz="900" b="1" i="1">
                          <a:latin typeface="Ubuntu"/>
                        </a:rPr>
                        <a:t>Week 1</a:t>
                      </a:r>
                    </a:p>
                  </a:txBody>
                  <a:tcPr marL="45720" marR="45720">
                    <a:lnL w="3175"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algn="ctr"/>
                      <a:r>
                        <a:rPr lang="en-US" sz="900" b="1" i="1">
                          <a:latin typeface="Ubuntu"/>
                        </a:rPr>
                        <a:t>Week   2</a:t>
                      </a:r>
                    </a:p>
                  </a:txBody>
                  <a:tcPr marL="45720" marR="45720">
                    <a:lnL w="6350"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algn="ctr"/>
                      <a:r>
                        <a:rPr lang="en-US" sz="900" b="1" i="1">
                          <a:latin typeface="Ubuntu"/>
                        </a:rPr>
                        <a:t>Week      3</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algn="ctr"/>
                      <a:r>
                        <a:rPr lang="en-US" sz="900" b="1" i="1">
                          <a:latin typeface="Ubuntu"/>
                        </a:rPr>
                        <a:t>Week     4</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tc>
                  <a:txBody>
                    <a:bodyPr/>
                    <a:lstStyle/>
                    <a:p>
                      <a:pPr algn="ctr"/>
                      <a:r>
                        <a:rPr lang="en-US" sz="900" b="1" i="1">
                          <a:latin typeface="Ubuntu"/>
                        </a:rPr>
                        <a:t>Week     5 </a:t>
                      </a:r>
                    </a:p>
                  </a:txBody>
                  <a:tcPr marL="45720" marR="45720">
                    <a:lnL w="31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rgbClr val="F8FAFB"/>
                    </a:solidFill>
                  </a:tcPr>
                </a:tc>
                <a:extLst>
                  <a:ext uri="{0D108BD9-81ED-4DB2-BD59-A6C34878D82A}">
                    <a16:rowId xmlns:a16="http://schemas.microsoft.com/office/drawing/2014/main" val="3543922979"/>
                  </a:ext>
                </a:extLst>
              </a:tr>
              <a:tr h="34024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u="sng" strike="noStrike">
                          <a:solidFill>
                            <a:schemeClr val="tx1"/>
                          </a:solidFill>
                          <a:latin typeface="Ubuntu"/>
                        </a:rPr>
                        <a:t>Inception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strike="noStrike">
                          <a:solidFill>
                            <a:schemeClr val="tx1"/>
                          </a:solidFill>
                          <a:latin typeface="Ubuntu"/>
                        </a:rPr>
                        <a:t>Meetings with the Sponsors regarding buy-in/expectations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strike="noStrike">
                          <a:solidFill>
                            <a:schemeClr val="tx1"/>
                          </a:solidFill>
                          <a:latin typeface="Ubuntu"/>
                        </a:rPr>
                        <a:t>Meetings with the SME’s to prep them for Data Gathering &amp; Folder Population; PM starts setting workshop mtgs.</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16067231"/>
                  </a:ext>
                </a:extLst>
              </a:tr>
              <a:tr h="34024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u="sng" strike="noStrike">
                          <a:solidFill>
                            <a:schemeClr val="tx1"/>
                          </a:solidFill>
                          <a:latin typeface="Ubuntu"/>
                        </a:rPr>
                        <a:t>Data Gathering </a:t>
                      </a:r>
                      <a:r>
                        <a:rPr lang="en-US" sz="900" b="1" u="none" strike="noStrike">
                          <a:solidFill>
                            <a:schemeClr val="tx1"/>
                          </a:solidFill>
                          <a:latin typeface="Ubuntu"/>
                        </a:rPr>
                        <a:t>- </a:t>
                      </a:r>
                      <a:r>
                        <a:rPr lang="en-US" sz="900" b="1" u="none" strike="noStrike">
                          <a:solidFill>
                            <a:srgbClr val="E423A3"/>
                          </a:solidFill>
                          <a:latin typeface="Ubuntu"/>
                        </a:rPr>
                        <a:t>Critical Path</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strike="noStrike">
                          <a:solidFill>
                            <a:schemeClr val="tx1"/>
                          </a:solidFill>
                          <a:latin typeface="Ubuntu"/>
                        </a:rPr>
                        <a:t>Policy Wordings (Beazley Generic SME)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strike="noStrike">
                          <a:solidFill>
                            <a:schemeClr val="tx1"/>
                          </a:solidFill>
                          <a:latin typeface="Ubuntu"/>
                        </a:rPr>
                        <a:t>Workflow Info (Beazley Generic SME)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strike="noStrike">
                          <a:solidFill>
                            <a:schemeClr val="tx1"/>
                          </a:solidFill>
                          <a:latin typeface="Ubuntu"/>
                        </a:rPr>
                        <a:t>Current PAS Info (Beazley Generic SME)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strike="noStrike">
                          <a:solidFill>
                            <a:schemeClr val="tx1"/>
                          </a:solidFill>
                          <a:latin typeface="Ubuntu"/>
                        </a:rPr>
                        <a:t>Rating Info (Beazley Rating SME)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strike="noStrike">
                          <a:solidFill>
                            <a:schemeClr val="tx1"/>
                          </a:solidFill>
                          <a:latin typeface="Ubuntu"/>
                        </a:rPr>
                        <a:t>UW Guidelines (Beazley UW SME)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strike="noStrike">
                          <a:solidFill>
                            <a:schemeClr val="tx1"/>
                          </a:solidFill>
                          <a:latin typeface="Ubuntu"/>
                        </a:rPr>
                        <a:t>Risk Details (Beazley UW SME)</a:t>
                      </a:r>
                    </a:p>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800" b="1" strike="noStrike">
                          <a:solidFill>
                            <a:srgbClr val="EE78C6"/>
                          </a:solidFill>
                          <a:latin typeface="Ubuntu"/>
                        </a:rPr>
                        <a:t>*Beazley PM to manage folder population exercise; CAP to validate that data gathered aligns to what PD team needs.  </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96418925"/>
                  </a:ext>
                </a:extLst>
              </a:tr>
              <a:tr h="310134">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strike="noStrike">
                          <a:solidFill>
                            <a:schemeClr val="tx1"/>
                          </a:solidFill>
                          <a:latin typeface="Ubuntu"/>
                        </a:rPr>
                        <a:t>Review &amp; Understand: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strike="noStrike">
                          <a:solidFill>
                            <a:schemeClr val="tx1"/>
                          </a:solidFill>
                          <a:latin typeface="Ubuntu"/>
                        </a:rPr>
                        <a:t>Capgemini Product Team to review data collection populated into Beazley Folders/Templates to prep for workshops  </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83496498"/>
                  </a:ext>
                </a:extLst>
              </a:tr>
              <a:tr h="581247">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strike="noStrike" err="1">
                          <a:solidFill>
                            <a:schemeClr val="tx1"/>
                          </a:solidFill>
                          <a:latin typeface="Ubuntu"/>
                        </a:rPr>
                        <a:t>Conceptualisation</a:t>
                      </a:r>
                      <a:r>
                        <a:rPr lang="en-US" sz="900" b="1" strike="noStrike">
                          <a:solidFill>
                            <a:schemeClr val="tx1"/>
                          </a:solidFill>
                          <a:latin typeface="Ubuntu"/>
                        </a:rPr>
                        <a:t> Workshops: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strike="noStrike">
                          <a:solidFill>
                            <a:schemeClr val="tx1"/>
                          </a:solidFill>
                          <a:latin typeface="Ubuntu"/>
                        </a:rPr>
                        <a:t>Interactive workshops with UW’s, Rating, Wordings, Claims, Exposure Mgmt., etc. </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49862412"/>
                  </a:ext>
                </a:extLst>
              </a:tr>
              <a:tr h="525577">
                <a:tc>
                  <a:txBody>
                    <a:bodyPr/>
                    <a:lstStyle/>
                    <a:p>
                      <a:pPr algn="l"/>
                      <a:r>
                        <a:rPr lang="en-US" sz="900" b="1" strike="noStrike" err="1">
                          <a:solidFill>
                            <a:schemeClr val="tx1"/>
                          </a:solidFill>
                          <a:latin typeface="Ubuntu"/>
                        </a:rPr>
                        <a:t>Mindmap</a:t>
                      </a:r>
                      <a:r>
                        <a:rPr lang="en-US" sz="900" b="1" strike="noStrike">
                          <a:solidFill>
                            <a:schemeClr val="tx1"/>
                          </a:solidFill>
                          <a:latin typeface="Ubuntu"/>
                        </a:rPr>
                        <a:t> Development: </a:t>
                      </a:r>
                    </a:p>
                    <a:p>
                      <a:pPr algn="l"/>
                      <a:r>
                        <a:rPr lang="en-US" sz="900" b="0" strike="noStrike">
                          <a:solidFill>
                            <a:schemeClr val="tx1"/>
                          </a:solidFill>
                          <a:latin typeface="Ubuntu"/>
                        </a:rPr>
                        <a:t>Capgemini iterative development as we progress through workshops  </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59683225"/>
                  </a:ext>
                </a:extLst>
              </a:tr>
              <a:tr h="576241">
                <a:tc>
                  <a:txBody>
                    <a:bodyPr/>
                    <a:lstStyle/>
                    <a:p>
                      <a:pPr algn="l"/>
                      <a:r>
                        <a:rPr lang="en-US" sz="900" b="1" strike="noStrike" err="1">
                          <a:solidFill>
                            <a:schemeClr val="tx1"/>
                          </a:solidFill>
                          <a:latin typeface="Ubuntu"/>
                        </a:rPr>
                        <a:t>Visualisation</a:t>
                      </a:r>
                      <a:r>
                        <a:rPr lang="en-US" sz="900" b="1" strike="noStrike">
                          <a:solidFill>
                            <a:schemeClr val="tx1"/>
                          </a:solidFill>
                          <a:latin typeface="Ubuntu"/>
                        </a:rPr>
                        <a:t> </a:t>
                      </a:r>
                    </a:p>
                    <a:p>
                      <a:pPr algn="l"/>
                      <a:r>
                        <a:rPr lang="en-US" sz="900" b="0" strike="noStrike">
                          <a:solidFill>
                            <a:schemeClr val="tx1"/>
                          </a:solidFill>
                          <a:latin typeface="Ubuntu"/>
                        </a:rPr>
                        <a:t>Product Visualization in GW APD with UW’s, Rating, Wordings, Claims, Exposure Mgmt., Working Group etc. </a:t>
                      </a:r>
                      <a:endParaRPr lang="en-US" sz="900" b="1" strike="noStrike">
                        <a:solidFill>
                          <a:schemeClr val="tx1"/>
                        </a:solidFill>
                        <a:latin typeface="Ubuntu"/>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16248831"/>
                  </a:ext>
                </a:extLst>
              </a:tr>
              <a:tr h="709828">
                <a:tc>
                  <a:txBody>
                    <a:bodyPr/>
                    <a:lstStyle/>
                    <a:p>
                      <a:pPr algn="l"/>
                      <a:r>
                        <a:rPr lang="en-US" sz="900" b="1" strike="noStrike">
                          <a:solidFill>
                            <a:schemeClr val="tx1"/>
                          </a:solidFill>
                          <a:latin typeface="Ubuntu"/>
                        </a:rPr>
                        <a:t>Product Shelf </a:t>
                      </a:r>
                    </a:p>
                    <a:p>
                      <a:pPr algn="l"/>
                      <a:r>
                        <a:rPr lang="en-US" sz="900" b="0" strike="noStrike">
                          <a:solidFill>
                            <a:schemeClr val="tx1"/>
                          </a:solidFill>
                          <a:latin typeface="Ubuntu"/>
                        </a:rPr>
                        <a:t>Product team will put the product on the shelf for Dev to pick it up as products are sequenced and approved</a:t>
                      </a: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8FAFB"/>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a:txBody>
                    <a:bodyPr/>
                    <a:lstStyle/>
                    <a:p>
                      <a:endParaRPr lang="en-US" sz="900" b="0" i="0">
                        <a:latin typeface="Ubuntu" panose="020B0504030602030204" pitchFamily="34" charset="0"/>
                      </a:endParaRPr>
                    </a:p>
                  </a:txBody>
                  <a:tcP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66845284"/>
                  </a:ext>
                </a:extLst>
              </a:tr>
            </a:tbl>
          </a:graphicData>
        </a:graphic>
      </p:graphicFrame>
      <p:sp>
        <p:nvSpPr>
          <p:cNvPr id="80" name="Rectangle 79">
            <a:extLst>
              <a:ext uri="{FF2B5EF4-FFF2-40B4-BE49-F238E27FC236}">
                <a16:creationId xmlns:a16="http://schemas.microsoft.com/office/drawing/2014/main" id="{25D72D6E-55A3-46F1-2B54-245CC81CBF15}"/>
              </a:ext>
            </a:extLst>
          </p:cNvPr>
          <p:cNvSpPr/>
          <p:nvPr/>
        </p:nvSpPr>
        <p:spPr bwMode="auto">
          <a:xfrm>
            <a:off x="7596706" y="5278425"/>
            <a:ext cx="603679" cy="340879"/>
          </a:xfrm>
          <a:prstGeom prst="rect">
            <a:avLst/>
          </a:prstGeom>
          <a:solidFill>
            <a:srgbClr val="0070C0"/>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82" name="Rectangle 81">
            <a:extLst>
              <a:ext uri="{FF2B5EF4-FFF2-40B4-BE49-F238E27FC236}">
                <a16:creationId xmlns:a16="http://schemas.microsoft.com/office/drawing/2014/main" id="{E1E3370B-79F8-644D-2C79-22949BE8D46F}"/>
              </a:ext>
            </a:extLst>
          </p:cNvPr>
          <p:cNvSpPr/>
          <p:nvPr/>
        </p:nvSpPr>
        <p:spPr bwMode="auto">
          <a:xfrm>
            <a:off x="6096000" y="3566181"/>
            <a:ext cx="446287" cy="340879"/>
          </a:xfrm>
          <a:prstGeom prst="rect">
            <a:avLst/>
          </a:prstGeom>
          <a:solidFill>
            <a:schemeClr val="accent1">
              <a:lumMod val="7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85" name="Diamond 84">
            <a:extLst>
              <a:ext uri="{FF2B5EF4-FFF2-40B4-BE49-F238E27FC236}">
                <a16:creationId xmlns:a16="http://schemas.microsoft.com/office/drawing/2014/main" id="{6B808ACF-26E0-1691-EDE4-B0511EF67B5E}"/>
              </a:ext>
            </a:extLst>
          </p:cNvPr>
          <p:cNvSpPr>
            <a:spLocks noChangeArrowheads="1"/>
          </p:cNvSpPr>
          <p:nvPr/>
        </p:nvSpPr>
        <p:spPr bwMode="gray">
          <a:xfrm>
            <a:off x="8225208" y="5356572"/>
            <a:ext cx="150664" cy="184584"/>
          </a:xfrm>
          <a:prstGeom prst="diamond">
            <a:avLst/>
          </a:prstGeom>
          <a:solidFill>
            <a:srgbClr val="989800"/>
          </a:solidFill>
          <a:ln w="12700" cap="rnd" algn="ctr">
            <a:noFill/>
            <a:miter lim="800000"/>
            <a:headEnd/>
            <a:tailEnd/>
          </a:ln>
        </p:spPr>
        <p:txBody>
          <a:bodyPr lIns="137142" anchor="ctr" anchorCtr="1"/>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pitchFamily="34" charset="0"/>
              <a:ea typeface="ヒラギノ角ゴ ProN W3" charset="-128"/>
              <a:cs typeface="Arial" pitchFamily="34" charset="0"/>
              <a:sym typeface="Gotham Book" charset="0"/>
            </a:endParaRPr>
          </a:p>
        </p:txBody>
      </p:sp>
      <p:sp>
        <p:nvSpPr>
          <p:cNvPr id="86" name="Diamond 85">
            <a:extLst>
              <a:ext uri="{FF2B5EF4-FFF2-40B4-BE49-F238E27FC236}">
                <a16:creationId xmlns:a16="http://schemas.microsoft.com/office/drawing/2014/main" id="{3A33F713-2DF9-40BE-336E-7A958467D125}"/>
              </a:ext>
            </a:extLst>
          </p:cNvPr>
          <p:cNvSpPr>
            <a:spLocks noChangeArrowheads="1"/>
          </p:cNvSpPr>
          <p:nvPr/>
        </p:nvSpPr>
        <p:spPr bwMode="gray">
          <a:xfrm>
            <a:off x="7648853" y="4687878"/>
            <a:ext cx="150664" cy="184584"/>
          </a:xfrm>
          <a:prstGeom prst="diamond">
            <a:avLst/>
          </a:prstGeom>
          <a:solidFill>
            <a:srgbClr val="989800"/>
          </a:solidFill>
          <a:ln w="12700" cap="rnd" algn="ctr">
            <a:noFill/>
            <a:miter lim="800000"/>
            <a:headEnd/>
            <a:tailEnd/>
          </a:ln>
        </p:spPr>
        <p:txBody>
          <a:bodyPr lIns="137142" anchor="ctr" anchorCtr="1"/>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pitchFamily="34" charset="0"/>
              <a:ea typeface="ヒラギノ角ゴ ProN W3" charset="-128"/>
              <a:cs typeface="Arial" pitchFamily="34" charset="0"/>
              <a:sym typeface="Gotham Book" charset="0"/>
            </a:endParaRPr>
          </a:p>
        </p:txBody>
      </p:sp>
      <p:sp>
        <p:nvSpPr>
          <p:cNvPr id="93" name="Rectangle 92">
            <a:extLst>
              <a:ext uri="{FF2B5EF4-FFF2-40B4-BE49-F238E27FC236}">
                <a16:creationId xmlns:a16="http://schemas.microsoft.com/office/drawing/2014/main" id="{D1E4FFAB-3BCE-3B41-D12B-166E8B7B0C9F}"/>
              </a:ext>
            </a:extLst>
          </p:cNvPr>
          <p:cNvSpPr/>
          <p:nvPr/>
        </p:nvSpPr>
        <p:spPr bwMode="auto">
          <a:xfrm>
            <a:off x="4219199" y="2657589"/>
            <a:ext cx="1869993" cy="340879"/>
          </a:xfrm>
          <a:prstGeom prst="rect">
            <a:avLst/>
          </a:prstGeom>
          <a:solidFill>
            <a:schemeClr val="tx1">
              <a:lumMod val="50000"/>
              <a:lumOff val="5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Ubuntu"/>
                <a:ea typeface="+mn-ea"/>
                <a:cs typeface="+mn-cs"/>
              </a:rPr>
              <a:t>Beazley Prep – Folder Population</a:t>
            </a:r>
          </a:p>
        </p:txBody>
      </p:sp>
      <p:sp>
        <p:nvSpPr>
          <p:cNvPr id="98" name="Rectangle 97">
            <a:extLst>
              <a:ext uri="{FF2B5EF4-FFF2-40B4-BE49-F238E27FC236}">
                <a16:creationId xmlns:a16="http://schemas.microsoft.com/office/drawing/2014/main" id="{68CE2552-DD70-49EC-FF9D-377CFA37409A}"/>
              </a:ext>
            </a:extLst>
          </p:cNvPr>
          <p:cNvSpPr/>
          <p:nvPr/>
        </p:nvSpPr>
        <p:spPr bwMode="auto">
          <a:xfrm>
            <a:off x="6354801" y="4190251"/>
            <a:ext cx="1223579" cy="340879"/>
          </a:xfrm>
          <a:prstGeom prst="rect">
            <a:avLst/>
          </a:prstGeom>
          <a:solidFill>
            <a:srgbClr val="7030A0"/>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Ubuntu"/>
                <a:ea typeface="+mn-ea"/>
                <a:cs typeface="+mn-cs"/>
              </a:rPr>
              <a:t> </a:t>
            </a:r>
          </a:p>
        </p:txBody>
      </p:sp>
      <p:grpSp>
        <p:nvGrpSpPr>
          <p:cNvPr id="104" name="Group 103">
            <a:extLst>
              <a:ext uri="{FF2B5EF4-FFF2-40B4-BE49-F238E27FC236}">
                <a16:creationId xmlns:a16="http://schemas.microsoft.com/office/drawing/2014/main" id="{5C389FD7-C56C-311E-5FE6-B17344F4987F}"/>
              </a:ext>
            </a:extLst>
          </p:cNvPr>
          <p:cNvGrpSpPr/>
          <p:nvPr/>
        </p:nvGrpSpPr>
        <p:grpSpPr>
          <a:xfrm>
            <a:off x="3550378" y="6246366"/>
            <a:ext cx="5220824" cy="641777"/>
            <a:chOff x="3081670" y="6059318"/>
            <a:chExt cx="6181060" cy="764609"/>
          </a:xfrm>
        </p:grpSpPr>
        <p:sp>
          <p:nvSpPr>
            <p:cNvPr id="105" name="Diamond 104">
              <a:extLst>
                <a:ext uri="{FF2B5EF4-FFF2-40B4-BE49-F238E27FC236}">
                  <a16:creationId xmlns:a16="http://schemas.microsoft.com/office/drawing/2014/main" id="{AA36BE4F-C45E-9C78-855C-BBD0C3515963}"/>
                </a:ext>
              </a:extLst>
            </p:cNvPr>
            <p:cNvSpPr>
              <a:spLocks noChangeArrowheads="1"/>
            </p:cNvSpPr>
            <p:nvPr/>
          </p:nvSpPr>
          <p:spPr bwMode="gray">
            <a:xfrm>
              <a:off x="6554220" y="6458009"/>
              <a:ext cx="157585" cy="245133"/>
            </a:xfrm>
            <a:prstGeom prst="diamond">
              <a:avLst/>
            </a:prstGeom>
            <a:solidFill>
              <a:srgbClr val="989800"/>
            </a:solidFill>
            <a:ln w="12700" cap="rnd" algn="ctr">
              <a:noFill/>
              <a:miter lim="800000"/>
              <a:headEnd/>
              <a:tailEnd/>
            </a:ln>
          </p:spPr>
          <p:txBody>
            <a:bodyPr lIns="137142" anchor="ctr" anchorCtr="1"/>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pitchFamily="34" charset="0"/>
                <a:ea typeface="ヒラギノ角ゴ ProN W3" charset="-128"/>
                <a:cs typeface="Arial" pitchFamily="34" charset="0"/>
                <a:sym typeface="Gotham Book" charset="0"/>
              </a:endParaRPr>
            </a:p>
          </p:txBody>
        </p:sp>
        <p:sp>
          <p:nvSpPr>
            <p:cNvPr id="106" name="TextBox 105">
              <a:extLst>
                <a:ext uri="{FF2B5EF4-FFF2-40B4-BE49-F238E27FC236}">
                  <a16:creationId xmlns:a16="http://schemas.microsoft.com/office/drawing/2014/main" id="{E09A763E-44D3-53F1-668A-8FDC5928B86E}"/>
                </a:ext>
              </a:extLst>
            </p:cNvPr>
            <p:cNvSpPr txBox="1"/>
            <p:nvPr/>
          </p:nvSpPr>
          <p:spPr>
            <a:xfrm>
              <a:off x="5734413" y="6318081"/>
              <a:ext cx="711200" cy="367687"/>
            </a:xfrm>
            <a:prstGeom prst="rect">
              <a:avLst/>
            </a:prstGeom>
          </p:spPr>
          <p:txBody>
            <a:bodyPr vert="horz" wrap="square" lIns="0" tIns="17790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Ubuntu"/>
                  <a:ea typeface="+mn-ea"/>
                  <a:cs typeface="+mn-cs"/>
                </a:rPr>
                <a:t>Sign Off</a:t>
              </a:r>
            </a:p>
          </p:txBody>
        </p:sp>
        <p:sp>
          <p:nvSpPr>
            <p:cNvPr id="115" name="Diamond 114">
              <a:extLst>
                <a:ext uri="{FF2B5EF4-FFF2-40B4-BE49-F238E27FC236}">
                  <a16:creationId xmlns:a16="http://schemas.microsoft.com/office/drawing/2014/main" id="{1438A941-ADEE-0616-AA2B-600129D51A16}"/>
                </a:ext>
              </a:extLst>
            </p:cNvPr>
            <p:cNvSpPr>
              <a:spLocks noChangeArrowheads="1"/>
            </p:cNvSpPr>
            <p:nvPr/>
          </p:nvSpPr>
          <p:spPr bwMode="gray">
            <a:xfrm>
              <a:off x="7529850" y="6460264"/>
              <a:ext cx="169343" cy="228577"/>
            </a:xfrm>
            <a:prstGeom prst="diamond">
              <a:avLst/>
            </a:prstGeom>
            <a:solidFill>
              <a:srgbClr val="00B050"/>
            </a:solidFill>
            <a:ln w="12700" cap="rnd" algn="ctr">
              <a:noFill/>
              <a:miter lim="800000"/>
              <a:headEnd/>
              <a:tailEnd/>
            </a:ln>
          </p:spPr>
          <p:txBody>
            <a:bodyPr lIns="137142" anchor="ctr" anchorCtr="1"/>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pitchFamily="34" charset="0"/>
                <a:ea typeface="ヒラギノ角ゴ ProN W3" charset="-128"/>
                <a:cs typeface="Arial" pitchFamily="34" charset="0"/>
                <a:sym typeface="Gotham Book" charset="0"/>
              </a:endParaRPr>
            </a:p>
          </p:txBody>
        </p:sp>
        <p:sp>
          <p:nvSpPr>
            <p:cNvPr id="116" name="TextBox 115">
              <a:extLst>
                <a:ext uri="{FF2B5EF4-FFF2-40B4-BE49-F238E27FC236}">
                  <a16:creationId xmlns:a16="http://schemas.microsoft.com/office/drawing/2014/main" id="{C363CA38-F518-53EE-7422-699788952045}"/>
                </a:ext>
              </a:extLst>
            </p:cNvPr>
            <p:cNvSpPr txBox="1"/>
            <p:nvPr/>
          </p:nvSpPr>
          <p:spPr>
            <a:xfrm>
              <a:off x="4561493" y="6215878"/>
              <a:ext cx="760003" cy="517204"/>
            </a:xfrm>
            <a:prstGeom prst="rect">
              <a:avLst/>
            </a:prstGeom>
          </p:spPr>
          <p:txBody>
            <a:bodyPr vert="horz" wrap="square" lIns="0" tIns="17790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Ubuntu"/>
                  <a:ea typeface="+mn-ea"/>
                  <a:cs typeface="+mn-cs"/>
                </a:rPr>
                <a:t>Upload MM into APD</a:t>
              </a:r>
            </a:p>
          </p:txBody>
        </p:sp>
        <p:sp>
          <p:nvSpPr>
            <p:cNvPr id="117" name="Rectangle 116">
              <a:extLst>
                <a:ext uri="{FF2B5EF4-FFF2-40B4-BE49-F238E27FC236}">
                  <a16:creationId xmlns:a16="http://schemas.microsoft.com/office/drawing/2014/main" id="{AE27F2EB-B974-3FDA-58B4-DEEA7DCF7E78}"/>
                </a:ext>
              </a:extLst>
            </p:cNvPr>
            <p:cNvSpPr/>
            <p:nvPr/>
          </p:nvSpPr>
          <p:spPr>
            <a:xfrm>
              <a:off x="3081670" y="6241761"/>
              <a:ext cx="6181060" cy="582166"/>
            </a:xfrm>
            <a:prstGeom prst="rect">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18" name="TextBox 117">
              <a:extLst>
                <a:ext uri="{FF2B5EF4-FFF2-40B4-BE49-F238E27FC236}">
                  <a16:creationId xmlns:a16="http://schemas.microsoft.com/office/drawing/2014/main" id="{7C75CE49-D6B3-68B0-2FD8-929369692735}"/>
                </a:ext>
              </a:extLst>
            </p:cNvPr>
            <p:cNvSpPr txBox="1"/>
            <p:nvPr/>
          </p:nvSpPr>
          <p:spPr>
            <a:xfrm>
              <a:off x="5590693" y="6059318"/>
              <a:ext cx="711200" cy="302748"/>
            </a:xfrm>
            <a:prstGeom prst="rect">
              <a:avLst/>
            </a:prstGeom>
          </p:spPr>
          <p:txBody>
            <a:bodyPr vert="horz" wrap="square" lIns="0" tIns="17790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Ubuntu"/>
                  <a:ea typeface="+mn-ea"/>
                  <a:cs typeface="+mn-cs"/>
                </a:rPr>
                <a:t>LEGEND</a:t>
              </a:r>
            </a:p>
          </p:txBody>
        </p:sp>
      </p:grpSp>
      <p:sp>
        <p:nvSpPr>
          <p:cNvPr id="131" name="Rectangle 130">
            <a:extLst>
              <a:ext uri="{FF2B5EF4-FFF2-40B4-BE49-F238E27FC236}">
                <a16:creationId xmlns:a16="http://schemas.microsoft.com/office/drawing/2014/main" id="{000E69B0-A89F-1AC7-6045-DC1D35E9B8AD}"/>
              </a:ext>
            </a:extLst>
          </p:cNvPr>
          <p:cNvSpPr/>
          <p:nvPr/>
        </p:nvSpPr>
        <p:spPr bwMode="auto">
          <a:xfrm>
            <a:off x="6096000" y="4702635"/>
            <a:ext cx="1510507" cy="340879"/>
          </a:xfrm>
          <a:prstGeom prst="rect">
            <a:avLst/>
          </a:prstGeom>
          <a:solidFill>
            <a:srgbClr val="00B050"/>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Frutiger 55 Roman" pitchFamily="34" charset="0"/>
              <a:ea typeface="+mn-ea"/>
              <a:cs typeface="+mn-cs"/>
            </a:endParaRPr>
          </a:p>
        </p:txBody>
      </p:sp>
      <p:sp>
        <p:nvSpPr>
          <p:cNvPr id="134" name="Diamond 133">
            <a:extLst>
              <a:ext uri="{FF2B5EF4-FFF2-40B4-BE49-F238E27FC236}">
                <a16:creationId xmlns:a16="http://schemas.microsoft.com/office/drawing/2014/main" id="{0101F978-F178-BAFC-E540-E0BA6BE2C5A9}"/>
              </a:ext>
            </a:extLst>
          </p:cNvPr>
          <p:cNvSpPr>
            <a:spLocks noChangeArrowheads="1"/>
          </p:cNvSpPr>
          <p:nvPr/>
        </p:nvSpPr>
        <p:spPr bwMode="gray">
          <a:xfrm>
            <a:off x="8236263" y="5915767"/>
            <a:ext cx="150664" cy="184584"/>
          </a:xfrm>
          <a:prstGeom prst="diamond">
            <a:avLst/>
          </a:prstGeom>
          <a:solidFill>
            <a:srgbClr val="00B050"/>
          </a:solidFill>
          <a:ln w="12700" cap="rnd" algn="ctr">
            <a:noFill/>
            <a:miter lim="800000"/>
            <a:headEnd/>
            <a:tailEnd/>
          </a:ln>
        </p:spPr>
        <p:txBody>
          <a:bodyPr lIns="137142" anchor="ctr" anchorCtr="1"/>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pitchFamily="34" charset="0"/>
              <a:ea typeface="ヒラギノ角ゴ ProN W3" charset="-128"/>
              <a:cs typeface="Arial" pitchFamily="34" charset="0"/>
              <a:sym typeface="Gotham Book" charset="0"/>
            </a:endParaRPr>
          </a:p>
        </p:txBody>
      </p:sp>
      <p:sp>
        <p:nvSpPr>
          <p:cNvPr id="2" name="TextBox 1">
            <a:extLst>
              <a:ext uri="{FF2B5EF4-FFF2-40B4-BE49-F238E27FC236}">
                <a16:creationId xmlns:a16="http://schemas.microsoft.com/office/drawing/2014/main" id="{D763494B-9DD4-4498-907A-A69FC507BD94}"/>
              </a:ext>
            </a:extLst>
          </p:cNvPr>
          <p:cNvSpPr txBox="1"/>
          <p:nvPr/>
        </p:nvSpPr>
        <p:spPr>
          <a:xfrm>
            <a:off x="8882916" y="648119"/>
            <a:ext cx="3161769" cy="5649880"/>
          </a:xfrm>
          <a:prstGeom prst="rect">
            <a:avLst/>
          </a:prstGeom>
          <a:noFill/>
          <a:ln>
            <a:solidFill>
              <a:schemeClr val="tx1"/>
            </a:solidFill>
          </a:ln>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Ubuntu"/>
                <a:ea typeface="+mn-ea"/>
                <a:cs typeface="+mn-cs"/>
              </a:rPr>
              <a:t>Timeline Dependent Upon</a:t>
            </a:r>
            <a:r>
              <a:rPr kumimoji="0" lang="en-US" sz="1100" b="0" i="0" u="none" strike="noStrike" kern="1200" cap="none" spc="0" normalizeH="0" baseline="0" noProof="0">
                <a:ln>
                  <a:noFill/>
                </a:ln>
                <a:solidFill>
                  <a:prstClr val="black"/>
                </a:solidFill>
                <a:effectLst/>
                <a:uLnTx/>
                <a:uFillTx/>
                <a:latin typeface="Ubuntu"/>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Ubuntu"/>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900" b="1" i="0" u="sng" strike="noStrike" kern="1200" cap="none" spc="0" normalizeH="0" baseline="0" noProof="0">
                <a:ln>
                  <a:noFill/>
                </a:ln>
                <a:solidFill>
                  <a:prstClr val="black"/>
                </a:solidFill>
                <a:effectLst/>
                <a:uLnTx/>
                <a:uFillTx/>
                <a:latin typeface="Ubuntu"/>
                <a:ea typeface="Calibri" panose="020F0502020204030204" pitchFamily="34" charset="0"/>
                <a:cs typeface="Calibri" panose="020F0502020204030204" pitchFamily="34" charset="0"/>
              </a:rPr>
              <a:t>Workshop Orchestration: </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Ubuntu"/>
                <a:ea typeface="Calibri" panose="020F0502020204030204" pitchFamily="34" charset="0"/>
                <a:cs typeface="Calibri" panose="020F0502020204030204" pitchFamily="34" charset="0"/>
              </a:rPr>
              <a:t>The Beazley Project Manager (PM) needs to begin scheduling workshops 100 days out. </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Ubuntu"/>
                <a:ea typeface="Calibri" panose="020F0502020204030204" pitchFamily="34" charset="0"/>
                <a:cs typeface="Calibri" panose="020F0502020204030204" pitchFamily="34" charset="0"/>
              </a:rPr>
              <a:t>It's crucial to ensure the timing is right and the appropriate participants are lined up for the workshops.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900" b="1" i="0" u="sng" strike="noStrike" kern="1200" cap="none" spc="0" normalizeH="0" baseline="0" noProof="0">
                <a:ln>
                  <a:noFill/>
                </a:ln>
                <a:solidFill>
                  <a:prstClr val="black"/>
                </a:solidFill>
                <a:effectLst/>
                <a:uLnTx/>
                <a:uFillTx/>
                <a:latin typeface="Ubuntu"/>
                <a:ea typeface="Calibri" panose="020F0502020204030204" pitchFamily="34" charset="0"/>
                <a:cs typeface="Calibri" panose="020F0502020204030204" pitchFamily="34" charset="0"/>
              </a:rPr>
              <a:t>Document Preparation</a:t>
            </a:r>
            <a:r>
              <a:rPr kumimoji="0" lang="en-US" sz="900" b="1" i="0" u="none" strike="noStrike" kern="1200" cap="none" spc="0" normalizeH="0" baseline="0" noProof="0">
                <a:ln>
                  <a:noFill/>
                </a:ln>
                <a:solidFill>
                  <a:prstClr val="black"/>
                </a:solidFill>
                <a:effectLst/>
                <a:uLnTx/>
                <a:uFillTx/>
                <a:latin typeface="Ubuntu"/>
                <a:ea typeface="Calibri" panose="020F0502020204030204" pitchFamily="34" charset="0"/>
                <a:cs typeface="Calibri" panose="020F0502020204030204" pitchFamily="34" charset="0"/>
              </a:rPr>
              <a: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Ubuntu"/>
                <a:ea typeface="Calibri" panose="020F0502020204030204" pitchFamily="34" charset="0"/>
                <a:cs typeface="Calibri" panose="020F0502020204030204" pitchFamily="34" charset="0"/>
              </a:rPr>
              <a:t>All Beazley product information must be organized in the designated folder structure before analysis begins.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Ubuntu"/>
                <a:ea typeface="Calibri" panose="020F0502020204030204" pitchFamily="34" charset="0"/>
                <a:cs typeface="Calibri" panose="020F0502020204030204" pitchFamily="34" charset="0"/>
              </a:rPr>
              <a:t>Beazley will ensure the documents are 'ready for consumption' in the provided folders.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Ubuntu"/>
                <a:ea typeface="Calibri" panose="020F0502020204030204" pitchFamily="34" charset="0"/>
                <a:cs typeface="Calibri" panose="020F0502020204030204" pitchFamily="34" charset="0"/>
              </a:rPr>
              <a:t>If the documents are not 90-100% complete, it will delay the timeline.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900" b="1" i="0" u="sng" strike="noStrike" kern="1200" cap="none" spc="0" normalizeH="0" baseline="0" noProof="0">
                <a:ln>
                  <a:noFill/>
                </a:ln>
                <a:solidFill>
                  <a:prstClr val="black"/>
                </a:solidFill>
                <a:effectLst/>
                <a:uLnTx/>
                <a:uFillTx/>
                <a:latin typeface="Ubuntu"/>
                <a:ea typeface="Calibri" panose="020F0502020204030204" pitchFamily="34" charset="0"/>
                <a:cs typeface="Calibri" panose="020F0502020204030204" pitchFamily="34" charset="0"/>
              </a:rPr>
              <a:t>Subject Matter Experts (SMEs</a:t>
            </a:r>
            <a:r>
              <a:rPr kumimoji="0" lang="en-US" sz="900" b="1" i="0" u="none" strike="noStrike" kern="1200" cap="none" spc="0" normalizeH="0" baseline="0" noProof="0">
                <a:ln>
                  <a:noFill/>
                </a:ln>
                <a:solidFill>
                  <a:prstClr val="black"/>
                </a:solidFill>
                <a:effectLst/>
                <a:uLnTx/>
                <a:uFillTx/>
                <a:latin typeface="Ubuntu"/>
                <a:ea typeface="Calibri" panose="020F0502020204030204" pitchFamily="34" charset="0"/>
                <a:cs typeface="Calibri" panose="020F0502020204030204" pitchFamily="34" charset="0"/>
              </a:rPr>
              <a:t>): </a:t>
            </a:r>
            <a:r>
              <a:rPr kumimoji="0" lang="en-US" sz="900" b="1" i="0" u="none" strike="noStrike" kern="1200" cap="none" spc="0" normalizeH="0" baseline="0" noProof="0">
                <a:ln>
                  <a:noFill/>
                </a:ln>
                <a:solidFill>
                  <a:srgbClr val="E423A3"/>
                </a:solidFill>
                <a:effectLst/>
                <a:uLnTx/>
                <a:uFillTx/>
                <a:latin typeface="Ubuntu"/>
                <a:ea typeface="Calibri" panose="020F0502020204030204" pitchFamily="34" charset="0"/>
                <a:cs typeface="Calibri" panose="020F0502020204030204" pitchFamily="34" charset="0"/>
              </a:rPr>
              <a:t>Critical Path</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Ubuntu"/>
                <a:ea typeface="Calibri" panose="020F0502020204030204" pitchFamily="34" charset="0"/>
                <a:cs typeface="Calibri" panose="020F0502020204030204" pitchFamily="34" charset="0"/>
              </a:rPr>
              <a:t>All Beazley SMEs must be identified before the project starts.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Ubuntu"/>
                <a:ea typeface="Calibri" panose="020F0502020204030204" pitchFamily="34" charset="0"/>
                <a:cs typeface="Calibri" panose="020F0502020204030204" pitchFamily="34" charset="0"/>
              </a:rPr>
              <a:t>SMEs should have dedicated time allocated to complete their tasks.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Ubuntu"/>
                <a:ea typeface="Calibri" panose="020F0502020204030204" pitchFamily="34" charset="0"/>
                <a:cs typeface="Calibri" panose="020F0502020204030204" pitchFamily="34" charset="0"/>
              </a:rPr>
              <a:t>SMEs must be empowered and agreeable to make decisions.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900" b="1" i="0" u="sng" strike="noStrike" kern="1200" cap="none" spc="0" normalizeH="0" baseline="0" noProof="0">
                <a:ln>
                  <a:noFill/>
                </a:ln>
                <a:solidFill>
                  <a:prstClr val="black"/>
                </a:solidFill>
                <a:effectLst/>
                <a:uLnTx/>
                <a:uFillTx/>
                <a:latin typeface="Ubuntu"/>
                <a:ea typeface="Calibri" panose="020F0502020204030204" pitchFamily="34" charset="0"/>
                <a:cs typeface="Calibri" panose="020F0502020204030204" pitchFamily="34" charset="0"/>
              </a:rPr>
              <a:t>Decision-Making</a:t>
            </a:r>
            <a:r>
              <a:rPr kumimoji="0" lang="en-US" sz="900" b="1" i="0" u="none" strike="noStrike" kern="1200" cap="none" spc="0" normalizeH="0" baseline="0" noProof="0">
                <a:ln>
                  <a:noFill/>
                </a:ln>
                <a:solidFill>
                  <a:prstClr val="black"/>
                </a:solidFill>
                <a:effectLst/>
                <a:uLnTx/>
                <a:uFillTx/>
                <a:latin typeface="Ubuntu"/>
                <a:ea typeface="Calibri" panose="020F0502020204030204" pitchFamily="34" charset="0"/>
                <a:cs typeface="Calibri" panose="020F0502020204030204" pitchFamily="34" charset="0"/>
              </a:rPr>
              <a: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Ubuntu"/>
                <a:ea typeface="Calibri" panose="020F0502020204030204" pitchFamily="34" charset="0"/>
                <a:cs typeface="Calibri" panose="020F0502020204030204" pitchFamily="34" charset="0"/>
              </a:rPr>
              <a:t>Decisions must be made within 24 hours.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Ubuntu"/>
                <a:ea typeface="Calibri" panose="020F0502020204030204" pitchFamily="34" charset="0"/>
                <a:cs typeface="Calibri" panose="020F0502020204030204" pitchFamily="34" charset="0"/>
              </a:rPr>
              <a:t>Governance is in place for expedited signoffs, managed by the Beazley Project Owner (PO). </a:t>
            </a:r>
            <a:endParaRPr kumimoji="0" lang="en-US" sz="900" b="0" i="0" u="none" strike="noStrike" kern="1200" cap="none" spc="0" normalizeH="0" baseline="0" noProof="0">
              <a:ln>
                <a:noFill/>
              </a:ln>
              <a:solidFill>
                <a:prstClr val="black"/>
              </a:solidFill>
              <a:effectLst/>
              <a:uLnTx/>
              <a:uFillTx/>
              <a:latin typeface="Ubuntu"/>
              <a:ea typeface="+mn-ea"/>
              <a:cs typeface="+mn-cs"/>
            </a:endParaRPr>
          </a:p>
        </p:txBody>
      </p:sp>
      <p:sp>
        <p:nvSpPr>
          <p:cNvPr id="3" name="Rectangle 2">
            <a:extLst>
              <a:ext uri="{FF2B5EF4-FFF2-40B4-BE49-F238E27FC236}">
                <a16:creationId xmlns:a16="http://schemas.microsoft.com/office/drawing/2014/main" id="{B0EBCF1F-7AC6-6AD4-D54B-ED6268C57B5E}"/>
              </a:ext>
            </a:extLst>
          </p:cNvPr>
          <p:cNvSpPr/>
          <p:nvPr/>
        </p:nvSpPr>
        <p:spPr bwMode="auto">
          <a:xfrm>
            <a:off x="3553683" y="1643159"/>
            <a:ext cx="678089" cy="264790"/>
          </a:xfrm>
          <a:prstGeom prst="rect">
            <a:avLst/>
          </a:prstGeom>
          <a:solidFill>
            <a:srgbClr val="92D050"/>
          </a:solidFill>
          <a:ln w="9525" cap="flat" cmpd="sng" algn="ctr">
            <a:noFill/>
            <a:prstDash val="solid"/>
            <a:round/>
            <a:headEnd type="none" w="med" len="med"/>
            <a:tailEnd type="none" w="med" len="med"/>
          </a:ln>
          <a:effectLst/>
        </p:spPr>
        <p:txBody>
          <a:bodyPr rot="0" spcFirstLastPara="0" vertOverflow="overflow" horzOverflow="overflow" vert="horz" wrap="square" lIns="91428" tIns="45714" rIns="91428" bIns="4571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Frutiger 55 Roman" pitchFamily="34" charset="0"/>
              <a:ea typeface="+mn-ea"/>
              <a:cs typeface="+mn-cs"/>
            </a:endParaRPr>
          </a:p>
        </p:txBody>
      </p:sp>
      <p:sp>
        <p:nvSpPr>
          <p:cNvPr id="4" name="TextBox 3">
            <a:extLst>
              <a:ext uri="{FF2B5EF4-FFF2-40B4-BE49-F238E27FC236}">
                <a16:creationId xmlns:a16="http://schemas.microsoft.com/office/drawing/2014/main" id="{4C428FBA-9302-4B64-5DBE-EE8B6EBFA318}"/>
              </a:ext>
            </a:extLst>
          </p:cNvPr>
          <p:cNvSpPr txBox="1"/>
          <p:nvPr/>
        </p:nvSpPr>
        <p:spPr>
          <a:xfrm>
            <a:off x="3855244" y="6427070"/>
            <a:ext cx="711200" cy="302748"/>
          </a:xfrm>
          <a:prstGeom prst="rect">
            <a:avLst/>
          </a:prstGeom>
        </p:spPr>
        <p:txBody>
          <a:bodyPr vert="horz" wrap="square" lIns="0" tIns="17790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Ubuntu"/>
                <a:ea typeface="+mn-ea"/>
                <a:cs typeface="+mn-cs"/>
              </a:rPr>
              <a:t>Kick Off</a:t>
            </a:r>
          </a:p>
        </p:txBody>
      </p:sp>
      <p:sp>
        <p:nvSpPr>
          <p:cNvPr id="5" name="Diamond 4">
            <a:extLst>
              <a:ext uri="{FF2B5EF4-FFF2-40B4-BE49-F238E27FC236}">
                <a16:creationId xmlns:a16="http://schemas.microsoft.com/office/drawing/2014/main" id="{AF654A4C-80DF-9BF1-4B60-54A79B5FAB8A}"/>
              </a:ext>
            </a:extLst>
          </p:cNvPr>
          <p:cNvSpPr>
            <a:spLocks noChangeArrowheads="1"/>
          </p:cNvSpPr>
          <p:nvPr/>
        </p:nvSpPr>
        <p:spPr bwMode="gray">
          <a:xfrm>
            <a:off x="4539622" y="6593533"/>
            <a:ext cx="150664" cy="151984"/>
          </a:xfrm>
          <a:prstGeom prst="diamond">
            <a:avLst/>
          </a:prstGeom>
          <a:solidFill>
            <a:schemeClr val="accent3">
              <a:lumMod val="50000"/>
              <a:lumOff val="50000"/>
            </a:schemeClr>
          </a:solidFill>
          <a:ln w="12700" cap="rnd" algn="ctr">
            <a:noFill/>
            <a:miter lim="800000"/>
            <a:headEnd/>
            <a:tailEnd/>
          </a:ln>
        </p:spPr>
        <p:txBody>
          <a:bodyPr lIns="137142" anchor="ctr" anchorCtr="1"/>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pitchFamily="34" charset="0"/>
              <a:ea typeface="ヒラギノ角ゴ ProN W3" charset="-128"/>
              <a:cs typeface="Arial" pitchFamily="34" charset="0"/>
              <a:sym typeface="Gotham Book" charset="0"/>
            </a:endParaRPr>
          </a:p>
        </p:txBody>
      </p:sp>
      <p:sp>
        <p:nvSpPr>
          <p:cNvPr id="6" name="Diamond 5">
            <a:extLst>
              <a:ext uri="{FF2B5EF4-FFF2-40B4-BE49-F238E27FC236}">
                <a16:creationId xmlns:a16="http://schemas.microsoft.com/office/drawing/2014/main" id="{FABD2E62-75AB-0165-7BAF-570F1D62873F}"/>
              </a:ext>
            </a:extLst>
          </p:cNvPr>
          <p:cNvSpPr>
            <a:spLocks noChangeArrowheads="1"/>
          </p:cNvSpPr>
          <p:nvPr/>
        </p:nvSpPr>
        <p:spPr bwMode="gray">
          <a:xfrm>
            <a:off x="3478351" y="1587447"/>
            <a:ext cx="150664" cy="151984"/>
          </a:xfrm>
          <a:prstGeom prst="diamond">
            <a:avLst/>
          </a:prstGeom>
          <a:solidFill>
            <a:schemeClr val="accent3">
              <a:lumMod val="50000"/>
              <a:lumOff val="50000"/>
            </a:schemeClr>
          </a:solidFill>
          <a:ln w="12700" cap="rnd" algn="ctr">
            <a:noFill/>
            <a:miter lim="800000"/>
            <a:headEnd/>
            <a:tailEnd/>
          </a:ln>
        </p:spPr>
        <p:txBody>
          <a:bodyPr lIns="137142" anchor="ctr" anchorCtr="1"/>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pitchFamily="34" charset="0"/>
              <a:ea typeface="ヒラギノ角ゴ ProN W3" charset="-128"/>
              <a:cs typeface="Arial" pitchFamily="34" charset="0"/>
              <a:sym typeface="Gotham Book" charset="0"/>
            </a:endParaRPr>
          </a:p>
        </p:txBody>
      </p:sp>
      <p:sp>
        <p:nvSpPr>
          <p:cNvPr id="7" name="Diamond 6">
            <a:extLst>
              <a:ext uri="{FF2B5EF4-FFF2-40B4-BE49-F238E27FC236}">
                <a16:creationId xmlns:a16="http://schemas.microsoft.com/office/drawing/2014/main" id="{F83C068C-0385-8829-1291-76C6BC43F7AD}"/>
              </a:ext>
            </a:extLst>
          </p:cNvPr>
          <p:cNvSpPr>
            <a:spLocks noChangeArrowheads="1"/>
          </p:cNvSpPr>
          <p:nvPr/>
        </p:nvSpPr>
        <p:spPr bwMode="gray">
          <a:xfrm>
            <a:off x="7639583" y="4889094"/>
            <a:ext cx="150664" cy="184584"/>
          </a:xfrm>
          <a:prstGeom prst="diamond">
            <a:avLst/>
          </a:prstGeom>
          <a:solidFill>
            <a:srgbClr val="0070C0"/>
          </a:solidFill>
          <a:ln w="12700" cap="rnd" algn="ctr">
            <a:noFill/>
            <a:miter lim="800000"/>
            <a:headEnd/>
            <a:tailEnd/>
          </a:ln>
        </p:spPr>
        <p:txBody>
          <a:bodyPr lIns="137142" anchor="ctr" anchorCtr="1"/>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pitchFamily="34" charset="0"/>
              <a:ea typeface="ヒラギノ角ゴ ProN W3" charset="-128"/>
              <a:cs typeface="Arial" pitchFamily="34" charset="0"/>
              <a:sym typeface="Gotham Book" charset="0"/>
            </a:endParaRPr>
          </a:p>
        </p:txBody>
      </p:sp>
      <p:sp>
        <p:nvSpPr>
          <p:cNvPr id="8" name="Diamond 7">
            <a:extLst>
              <a:ext uri="{FF2B5EF4-FFF2-40B4-BE49-F238E27FC236}">
                <a16:creationId xmlns:a16="http://schemas.microsoft.com/office/drawing/2014/main" id="{55CD34AD-0590-2CF6-861B-3DF9883EAD46}"/>
              </a:ext>
            </a:extLst>
          </p:cNvPr>
          <p:cNvSpPr>
            <a:spLocks noChangeArrowheads="1"/>
          </p:cNvSpPr>
          <p:nvPr/>
        </p:nvSpPr>
        <p:spPr bwMode="gray">
          <a:xfrm>
            <a:off x="5591896" y="6578444"/>
            <a:ext cx="150664" cy="184584"/>
          </a:xfrm>
          <a:prstGeom prst="diamond">
            <a:avLst/>
          </a:prstGeom>
          <a:solidFill>
            <a:srgbClr val="0070C0"/>
          </a:solidFill>
          <a:ln w="12700" cap="rnd" algn="ctr">
            <a:noFill/>
            <a:miter lim="800000"/>
            <a:headEnd/>
            <a:tailEnd/>
          </a:ln>
        </p:spPr>
        <p:txBody>
          <a:bodyPr lIns="137142" anchor="ctr" anchorCtr="1"/>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pitchFamily="34" charset="0"/>
              <a:ea typeface="ヒラギノ角ゴ ProN W3" charset="-128"/>
              <a:cs typeface="Arial" pitchFamily="34" charset="0"/>
              <a:sym typeface="Gotham Book" charset="0"/>
            </a:endParaRPr>
          </a:p>
        </p:txBody>
      </p:sp>
      <p:sp>
        <p:nvSpPr>
          <p:cNvPr id="9" name="TextBox 8">
            <a:extLst>
              <a:ext uri="{FF2B5EF4-FFF2-40B4-BE49-F238E27FC236}">
                <a16:creationId xmlns:a16="http://schemas.microsoft.com/office/drawing/2014/main" id="{A993EAD9-58BD-42EC-6CD4-F071CB4FE7FE}"/>
              </a:ext>
            </a:extLst>
          </p:cNvPr>
          <p:cNvSpPr txBox="1"/>
          <p:nvPr/>
        </p:nvSpPr>
        <p:spPr>
          <a:xfrm>
            <a:off x="6653276" y="6434814"/>
            <a:ext cx="748233" cy="302748"/>
          </a:xfrm>
          <a:prstGeom prst="rect">
            <a:avLst/>
          </a:prstGeom>
        </p:spPr>
        <p:txBody>
          <a:bodyPr vert="horz" wrap="square" lIns="0" tIns="17790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Ubuntu"/>
                <a:ea typeface="+mn-ea"/>
                <a:cs typeface="+mn-cs"/>
              </a:rPr>
              <a:t>On Shelf </a:t>
            </a:r>
          </a:p>
        </p:txBody>
      </p:sp>
      <p:sp>
        <p:nvSpPr>
          <p:cNvPr id="10" name="TextBox 9">
            <a:extLst>
              <a:ext uri="{FF2B5EF4-FFF2-40B4-BE49-F238E27FC236}">
                <a16:creationId xmlns:a16="http://schemas.microsoft.com/office/drawing/2014/main" id="{B8A33BFE-5000-63C2-5403-B16DC492EE62}"/>
              </a:ext>
            </a:extLst>
          </p:cNvPr>
          <p:cNvSpPr txBox="1"/>
          <p:nvPr/>
        </p:nvSpPr>
        <p:spPr>
          <a:xfrm>
            <a:off x="147315" y="420160"/>
            <a:ext cx="1023955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E423A3"/>
                </a:solidFill>
                <a:effectLst/>
                <a:uLnTx/>
                <a:uFillTx/>
                <a:latin typeface="Ubuntu"/>
                <a:ea typeface="+mn-ea"/>
                <a:cs typeface="+mn-cs"/>
              </a:rPr>
              <a:t>* 4 weeks = maximum of 4 product offerings; 4-week deliverable = true Product Model Factory work </a:t>
            </a:r>
            <a:r>
              <a:rPr kumimoji="0" lang="en-US" sz="900" b="1" i="1" u="none" strike="noStrike" kern="1200" cap="none" spc="0" normalizeH="0" baseline="0" noProof="0">
                <a:ln>
                  <a:noFill/>
                </a:ln>
                <a:solidFill>
                  <a:srgbClr val="E423A3"/>
                </a:solidFill>
                <a:effectLst/>
                <a:uLnTx/>
                <a:uFillTx/>
                <a:latin typeface="Ubuntu"/>
                <a:ea typeface="+mn-ea"/>
                <a:cs typeface="+mn-cs"/>
              </a:rPr>
              <a:t>only</a:t>
            </a:r>
            <a:r>
              <a:rPr kumimoji="0" lang="en-US" sz="900" b="0" i="0" u="none" strike="noStrike" kern="1200" cap="none" spc="0" normalizeH="0" baseline="0" noProof="0">
                <a:ln>
                  <a:noFill/>
                </a:ln>
                <a:solidFill>
                  <a:srgbClr val="E423A3"/>
                </a:solidFill>
                <a:effectLst/>
                <a:uLnTx/>
                <a:uFillTx/>
                <a:latin typeface="Ubuntu"/>
                <a:ea typeface="+mn-ea"/>
                <a:cs typeface="+mn-cs"/>
              </a:rPr>
              <a:t> (</a:t>
            </a:r>
            <a:r>
              <a:rPr kumimoji="0" lang="en-US" sz="900" b="0" i="0" u="none" strike="noStrike" kern="1200" cap="none" spc="0" normalizeH="0" baseline="0" noProof="0" err="1">
                <a:ln>
                  <a:noFill/>
                </a:ln>
                <a:solidFill>
                  <a:srgbClr val="E423A3"/>
                </a:solidFill>
                <a:effectLst/>
                <a:uLnTx/>
                <a:uFillTx/>
                <a:latin typeface="Ubuntu"/>
                <a:ea typeface="+mn-ea"/>
                <a:cs typeface="+mn-cs"/>
              </a:rPr>
              <a:t>Covg's</a:t>
            </a:r>
            <a:r>
              <a:rPr kumimoji="0" lang="en-US" sz="900" b="0" i="0" u="none" strike="noStrike" kern="1200" cap="none" spc="0" normalizeH="0" baseline="0" noProof="0">
                <a:ln>
                  <a:noFill/>
                </a:ln>
                <a:solidFill>
                  <a:srgbClr val="E423A3"/>
                </a:solidFill>
                <a:effectLst/>
                <a:uLnTx/>
                <a:uFillTx/>
                <a:latin typeface="Ubuntu"/>
                <a:ea typeface="+mn-ea"/>
                <a:cs typeface="+mn-cs"/>
              </a:rPr>
              <a:t>, Coverage terms, Limits); Mindmap development, Import of MM into APD, Visualization &amp; tweaks, placed on the shelf</a:t>
            </a:r>
          </a:p>
        </p:txBody>
      </p:sp>
      <p:sp>
        <p:nvSpPr>
          <p:cNvPr id="11" name="Rectangle 10">
            <a:extLst>
              <a:ext uri="{FF2B5EF4-FFF2-40B4-BE49-F238E27FC236}">
                <a16:creationId xmlns:a16="http://schemas.microsoft.com/office/drawing/2014/main" id="{44FE182E-589B-A31A-1B5E-86B83009B28D}"/>
              </a:ext>
            </a:extLst>
          </p:cNvPr>
          <p:cNvSpPr/>
          <p:nvPr/>
        </p:nvSpPr>
        <p:spPr>
          <a:xfrm>
            <a:off x="6098777" y="906941"/>
            <a:ext cx="2115170" cy="5389137"/>
          </a:xfrm>
          <a:prstGeom prst="rect">
            <a:avLst/>
          </a:prstGeom>
          <a:noFill/>
          <a:ln w="38100">
            <a:solidFill>
              <a:srgbClr val="E423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noFill/>
              <a:effectLst/>
              <a:uLnTx/>
              <a:uFillTx/>
              <a:latin typeface="Ubuntu"/>
              <a:ea typeface="+mn-ea"/>
              <a:cs typeface="+mn-cs"/>
            </a:endParaRPr>
          </a:p>
        </p:txBody>
      </p:sp>
      <p:sp>
        <p:nvSpPr>
          <p:cNvPr id="12" name="Diamond 11">
            <a:extLst>
              <a:ext uri="{FF2B5EF4-FFF2-40B4-BE49-F238E27FC236}">
                <a16:creationId xmlns:a16="http://schemas.microsoft.com/office/drawing/2014/main" id="{7585CBB5-590B-53CC-428C-4E6388642F97}"/>
              </a:ext>
            </a:extLst>
          </p:cNvPr>
          <p:cNvSpPr>
            <a:spLocks noChangeArrowheads="1"/>
          </p:cNvSpPr>
          <p:nvPr/>
        </p:nvSpPr>
        <p:spPr bwMode="gray">
          <a:xfrm>
            <a:off x="4440640" y="3061861"/>
            <a:ext cx="150664" cy="184584"/>
          </a:xfrm>
          <a:prstGeom prst="diamond">
            <a:avLst/>
          </a:prstGeom>
          <a:solidFill>
            <a:schemeClr val="accent2">
              <a:lumMod val="60000"/>
              <a:lumOff val="40000"/>
            </a:schemeClr>
          </a:solidFill>
          <a:ln w="12700" cap="rnd" algn="ctr">
            <a:noFill/>
            <a:miter lim="800000"/>
            <a:headEnd/>
            <a:tailEnd/>
          </a:ln>
        </p:spPr>
        <p:txBody>
          <a:bodyPr lIns="137142" anchor="ctr" anchorCtr="1"/>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pitchFamily="34" charset="0"/>
              <a:ea typeface="ヒラギノ角ゴ ProN W3" charset="-128"/>
              <a:cs typeface="Arial" pitchFamily="34" charset="0"/>
              <a:sym typeface="Gotham Book" charset="0"/>
            </a:endParaRPr>
          </a:p>
        </p:txBody>
      </p:sp>
      <p:sp>
        <p:nvSpPr>
          <p:cNvPr id="13" name="Diamond 12">
            <a:extLst>
              <a:ext uri="{FF2B5EF4-FFF2-40B4-BE49-F238E27FC236}">
                <a16:creationId xmlns:a16="http://schemas.microsoft.com/office/drawing/2014/main" id="{7A11D450-1FFA-A1D8-1D8A-7EF9EE41E802}"/>
              </a:ext>
            </a:extLst>
          </p:cNvPr>
          <p:cNvSpPr>
            <a:spLocks noChangeArrowheads="1"/>
          </p:cNvSpPr>
          <p:nvPr/>
        </p:nvSpPr>
        <p:spPr bwMode="gray">
          <a:xfrm>
            <a:off x="5008546" y="3061861"/>
            <a:ext cx="150664" cy="184584"/>
          </a:xfrm>
          <a:prstGeom prst="diamond">
            <a:avLst/>
          </a:prstGeom>
          <a:solidFill>
            <a:schemeClr val="accent2">
              <a:lumMod val="60000"/>
              <a:lumOff val="40000"/>
            </a:schemeClr>
          </a:solidFill>
          <a:ln w="12700" cap="rnd" algn="ctr">
            <a:noFill/>
            <a:miter lim="800000"/>
            <a:headEnd/>
            <a:tailEnd/>
          </a:ln>
        </p:spPr>
        <p:txBody>
          <a:bodyPr lIns="137142" anchor="ctr" anchorCtr="1"/>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pitchFamily="34" charset="0"/>
              <a:ea typeface="ヒラギノ角ゴ ProN W3" charset="-128"/>
              <a:cs typeface="Arial" pitchFamily="34" charset="0"/>
              <a:sym typeface="Gotham Book" charset="0"/>
            </a:endParaRPr>
          </a:p>
        </p:txBody>
      </p:sp>
      <p:sp>
        <p:nvSpPr>
          <p:cNvPr id="14" name="Diamond 13">
            <a:extLst>
              <a:ext uri="{FF2B5EF4-FFF2-40B4-BE49-F238E27FC236}">
                <a16:creationId xmlns:a16="http://schemas.microsoft.com/office/drawing/2014/main" id="{BF62D740-F0C7-B181-1B25-8916A514B443}"/>
              </a:ext>
            </a:extLst>
          </p:cNvPr>
          <p:cNvSpPr>
            <a:spLocks noChangeArrowheads="1"/>
          </p:cNvSpPr>
          <p:nvPr/>
        </p:nvSpPr>
        <p:spPr bwMode="gray">
          <a:xfrm>
            <a:off x="5662716" y="3061861"/>
            <a:ext cx="150664" cy="184584"/>
          </a:xfrm>
          <a:prstGeom prst="diamond">
            <a:avLst/>
          </a:prstGeom>
          <a:solidFill>
            <a:schemeClr val="accent2">
              <a:lumMod val="60000"/>
              <a:lumOff val="40000"/>
            </a:schemeClr>
          </a:solidFill>
          <a:ln w="12700" cap="rnd" algn="ctr">
            <a:noFill/>
            <a:miter lim="800000"/>
            <a:headEnd/>
            <a:tailEnd/>
          </a:ln>
        </p:spPr>
        <p:txBody>
          <a:bodyPr lIns="137142" anchor="ctr" anchorCtr="1"/>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pitchFamily="34" charset="0"/>
              <a:ea typeface="ヒラギノ角ゴ ProN W3" charset="-128"/>
              <a:cs typeface="Arial" pitchFamily="34" charset="0"/>
              <a:sym typeface="Gotham Book" charset="0"/>
            </a:endParaRPr>
          </a:p>
        </p:txBody>
      </p:sp>
      <p:sp>
        <p:nvSpPr>
          <p:cNvPr id="15" name="Diamond 14">
            <a:extLst>
              <a:ext uri="{FF2B5EF4-FFF2-40B4-BE49-F238E27FC236}">
                <a16:creationId xmlns:a16="http://schemas.microsoft.com/office/drawing/2014/main" id="{FB53189A-308D-B36D-838F-0AC2A6492D0A}"/>
              </a:ext>
            </a:extLst>
          </p:cNvPr>
          <p:cNvSpPr>
            <a:spLocks noChangeArrowheads="1"/>
          </p:cNvSpPr>
          <p:nvPr/>
        </p:nvSpPr>
        <p:spPr bwMode="gray">
          <a:xfrm>
            <a:off x="8128432" y="6533993"/>
            <a:ext cx="150664" cy="184584"/>
          </a:xfrm>
          <a:prstGeom prst="diamond">
            <a:avLst/>
          </a:prstGeom>
          <a:solidFill>
            <a:schemeClr val="accent2">
              <a:lumMod val="60000"/>
              <a:lumOff val="40000"/>
            </a:schemeClr>
          </a:solidFill>
          <a:ln w="12700" cap="rnd" algn="ctr">
            <a:noFill/>
            <a:miter lim="800000"/>
            <a:headEnd/>
            <a:tailEnd/>
          </a:ln>
        </p:spPr>
        <p:txBody>
          <a:bodyPr lIns="137142" anchor="ctr" anchorCtr="1"/>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pitchFamily="34" charset="0"/>
              <a:ea typeface="ヒラギノ角ゴ ProN W3" charset="-128"/>
              <a:cs typeface="Arial" pitchFamily="34" charset="0"/>
              <a:sym typeface="Gotham Book" charset="0"/>
            </a:endParaRPr>
          </a:p>
        </p:txBody>
      </p:sp>
      <p:sp>
        <p:nvSpPr>
          <p:cNvPr id="16" name="TextBox 15">
            <a:extLst>
              <a:ext uri="{FF2B5EF4-FFF2-40B4-BE49-F238E27FC236}">
                <a16:creationId xmlns:a16="http://schemas.microsoft.com/office/drawing/2014/main" id="{D7ED4BE7-E01A-ED20-C88A-234E51754B08}"/>
              </a:ext>
            </a:extLst>
          </p:cNvPr>
          <p:cNvSpPr txBox="1"/>
          <p:nvPr/>
        </p:nvSpPr>
        <p:spPr>
          <a:xfrm>
            <a:off x="7422465" y="6427625"/>
            <a:ext cx="748233" cy="302748"/>
          </a:xfrm>
          <a:prstGeom prst="rect">
            <a:avLst/>
          </a:prstGeom>
        </p:spPr>
        <p:txBody>
          <a:bodyPr vert="horz" wrap="square" lIns="0" tIns="177900" rIns="0" bIns="0" rtlCol="0" anchor="t">
            <a:spAutoFit/>
          </a:bodyPr>
          <a:lstStyle/>
          <a:p>
            <a:pPr algn="ctr" fontAlgn="base">
              <a:spcBef>
                <a:spcPct val="0"/>
              </a:spcBef>
              <a:spcAft>
                <a:spcPct val="0"/>
              </a:spcAft>
              <a:defRPr/>
            </a:pPr>
            <a:r>
              <a:rPr lang="en-US" sz="800">
                <a:solidFill>
                  <a:prstClr val="black"/>
                </a:solidFill>
                <a:latin typeface="Ubuntu"/>
              </a:rPr>
              <a:t>Check point</a:t>
            </a:r>
            <a:r>
              <a:rPr kumimoji="0" lang="en-US" sz="800" b="0" i="0" u="none" strike="noStrike" kern="1200" cap="none" spc="0" normalizeH="0" baseline="0" noProof="0">
                <a:ln>
                  <a:noFill/>
                </a:ln>
                <a:solidFill>
                  <a:prstClr val="black"/>
                </a:solidFill>
                <a:effectLst/>
                <a:uLnTx/>
                <a:uFillTx/>
                <a:latin typeface="Ubuntu"/>
                <a:ea typeface="+mn-ea"/>
                <a:cs typeface="+mn-cs"/>
              </a:rPr>
              <a:t> </a:t>
            </a:r>
          </a:p>
        </p:txBody>
      </p:sp>
    </p:spTree>
    <p:extLst>
      <p:ext uri="{BB962C8B-B14F-4D97-AF65-F5344CB8AC3E}">
        <p14:creationId xmlns:p14="http://schemas.microsoft.com/office/powerpoint/2010/main" val="1231335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41DB1-4A14-1A4A-EF4C-CD8CFFA43AD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EE9A4591-8CDF-13D0-CDC1-D5740A911704}"/>
              </a:ext>
            </a:extLst>
          </p:cNvPr>
          <p:cNvSpPr>
            <a:spLocks noGrp="1"/>
          </p:cNvSpPr>
          <p:nvPr>
            <p:ph type="title"/>
          </p:nvPr>
        </p:nvSpPr>
        <p:spPr>
          <a:xfrm>
            <a:off x="422535" y="66843"/>
            <a:ext cx="9776592" cy="716711"/>
          </a:xfrm>
        </p:spPr>
        <p:txBody>
          <a:bodyPr/>
          <a:lstStyle/>
          <a:p>
            <a:r>
              <a:rPr lang="en-IN"/>
              <a:t> </a:t>
            </a:r>
            <a:endParaRPr lang="en-US"/>
          </a:p>
        </p:txBody>
      </p:sp>
      <p:cxnSp>
        <p:nvCxnSpPr>
          <p:cNvPr id="3" name="Straight Connector 2">
            <a:extLst>
              <a:ext uri="{FF2B5EF4-FFF2-40B4-BE49-F238E27FC236}">
                <a16:creationId xmlns:a16="http://schemas.microsoft.com/office/drawing/2014/main" id="{F5752175-9508-D419-1590-B1BD7C21FB15}"/>
              </a:ext>
            </a:extLst>
          </p:cNvPr>
          <p:cNvCxnSpPr/>
          <p:nvPr/>
        </p:nvCxnSpPr>
        <p:spPr>
          <a:xfrm>
            <a:off x="0" y="783554"/>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A359A58-061A-D4CF-93C0-BD091DB922BF}"/>
              </a:ext>
            </a:extLst>
          </p:cNvPr>
          <p:cNvSpPr txBox="1"/>
          <p:nvPr/>
        </p:nvSpPr>
        <p:spPr>
          <a:xfrm>
            <a:off x="138449" y="216192"/>
            <a:ext cx="9245248"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prstClr val="black"/>
                </a:solidFill>
                <a:effectLst/>
                <a:uLnTx/>
                <a:uFillTx/>
                <a:latin typeface="Ubuntu Medium"/>
                <a:ea typeface="+mn-ea"/>
                <a:cs typeface="+mn-cs"/>
              </a:rPr>
              <a:t>PRODUCT MODEL FACTORY ASSUMPTIONS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a:ln>
                <a:noFill/>
              </a:ln>
              <a:solidFill>
                <a:prstClr val="black"/>
              </a:solidFill>
              <a:effectLst/>
              <a:uLnTx/>
              <a:uFillTx/>
              <a:latin typeface="Ubuntu Medium"/>
              <a:ea typeface="+mn-ea"/>
              <a:cs typeface="+mn-cs"/>
            </a:endParaRPr>
          </a:p>
        </p:txBody>
      </p:sp>
      <p:sp>
        <p:nvSpPr>
          <p:cNvPr id="8" name="TextBox 3">
            <a:extLst>
              <a:ext uri="{FF2B5EF4-FFF2-40B4-BE49-F238E27FC236}">
                <a16:creationId xmlns:a16="http://schemas.microsoft.com/office/drawing/2014/main" id="{74DB6C05-D4A2-E3C1-F8B5-19ED4F326136}"/>
              </a:ext>
            </a:extLst>
          </p:cNvPr>
          <p:cNvSpPr txBox="1"/>
          <p:nvPr/>
        </p:nvSpPr>
        <p:spPr>
          <a:xfrm>
            <a:off x="3800354" y="5331719"/>
            <a:ext cx="4122472" cy="1015663"/>
          </a:xfrm>
          <a:prstGeom prst="rect">
            <a:avLst/>
          </a:prstGeom>
          <a:solidFill>
            <a:schemeClr val="accent3">
              <a:lumMod val="25000"/>
              <a:lumOff val="75000"/>
            </a:schemeClr>
          </a:solid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Implications for any/all these not being met: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Stalled or Extended Product Definition L2 timeline which can also affect downstream work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descr="A screenshot of a computer&#10;&#10;AI-generated content may be incorrect.">
            <a:extLst>
              <a:ext uri="{FF2B5EF4-FFF2-40B4-BE49-F238E27FC236}">
                <a16:creationId xmlns:a16="http://schemas.microsoft.com/office/drawing/2014/main" id="{D6FA2505-8217-7D14-052F-6AFBE4A205D9}"/>
              </a:ext>
            </a:extLst>
          </p:cNvPr>
          <p:cNvPicPr>
            <a:picLocks noChangeAspect="1"/>
          </p:cNvPicPr>
          <p:nvPr/>
        </p:nvPicPr>
        <p:blipFill>
          <a:blip r:embed="rId2"/>
          <a:stretch>
            <a:fillRect/>
          </a:stretch>
        </p:blipFill>
        <p:spPr>
          <a:xfrm>
            <a:off x="137795" y="833120"/>
            <a:ext cx="11144250" cy="4419600"/>
          </a:xfrm>
          <a:prstGeom prst="rect">
            <a:avLst/>
          </a:prstGeom>
        </p:spPr>
      </p:pic>
    </p:spTree>
    <p:extLst>
      <p:ext uri="{BB962C8B-B14F-4D97-AF65-F5344CB8AC3E}">
        <p14:creationId xmlns:p14="http://schemas.microsoft.com/office/powerpoint/2010/main" val="3591075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41DB1-4A14-1A4A-EF4C-CD8CFFA43AD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EE9A4591-8CDF-13D0-CDC1-D5740A911704}"/>
              </a:ext>
            </a:extLst>
          </p:cNvPr>
          <p:cNvSpPr>
            <a:spLocks noGrp="1"/>
          </p:cNvSpPr>
          <p:nvPr>
            <p:ph type="title"/>
          </p:nvPr>
        </p:nvSpPr>
        <p:spPr>
          <a:xfrm>
            <a:off x="422535" y="66843"/>
            <a:ext cx="9776592" cy="716711"/>
          </a:xfrm>
        </p:spPr>
        <p:txBody>
          <a:bodyPr/>
          <a:lstStyle/>
          <a:p>
            <a:r>
              <a:rPr lang="en-IN"/>
              <a:t> </a:t>
            </a:r>
            <a:endParaRPr lang="en-US"/>
          </a:p>
        </p:txBody>
      </p:sp>
      <p:cxnSp>
        <p:nvCxnSpPr>
          <p:cNvPr id="3" name="Straight Connector 2">
            <a:extLst>
              <a:ext uri="{FF2B5EF4-FFF2-40B4-BE49-F238E27FC236}">
                <a16:creationId xmlns:a16="http://schemas.microsoft.com/office/drawing/2014/main" id="{F5752175-9508-D419-1590-B1BD7C21FB15}"/>
              </a:ext>
            </a:extLst>
          </p:cNvPr>
          <p:cNvCxnSpPr/>
          <p:nvPr/>
        </p:nvCxnSpPr>
        <p:spPr>
          <a:xfrm>
            <a:off x="0" y="783554"/>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A49274B-0AD0-7A2A-F480-361143300498}"/>
              </a:ext>
            </a:extLst>
          </p:cNvPr>
          <p:cNvSpPr txBox="1"/>
          <p:nvPr/>
        </p:nvSpPr>
        <p:spPr>
          <a:xfrm>
            <a:off x="138449" y="216192"/>
            <a:ext cx="9245248"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prstClr val="black"/>
                </a:solidFill>
                <a:effectLst/>
                <a:uLnTx/>
                <a:uFillTx/>
                <a:latin typeface="Ubuntu Medium"/>
                <a:ea typeface="+mn-ea"/>
                <a:cs typeface="+mn-cs"/>
              </a:rPr>
              <a:t>PRODUCT MODEL FACTORY ASSUMPTIONS CONT….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a:ln>
                <a:noFill/>
              </a:ln>
              <a:solidFill>
                <a:prstClr val="black"/>
              </a:solidFill>
              <a:effectLst/>
              <a:uLnTx/>
              <a:uFillTx/>
              <a:latin typeface="Ubuntu Medium"/>
              <a:ea typeface="+mn-ea"/>
              <a:cs typeface="+mn-cs"/>
            </a:endParaRPr>
          </a:p>
        </p:txBody>
      </p:sp>
      <p:pic>
        <p:nvPicPr>
          <p:cNvPr id="5" name="Picture 4">
            <a:extLst>
              <a:ext uri="{FF2B5EF4-FFF2-40B4-BE49-F238E27FC236}">
                <a16:creationId xmlns:a16="http://schemas.microsoft.com/office/drawing/2014/main" id="{1CEFE5FE-A927-FA3F-D9BF-E1A031D16C2D}"/>
              </a:ext>
            </a:extLst>
          </p:cNvPr>
          <p:cNvPicPr>
            <a:picLocks noChangeAspect="1"/>
          </p:cNvPicPr>
          <p:nvPr/>
        </p:nvPicPr>
        <p:blipFill>
          <a:blip r:embed="rId2"/>
          <a:stretch>
            <a:fillRect/>
          </a:stretch>
        </p:blipFill>
        <p:spPr>
          <a:xfrm>
            <a:off x="138448" y="932903"/>
            <a:ext cx="11291551" cy="4181562"/>
          </a:xfrm>
          <a:prstGeom prst="rect">
            <a:avLst/>
          </a:prstGeom>
        </p:spPr>
      </p:pic>
      <p:pic>
        <p:nvPicPr>
          <p:cNvPr id="12" name="Picture 11">
            <a:extLst>
              <a:ext uri="{FF2B5EF4-FFF2-40B4-BE49-F238E27FC236}">
                <a16:creationId xmlns:a16="http://schemas.microsoft.com/office/drawing/2014/main" id="{3C6F6B59-2C2A-E33D-6BF7-3744CA45FF25}"/>
              </a:ext>
            </a:extLst>
          </p:cNvPr>
          <p:cNvPicPr>
            <a:picLocks noChangeAspect="1"/>
          </p:cNvPicPr>
          <p:nvPr/>
        </p:nvPicPr>
        <p:blipFill>
          <a:blip r:embed="rId3"/>
          <a:stretch>
            <a:fillRect/>
          </a:stretch>
        </p:blipFill>
        <p:spPr>
          <a:xfrm>
            <a:off x="138449" y="5114465"/>
            <a:ext cx="11291550" cy="1323942"/>
          </a:xfrm>
          <a:prstGeom prst="rect">
            <a:avLst/>
          </a:prstGeom>
        </p:spPr>
      </p:pic>
    </p:spTree>
    <p:extLst>
      <p:ext uri="{BB962C8B-B14F-4D97-AF65-F5344CB8AC3E}">
        <p14:creationId xmlns:p14="http://schemas.microsoft.com/office/powerpoint/2010/main" val="3425804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86757-3683-E629-B08B-B98E3C9AE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16457-B9CF-312B-87AE-7ED19EA76171}"/>
              </a:ext>
            </a:extLst>
          </p:cNvPr>
          <p:cNvSpPr>
            <a:spLocks noGrp="1"/>
          </p:cNvSpPr>
          <p:nvPr>
            <p:ph type="ctrTitle"/>
          </p:nvPr>
        </p:nvSpPr>
        <p:spPr>
          <a:xfrm>
            <a:off x="271397" y="333223"/>
            <a:ext cx="9144000" cy="593703"/>
          </a:xfrm>
        </p:spPr>
        <p:txBody>
          <a:bodyPr>
            <a:noAutofit/>
          </a:bodyPr>
          <a:lstStyle/>
          <a:p>
            <a:pPr algn="l"/>
            <a:r>
              <a:rPr lang="en-GB" sz="4000"/>
              <a:t>Next Product Candidate</a:t>
            </a:r>
          </a:p>
        </p:txBody>
      </p:sp>
      <p:sp>
        <p:nvSpPr>
          <p:cNvPr id="3" name="Subtitle 2">
            <a:extLst>
              <a:ext uri="{FF2B5EF4-FFF2-40B4-BE49-F238E27FC236}">
                <a16:creationId xmlns:a16="http://schemas.microsoft.com/office/drawing/2014/main" id="{B614BB7C-A4A3-34A4-34EF-BFCFFB66E7BC}"/>
              </a:ext>
            </a:extLst>
          </p:cNvPr>
          <p:cNvSpPr>
            <a:spLocks noGrp="1"/>
          </p:cNvSpPr>
          <p:nvPr>
            <p:ph type="subTitle" idx="1"/>
          </p:nvPr>
        </p:nvSpPr>
        <p:spPr>
          <a:xfrm>
            <a:off x="271397" y="1259670"/>
            <a:ext cx="9144000" cy="4326937"/>
          </a:xfrm>
        </p:spPr>
        <p:txBody>
          <a:bodyPr vert="horz" lIns="91440" tIns="45720" rIns="91440" bIns="45720" rtlCol="0" anchor="t">
            <a:normAutofit/>
          </a:bodyPr>
          <a:lstStyle/>
          <a:p>
            <a:pPr marL="342900" lvl="0" indent="-342900" algn="l">
              <a:buFont typeface="+mj-lt"/>
              <a:buAutoNum type="arabicPeriod"/>
              <a:tabLst>
                <a:tab pos="457200" algn="l"/>
              </a:tabLst>
            </a:pPr>
            <a:r>
              <a:rPr lang="en-GB" sz="1200">
                <a:solidFill>
                  <a:srgbClr val="000000"/>
                </a:solidFill>
                <a:effectLst/>
                <a:latin typeface="Calibri" panose="020F0502020204030204" pitchFamily="34" charset="0"/>
                <a:ea typeface="Times New Roman" panose="02020603050405020304" pitchFamily="18" charset="0"/>
                <a:cs typeface="Aptos" panose="020B0004020202020204" pitchFamily="34" charset="0"/>
              </a:rPr>
              <a:t>Next product candidate</a:t>
            </a:r>
            <a:endParaRPr lang="en-GB" sz="1200">
              <a:solidFill>
                <a:srgbClr val="000000"/>
              </a:solidFill>
              <a:effectLst/>
              <a:latin typeface="Aptos" panose="020B0004020202020204" pitchFamily="34" charset="0"/>
              <a:ea typeface="Aptos" panose="020B0004020202020204" pitchFamily="34" charset="0"/>
              <a:cs typeface="Aptos" panose="020B0004020202020204" pitchFamily="34" charset="0"/>
            </a:endParaRPr>
          </a:p>
          <a:p>
            <a:pPr marL="742950" lvl="1" indent="-285750" algn="l">
              <a:buFont typeface="+mj-lt"/>
              <a:buAutoNum type="alphaLcPeriod"/>
              <a:tabLst>
                <a:tab pos="914400" algn="l"/>
              </a:tabLst>
            </a:pPr>
            <a:r>
              <a:rPr lang="en-GB" sz="1200">
                <a:solidFill>
                  <a:srgbClr val="000000"/>
                </a:solidFill>
                <a:effectLst/>
                <a:latin typeface="Calibri" panose="020F0502020204030204" pitchFamily="34" charset="0"/>
                <a:ea typeface="Times New Roman" panose="02020603050405020304" pitchFamily="18" charset="0"/>
                <a:cs typeface="Aptos" panose="020B0004020202020204" pitchFamily="34" charset="0"/>
              </a:rPr>
              <a:t>Identify product 2 and how we will approach? </a:t>
            </a:r>
            <a:endParaRPr lang="en-GB" sz="1200">
              <a:solidFill>
                <a:srgbClr val="000000"/>
              </a:solidFill>
              <a:effectLst/>
              <a:latin typeface="Aptos" panose="020B0004020202020204" pitchFamily="34" charset="0"/>
              <a:ea typeface="Aptos" panose="020B0004020202020204" pitchFamily="34" charset="0"/>
              <a:cs typeface="Aptos" panose="020B0004020202020204" pitchFamily="34" charset="0"/>
            </a:endParaRPr>
          </a:p>
          <a:p>
            <a:pPr marL="742950" lvl="1" indent="-285750" algn="l">
              <a:buFont typeface="+mj-lt"/>
              <a:buAutoNum type="alphaLcPeriod"/>
              <a:tabLst>
                <a:tab pos="914400" algn="l"/>
              </a:tabLst>
            </a:pPr>
            <a:r>
              <a:rPr lang="en-GB" sz="1200">
                <a:solidFill>
                  <a:srgbClr val="000000"/>
                </a:solidFill>
                <a:effectLst/>
                <a:latin typeface="Calibri" panose="020F0502020204030204" pitchFamily="34" charset="0"/>
                <a:ea typeface="Times New Roman" panose="02020603050405020304" pitchFamily="18" charset="0"/>
                <a:cs typeface="Aptos" panose="020B0004020202020204" pitchFamily="34" charset="0"/>
              </a:rPr>
              <a:t>Identify product 3 and timelines etc.</a:t>
            </a:r>
            <a:endParaRPr lang="en-GB" sz="1200">
              <a:solidFill>
                <a:srgbClr val="000000"/>
              </a:solidFill>
              <a:effectLst/>
              <a:latin typeface="Aptos" panose="020B0004020202020204" pitchFamily="34" charset="0"/>
              <a:ea typeface="Aptos" panose="020B0004020202020204" pitchFamily="34" charset="0"/>
              <a:cs typeface="Aptos" panose="020B0004020202020204" pitchFamily="34" charset="0"/>
            </a:endParaRPr>
          </a:p>
          <a:p>
            <a:pPr marL="742950" lvl="1" indent="-285750" algn="l">
              <a:buFont typeface="+mj-lt"/>
              <a:buAutoNum type="alphaLcPeriod"/>
              <a:tabLst>
                <a:tab pos="914400" algn="l"/>
              </a:tabLst>
            </a:pPr>
            <a:r>
              <a:rPr lang="en-GB" sz="1200">
                <a:solidFill>
                  <a:srgbClr val="000000"/>
                </a:solidFill>
                <a:effectLst/>
                <a:latin typeface="Calibri" panose="020F0502020204030204" pitchFamily="34" charset="0"/>
                <a:ea typeface="Times New Roman" panose="02020603050405020304" pitchFamily="18" charset="0"/>
                <a:cs typeface="Aptos" panose="020B0004020202020204" pitchFamily="34" charset="0"/>
              </a:rPr>
              <a:t>Forecast this against Caps two squad approach and roadmap how long it will take us to deploy all products. I know this will be based on a set of assumptions Target is Q3 2027!</a:t>
            </a:r>
            <a:endParaRPr lang="en-GB" sz="1200">
              <a:solidFill>
                <a:srgbClr val="000000"/>
              </a:solidFill>
              <a:effectLst/>
              <a:latin typeface="Aptos" panose="020B0004020202020204" pitchFamily="34" charset="0"/>
              <a:ea typeface="Aptos" panose="020B0004020202020204" pitchFamily="34" charset="0"/>
              <a:cs typeface="Aptos" panose="020B0004020202020204" pitchFamily="34" charset="0"/>
            </a:endParaRPr>
          </a:p>
          <a:p>
            <a:pPr algn="l"/>
            <a:r>
              <a:rPr lang="en-GB"/>
              <a:t> </a:t>
            </a:r>
            <a:br>
              <a:rPr lang="en-GB"/>
            </a:br>
            <a:endParaRPr lang="en-GB"/>
          </a:p>
        </p:txBody>
      </p:sp>
      <p:cxnSp>
        <p:nvCxnSpPr>
          <p:cNvPr id="5" name="Straight Connector 4">
            <a:extLst>
              <a:ext uri="{FF2B5EF4-FFF2-40B4-BE49-F238E27FC236}">
                <a16:creationId xmlns:a16="http://schemas.microsoft.com/office/drawing/2014/main" id="{22A6F753-2923-B1F3-58F7-8B4B6B15DEA5}"/>
              </a:ext>
            </a:extLst>
          </p:cNvPr>
          <p:cNvCxnSpPr/>
          <p:nvPr/>
        </p:nvCxnSpPr>
        <p:spPr>
          <a:xfrm>
            <a:off x="0" y="926926"/>
            <a:ext cx="12192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C57A3841-F47A-CAFC-D880-27049DFE6B23}"/>
              </a:ext>
            </a:extLst>
          </p:cNvPr>
          <p:cNvCxnSpPr>
            <a:cxnSpLocks/>
          </p:cNvCxnSpPr>
          <p:nvPr/>
        </p:nvCxnSpPr>
        <p:spPr>
          <a:xfrm>
            <a:off x="11324051" y="230111"/>
            <a:ext cx="0" cy="45882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Picture 2" descr="Beazley launches new private equity liability insurance product -  Reinsurance News">
            <a:extLst>
              <a:ext uri="{FF2B5EF4-FFF2-40B4-BE49-F238E27FC236}">
                <a16:creationId xmlns:a16="http://schemas.microsoft.com/office/drawing/2014/main" id="{D5465ADF-6C22-1E12-EB2F-05A2AE4EC421}"/>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230868" y="349585"/>
            <a:ext cx="1004626" cy="315346"/>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e 1">
            <a:extLst>
              <a:ext uri="{FF2B5EF4-FFF2-40B4-BE49-F238E27FC236}">
                <a16:creationId xmlns:a16="http://schemas.microsoft.com/office/drawing/2014/main" id="{47FA54E4-3709-9D33-B1CD-4EBB513F3DDB}"/>
              </a:ext>
            </a:extLst>
          </p:cNvPr>
          <p:cNvGrpSpPr>
            <a:grpSpLocks noChangeAspect="1"/>
          </p:cNvGrpSpPr>
          <p:nvPr/>
        </p:nvGrpSpPr>
        <p:grpSpPr>
          <a:xfrm>
            <a:off x="11501167" y="275943"/>
            <a:ext cx="419436" cy="388988"/>
            <a:chOff x="11501102" y="171573"/>
            <a:chExt cx="419436" cy="388988"/>
          </a:xfrm>
        </p:grpSpPr>
        <p:sp>
          <p:nvSpPr>
            <p:cNvPr id="9" name="Freeform 13">
              <a:extLst>
                <a:ext uri="{FF2B5EF4-FFF2-40B4-BE49-F238E27FC236}">
                  <a16:creationId xmlns:a16="http://schemas.microsoft.com/office/drawing/2014/main" id="{428E43CA-235B-7A31-87AE-28ED597B93CF}"/>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0" name="Freeform 14">
              <a:extLst>
                <a:ext uri="{FF2B5EF4-FFF2-40B4-BE49-F238E27FC236}">
                  <a16:creationId xmlns:a16="http://schemas.microsoft.com/office/drawing/2014/main" id="{FFD9752E-33AD-818C-6983-36BB3C28B79D}"/>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604525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D9517-3698-D0DD-AE31-9B2508EE70C5}"/>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B0B1340-06F3-2268-EB32-879C5E00EEE3}"/>
              </a:ext>
            </a:extLst>
          </p:cNvPr>
          <p:cNvCxnSpPr/>
          <p:nvPr/>
        </p:nvCxnSpPr>
        <p:spPr>
          <a:xfrm>
            <a:off x="0" y="926926"/>
            <a:ext cx="12192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07E1EB9F-CDF7-0C02-7D79-F921FD0CDA9C}"/>
              </a:ext>
            </a:extLst>
          </p:cNvPr>
          <p:cNvCxnSpPr>
            <a:cxnSpLocks/>
          </p:cNvCxnSpPr>
          <p:nvPr/>
        </p:nvCxnSpPr>
        <p:spPr>
          <a:xfrm>
            <a:off x="11248895" y="333223"/>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6" name="Picture 2" descr="Beazley launches new private equity liability insurance product -  Reinsurance News">
            <a:extLst>
              <a:ext uri="{FF2B5EF4-FFF2-40B4-BE49-F238E27FC236}">
                <a16:creationId xmlns:a16="http://schemas.microsoft.com/office/drawing/2014/main" id="{20377710-21A0-6236-4411-1D53A510EFF9}"/>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244269" y="436510"/>
            <a:ext cx="1004626" cy="315346"/>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e 1">
            <a:extLst>
              <a:ext uri="{FF2B5EF4-FFF2-40B4-BE49-F238E27FC236}">
                <a16:creationId xmlns:a16="http://schemas.microsoft.com/office/drawing/2014/main" id="{249CE766-7A24-7D1C-A457-277B183004B2}"/>
              </a:ext>
            </a:extLst>
          </p:cNvPr>
          <p:cNvGrpSpPr>
            <a:grpSpLocks noChangeAspect="1"/>
          </p:cNvGrpSpPr>
          <p:nvPr/>
        </p:nvGrpSpPr>
        <p:grpSpPr>
          <a:xfrm>
            <a:off x="11351836" y="331322"/>
            <a:ext cx="419436" cy="388988"/>
            <a:chOff x="11501102" y="171573"/>
            <a:chExt cx="419436" cy="388988"/>
          </a:xfrm>
        </p:grpSpPr>
        <p:sp>
          <p:nvSpPr>
            <p:cNvPr id="8" name="Freeform 13">
              <a:extLst>
                <a:ext uri="{FF2B5EF4-FFF2-40B4-BE49-F238E27FC236}">
                  <a16:creationId xmlns:a16="http://schemas.microsoft.com/office/drawing/2014/main" id="{6505455E-FA7C-088D-836A-07B5D96AF56A}"/>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 name="Freeform 14">
              <a:extLst>
                <a:ext uri="{FF2B5EF4-FFF2-40B4-BE49-F238E27FC236}">
                  <a16:creationId xmlns:a16="http://schemas.microsoft.com/office/drawing/2014/main" id="{2B761A06-CB6B-2159-A398-CB8038327C70}"/>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6" name="TextBox 15">
            <a:extLst>
              <a:ext uri="{FF2B5EF4-FFF2-40B4-BE49-F238E27FC236}">
                <a16:creationId xmlns:a16="http://schemas.microsoft.com/office/drawing/2014/main" id="{70A5208D-8A16-373E-FF75-CF5C315921EF}"/>
              </a:ext>
            </a:extLst>
          </p:cNvPr>
          <p:cNvSpPr txBox="1"/>
          <p:nvPr/>
        </p:nvSpPr>
        <p:spPr>
          <a:xfrm>
            <a:off x="138449" y="216192"/>
            <a:ext cx="9245248" cy="892552"/>
          </a:xfrm>
          <a:prstGeom prst="rect">
            <a:avLst/>
          </a:prstGeom>
          <a:noFill/>
        </p:spPr>
        <p:txBody>
          <a:bodyPr wrap="square" lIns="91440" tIns="45720" rIns="91440" bIns="45720" rtlCol="0" anchor="t">
            <a:spAutoFit/>
          </a:bodyPr>
          <a:lstStyle/>
          <a:p>
            <a:pPr>
              <a:defRPr/>
            </a:pPr>
            <a:r>
              <a:rPr kumimoji="0" lang="en-US" sz="2600" b="0" i="0" u="none" strike="noStrike" kern="1200" cap="none" spc="0" normalizeH="0" baseline="0" noProof="0">
                <a:ln>
                  <a:noFill/>
                </a:ln>
                <a:solidFill>
                  <a:prstClr val="black"/>
                </a:solidFill>
                <a:effectLst/>
                <a:uLnTx/>
                <a:uFillTx/>
                <a:latin typeface="Ubuntu Medium"/>
                <a:ea typeface="+mn-ea"/>
                <a:cs typeface="+mn-cs"/>
              </a:rPr>
              <a:t>APPROACH AND ESTIMATES</a:t>
            </a:r>
            <a:r>
              <a:rPr lang="en-US" sz="2600">
                <a:solidFill>
                  <a:prstClr val="black"/>
                </a:solidFill>
                <a:latin typeface="Ubuntu Medium"/>
              </a:rPr>
              <a:t> – Product Selection</a:t>
            </a:r>
            <a:endParaRPr kumimoji="0" lang="en-US" sz="2600" b="0" i="0" u="none" strike="noStrike" kern="1200" cap="none" spc="0" normalizeH="0" baseline="0" noProof="0">
              <a:ln>
                <a:noFill/>
              </a:ln>
              <a:solidFill>
                <a:prstClr val="black"/>
              </a:solidFill>
              <a:effectLst/>
              <a:uLnTx/>
              <a:uFillTx/>
              <a:latin typeface="Ubuntu Medium"/>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a:ln>
                <a:noFill/>
              </a:ln>
              <a:solidFill>
                <a:prstClr val="black"/>
              </a:solidFill>
              <a:effectLst/>
              <a:uLnTx/>
              <a:uFillTx/>
              <a:latin typeface="Ubuntu Medium"/>
              <a:ea typeface="+mn-ea"/>
              <a:cs typeface="+mn-cs"/>
            </a:endParaRPr>
          </a:p>
        </p:txBody>
      </p:sp>
      <p:sp>
        <p:nvSpPr>
          <p:cNvPr id="2" name="Rectangle 1">
            <a:extLst>
              <a:ext uri="{FF2B5EF4-FFF2-40B4-BE49-F238E27FC236}">
                <a16:creationId xmlns:a16="http://schemas.microsoft.com/office/drawing/2014/main" id="{D34CCF02-0D0C-BD89-A199-49AD981D0C78}"/>
              </a:ext>
            </a:extLst>
          </p:cNvPr>
          <p:cNvSpPr>
            <a:spLocks noChangeArrowheads="1"/>
          </p:cNvSpPr>
          <p:nvPr/>
        </p:nvSpPr>
        <p:spPr bwMode="auto">
          <a:xfrm>
            <a:off x="48285" y="6610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hlinkClick r:id="rId3"/>
              </a:rPr>
              <a:t>Criteria.xlsx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 name="Picture 2" descr="A screenshot of a computer&#10;&#10;AI-generated content may be incorrect.">
            <a:extLst>
              <a:ext uri="{FF2B5EF4-FFF2-40B4-BE49-F238E27FC236}">
                <a16:creationId xmlns:a16="http://schemas.microsoft.com/office/drawing/2014/main" id="{631757D9-4F81-72A6-278A-8A049EF2BCE5}"/>
              </a:ext>
            </a:extLst>
          </p:cNvPr>
          <p:cNvPicPr>
            <a:picLocks noChangeAspect="1"/>
          </p:cNvPicPr>
          <p:nvPr/>
        </p:nvPicPr>
        <p:blipFill>
          <a:blip r:embed="rId4"/>
          <a:srcRect l="1893" t="29945" r="4443" b="8654"/>
          <a:stretch>
            <a:fillRect/>
          </a:stretch>
        </p:blipFill>
        <p:spPr>
          <a:xfrm>
            <a:off x="140068" y="1106714"/>
            <a:ext cx="11755182" cy="4172864"/>
          </a:xfrm>
          <a:prstGeom prst="rect">
            <a:avLst/>
          </a:prstGeom>
        </p:spPr>
      </p:pic>
      <p:sp>
        <p:nvSpPr>
          <p:cNvPr id="14" name="Subtitle 2">
            <a:extLst>
              <a:ext uri="{FF2B5EF4-FFF2-40B4-BE49-F238E27FC236}">
                <a16:creationId xmlns:a16="http://schemas.microsoft.com/office/drawing/2014/main" id="{010D28D3-B17A-B053-D66E-290BDCD07EAB}"/>
              </a:ext>
            </a:extLst>
          </p:cNvPr>
          <p:cNvSpPr>
            <a:spLocks noGrp="1"/>
          </p:cNvSpPr>
          <p:nvPr>
            <p:ph type="subTitle" idx="1"/>
          </p:nvPr>
        </p:nvSpPr>
        <p:spPr>
          <a:xfrm>
            <a:off x="1033398" y="5455618"/>
            <a:ext cx="10113819" cy="1160184"/>
          </a:xfrm>
          <a:ln w="28575">
            <a:solidFill>
              <a:srgbClr val="E423A3"/>
            </a:solidFill>
          </a:ln>
        </p:spPr>
        <p:txBody>
          <a:bodyPr vert="horz" lIns="91440" tIns="45720" rIns="91440" bIns="45720" rtlCol="0" anchor="t">
            <a:noAutofit/>
          </a:bodyPr>
          <a:lstStyle/>
          <a:p>
            <a:pPr marL="171450" indent="-171450" algn="l">
              <a:buChar char="•"/>
              <a:tabLst>
                <a:tab pos="457200" algn="l"/>
              </a:tabLst>
            </a:pPr>
            <a:r>
              <a:rPr lang="en-GB" sz="1200">
                <a:solidFill>
                  <a:srgbClr val="000000"/>
                </a:solidFill>
                <a:latin typeface="Arial"/>
                <a:cs typeface="Arial"/>
              </a:rPr>
              <a:t>Recommendation to Prioritise BIDAC FI &amp; ML</a:t>
            </a:r>
          </a:p>
          <a:p>
            <a:pPr marL="628650" lvl="1" indent="-171450" algn="l">
              <a:buChar char="•"/>
              <a:tabLst>
                <a:tab pos="457200" algn="l"/>
              </a:tabLst>
            </a:pPr>
            <a:r>
              <a:rPr lang="en-GB" sz="1200">
                <a:latin typeface="Arial"/>
                <a:cs typeface="Arial"/>
              </a:rPr>
              <a:t>Although Written Premium Value is low, Volume of Policies is high impacting Team efficiencies</a:t>
            </a:r>
          </a:p>
          <a:p>
            <a:pPr marL="628650" lvl="1" indent="-171450" algn="l">
              <a:buChar char="•"/>
              <a:tabLst>
                <a:tab pos="457200" algn="l"/>
              </a:tabLst>
            </a:pPr>
            <a:r>
              <a:rPr lang="en-GB" sz="1200">
                <a:latin typeface="Arial"/>
                <a:cs typeface="Arial"/>
              </a:rPr>
              <a:t>Greater Reputational and Operational risk due to Legacy Systems, Lack of Controls and Multiple touchpoints to manage Policy lifecycle</a:t>
            </a:r>
          </a:p>
          <a:p>
            <a:pPr marL="628650" lvl="1" indent="-171450" algn="l">
              <a:buChar char="•"/>
              <a:tabLst>
                <a:tab pos="457200" algn="l"/>
              </a:tabLst>
            </a:pPr>
            <a:r>
              <a:rPr lang="en-GB" sz="1200">
                <a:latin typeface="Arial"/>
                <a:cs typeface="Arial"/>
              </a:rPr>
              <a:t>Do-ability is higher due to GW &amp; Product </a:t>
            </a:r>
            <a:r>
              <a:rPr lang="en-GB" sz="1200" err="1">
                <a:latin typeface="Arial"/>
                <a:cs typeface="Arial"/>
              </a:rPr>
              <a:t>Rationlisation</a:t>
            </a:r>
            <a:r>
              <a:rPr lang="en-GB" sz="1200">
                <a:latin typeface="Arial"/>
                <a:cs typeface="Arial"/>
              </a:rPr>
              <a:t> re-usability (Assuming Beazley Resources are available)</a:t>
            </a:r>
          </a:p>
          <a:p>
            <a:pPr marL="628650" lvl="1" indent="-171450" algn="l">
              <a:buChar char="•"/>
              <a:tabLst>
                <a:tab pos="457200" algn="l"/>
              </a:tabLst>
            </a:pPr>
            <a:r>
              <a:rPr lang="en-GB" sz="1200">
                <a:latin typeface="Arial"/>
                <a:cs typeface="Arial"/>
              </a:rPr>
              <a:t>Sponsorship &amp; User Support due to current broken processes will enable greater User Adoption</a:t>
            </a:r>
          </a:p>
          <a:p>
            <a:pPr marL="628650" lvl="1" indent="-171450" algn="l">
              <a:buChar char="•"/>
              <a:tabLst>
                <a:tab pos="457200" algn="l"/>
              </a:tabLst>
            </a:pPr>
            <a:endParaRPr lang="en-GB" sz="800">
              <a:latin typeface="Arial"/>
              <a:cs typeface="Arial"/>
            </a:endParaRPr>
          </a:p>
          <a:p>
            <a:pPr marL="628650" lvl="1" indent="-171450" algn="l">
              <a:buChar char="•"/>
              <a:tabLst>
                <a:tab pos="457200" algn="l"/>
              </a:tabLst>
            </a:pPr>
            <a:endParaRPr lang="en-GB" sz="800">
              <a:latin typeface="Arial"/>
              <a:cs typeface="Arial"/>
            </a:endParaRPr>
          </a:p>
          <a:p>
            <a:pPr marL="628650" lvl="1" indent="-171450" algn="l">
              <a:buChar char="•"/>
              <a:tabLst>
                <a:tab pos="457200" algn="l"/>
              </a:tabLst>
            </a:pPr>
            <a:endParaRPr lang="en-GB" sz="800">
              <a:latin typeface="Arial"/>
              <a:cs typeface="Arial"/>
            </a:endParaRPr>
          </a:p>
        </p:txBody>
      </p:sp>
    </p:spTree>
    <p:extLst>
      <p:ext uri="{BB962C8B-B14F-4D97-AF65-F5344CB8AC3E}">
        <p14:creationId xmlns:p14="http://schemas.microsoft.com/office/powerpoint/2010/main" val="1190063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B0F14D-FF9C-1CBA-24D9-30AD19BCC39C}"/>
              </a:ext>
            </a:extLst>
          </p:cNvPr>
          <p:cNvSpPr>
            <a:spLocks noGrp="1"/>
          </p:cNvSpPr>
          <p:nvPr>
            <p:ph type="body" sz="quarter" idx="10"/>
          </p:nvPr>
        </p:nvSpPr>
        <p:spPr>
          <a:xfrm>
            <a:off x="404812" y="1002044"/>
            <a:ext cx="4569429" cy="5022612"/>
          </a:xfrm>
          <a:ln>
            <a:solidFill>
              <a:schemeClr val="tx1"/>
            </a:solidFill>
          </a:ln>
        </p:spPr>
        <p:txBody>
          <a:bodyPr vert="horz" lIns="0" tIns="0" rIns="0" bIns="0" rtlCol="0" anchor="t">
            <a:normAutofit fontScale="92500" lnSpcReduction="20000"/>
          </a:bodyPr>
          <a:lstStyle/>
          <a:p>
            <a:endParaRPr lang="en-US" sz="1400" b="1" u="sng">
              <a:latin typeface="Calibri"/>
              <a:ea typeface="Calibri"/>
              <a:cs typeface="Calibri"/>
            </a:endParaRPr>
          </a:p>
          <a:p>
            <a:r>
              <a:rPr lang="en-US" sz="1400" b="1" u="sng">
                <a:latin typeface="Calibri"/>
                <a:ea typeface="Calibri"/>
                <a:cs typeface="Calibri"/>
              </a:rPr>
              <a:t> Key Beazley Considerations</a:t>
            </a:r>
            <a:endParaRPr lang="en-US" sz="1400"/>
          </a:p>
          <a:p>
            <a:pPr marL="285750" indent="-285750">
              <a:buFont typeface="Arial"/>
              <a:buChar char="•"/>
            </a:pPr>
            <a:r>
              <a:rPr lang="en-US" sz="1400">
                <a:latin typeface="Calibri"/>
                <a:ea typeface="Calibri"/>
                <a:cs typeface="Calibri"/>
              </a:rPr>
              <a:t>Support Reducing Operational &amp; Reputational Risk </a:t>
            </a:r>
          </a:p>
          <a:p>
            <a:pPr marL="285750" indent="-285750">
              <a:buFont typeface="Arial"/>
              <a:buChar char="•"/>
            </a:pPr>
            <a:r>
              <a:rPr lang="en-US" sz="1400">
                <a:latin typeface="Calibri"/>
                <a:ea typeface="Calibri"/>
                <a:cs typeface="Calibri"/>
              </a:rPr>
              <a:t>Greater Opportunity to Increase Efficiency for Existing Processes and Future Growth</a:t>
            </a:r>
          </a:p>
          <a:p>
            <a:pPr marL="285750" indent="-285750">
              <a:buFont typeface="Arial"/>
              <a:buChar char="•"/>
            </a:pPr>
            <a:r>
              <a:rPr lang="en-US" sz="1400">
                <a:latin typeface="Calibri"/>
                <a:ea typeface="Calibri"/>
                <a:cs typeface="Calibri"/>
              </a:rPr>
              <a:t>Build on Existing GW Re-Usability and Leveraging already Product Rationalisation work Completed</a:t>
            </a:r>
          </a:p>
          <a:p>
            <a:pPr marL="285750" indent="-285750">
              <a:buFont typeface="Arial"/>
              <a:buChar char="•"/>
            </a:pPr>
            <a:r>
              <a:rPr lang="en-US" sz="1400">
                <a:latin typeface="Calibri"/>
                <a:ea typeface="Calibri"/>
                <a:cs typeface="Calibri"/>
              </a:rPr>
              <a:t>Sponsorship Support from all Impacted Areas</a:t>
            </a:r>
          </a:p>
          <a:p>
            <a:pPr marL="285750" indent="-285750">
              <a:buFont typeface="Arial"/>
              <a:buChar char="•"/>
            </a:pPr>
            <a:r>
              <a:rPr lang="en-US" sz="1400">
                <a:latin typeface="Calibri"/>
                <a:ea typeface="Calibri"/>
                <a:cs typeface="Calibri"/>
              </a:rPr>
              <a:t>Cyber Goal of reaching $4b asap </a:t>
            </a:r>
            <a:endParaRPr lang="en-US" sz="1400"/>
          </a:p>
          <a:p>
            <a:pPr marL="285750" indent="-285750">
              <a:buFont typeface="Arial"/>
              <a:buChar char="•"/>
            </a:pPr>
            <a:r>
              <a:rPr lang="en-US" sz="1400">
                <a:latin typeface="Calibri"/>
                <a:ea typeface="Calibri"/>
                <a:cs typeface="Calibri"/>
              </a:rPr>
              <a:t>De-risking the BIDAC lines (high volume and premium specifically in cyber, FI, ML &amp; M&amp;A ) </a:t>
            </a:r>
            <a:endParaRPr lang="en-US" sz="1400"/>
          </a:p>
          <a:p>
            <a:pPr marL="285750" indent="-285750">
              <a:buFont typeface="Arial"/>
              <a:buChar char="•"/>
            </a:pPr>
            <a:r>
              <a:rPr lang="en-US" sz="1400">
                <a:latin typeface="Calibri"/>
                <a:ea typeface="Calibri"/>
                <a:cs typeface="Calibri"/>
              </a:rPr>
              <a:t>Property is a major growth area </a:t>
            </a:r>
            <a:endParaRPr lang="en-US" sz="1400"/>
          </a:p>
          <a:p>
            <a:pPr marL="285750" indent="-285750">
              <a:buFont typeface="Arial"/>
              <a:buChar char="•"/>
            </a:pPr>
            <a:r>
              <a:rPr lang="en-US" sz="1400">
                <a:latin typeface="Calibri"/>
                <a:ea typeface="Calibri"/>
                <a:cs typeface="Calibri"/>
              </a:rPr>
              <a:t>UW WB sequencing </a:t>
            </a:r>
            <a:endParaRPr lang="en-US" sz="1400"/>
          </a:p>
          <a:p>
            <a:endParaRPr lang="en-US" sz="1400"/>
          </a:p>
          <a:p>
            <a:r>
              <a:rPr lang="en-US" sz="1400" b="1" u="sng">
                <a:latin typeface="Calibri"/>
                <a:ea typeface="Calibri"/>
                <a:cs typeface="Calibri"/>
              </a:rPr>
              <a:t> Key Product Definition Considerations</a:t>
            </a:r>
            <a:endParaRPr lang="en-US" sz="1400"/>
          </a:p>
          <a:p>
            <a:pPr marL="285750" indent="-285750">
              <a:buFont typeface="Arial"/>
              <a:buChar char="•"/>
            </a:pPr>
            <a:r>
              <a:rPr lang="en-US" sz="1400">
                <a:latin typeface="Calibri"/>
                <a:ea typeface="Calibri"/>
                <a:cs typeface="Calibri"/>
              </a:rPr>
              <a:t>Common LOB's - reuse of common content (i.e. ML, FI) </a:t>
            </a:r>
            <a:endParaRPr lang="en-US" sz="1400"/>
          </a:p>
          <a:p>
            <a:pPr marL="285750" indent="-285750">
              <a:buFont typeface="Arial"/>
              <a:buChar char="•"/>
            </a:pPr>
            <a:r>
              <a:rPr lang="en-US" sz="1400">
                <a:latin typeface="Calibri"/>
                <a:ea typeface="Calibri"/>
                <a:cs typeface="Calibri"/>
              </a:rPr>
              <a:t>Product Combinations (i.e. Cyber is used by multiple BU's) </a:t>
            </a:r>
            <a:endParaRPr lang="en-US" sz="1400"/>
          </a:p>
          <a:p>
            <a:pPr marL="285750" indent="-285750">
              <a:buFont typeface="Arial"/>
              <a:buChar char="•"/>
            </a:pPr>
            <a:r>
              <a:rPr lang="en-US" sz="1400">
                <a:latin typeface="Calibri"/>
                <a:ea typeface="Calibri"/>
                <a:cs typeface="Calibri"/>
              </a:rPr>
              <a:t>APD v. IPLM </a:t>
            </a:r>
            <a:endParaRPr lang="en-US" sz="1400"/>
          </a:p>
          <a:p>
            <a:pPr marL="285750" indent="-285750">
              <a:buFont typeface="Arial"/>
              <a:buChar char="•"/>
            </a:pPr>
            <a:r>
              <a:rPr lang="en-US" sz="1400">
                <a:latin typeface="Calibri"/>
                <a:ea typeface="Calibri"/>
                <a:cs typeface="Calibri"/>
              </a:rPr>
              <a:t># of Policy Lines, Product Offerings</a:t>
            </a:r>
            <a:endParaRPr lang="en-US" sz="1400"/>
          </a:p>
          <a:p>
            <a:pPr marL="285750" indent="-285750">
              <a:buFont typeface="Arial"/>
              <a:buChar char="•"/>
            </a:pPr>
            <a:r>
              <a:rPr lang="en-US" sz="1400">
                <a:latin typeface="Calibri"/>
                <a:ea typeface="Calibri"/>
                <a:cs typeface="Calibri"/>
              </a:rPr>
              <a:t>Complexity of how well each product is supported from a PC base perspective, and which may need more customization because we cannot use a base product (i.e. marine or surety does not have a base product) </a:t>
            </a:r>
            <a:endParaRPr lang="en-US" sz="1400"/>
          </a:p>
          <a:p>
            <a:endParaRPr lang="en-US" sz="1400"/>
          </a:p>
          <a:p>
            <a:endParaRPr lang="en-US" sz="1400"/>
          </a:p>
        </p:txBody>
      </p:sp>
      <p:sp>
        <p:nvSpPr>
          <p:cNvPr id="3" name="Title 2">
            <a:extLst>
              <a:ext uri="{FF2B5EF4-FFF2-40B4-BE49-F238E27FC236}">
                <a16:creationId xmlns:a16="http://schemas.microsoft.com/office/drawing/2014/main" id="{35264286-EF32-06A5-48B6-7DE8E11B650B}"/>
              </a:ext>
            </a:extLst>
          </p:cNvPr>
          <p:cNvSpPr>
            <a:spLocks noGrp="1"/>
          </p:cNvSpPr>
          <p:nvPr>
            <p:ph type="title"/>
          </p:nvPr>
        </p:nvSpPr>
        <p:spPr>
          <a:xfrm>
            <a:off x="404812" y="146979"/>
            <a:ext cx="10947772" cy="716711"/>
          </a:xfrm>
        </p:spPr>
        <p:txBody>
          <a:bodyPr/>
          <a:lstStyle/>
          <a:p>
            <a:r>
              <a:rPr lang="en-US"/>
              <a:t>Suggested sequencing </a:t>
            </a:r>
          </a:p>
        </p:txBody>
      </p:sp>
      <p:pic>
        <p:nvPicPr>
          <p:cNvPr id="5" name="Picture 4">
            <a:extLst>
              <a:ext uri="{FF2B5EF4-FFF2-40B4-BE49-F238E27FC236}">
                <a16:creationId xmlns:a16="http://schemas.microsoft.com/office/drawing/2014/main" id="{31D3A166-1E36-DCBC-86B3-2B155744A58F}"/>
              </a:ext>
            </a:extLst>
          </p:cNvPr>
          <p:cNvPicPr>
            <a:picLocks noChangeAspect="1"/>
          </p:cNvPicPr>
          <p:nvPr/>
        </p:nvPicPr>
        <p:blipFill>
          <a:blip r:embed="rId2"/>
          <a:stretch>
            <a:fillRect/>
          </a:stretch>
        </p:blipFill>
        <p:spPr>
          <a:xfrm>
            <a:off x="5079395" y="904486"/>
            <a:ext cx="6359988" cy="5126566"/>
          </a:xfrm>
          <a:prstGeom prst="rect">
            <a:avLst/>
          </a:prstGeom>
        </p:spPr>
      </p:pic>
      <p:sp>
        <p:nvSpPr>
          <p:cNvPr id="6" name="TextBox 5">
            <a:extLst>
              <a:ext uri="{FF2B5EF4-FFF2-40B4-BE49-F238E27FC236}">
                <a16:creationId xmlns:a16="http://schemas.microsoft.com/office/drawing/2014/main" id="{97E9C65C-1FB8-2266-BAC2-F11F43842CBA}"/>
              </a:ext>
            </a:extLst>
          </p:cNvPr>
          <p:cNvSpPr txBox="1"/>
          <p:nvPr/>
        </p:nvSpPr>
        <p:spPr>
          <a:xfrm>
            <a:off x="404812" y="6100619"/>
            <a:ext cx="11046294" cy="276999"/>
          </a:xfrm>
          <a:prstGeom prst="rect">
            <a:avLst/>
          </a:prstGeom>
          <a:solidFill>
            <a:srgbClr val="E423A3"/>
          </a:solidFill>
          <a:ln>
            <a:solidFill>
              <a:schemeClr val="tx1"/>
            </a:solidFill>
          </a:ln>
        </p:spPr>
        <p:txBody>
          <a:bodyPr wrap="square" rtlCol="0">
            <a:spAutoFit/>
          </a:bodyPr>
          <a:lstStyle/>
          <a:p>
            <a:pPr algn="ctr"/>
            <a:r>
              <a:rPr lang="en-US" sz="1200" b="1"/>
              <a:t>* To be aligned with the Sequencing Criteria Spreadsheet </a:t>
            </a:r>
          </a:p>
        </p:txBody>
      </p:sp>
    </p:spTree>
    <p:extLst>
      <p:ext uri="{BB962C8B-B14F-4D97-AF65-F5344CB8AC3E}">
        <p14:creationId xmlns:p14="http://schemas.microsoft.com/office/powerpoint/2010/main" val="20701173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6E86A-CCE7-153E-D0CD-D100B7B0C9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F6FE87-DD0B-1A92-1BA2-16568BEECEA6}"/>
              </a:ext>
            </a:extLst>
          </p:cNvPr>
          <p:cNvSpPr>
            <a:spLocks noGrp="1"/>
          </p:cNvSpPr>
          <p:nvPr>
            <p:ph type="ctrTitle"/>
          </p:nvPr>
        </p:nvSpPr>
        <p:spPr>
          <a:xfrm>
            <a:off x="271397" y="333223"/>
            <a:ext cx="9144000" cy="593703"/>
          </a:xfrm>
        </p:spPr>
        <p:txBody>
          <a:bodyPr>
            <a:noAutofit/>
          </a:bodyPr>
          <a:lstStyle/>
          <a:p>
            <a:pPr algn="l"/>
            <a:r>
              <a:rPr lang="en-US" sz="2600">
                <a:latin typeface="Ubuntu Medium"/>
              </a:rPr>
              <a:t>APPROACH AND ESTIMATES – Dependencies</a:t>
            </a:r>
            <a:endParaRPr lang="en-US"/>
          </a:p>
        </p:txBody>
      </p:sp>
      <p:cxnSp>
        <p:nvCxnSpPr>
          <p:cNvPr id="5" name="Straight Connector 4">
            <a:extLst>
              <a:ext uri="{FF2B5EF4-FFF2-40B4-BE49-F238E27FC236}">
                <a16:creationId xmlns:a16="http://schemas.microsoft.com/office/drawing/2014/main" id="{2C0AFEB0-5B7C-4BF6-EC64-189EDB845030}"/>
              </a:ext>
            </a:extLst>
          </p:cNvPr>
          <p:cNvCxnSpPr/>
          <p:nvPr/>
        </p:nvCxnSpPr>
        <p:spPr>
          <a:xfrm>
            <a:off x="0" y="926926"/>
            <a:ext cx="12192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BE46B6C1-5037-F42A-E000-2F3B34847DAA}"/>
              </a:ext>
            </a:extLst>
          </p:cNvPr>
          <p:cNvCxnSpPr>
            <a:cxnSpLocks/>
          </p:cNvCxnSpPr>
          <p:nvPr/>
        </p:nvCxnSpPr>
        <p:spPr>
          <a:xfrm>
            <a:off x="11324051" y="230111"/>
            <a:ext cx="0" cy="45882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Picture 2" descr="Beazley launches new private equity liability insurance product -  Reinsurance News">
            <a:extLst>
              <a:ext uri="{FF2B5EF4-FFF2-40B4-BE49-F238E27FC236}">
                <a16:creationId xmlns:a16="http://schemas.microsoft.com/office/drawing/2014/main" id="{9B58E135-5661-BD0C-4C44-45533D467000}"/>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230868" y="349585"/>
            <a:ext cx="1004626" cy="315346"/>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e 1">
            <a:extLst>
              <a:ext uri="{FF2B5EF4-FFF2-40B4-BE49-F238E27FC236}">
                <a16:creationId xmlns:a16="http://schemas.microsoft.com/office/drawing/2014/main" id="{1BEC4FD1-D585-04A7-603E-76EFA406E18A}"/>
              </a:ext>
            </a:extLst>
          </p:cNvPr>
          <p:cNvGrpSpPr>
            <a:grpSpLocks noChangeAspect="1"/>
          </p:cNvGrpSpPr>
          <p:nvPr/>
        </p:nvGrpSpPr>
        <p:grpSpPr>
          <a:xfrm>
            <a:off x="11501167" y="275943"/>
            <a:ext cx="419436" cy="388988"/>
            <a:chOff x="11501102" y="171573"/>
            <a:chExt cx="419436" cy="388988"/>
          </a:xfrm>
        </p:grpSpPr>
        <p:sp>
          <p:nvSpPr>
            <p:cNvPr id="9" name="Freeform 13">
              <a:extLst>
                <a:ext uri="{FF2B5EF4-FFF2-40B4-BE49-F238E27FC236}">
                  <a16:creationId xmlns:a16="http://schemas.microsoft.com/office/drawing/2014/main" id="{58033ED2-D7C2-43CC-61A1-EE74223B3CF4}"/>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0" name="Freeform 14">
              <a:extLst>
                <a:ext uri="{FF2B5EF4-FFF2-40B4-BE49-F238E27FC236}">
                  <a16:creationId xmlns:a16="http://schemas.microsoft.com/office/drawing/2014/main" id="{9A07695E-7CAA-EAE4-9396-04C7429C4D6D}"/>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pic>
        <p:nvPicPr>
          <p:cNvPr id="12" name="Picture 11" descr="A screenshot of a computer&#10;&#10;AI-generated content may be incorrect.">
            <a:extLst>
              <a:ext uri="{FF2B5EF4-FFF2-40B4-BE49-F238E27FC236}">
                <a16:creationId xmlns:a16="http://schemas.microsoft.com/office/drawing/2014/main" id="{346A71D7-8234-417F-BF73-FB0DB44B1178}"/>
              </a:ext>
            </a:extLst>
          </p:cNvPr>
          <p:cNvPicPr>
            <a:picLocks noChangeAspect="1"/>
          </p:cNvPicPr>
          <p:nvPr/>
        </p:nvPicPr>
        <p:blipFill>
          <a:blip r:embed="rId3"/>
          <a:srcRect l="1623" t="29940" r="4464" b="43563"/>
          <a:stretch>
            <a:fillRect/>
          </a:stretch>
        </p:blipFill>
        <p:spPr>
          <a:xfrm>
            <a:off x="267194" y="1125933"/>
            <a:ext cx="11449813" cy="1749869"/>
          </a:xfrm>
          <a:prstGeom prst="rect">
            <a:avLst/>
          </a:prstGeom>
        </p:spPr>
      </p:pic>
    </p:spTree>
    <p:extLst>
      <p:ext uri="{BB962C8B-B14F-4D97-AF65-F5344CB8AC3E}">
        <p14:creationId xmlns:p14="http://schemas.microsoft.com/office/powerpoint/2010/main" val="80682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0357CD-91D4-C04E-C522-A141472B675D}"/>
              </a:ext>
            </a:extLst>
          </p:cNvPr>
          <p:cNvSpPr>
            <a:spLocks noGrp="1"/>
          </p:cNvSpPr>
          <p:nvPr>
            <p:ph type="title"/>
          </p:nvPr>
        </p:nvSpPr>
        <p:spPr>
          <a:xfrm>
            <a:off x="266913" y="-137843"/>
            <a:ext cx="9351746" cy="716711"/>
          </a:xfrm>
        </p:spPr>
        <p:txBody>
          <a:bodyPr/>
          <a:lstStyle/>
          <a:p>
            <a:r>
              <a:rPr lang="en-US"/>
              <a:t>Product Model work Approach</a:t>
            </a:r>
          </a:p>
        </p:txBody>
      </p:sp>
      <p:sp>
        <p:nvSpPr>
          <p:cNvPr id="5" name="TextBox 4">
            <a:extLst>
              <a:ext uri="{FF2B5EF4-FFF2-40B4-BE49-F238E27FC236}">
                <a16:creationId xmlns:a16="http://schemas.microsoft.com/office/drawing/2014/main" id="{1EF74269-3F84-2E71-A080-C8C2682153C6}"/>
              </a:ext>
            </a:extLst>
          </p:cNvPr>
          <p:cNvSpPr txBox="1"/>
          <p:nvPr/>
        </p:nvSpPr>
        <p:spPr>
          <a:xfrm>
            <a:off x="266913" y="1181336"/>
            <a:ext cx="2627115" cy="316240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4 weeks = maximum of 4 product offerings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4-week deliverable = true Product Model Factory work </a:t>
            </a:r>
            <a:r>
              <a:rPr kumimoji="0" lang="en-US" sz="1050" b="1" i="1" u="none" strike="noStrike" kern="1200" cap="none" spc="0" normalizeH="0" baseline="0" noProof="0">
                <a:ln>
                  <a:noFill/>
                </a:ln>
                <a:solidFill>
                  <a:prstClr val="black"/>
                </a:solidFill>
                <a:effectLst/>
                <a:uLnTx/>
                <a:uFillTx/>
                <a:latin typeface="Ubuntu"/>
                <a:ea typeface="+mn-ea"/>
                <a:cs typeface="+mn-cs"/>
              </a:rPr>
              <a:t>only</a:t>
            </a:r>
            <a:r>
              <a:rPr kumimoji="0" lang="en-US" sz="1050" b="0" i="0" u="none" strike="noStrike" kern="1200" cap="none" spc="0" normalizeH="0" baseline="0" noProof="0">
                <a:ln>
                  <a:noFill/>
                </a:ln>
                <a:solidFill>
                  <a:prstClr val="black"/>
                </a:solidFill>
                <a:effectLst/>
                <a:uLnTx/>
                <a:uFillTx/>
                <a:latin typeface="Ubuntu"/>
                <a:ea typeface="+mn-ea"/>
                <a:cs typeface="+mn-cs"/>
              </a:rPr>
              <a:t> (</a:t>
            </a:r>
            <a:r>
              <a:rPr kumimoji="0" lang="en-US" sz="1050" b="0" i="0" u="none" strike="noStrike" kern="1200" cap="none" spc="0" normalizeH="0" baseline="0" noProof="0" err="1">
                <a:ln>
                  <a:noFill/>
                </a:ln>
                <a:solidFill>
                  <a:prstClr val="black"/>
                </a:solidFill>
                <a:effectLst/>
                <a:uLnTx/>
                <a:uFillTx/>
                <a:latin typeface="Ubuntu"/>
                <a:ea typeface="+mn-ea"/>
                <a:cs typeface="+mn-cs"/>
              </a:rPr>
              <a:t>Covg's</a:t>
            </a:r>
            <a:r>
              <a:rPr kumimoji="0" lang="en-US" sz="1050" b="0" i="0" u="none" strike="noStrike" kern="1200" cap="none" spc="0" normalizeH="0" baseline="0" noProof="0">
                <a:ln>
                  <a:noFill/>
                </a:ln>
                <a:solidFill>
                  <a:prstClr val="black"/>
                </a:solidFill>
                <a:effectLst/>
                <a:uLnTx/>
                <a:uFillTx/>
                <a:latin typeface="Ubuntu"/>
                <a:ea typeface="+mn-ea"/>
                <a:cs typeface="+mn-cs"/>
              </a:rPr>
              <a:t>, Coverage terms, Limits); Mindmap development, Import of MM into APD, Visualization &amp; tweaks, placed on the shelf</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Will continue to rationalize products as we do the Definition work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2 Cap teams working simultaneously, 5 days a week, non-stop, no holidays, no vacations = 99 Total WEEKS  (to reduce this timeframe, you would have to throw more Cap teams at this)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Team 2 needs to start out running; no time for team 1 to bring them up to speed </a:t>
            </a:r>
          </a:p>
        </p:txBody>
      </p:sp>
      <p:graphicFrame>
        <p:nvGraphicFramePr>
          <p:cNvPr id="2" name="Table 1">
            <a:extLst>
              <a:ext uri="{FF2B5EF4-FFF2-40B4-BE49-F238E27FC236}">
                <a16:creationId xmlns:a16="http://schemas.microsoft.com/office/drawing/2014/main" id="{B2BF9F47-B9EF-E4C4-ADA7-B49E0A99CBED}"/>
              </a:ext>
            </a:extLst>
          </p:cNvPr>
          <p:cNvGraphicFramePr>
            <a:graphicFrameLocks noGrp="1"/>
          </p:cNvGraphicFramePr>
          <p:nvPr>
            <p:extLst>
              <p:ext uri="{D42A27DB-BD31-4B8C-83A1-F6EECF244321}">
                <p14:modId xmlns:p14="http://schemas.microsoft.com/office/powerpoint/2010/main" val="749444854"/>
              </p:ext>
            </p:extLst>
          </p:nvPr>
        </p:nvGraphicFramePr>
        <p:xfrm>
          <a:off x="3062705" y="562932"/>
          <a:ext cx="7277492" cy="6174569"/>
        </p:xfrm>
        <a:graphic>
          <a:graphicData uri="http://schemas.openxmlformats.org/drawingml/2006/table">
            <a:tbl>
              <a:tblPr/>
              <a:tblGrid>
                <a:gridCol w="991925">
                  <a:extLst>
                    <a:ext uri="{9D8B030D-6E8A-4147-A177-3AD203B41FA5}">
                      <a16:colId xmlns:a16="http://schemas.microsoft.com/office/drawing/2014/main" val="2444954903"/>
                    </a:ext>
                  </a:extLst>
                </a:gridCol>
                <a:gridCol w="1967465">
                  <a:extLst>
                    <a:ext uri="{9D8B030D-6E8A-4147-A177-3AD203B41FA5}">
                      <a16:colId xmlns:a16="http://schemas.microsoft.com/office/drawing/2014/main" val="1947147350"/>
                    </a:ext>
                  </a:extLst>
                </a:gridCol>
                <a:gridCol w="2050843">
                  <a:extLst>
                    <a:ext uri="{9D8B030D-6E8A-4147-A177-3AD203B41FA5}">
                      <a16:colId xmlns:a16="http://schemas.microsoft.com/office/drawing/2014/main" val="2231230344"/>
                    </a:ext>
                  </a:extLst>
                </a:gridCol>
                <a:gridCol w="374503">
                  <a:extLst>
                    <a:ext uri="{9D8B030D-6E8A-4147-A177-3AD203B41FA5}">
                      <a16:colId xmlns:a16="http://schemas.microsoft.com/office/drawing/2014/main" val="1870488950"/>
                    </a:ext>
                  </a:extLst>
                </a:gridCol>
                <a:gridCol w="313774">
                  <a:extLst>
                    <a:ext uri="{9D8B030D-6E8A-4147-A177-3AD203B41FA5}">
                      <a16:colId xmlns:a16="http://schemas.microsoft.com/office/drawing/2014/main" val="1490918071"/>
                    </a:ext>
                  </a:extLst>
                </a:gridCol>
                <a:gridCol w="789491">
                  <a:extLst>
                    <a:ext uri="{9D8B030D-6E8A-4147-A177-3AD203B41FA5}">
                      <a16:colId xmlns:a16="http://schemas.microsoft.com/office/drawing/2014/main" val="2930701401"/>
                    </a:ext>
                  </a:extLst>
                </a:gridCol>
                <a:gridCol w="789491">
                  <a:extLst>
                    <a:ext uri="{9D8B030D-6E8A-4147-A177-3AD203B41FA5}">
                      <a16:colId xmlns:a16="http://schemas.microsoft.com/office/drawing/2014/main" val="2027585797"/>
                    </a:ext>
                  </a:extLst>
                </a:gridCol>
              </a:tblGrid>
              <a:tr h="187792">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a:noFill/>
                    </a:lnL>
                    <a:lnR>
                      <a:noFill/>
                    </a:lnR>
                    <a:lnT>
                      <a:noFill/>
                    </a:lnT>
                    <a:lnB>
                      <a:noFill/>
                    </a:lnB>
                    <a:solidFill>
                      <a:srgbClr val="FFFFFF"/>
                    </a:solidFill>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a:noFill/>
                    </a:lnL>
                    <a:lnR>
                      <a:noFill/>
                    </a:lnR>
                    <a:lnT>
                      <a:noFill/>
                    </a:lnT>
                    <a:lnB>
                      <a:noFill/>
                    </a:lnB>
                    <a:solidFill>
                      <a:srgbClr val="FFFFFF"/>
                    </a:solidFill>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a:noFill/>
                    </a:lnL>
                    <a:lnR>
                      <a:noFill/>
                    </a:lnR>
                    <a:lnT>
                      <a:noFill/>
                    </a:lnT>
                    <a:lnB>
                      <a:noFill/>
                    </a:lnB>
                    <a:solidFill>
                      <a:srgbClr val="FFFFFF"/>
                    </a:solidFill>
                  </a:tcPr>
                </a:tc>
                <a:tc>
                  <a:txBody>
                    <a:bodyPr/>
                    <a:lstStyle/>
                    <a:p>
                      <a:pPr algn="ctr" fontAlgn="ctr"/>
                      <a:r>
                        <a:rPr lang="en-US" sz="500" b="1" i="0" u="none" strike="noStrike">
                          <a:solidFill>
                            <a:srgbClr val="000000"/>
                          </a:solidFill>
                          <a:effectLst/>
                          <a:latin typeface="Calibri" panose="020F0502020204030204" pitchFamily="34" charset="0"/>
                        </a:rPr>
                        <a:t>APD </a:t>
                      </a:r>
                    </a:p>
                  </a:txBody>
                  <a:tcPr marL="3724" marR="3724" marT="3724" marB="0" anchor="ctr">
                    <a:lnL>
                      <a:noFill/>
                    </a:lnL>
                    <a:lnR>
                      <a:noFill/>
                    </a:lnR>
                    <a:lnT>
                      <a:noFill/>
                    </a:lnT>
                    <a:lnB>
                      <a:noFill/>
                    </a:lnB>
                  </a:tcPr>
                </a:tc>
                <a:tc>
                  <a:txBody>
                    <a:bodyPr/>
                    <a:lstStyle/>
                    <a:p>
                      <a:pPr algn="ctr" fontAlgn="ctr"/>
                      <a:r>
                        <a:rPr lang="en-US" sz="500" b="1" i="0" u="none" strike="noStrike">
                          <a:solidFill>
                            <a:srgbClr val="000000"/>
                          </a:solidFill>
                          <a:effectLst/>
                          <a:latin typeface="Calibri" panose="020F0502020204030204" pitchFamily="34" charset="0"/>
                        </a:rPr>
                        <a:t>IPLM </a:t>
                      </a:r>
                    </a:p>
                  </a:txBody>
                  <a:tcPr marL="3724" marR="3724" marT="3724"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600" b="1" i="0" u="none" strike="noStrike">
                          <a:solidFill>
                            <a:srgbClr val="000000"/>
                          </a:solidFill>
                          <a:effectLst/>
                          <a:latin typeface="Calibri" panose="020F0502020204030204" pitchFamily="34" charset="0"/>
                        </a:rPr>
                        <a:t>Weeks </a:t>
                      </a:r>
                    </a:p>
                  </a:txBody>
                  <a:tcPr marL="3724" marR="3724" marT="37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600" b="1" i="0" u="none" strike="noStrike">
                          <a:solidFill>
                            <a:srgbClr val="000000"/>
                          </a:solidFill>
                          <a:effectLst/>
                          <a:latin typeface="Calibri" panose="020F0502020204030204" pitchFamily="34" charset="0"/>
                        </a:rPr>
                        <a:t>Weeks</a:t>
                      </a:r>
                    </a:p>
                  </a:txBody>
                  <a:tcPr marL="3724" marR="3724" marT="37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50305960"/>
                  </a:ext>
                </a:extLst>
              </a:tr>
              <a:tr h="126652">
                <a:tc>
                  <a:txBody>
                    <a:bodyPr/>
                    <a:lstStyle/>
                    <a:p>
                      <a:pPr algn="ctr" fontAlgn="b"/>
                      <a:r>
                        <a:rPr lang="en-US" sz="600" b="1" i="0" u="none" strike="noStrike">
                          <a:solidFill>
                            <a:srgbClr val="FFFFFF"/>
                          </a:solidFill>
                          <a:effectLst/>
                          <a:latin typeface="Calibri" panose="020F0502020204030204" pitchFamily="34" charset="0"/>
                        </a:rPr>
                        <a:t>Division</a:t>
                      </a:r>
                    </a:p>
                  </a:txBody>
                  <a:tcPr marL="3724" marR="3724" marT="3724" marB="0" anchor="b">
                    <a:lnL>
                      <a:noFill/>
                    </a:lnL>
                    <a:lnR>
                      <a:noFill/>
                    </a:lnR>
                    <a:lnT>
                      <a:noFill/>
                    </a:lnT>
                    <a:lnB w="6350" cap="flat" cmpd="sng" algn="ctr">
                      <a:solidFill>
                        <a:srgbClr val="000000"/>
                      </a:solidFill>
                      <a:prstDash val="solid"/>
                      <a:round/>
                      <a:headEnd type="none" w="med" len="med"/>
                      <a:tailEnd type="none" w="med" len="med"/>
                    </a:lnB>
                    <a:solidFill>
                      <a:srgbClr val="7030A0"/>
                    </a:solidFill>
                  </a:tcPr>
                </a:tc>
                <a:tc>
                  <a:txBody>
                    <a:bodyPr/>
                    <a:lstStyle/>
                    <a:p>
                      <a:pPr algn="ctr" fontAlgn="b"/>
                      <a:r>
                        <a:rPr lang="en-US" sz="600" b="1" i="0" u="none" strike="noStrike">
                          <a:solidFill>
                            <a:srgbClr val="FFFFFF"/>
                          </a:solidFill>
                          <a:effectLst/>
                          <a:latin typeface="Calibri" panose="020F0502020204030204" pitchFamily="34" charset="0"/>
                        </a:rPr>
                        <a:t>Team</a:t>
                      </a:r>
                    </a:p>
                  </a:txBody>
                  <a:tcPr marL="3724" marR="3724" marT="3724" marB="0" anchor="b">
                    <a:lnL>
                      <a:noFill/>
                    </a:lnL>
                    <a:lnR>
                      <a:noFill/>
                    </a:lnR>
                    <a:lnT>
                      <a:noFill/>
                    </a:lnT>
                    <a:lnB w="6350" cap="flat" cmpd="sng" algn="ctr">
                      <a:solidFill>
                        <a:srgbClr val="000000"/>
                      </a:solidFill>
                      <a:prstDash val="solid"/>
                      <a:round/>
                      <a:headEnd type="none" w="med" len="med"/>
                      <a:tailEnd type="none" w="med" len="med"/>
                    </a:lnB>
                    <a:solidFill>
                      <a:srgbClr val="7030A0"/>
                    </a:solidFill>
                  </a:tcPr>
                </a:tc>
                <a:tc>
                  <a:txBody>
                    <a:bodyPr/>
                    <a:lstStyle/>
                    <a:p>
                      <a:pPr algn="ctr" fontAlgn="b"/>
                      <a:r>
                        <a:rPr lang="en-US" sz="600" b="1" i="0" u="none" strike="noStrike">
                          <a:solidFill>
                            <a:srgbClr val="FFFFFF"/>
                          </a:solidFill>
                          <a:effectLst/>
                          <a:latin typeface="Calibri" panose="020F0502020204030204" pitchFamily="34" charset="0"/>
                        </a:rPr>
                        <a:t>Group</a:t>
                      </a:r>
                    </a:p>
                  </a:txBody>
                  <a:tcPr marL="3724" marR="3724" marT="3724" marB="0" anchor="b">
                    <a:lnL>
                      <a:noFill/>
                    </a:lnL>
                    <a:lnR>
                      <a:noFill/>
                    </a:lnR>
                    <a:lnT>
                      <a:noFill/>
                    </a:lnT>
                    <a:lnB w="6350" cap="flat" cmpd="sng" algn="ctr">
                      <a:solidFill>
                        <a:srgbClr val="000000"/>
                      </a:solidFill>
                      <a:prstDash val="solid"/>
                      <a:round/>
                      <a:headEnd type="none" w="med" len="med"/>
                      <a:tailEnd type="none" w="med" len="med"/>
                    </a:lnB>
                    <a:solidFill>
                      <a:srgbClr val="7030A0"/>
                    </a:solidFill>
                  </a:tcPr>
                </a:tc>
                <a:tc>
                  <a:txBody>
                    <a:bodyPr/>
                    <a:lstStyle/>
                    <a:p>
                      <a:pPr algn="l" fontAlgn="b"/>
                      <a:r>
                        <a:rPr lang="en-US" sz="600" b="1" i="0" u="none" strike="noStrike">
                          <a:solidFill>
                            <a:srgbClr val="FFFFFF"/>
                          </a:solidFill>
                          <a:effectLst/>
                          <a:latin typeface="Calibri" panose="020F0502020204030204" pitchFamily="34" charset="0"/>
                        </a:rPr>
                        <a:t> </a:t>
                      </a:r>
                    </a:p>
                  </a:txBody>
                  <a:tcPr marL="3724" marR="3724" marT="3724" marB="0" anchor="b">
                    <a:lnL>
                      <a:noFill/>
                    </a:lnL>
                    <a:lnR>
                      <a:noFill/>
                    </a:lnR>
                    <a:lnT>
                      <a:noFill/>
                    </a:lnT>
                    <a:lnB w="6350" cap="flat" cmpd="sng" algn="ctr">
                      <a:solidFill>
                        <a:srgbClr val="000000"/>
                      </a:solidFill>
                      <a:prstDash val="solid"/>
                      <a:round/>
                      <a:headEnd type="none" w="med" len="med"/>
                      <a:tailEnd type="none" w="med" len="med"/>
                    </a:lnB>
                    <a:solidFill>
                      <a:srgbClr val="7030A0"/>
                    </a:solidFill>
                  </a:tcPr>
                </a:tc>
                <a:tc>
                  <a:txBody>
                    <a:bodyPr/>
                    <a:lstStyle/>
                    <a:p>
                      <a:pPr algn="l" fontAlgn="b"/>
                      <a:r>
                        <a:rPr lang="en-US" sz="600" b="1" i="0" u="none" strike="noStrike">
                          <a:solidFill>
                            <a:srgbClr val="FFFFFF"/>
                          </a:solidFill>
                          <a:effectLst/>
                          <a:latin typeface="Calibri" panose="020F0502020204030204" pitchFamily="34" charset="0"/>
                        </a:rPr>
                        <a:t> </a:t>
                      </a:r>
                    </a:p>
                  </a:txBody>
                  <a:tcPr marL="3724" marR="3724" marT="3724" marB="0" anchor="b">
                    <a:lnL>
                      <a:noFill/>
                    </a:lnL>
                    <a:lnR>
                      <a:noFill/>
                    </a:lnR>
                    <a:lnT>
                      <a:noFill/>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r>
                        <a:rPr lang="en-US" sz="600" b="1" i="0" u="none" strike="noStrike">
                          <a:solidFill>
                            <a:srgbClr val="FFFFFF"/>
                          </a:solidFill>
                          <a:effectLst/>
                          <a:latin typeface="Calibri" panose="020F0502020204030204" pitchFamily="34" charset="0"/>
                        </a:rPr>
                        <a:t>CAP Team 1 </a:t>
                      </a:r>
                    </a:p>
                  </a:txBody>
                  <a:tcPr marL="3724" marR="3724" marT="3724"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tc>
                  <a:txBody>
                    <a:bodyPr/>
                    <a:lstStyle/>
                    <a:p>
                      <a:pPr algn="ctr" fontAlgn="ctr"/>
                      <a:r>
                        <a:rPr lang="en-US" sz="600" b="1" i="0" u="none" strike="noStrike">
                          <a:solidFill>
                            <a:srgbClr val="FFFFFF"/>
                          </a:solidFill>
                          <a:effectLst/>
                          <a:latin typeface="Calibri" panose="020F0502020204030204" pitchFamily="34" charset="0"/>
                        </a:rPr>
                        <a:t>CAP Team 2 </a:t>
                      </a:r>
                    </a:p>
                  </a:txBody>
                  <a:tcPr marL="3724" marR="3724" marT="3724"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30A0"/>
                    </a:solidFill>
                  </a:tcPr>
                </a:tc>
                <a:extLst>
                  <a:ext uri="{0D108BD9-81ED-4DB2-BD59-A6C34878D82A}">
                    <a16:rowId xmlns:a16="http://schemas.microsoft.com/office/drawing/2014/main" val="33304981"/>
                  </a:ext>
                </a:extLst>
              </a:tr>
              <a:tr h="126652">
                <a:tc>
                  <a:txBody>
                    <a:bodyPr/>
                    <a:lstStyle/>
                    <a:p>
                      <a:pPr algn="ctr" fontAlgn="ctr"/>
                      <a:r>
                        <a:rPr lang="en-US" sz="600" b="0" i="0" u="none" strike="noStrike">
                          <a:solidFill>
                            <a:srgbClr val="000000"/>
                          </a:solidFill>
                          <a:effectLst/>
                          <a:latin typeface="Calibri" panose="020F0502020204030204" pitchFamily="34" charset="0"/>
                        </a:rPr>
                        <a:t>Cyber Risks</a:t>
                      </a:r>
                    </a:p>
                  </a:txBody>
                  <a:tcPr marL="3724" marR="3724" marT="3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600" b="0" i="0" u="none" strike="noStrike">
                          <a:solidFill>
                            <a:srgbClr val="000000"/>
                          </a:solidFill>
                          <a:effectLst/>
                          <a:latin typeface="Calibri" panose="020F0502020204030204" pitchFamily="34" charset="0"/>
                        </a:rPr>
                        <a:t>Cyber</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l" fontAlgn="b"/>
                      <a:r>
                        <a:rPr lang="en-US" sz="600" b="1" i="0" u="none" strike="noStrike">
                          <a:solidFill>
                            <a:srgbClr val="806000"/>
                          </a:solidFill>
                          <a:effectLst/>
                          <a:latin typeface="Calibri" panose="020F0502020204030204" pitchFamily="34" charset="0"/>
                        </a:rPr>
                        <a:t>Cyber</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B9CA"/>
                    </a:solidFill>
                  </a:tcPr>
                </a:tc>
                <a:tc>
                  <a:txBody>
                    <a:bodyPr/>
                    <a:lstStyle/>
                    <a:p>
                      <a:pPr algn="ctr" fontAlgn="ctr"/>
                      <a:r>
                        <a:rPr lang="en-US" sz="600" b="0" i="0" u="none" strike="noStrike">
                          <a:solidFill>
                            <a:srgbClr val="000000"/>
                          </a:solidFill>
                          <a:effectLst/>
                          <a:latin typeface="Calibri" panose="020F0502020204030204" pitchFamily="34" charset="0"/>
                        </a:rPr>
                        <a:t>11</a:t>
                      </a:r>
                    </a:p>
                  </a:txBody>
                  <a:tcPr marL="3724" marR="3724" marT="372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07613260"/>
                  </a:ext>
                </a:extLst>
              </a:tr>
              <a:tr h="126652">
                <a:tc rowSpan="10">
                  <a:txBody>
                    <a:bodyPr/>
                    <a:lstStyle/>
                    <a:p>
                      <a:pPr algn="ctr" fontAlgn="ctr"/>
                      <a:r>
                        <a:rPr lang="en-US" sz="600" b="0" i="0" u="none" strike="noStrike">
                          <a:solidFill>
                            <a:srgbClr val="000000"/>
                          </a:solidFill>
                          <a:effectLst/>
                          <a:latin typeface="Calibri" panose="020F0502020204030204" pitchFamily="34" charset="0"/>
                        </a:rPr>
                        <a:t>Specialty Risks</a:t>
                      </a:r>
                    </a:p>
                  </a:txBody>
                  <a:tcPr marL="3724" marR="3724" marT="3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600" b="0" i="0" u="none" strike="noStrike">
                          <a:solidFill>
                            <a:srgbClr val="000000"/>
                          </a:solidFill>
                          <a:effectLst/>
                          <a:latin typeface="Calibri" panose="020F0502020204030204" pitchFamily="34" charset="0"/>
                        </a:rPr>
                        <a:t>International Specialties</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BDBDB"/>
                    </a:solidFill>
                  </a:tcPr>
                </a:tc>
                <a:tc>
                  <a:txBody>
                    <a:bodyPr/>
                    <a:lstStyle/>
                    <a:p>
                      <a:pPr algn="l" fontAlgn="b"/>
                      <a:r>
                        <a:rPr lang="en-US" sz="600" b="1" i="0" u="none" strike="noStrike">
                          <a:solidFill>
                            <a:srgbClr val="806000"/>
                          </a:solidFill>
                          <a:effectLst/>
                          <a:latin typeface="Calibri" panose="020F0502020204030204" pitchFamily="34" charset="0"/>
                        </a:rPr>
                        <a:t>International ML</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699"/>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solidFill>
                      <a:srgbClr val="ACB9CA"/>
                    </a:solidFill>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tcPr>
                </a:tc>
                <a:tc rowSpan="5">
                  <a:txBody>
                    <a:bodyPr/>
                    <a:lstStyle/>
                    <a:p>
                      <a:pPr algn="ctr" fontAlgn="ctr"/>
                      <a:r>
                        <a:rPr lang="en-US" sz="600" b="0" i="0" u="none" strike="noStrike">
                          <a:solidFill>
                            <a:srgbClr val="000000"/>
                          </a:solidFill>
                          <a:effectLst/>
                          <a:latin typeface="Calibri" panose="020F0502020204030204" pitchFamily="34" charset="0"/>
                        </a:rPr>
                        <a:t>7</a:t>
                      </a:r>
                    </a:p>
                  </a:txBody>
                  <a:tcPr marL="3724" marR="3724" marT="372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563869157"/>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BDBDB"/>
                    </a:solidFill>
                  </a:tcPr>
                </a:tc>
                <a:tc>
                  <a:txBody>
                    <a:bodyPr/>
                    <a:lstStyle/>
                    <a:p>
                      <a:pPr algn="l" fontAlgn="b"/>
                      <a:r>
                        <a:rPr lang="en-US" sz="600" b="1" i="0" u="none" strike="noStrike">
                          <a:solidFill>
                            <a:srgbClr val="806000"/>
                          </a:solidFill>
                          <a:effectLst/>
                          <a:latin typeface="Calibri" panose="020F0502020204030204" pitchFamily="34" charset="0"/>
                        </a:rPr>
                        <a:t>Financial Institutions (FI)</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699"/>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a:noFill/>
                    </a:lnB>
                    <a:solidFill>
                      <a:srgbClr val="ACB9CA"/>
                    </a:solidFill>
                  </a:tcPr>
                </a:tc>
                <a:tc>
                  <a:txBody>
                    <a:bodyPr/>
                    <a:lstStyle/>
                    <a:p>
                      <a:pPr algn="ctr" fontAlgn="ctr"/>
                      <a:endParaRPr lang="en-US" sz="600" b="0" i="0" u="none" strike="noStrike">
                        <a:solidFill>
                          <a:srgbClr val="000000"/>
                        </a:solidFill>
                        <a:effectLst/>
                        <a:latin typeface="Calibri" panose="020F0502020204030204" pitchFamily="34" charset="0"/>
                      </a:endParaRPr>
                    </a:p>
                  </a:txBody>
                  <a:tcPr marL="3724" marR="3724" marT="3724" marB="0" anchor="ctr">
                    <a:lnL>
                      <a:noFill/>
                    </a:lnL>
                    <a:lnR>
                      <a:noFill/>
                    </a:lnR>
                    <a:lnT>
                      <a:noFill/>
                    </a:lnT>
                    <a:lnB>
                      <a:noFill/>
                    </a:lnB>
                  </a:tcPr>
                </a:tc>
                <a:tc vMerge="1">
                  <a:txBody>
                    <a:bodyPr/>
                    <a:lstStyle/>
                    <a:p>
                      <a:endParaRPr lang="en-US"/>
                    </a:p>
                  </a:txBody>
                  <a:tcPr/>
                </a:tc>
                <a:extLst>
                  <a:ext uri="{0D108BD9-81ED-4DB2-BD59-A6C34878D82A}">
                    <a16:rowId xmlns:a16="http://schemas.microsoft.com/office/drawing/2014/main" val="2433901899"/>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BDBDB"/>
                    </a:solidFill>
                  </a:tcPr>
                </a:tc>
                <a:tc>
                  <a:txBody>
                    <a:bodyPr/>
                    <a:lstStyle/>
                    <a:p>
                      <a:pPr algn="l" fontAlgn="b"/>
                      <a:r>
                        <a:rPr lang="en-US" sz="600" b="1" i="0" u="none" strike="noStrike">
                          <a:solidFill>
                            <a:srgbClr val="806000"/>
                          </a:solidFill>
                          <a:effectLst/>
                          <a:latin typeface="Calibri" panose="020F0502020204030204" pitchFamily="34" charset="0"/>
                        </a:rPr>
                        <a:t>International Specialty </a:t>
                      </a:r>
                      <a:r>
                        <a:rPr lang="en-US" sz="600" b="1" i="0" u="none" strike="noStrike" err="1">
                          <a:solidFill>
                            <a:srgbClr val="806000"/>
                          </a:solidFill>
                          <a:effectLst/>
                          <a:latin typeface="Calibri" panose="020F0502020204030204" pitchFamily="34" charset="0"/>
                        </a:rPr>
                        <a:t>Programmes</a:t>
                      </a:r>
                      <a:endParaRPr lang="en-US" sz="600" b="1" i="0" u="none" strike="noStrike">
                        <a:solidFill>
                          <a:srgbClr val="806000"/>
                        </a:solidFill>
                        <a:effectLst/>
                        <a:latin typeface="Calibri" panose="020F0502020204030204" pitchFamily="34" charset="0"/>
                      </a:endParaRP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520042100"/>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London Market Wholesale Executive Risks</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London D&amp;O</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699"/>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DBDBDB"/>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solidFill>
                      <a:srgbClr val="C6E0B4"/>
                    </a:solidFill>
                  </a:tcPr>
                </a:tc>
                <a:tc>
                  <a:txBody>
                    <a:bodyPr/>
                    <a:lstStyle/>
                    <a:p>
                      <a:pPr algn="l"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tcPr>
                </a:tc>
                <a:tc vMerge="1">
                  <a:txBody>
                    <a:bodyPr/>
                    <a:lstStyle/>
                    <a:p>
                      <a:endParaRPr lang="en-US"/>
                    </a:p>
                  </a:txBody>
                  <a:tcPr/>
                </a:tc>
                <a:extLst>
                  <a:ext uri="{0D108BD9-81ED-4DB2-BD59-A6C34878D82A}">
                    <a16:rowId xmlns:a16="http://schemas.microsoft.com/office/drawing/2014/main" val="69381726"/>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London EPL</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E699"/>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DBDBDB"/>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a:noFill/>
                    </a:lnB>
                    <a:solidFill>
                      <a:srgbClr val="C6E0B4"/>
                    </a:solidFill>
                  </a:tcPr>
                </a:tc>
                <a:tc>
                  <a:txBody>
                    <a:bodyPr/>
                    <a:lstStyle/>
                    <a:p>
                      <a:pPr algn="l" fontAlgn="ctr"/>
                      <a:endParaRPr lang="en-US" sz="600" b="0" i="0" u="none" strike="noStrike">
                        <a:solidFill>
                          <a:srgbClr val="000000"/>
                        </a:solidFill>
                        <a:effectLst/>
                        <a:latin typeface="Calibri" panose="020F0502020204030204" pitchFamily="34" charset="0"/>
                      </a:endParaRPr>
                    </a:p>
                  </a:txBody>
                  <a:tcPr marL="3724" marR="3724" marT="3724" marB="0" anchor="ctr">
                    <a:lnL>
                      <a:noFill/>
                    </a:lnL>
                    <a:lnR>
                      <a:noFill/>
                    </a:lnR>
                    <a:lnT>
                      <a:noFill/>
                    </a:lnT>
                    <a:lnB>
                      <a:noFill/>
                    </a:lnB>
                  </a:tcPr>
                </a:tc>
                <a:tc vMerge="1">
                  <a:txBody>
                    <a:bodyPr/>
                    <a:lstStyle/>
                    <a:p>
                      <a:endParaRPr lang="en-US"/>
                    </a:p>
                  </a:txBody>
                  <a:tcPr/>
                </a:tc>
                <a:extLst>
                  <a:ext uri="{0D108BD9-81ED-4DB2-BD59-A6C34878D82A}">
                    <a16:rowId xmlns:a16="http://schemas.microsoft.com/office/drawing/2014/main" val="3036619941"/>
                  </a:ext>
                </a:extLst>
              </a:tr>
              <a:tr h="223920">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London Safeguard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DBDBDB"/>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a:noFill/>
                    </a:lnB>
                    <a:solidFill>
                      <a:srgbClr val="C6E0B4"/>
                    </a:solidFill>
                  </a:tcPr>
                </a:tc>
                <a:tc>
                  <a:txBody>
                    <a:bodyPr/>
                    <a:lstStyle/>
                    <a:p>
                      <a:pPr algn="l" fontAlgn="ctr"/>
                      <a:endParaRPr lang="en-US" sz="600" b="0" i="0" u="none" strike="noStrike">
                        <a:solidFill>
                          <a:srgbClr val="000000"/>
                        </a:solidFill>
                        <a:effectLst/>
                        <a:latin typeface="Calibri" panose="020F0502020204030204" pitchFamily="34" charset="0"/>
                      </a:endParaRPr>
                    </a:p>
                  </a:txBody>
                  <a:tcPr marL="3724" marR="3724" marT="3724" marB="0" anchor="ctr">
                    <a:lnL>
                      <a:noFill/>
                    </a:lnL>
                    <a:lnR>
                      <a:noFill/>
                    </a:lnR>
                    <a:lnT>
                      <a:noFill/>
                    </a:lnT>
                    <a:lnB>
                      <a:noFill/>
                    </a:lnB>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278617093"/>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US Safeguard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600" b="0" i="0" u="none" strike="noStrike">
                          <a:solidFill>
                            <a:srgbClr val="000000"/>
                          </a:solidFill>
                          <a:effectLst/>
                          <a:latin typeface="Calibri" panose="020F0502020204030204" pitchFamily="34" charset="0"/>
                        </a:rPr>
                        <a:t>4</a:t>
                      </a:r>
                    </a:p>
                  </a:txBody>
                  <a:tcPr marL="3724" marR="3724" marT="372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91340608"/>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LMW/US Executive Risks</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US EPL</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AD4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4B084"/>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solidFill>
                      <a:srgbClr val="DBDBDB"/>
                    </a:solidFill>
                  </a:tcPr>
                </a:tc>
                <a:tc>
                  <a:txBody>
                    <a:bodyPr/>
                    <a:lstStyle/>
                    <a:p>
                      <a:pPr algn="l"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699990880"/>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US D&amp;O</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0AD4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F4B084"/>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a:noFill/>
                    </a:lnL>
                    <a:lnR>
                      <a:noFill/>
                    </a:lnR>
                    <a:lnT>
                      <a:noFill/>
                    </a:lnT>
                    <a:lnB>
                      <a:noFill/>
                    </a:lnB>
                    <a:solidFill>
                      <a:srgbClr val="DBDBDB"/>
                    </a:solidFill>
                  </a:tcPr>
                </a:tc>
                <a:tc>
                  <a:txBody>
                    <a:bodyPr/>
                    <a:lstStyle/>
                    <a:p>
                      <a:pPr algn="l" fontAlgn="ctr"/>
                      <a:endParaRPr lang="en-US" sz="600" b="0" i="0" u="none" strike="noStrike">
                        <a:solidFill>
                          <a:srgbClr val="000000"/>
                        </a:solidFill>
                        <a:effectLst/>
                        <a:latin typeface="Calibri" panose="020F0502020204030204" pitchFamily="34" charset="0"/>
                      </a:endParaRPr>
                    </a:p>
                  </a:txBody>
                  <a:tcPr marL="3724" marR="3724" marT="3724" marB="0" anchor="ctr">
                    <a:lnL>
                      <a:noFill/>
                    </a:lnL>
                    <a:lnR>
                      <a:noFill/>
                    </a:lnR>
                    <a:lnT>
                      <a:noFill/>
                    </a:lnT>
                    <a:lnB>
                      <a:noFill/>
                    </a:lnB>
                  </a:tcPr>
                </a:tc>
                <a:tc>
                  <a:txBody>
                    <a:bodyPr/>
                    <a:lstStyle/>
                    <a:p>
                      <a:pPr algn="l"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851784581"/>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Fidelity &amp; Crime</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solidFill>
                      <a:srgbClr val="ACB9CA"/>
                    </a:solidFill>
                  </a:tcPr>
                </a:tc>
                <a:tc>
                  <a:txBody>
                    <a:bodyPr/>
                    <a:lstStyle/>
                    <a:p>
                      <a:pPr algn="ctr" fontAlgn="ctr"/>
                      <a:r>
                        <a:rPr lang="en-US" sz="600" b="0" i="0" u="none" strike="noStrike">
                          <a:solidFill>
                            <a:srgbClr val="000000"/>
                          </a:solidFill>
                          <a:effectLst/>
                          <a:latin typeface="Calibri" panose="020F0502020204030204" pitchFamily="34" charset="0"/>
                        </a:rPr>
                        <a:t>4</a:t>
                      </a: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66139465"/>
                  </a:ext>
                </a:extLst>
              </a:tr>
              <a:tr h="126652">
                <a:tc rowSpan="6">
                  <a:txBody>
                    <a:bodyPr/>
                    <a:lstStyle/>
                    <a:p>
                      <a:pPr algn="ctr" fontAlgn="ctr"/>
                      <a:r>
                        <a:rPr lang="en-US" sz="600" b="0" i="0" u="none" strike="noStrike">
                          <a:solidFill>
                            <a:srgbClr val="000000"/>
                          </a:solidFill>
                          <a:effectLst/>
                          <a:latin typeface="Calibri" panose="020F0502020204030204" pitchFamily="34" charset="0"/>
                        </a:rPr>
                        <a:t>Property Risks</a:t>
                      </a:r>
                    </a:p>
                  </a:txBody>
                  <a:tcPr marL="3724" marR="3724" marT="3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rowSpan="5">
                  <a:txBody>
                    <a:bodyPr/>
                    <a:lstStyle/>
                    <a:p>
                      <a:pPr algn="l" fontAlgn="ctr"/>
                      <a:r>
                        <a:rPr lang="en-US" sz="600" b="0" i="0" u="none" strike="noStrike">
                          <a:solidFill>
                            <a:srgbClr val="000000"/>
                          </a:solidFill>
                          <a:effectLst/>
                          <a:latin typeface="Calibri" panose="020F0502020204030204" pitchFamily="34" charset="0"/>
                        </a:rPr>
                        <a:t>Property</a:t>
                      </a:r>
                    </a:p>
                  </a:txBody>
                  <a:tcPr marL="3724" marR="3724" marT="3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HVH</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4B084"/>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solidFill>
                      <a:srgbClr val="DBDBDB"/>
                    </a:solidFill>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600" b="0" i="0" u="none" strike="noStrike">
                          <a:solidFill>
                            <a:srgbClr val="000000"/>
                          </a:solidFill>
                          <a:effectLst/>
                          <a:latin typeface="Calibri" panose="020F0502020204030204" pitchFamily="34" charset="0"/>
                        </a:rPr>
                        <a:t>8</a:t>
                      </a:r>
                    </a:p>
                  </a:txBody>
                  <a:tcPr marL="3724" marR="3724" marT="372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760242587"/>
                  </a:ext>
                </a:extLst>
              </a:tr>
              <a:tr h="126652">
                <a:tc vMerge="1">
                  <a:txBody>
                    <a:bodyPr/>
                    <a:lstStyle/>
                    <a:p>
                      <a:endParaRPr lang="en-US"/>
                    </a:p>
                  </a:txBody>
                  <a:tcPr/>
                </a:tc>
                <a:tc vMerge="1">
                  <a:txBody>
                    <a:bodyPr/>
                    <a:lstStyle/>
                    <a:p>
                      <a:endParaRPr lang="en-US"/>
                    </a:p>
                  </a:txBody>
                  <a:tcPr/>
                </a:tc>
                <a:tc>
                  <a:txBody>
                    <a:bodyPr/>
                    <a:lstStyle/>
                    <a:p>
                      <a:pPr algn="l" fontAlgn="b"/>
                      <a:r>
                        <a:rPr lang="en-US" sz="600" b="1" i="0" u="none" strike="noStrike">
                          <a:solidFill>
                            <a:srgbClr val="806000"/>
                          </a:solidFill>
                          <a:effectLst/>
                          <a:latin typeface="Calibri" panose="020F0502020204030204" pitchFamily="34" charset="0"/>
                        </a:rPr>
                        <a:t>NACP (US Property)</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F4B084"/>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a:noFill/>
                    </a:lnL>
                    <a:lnR>
                      <a:noFill/>
                    </a:lnR>
                    <a:lnT>
                      <a:noFill/>
                    </a:lnT>
                    <a:lnB>
                      <a:noFill/>
                    </a:lnB>
                    <a:solidFill>
                      <a:srgbClr val="DBDBDB"/>
                    </a:solidFill>
                  </a:tcPr>
                </a:tc>
                <a:tc>
                  <a:txBody>
                    <a:bodyPr/>
                    <a:lstStyle/>
                    <a:p>
                      <a:pPr algn="ctr" fontAlgn="ctr"/>
                      <a:r>
                        <a:rPr lang="en-US" sz="600" b="0" i="0" u="none" strike="noStrike">
                          <a:solidFill>
                            <a:srgbClr val="000000"/>
                          </a:solidFill>
                          <a:effectLst/>
                          <a:latin typeface="Calibri" panose="020F0502020204030204" pitchFamily="34" charset="0"/>
                        </a:rPr>
                        <a:t>4</a:t>
                      </a:r>
                    </a:p>
                  </a:txBody>
                  <a:tcPr marL="3724" marR="3724" marT="3724" marB="0" anchor="ctr">
                    <a:lnL>
                      <a:noFill/>
                    </a:lnL>
                    <a:lnR>
                      <a:noFill/>
                    </a:lnR>
                    <a:lnT>
                      <a:noFill/>
                    </a:lnT>
                    <a:lnB>
                      <a:noFill/>
                    </a:lnB>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935639633"/>
                  </a:ext>
                </a:extLst>
              </a:tr>
              <a:tr h="126652">
                <a:tc vMerge="1">
                  <a:txBody>
                    <a:bodyPr/>
                    <a:lstStyle/>
                    <a:p>
                      <a:endParaRPr lang="en-US"/>
                    </a:p>
                  </a:txBody>
                  <a:tcPr/>
                </a:tc>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Covers (&amp; Package)</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DBDBDB"/>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a:noFill/>
                    </a:lnB>
                    <a:solidFill>
                      <a:srgbClr val="C6E0B4"/>
                    </a:solidFill>
                  </a:tcPr>
                </a:tc>
                <a:tc>
                  <a:txBody>
                    <a:bodyPr/>
                    <a:lstStyle/>
                    <a:p>
                      <a:pPr algn="ctr" fontAlgn="ctr"/>
                      <a:endParaRPr lang="en-US" sz="600" b="0" i="0" u="none" strike="noStrike">
                        <a:solidFill>
                          <a:srgbClr val="000000"/>
                        </a:solidFill>
                        <a:effectLst/>
                        <a:latin typeface="Calibri" panose="020F0502020204030204" pitchFamily="34" charset="0"/>
                      </a:endParaRPr>
                    </a:p>
                  </a:txBody>
                  <a:tcPr marL="3724" marR="3724" marT="3724" marB="0" anchor="ctr">
                    <a:lnL>
                      <a:noFill/>
                    </a:lnL>
                    <a:lnR>
                      <a:noFill/>
                    </a:lnR>
                    <a:lnT>
                      <a:noFill/>
                    </a:lnT>
                    <a:lnB>
                      <a:noFill/>
                    </a:lnB>
                  </a:tcPr>
                </a:tc>
                <a:tc>
                  <a:txBody>
                    <a:bodyPr/>
                    <a:lstStyle/>
                    <a:p>
                      <a:pPr algn="ctr" fontAlgn="ctr"/>
                      <a:r>
                        <a:rPr lang="en-US" sz="600" b="0" i="0" u="none" strike="noStrike">
                          <a:solidFill>
                            <a:srgbClr val="000000"/>
                          </a:solidFill>
                          <a:effectLst/>
                          <a:latin typeface="Calibri" panose="020F0502020204030204" pitchFamily="34" charset="0"/>
                        </a:rPr>
                        <a:t>8</a:t>
                      </a:r>
                    </a:p>
                  </a:txBody>
                  <a:tcPr marL="3724" marR="3724" marT="37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477381839"/>
                  </a:ext>
                </a:extLst>
              </a:tr>
              <a:tr h="126652">
                <a:tc vMerge="1">
                  <a:txBody>
                    <a:bodyPr/>
                    <a:lstStyle/>
                    <a:p>
                      <a:endParaRPr lang="en-US"/>
                    </a:p>
                  </a:txBody>
                  <a:tcPr/>
                </a:tc>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JFAS (&amp; Swiss)</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DBDBDB"/>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a:noFill/>
                    </a:lnB>
                    <a:solidFill>
                      <a:srgbClr val="C6E0B4"/>
                    </a:solidFill>
                  </a:tcPr>
                </a:tc>
                <a:tc>
                  <a:txBody>
                    <a:bodyPr/>
                    <a:lstStyle/>
                    <a:p>
                      <a:pPr algn="ctr" fontAlgn="ctr"/>
                      <a:r>
                        <a:rPr lang="en-US" sz="600" b="0" i="0" u="none" strike="noStrike">
                          <a:solidFill>
                            <a:srgbClr val="000000"/>
                          </a:solidFill>
                          <a:effectLst/>
                          <a:latin typeface="Calibri" panose="020F0502020204030204" pitchFamily="34" charset="0"/>
                        </a:rPr>
                        <a:t>4</a:t>
                      </a:r>
                    </a:p>
                  </a:txBody>
                  <a:tcPr marL="3724" marR="3724" marT="3724" marB="0" anchor="ctr">
                    <a:lnL>
                      <a:noFill/>
                    </a:lnL>
                    <a:lnR>
                      <a:noFill/>
                    </a:lnR>
                    <a:lnT>
                      <a:noFill/>
                    </a:lnT>
                    <a:lnB>
                      <a:noFill/>
                    </a:lnB>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924705994"/>
                  </a:ext>
                </a:extLst>
              </a:tr>
              <a:tr h="126652">
                <a:tc vMerge="1">
                  <a:txBody>
                    <a:bodyPr/>
                    <a:lstStyle/>
                    <a:p>
                      <a:endParaRPr lang="en-US"/>
                    </a:p>
                  </a:txBody>
                  <a:tcPr/>
                </a:tc>
                <a:tc vMerge="1">
                  <a:txBody>
                    <a:bodyPr/>
                    <a:lstStyle/>
                    <a:p>
                      <a:endParaRPr lang="en-US"/>
                    </a:p>
                  </a:txBody>
                  <a:tcPr/>
                </a:tc>
                <a:tc>
                  <a:txBody>
                    <a:bodyPr/>
                    <a:lstStyle/>
                    <a:p>
                      <a:pPr algn="l" fontAlgn="b"/>
                      <a:r>
                        <a:rPr lang="en-US" sz="600" b="1" i="0" u="none" strike="noStrike">
                          <a:solidFill>
                            <a:srgbClr val="806000"/>
                          </a:solidFill>
                          <a:effectLst/>
                          <a:latin typeface="Calibri" panose="020F0502020204030204" pitchFamily="34" charset="0"/>
                        </a:rPr>
                        <a:t>Open Market</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600" b="0" i="0" u="none" strike="noStrike">
                          <a:solidFill>
                            <a:srgbClr val="000000"/>
                          </a:solidFill>
                          <a:effectLst/>
                          <a:latin typeface="Calibri" panose="020F0502020204030204" pitchFamily="34" charset="0"/>
                        </a:rPr>
                        <a:t>4</a:t>
                      </a:r>
                    </a:p>
                  </a:txBody>
                  <a:tcPr marL="3724" marR="3724" marT="372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23631908"/>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Treaty</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l" fontAlgn="b"/>
                      <a:r>
                        <a:rPr lang="en-US" sz="600" b="1" i="0" u="none" strike="noStrike">
                          <a:solidFill>
                            <a:srgbClr val="806000"/>
                          </a:solidFill>
                          <a:effectLst/>
                          <a:latin typeface="Calibri" panose="020F0502020204030204" pitchFamily="34" charset="0"/>
                        </a:rPr>
                        <a:t>Treaty</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600" b="0" i="0" u="none" strike="noStrike">
                          <a:solidFill>
                            <a:srgbClr val="000000"/>
                          </a:solidFill>
                          <a:effectLst/>
                          <a:latin typeface="Calibri" panose="020F0502020204030204" pitchFamily="34" charset="0"/>
                        </a:rPr>
                        <a:t>8</a:t>
                      </a:r>
                    </a:p>
                  </a:txBody>
                  <a:tcPr marL="3724" marR="3724" marT="372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3132079"/>
                  </a:ext>
                </a:extLst>
              </a:tr>
              <a:tr h="126652">
                <a:tc rowSpan="13">
                  <a:txBody>
                    <a:bodyPr/>
                    <a:lstStyle/>
                    <a:p>
                      <a:pPr algn="ctr" fontAlgn="ctr"/>
                      <a:r>
                        <a:rPr lang="en-US" sz="600" b="0" i="0" u="none" strike="noStrike">
                          <a:solidFill>
                            <a:srgbClr val="000000"/>
                          </a:solidFill>
                          <a:effectLst/>
                          <a:latin typeface="Calibri" panose="020F0502020204030204" pitchFamily="34" charset="0"/>
                        </a:rPr>
                        <a:t>Specialty Risks</a:t>
                      </a:r>
                    </a:p>
                  </a:txBody>
                  <a:tcPr marL="3724" marR="3724" marT="3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600" b="0" i="0" u="none" strike="noStrike">
                          <a:solidFill>
                            <a:srgbClr val="000000"/>
                          </a:solidFill>
                          <a:effectLst/>
                          <a:latin typeface="Calibri" panose="020F0502020204030204" pitchFamily="34" charset="0"/>
                        </a:rPr>
                        <a:t>Global Healthcare</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BDBDB"/>
                    </a:solidFill>
                  </a:tcPr>
                </a:tc>
                <a:tc>
                  <a:txBody>
                    <a:bodyPr/>
                    <a:lstStyle/>
                    <a:p>
                      <a:pPr algn="l" fontAlgn="b"/>
                      <a:r>
                        <a:rPr lang="en-US" sz="600" b="0" i="0" u="none" strike="noStrike">
                          <a:solidFill>
                            <a:srgbClr val="002060"/>
                          </a:solidFill>
                          <a:effectLst/>
                          <a:latin typeface="Calibri" panose="020F0502020204030204" pitchFamily="34" charset="0"/>
                        </a:rPr>
                        <a:t>Healthcare Management Liability</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E699"/>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4B084"/>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solidFill>
                      <a:srgbClr val="DBDBDB"/>
                    </a:solidFill>
                  </a:tcPr>
                </a:tc>
                <a:tc>
                  <a:txBody>
                    <a:bodyPr/>
                    <a:lstStyle/>
                    <a:p>
                      <a:pPr algn="ctr" fontAlgn="ctr"/>
                      <a:r>
                        <a:rPr lang="en-US" sz="600" b="0" i="0" u="none" strike="noStrike">
                          <a:solidFill>
                            <a:srgbClr val="000000"/>
                          </a:solidFill>
                          <a:effectLst/>
                          <a:latin typeface="Calibri" panose="020F0502020204030204" pitchFamily="34" charset="0"/>
                        </a:rPr>
                        <a:t>4</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823630595"/>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BDBDB"/>
                    </a:solidFill>
                  </a:tcPr>
                </a:tc>
                <a:tc>
                  <a:txBody>
                    <a:bodyPr/>
                    <a:lstStyle/>
                    <a:p>
                      <a:pPr algn="l" fontAlgn="b"/>
                      <a:r>
                        <a:rPr lang="en-US" sz="600" b="1" i="0" u="none" strike="noStrike">
                          <a:solidFill>
                            <a:srgbClr val="806000"/>
                          </a:solidFill>
                          <a:effectLst/>
                          <a:latin typeface="Calibri" panose="020F0502020204030204" pitchFamily="34" charset="0"/>
                        </a:rPr>
                        <a:t>US Hospitals</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a:noFill/>
                    </a:lnB>
                    <a:solidFill>
                      <a:srgbClr val="ACB9CA"/>
                    </a:solidFill>
                  </a:tcPr>
                </a:tc>
                <a:tc>
                  <a:txBody>
                    <a:bodyPr/>
                    <a:lstStyle/>
                    <a:p>
                      <a:pPr algn="ctr" fontAlgn="ctr"/>
                      <a:endParaRPr lang="en-US" sz="600" b="0" i="0" u="none" strike="noStrike">
                        <a:solidFill>
                          <a:srgbClr val="000000"/>
                        </a:solidFill>
                        <a:effectLst/>
                        <a:latin typeface="Calibri" panose="020F0502020204030204" pitchFamily="34" charset="0"/>
                      </a:endParaRPr>
                    </a:p>
                  </a:txBody>
                  <a:tcPr marL="3724" marR="3724" marT="3724" marB="0" anchor="ctr">
                    <a:lnL>
                      <a:noFill/>
                    </a:lnL>
                    <a:lnR>
                      <a:noFill/>
                    </a:lnR>
                    <a:lnT>
                      <a:noFill/>
                    </a:lnT>
                    <a:lnB>
                      <a:noFill/>
                    </a:lnB>
                  </a:tcPr>
                </a:tc>
                <a:tc>
                  <a:txBody>
                    <a:bodyPr/>
                    <a:lstStyle/>
                    <a:p>
                      <a:pPr algn="ctr" fontAlgn="ctr"/>
                      <a:r>
                        <a:rPr lang="en-US" sz="600" b="0" i="0" u="none" strike="noStrike">
                          <a:solidFill>
                            <a:srgbClr val="000000"/>
                          </a:solidFill>
                          <a:effectLst/>
                          <a:latin typeface="Calibri" panose="020F0502020204030204" pitchFamily="34" charset="0"/>
                        </a:rPr>
                        <a:t>4</a:t>
                      </a:r>
                    </a:p>
                  </a:txBody>
                  <a:tcPr marL="3724" marR="3724" marT="37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4107527665"/>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BDBDB"/>
                    </a:solidFill>
                  </a:tcPr>
                </a:tc>
                <a:tc>
                  <a:txBody>
                    <a:bodyPr/>
                    <a:lstStyle/>
                    <a:p>
                      <a:pPr algn="l" fontAlgn="b"/>
                      <a:r>
                        <a:rPr lang="en-US" sz="600" b="1" i="0" u="none" strike="noStrike">
                          <a:solidFill>
                            <a:srgbClr val="806000"/>
                          </a:solidFill>
                          <a:effectLst/>
                          <a:latin typeface="Calibri" panose="020F0502020204030204" pitchFamily="34" charset="0"/>
                        </a:rPr>
                        <a:t>Int'l &amp; US MiscMed &amp; Life Sciences</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solidFill>
                      <a:srgbClr val="ACB9CA"/>
                    </a:solidFill>
                  </a:tcPr>
                </a:tc>
                <a:tc>
                  <a:txBody>
                    <a:bodyPr/>
                    <a:lstStyle/>
                    <a:p>
                      <a:pPr algn="ctr" fontAlgn="ctr"/>
                      <a:r>
                        <a:rPr lang="en-US" sz="600" b="0" i="0" u="none" strike="noStrike">
                          <a:solidFill>
                            <a:srgbClr val="000000"/>
                          </a:solidFill>
                          <a:effectLst/>
                          <a:latin typeface="Calibri" panose="020F0502020204030204" pitchFamily="34" charset="0"/>
                        </a:rPr>
                        <a:t>8</a:t>
                      </a: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7470125"/>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Specialties &amp; US Programmes</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BDBDB"/>
                    </a:solidFill>
                  </a:tcPr>
                </a:tc>
                <a:tc>
                  <a:txBody>
                    <a:bodyPr/>
                    <a:lstStyle/>
                    <a:p>
                      <a:pPr algn="l" fontAlgn="b"/>
                      <a:r>
                        <a:rPr lang="en-US" sz="600" b="1" i="0" u="none" strike="noStrike">
                          <a:solidFill>
                            <a:srgbClr val="806000"/>
                          </a:solidFill>
                          <a:effectLst/>
                          <a:latin typeface="Calibri" panose="020F0502020204030204" pitchFamily="34" charset="0"/>
                        </a:rPr>
                        <a:t>Small Business Misc Med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solidFill>
                      <a:srgbClr val="ACB9CA"/>
                    </a:solidFill>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53277674"/>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BDBDB"/>
                    </a:solidFill>
                  </a:tcPr>
                </a:tc>
                <a:tc>
                  <a:txBody>
                    <a:bodyPr/>
                    <a:lstStyle/>
                    <a:p>
                      <a:pPr algn="l" fontAlgn="b"/>
                      <a:r>
                        <a:rPr lang="en-US" sz="600" b="1" i="0" u="none" strike="noStrike">
                          <a:solidFill>
                            <a:srgbClr val="806000"/>
                          </a:solidFill>
                          <a:effectLst/>
                          <a:latin typeface="Calibri" panose="020F0502020204030204" pitchFamily="34" charset="0"/>
                        </a:rPr>
                        <a:t>Media</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a:noFill/>
                    </a:lnB>
                    <a:solidFill>
                      <a:srgbClr val="ACB9CA"/>
                    </a:solidFill>
                  </a:tcPr>
                </a:tc>
                <a:tc>
                  <a:txBody>
                    <a:bodyPr/>
                    <a:lstStyle/>
                    <a:p>
                      <a:pPr algn="ctr" fontAlgn="ctr"/>
                      <a:endParaRPr lang="en-US" sz="600" b="0" i="0" u="none" strike="noStrike">
                        <a:solidFill>
                          <a:srgbClr val="000000"/>
                        </a:solidFill>
                        <a:effectLst/>
                        <a:latin typeface="Calibri" panose="020F0502020204030204" pitchFamily="34" charset="0"/>
                      </a:endParaRPr>
                    </a:p>
                  </a:txBody>
                  <a:tcPr marL="3724" marR="3724" marT="3724" marB="0" anchor="ctr">
                    <a:lnL>
                      <a:noFill/>
                    </a:lnL>
                    <a:lnR>
                      <a:noFill/>
                    </a:lnR>
                    <a:lnT>
                      <a:noFill/>
                    </a:lnT>
                    <a:lnB>
                      <a:noFill/>
                    </a:lnB>
                  </a:tcPr>
                </a:tc>
                <a:tc>
                  <a:txBody>
                    <a:bodyPr/>
                    <a:lstStyle/>
                    <a:p>
                      <a:pPr algn="ctr" fontAlgn="ctr"/>
                      <a:r>
                        <a:rPr lang="en-US" sz="600" b="0" i="0" u="none" strike="noStrike">
                          <a:solidFill>
                            <a:srgbClr val="000000"/>
                          </a:solidFill>
                          <a:effectLst/>
                          <a:latin typeface="Calibri" panose="020F0502020204030204" pitchFamily="34" charset="0"/>
                        </a:rPr>
                        <a:t>16</a:t>
                      </a:r>
                    </a:p>
                  </a:txBody>
                  <a:tcPr marL="3724" marR="3724" marT="37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355897141"/>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Product Recall</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Yed</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a:noFill/>
                    </a:lnB>
                    <a:solidFill>
                      <a:srgbClr val="ACB9CA"/>
                    </a:solidFill>
                  </a:tcPr>
                </a:tc>
                <a:tc>
                  <a:txBody>
                    <a:bodyPr/>
                    <a:lstStyle/>
                    <a:p>
                      <a:pPr algn="ctr" fontAlgn="ctr"/>
                      <a:r>
                        <a:rPr lang="en-US" sz="600" b="0" i="0" u="none" strike="noStrike">
                          <a:solidFill>
                            <a:srgbClr val="000000"/>
                          </a:solidFill>
                          <a:effectLst/>
                          <a:latin typeface="Calibri" panose="020F0502020204030204" pitchFamily="34" charset="0"/>
                        </a:rPr>
                        <a:t>4</a:t>
                      </a:r>
                    </a:p>
                  </a:txBody>
                  <a:tcPr marL="3724" marR="3724" marT="3724" marB="0" anchor="ctr">
                    <a:lnL>
                      <a:noFill/>
                    </a:lnL>
                    <a:lnR>
                      <a:noFill/>
                    </a:lnR>
                    <a:lnT>
                      <a:noFill/>
                    </a:lnT>
                    <a:lnB>
                      <a:noFill/>
                    </a:lnB>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20062446"/>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US Specialty Programmes</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r>
                        <a:rPr lang="en-US" sz="600" b="0" i="0" u="none" strike="noStrike">
                          <a:solidFill>
                            <a:srgbClr val="000000"/>
                          </a:solidFill>
                          <a:effectLst/>
                          <a:latin typeface="Calibri" panose="020F0502020204030204" pitchFamily="34" charset="0"/>
                        </a:rPr>
                        <a:t>8</a:t>
                      </a: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82594604"/>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Global PEMA</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BDBDB"/>
                    </a:solidFill>
                  </a:tcPr>
                </a:tc>
                <a:tc>
                  <a:txBody>
                    <a:bodyPr/>
                    <a:lstStyle/>
                    <a:p>
                      <a:pPr algn="l" fontAlgn="b"/>
                      <a:r>
                        <a:rPr lang="en-US" sz="600" b="1" i="0" u="none" strike="noStrike">
                          <a:solidFill>
                            <a:srgbClr val="806000"/>
                          </a:solidFill>
                          <a:effectLst/>
                          <a:latin typeface="Calibri" panose="020F0502020204030204" pitchFamily="34" charset="0"/>
                        </a:rPr>
                        <a:t>Environmental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solidFill>
                      <a:srgbClr val="ACB9CA"/>
                    </a:solidFill>
                  </a:tcPr>
                </a:tc>
                <a:tc>
                  <a:txBody>
                    <a:bodyPr/>
                    <a:lstStyle/>
                    <a:p>
                      <a:pPr algn="ctr" fontAlgn="ctr"/>
                      <a:r>
                        <a:rPr lang="en-US" sz="600" b="0" i="0" u="none" strike="noStrike">
                          <a:solidFill>
                            <a:srgbClr val="000000"/>
                          </a:solidFill>
                          <a:effectLst/>
                          <a:latin typeface="Calibri" panose="020F0502020204030204" pitchFamily="34" charset="0"/>
                        </a:rPr>
                        <a:t>8</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120102943"/>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US A&amp;E</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F4B084"/>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a:noFill/>
                    </a:lnL>
                    <a:lnR>
                      <a:noFill/>
                    </a:lnR>
                    <a:lnT>
                      <a:noFill/>
                    </a:lnT>
                    <a:lnB>
                      <a:noFill/>
                    </a:lnB>
                    <a:solidFill>
                      <a:srgbClr val="DBDBDB"/>
                    </a:solidFill>
                  </a:tcPr>
                </a:tc>
                <a:tc>
                  <a:txBody>
                    <a:bodyPr/>
                    <a:lstStyle/>
                    <a:p>
                      <a:pPr algn="ctr" fontAlgn="ctr"/>
                      <a:endParaRPr lang="en-US" sz="600" b="0" i="0" u="none" strike="noStrike">
                        <a:solidFill>
                          <a:srgbClr val="000000"/>
                        </a:solidFill>
                        <a:effectLst/>
                        <a:latin typeface="Calibri" panose="020F0502020204030204" pitchFamily="34" charset="0"/>
                      </a:endParaRPr>
                    </a:p>
                  </a:txBody>
                  <a:tcPr marL="3724" marR="3724" marT="3724" marB="0" anchor="ctr">
                    <a:lnL>
                      <a:noFill/>
                    </a:lnL>
                    <a:lnR>
                      <a:noFill/>
                    </a:lnR>
                    <a:lnT>
                      <a:noFill/>
                    </a:lnT>
                    <a:lnB>
                      <a:noFill/>
                    </a:lnB>
                  </a:tcPr>
                </a:tc>
                <a:tc>
                  <a:txBody>
                    <a:bodyPr/>
                    <a:lstStyle/>
                    <a:p>
                      <a:pPr algn="ctr" fontAlgn="ctr"/>
                      <a:r>
                        <a:rPr lang="en-US" sz="600" b="0" i="0" u="none" strike="noStrike">
                          <a:solidFill>
                            <a:srgbClr val="000000"/>
                          </a:solidFill>
                          <a:effectLst/>
                          <a:latin typeface="Calibri" panose="020F0502020204030204" pitchFamily="34" charset="0"/>
                        </a:rPr>
                        <a:t>4</a:t>
                      </a:r>
                    </a:p>
                  </a:txBody>
                  <a:tcPr marL="3724" marR="3724" marT="37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4197220146"/>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BDBDB"/>
                    </a:solidFill>
                  </a:tcPr>
                </a:tc>
                <a:tc>
                  <a:txBody>
                    <a:bodyPr/>
                    <a:lstStyle/>
                    <a:p>
                      <a:pPr algn="l" fontAlgn="b"/>
                      <a:r>
                        <a:rPr lang="en-US" sz="600" b="1" i="0" u="none" strike="noStrike">
                          <a:solidFill>
                            <a:srgbClr val="806000"/>
                          </a:solidFill>
                          <a:effectLst/>
                          <a:latin typeface="Calibri" panose="020F0502020204030204" pitchFamily="34" charset="0"/>
                        </a:rPr>
                        <a:t>M&amp;A</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a:noFill/>
                    </a:lnB>
                    <a:solidFill>
                      <a:srgbClr val="ACB9CA"/>
                    </a:solidFill>
                  </a:tcPr>
                </a:tc>
                <a:tc>
                  <a:txBody>
                    <a:bodyPr/>
                    <a:lstStyle/>
                    <a:p>
                      <a:pPr algn="ctr" fontAlgn="ctr"/>
                      <a:endParaRPr lang="en-US" sz="600" b="0" i="0" u="none" strike="noStrike">
                        <a:solidFill>
                          <a:srgbClr val="000000"/>
                        </a:solidFill>
                        <a:effectLst/>
                        <a:latin typeface="Calibri" panose="020F0502020204030204" pitchFamily="34" charset="0"/>
                      </a:endParaRPr>
                    </a:p>
                  </a:txBody>
                  <a:tcPr marL="3724" marR="3724" marT="3724" marB="0" anchor="ctr">
                    <a:lnL>
                      <a:noFill/>
                    </a:lnL>
                    <a:lnR>
                      <a:noFill/>
                    </a:lnR>
                    <a:lnT>
                      <a:noFill/>
                    </a:lnT>
                    <a:lnB>
                      <a:noFill/>
                    </a:lnB>
                  </a:tcPr>
                </a:tc>
                <a:tc>
                  <a:txBody>
                    <a:bodyPr/>
                    <a:lstStyle/>
                    <a:p>
                      <a:pPr algn="ctr" fontAlgn="ctr"/>
                      <a:r>
                        <a:rPr lang="en-US" sz="600" b="0" i="0" u="none" strike="noStrike">
                          <a:solidFill>
                            <a:srgbClr val="000000"/>
                          </a:solidFill>
                          <a:effectLst/>
                          <a:latin typeface="Calibri" panose="020F0502020204030204" pitchFamily="34" charset="0"/>
                        </a:rPr>
                        <a:t>4</a:t>
                      </a:r>
                    </a:p>
                  </a:txBody>
                  <a:tcPr marL="3724" marR="3724" marT="37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922035502"/>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DIN US Lawyers</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DBDBDB"/>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a:noFill/>
                    </a:lnB>
                    <a:solidFill>
                      <a:srgbClr val="C6E0B4"/>
                    </a:solidFill>
                  </a:tcPr>
                </a:tc>
                <a:tc>
                  <a:txBody>
                    <a:bodyPr/>
                    <a:lstStyle/>
                    <a:p>
                      <a:pPr algn="ctr" fontAlgn="ctr"/>
                      <a:r>
                        <a:rPr lang="en-US" sz="600" b="0" i="0" u="none" strike="noStrike">
                          <a:solidFill>
                            <a:srgbClr val="000000"/>
                          </a:solidFill>
                          <a:effectLst/>
                          <a:latin typeface="Calibri" panose="020F0502020204030204" pitchFamily="34" charset="0"/>
                        </a:rPr>
                        <a:t>4</a:t>
                      </a:r>
                    </a:p>
                  </a:txBody>
                  <a:tcPr marL="3724" marR="3724" marT="3724" marB="0" anchor="ctr">
                    <a:lnL>
                      <a:noFill/>
                    </a:lnL>
                    <a:lnR>
                      <a:noFill/>
                    </a:lnR>
                    <a:lnT>
                      <a:noFill/>
                    </a:lnT>
                    <a:lnB>
                      <a:noFill/>
                    </a:lnB>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848729022"/>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Large Client Professional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DBDBDB"/>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a:noFill/>
                    </a:lnB>
                    <a:solidFill>
                      <a:srgbClr val="C6E0B4"/>
                    </a:solidFill>
                  </a:tcPr>
                </a:tc>
                <a:tc>
                  <a:txBody>
                    <a:bodyPr/>
                    <a:lstStyle/>
                    <a:p>
                      <a:pPr algn="ctr" fontAlgn="ctr"/>
                      <a:endParaRPr lang="en-US" sz="600" b="0" i="0" u="none" strike="noStrike">
                        <a:solidFill>
                          <a:srgbClr val="000000"/>
                        </a:solidFill>
                        <a:effectLst/>
                        <a:latin typeface="Calibri" panose="020F0502020204030204" pitchFamily="34" charset="0"/>
                      </a:endParaRPr>
                    </a:p>
                  </a:txBody>
                  <a:tcPr marL="3724" marR="3724" marT="3724" marB="0" anchor="ctr">
                    <a:lnL>
                      <a:noFill/>
                    </a:lnL>
                    <a:lnR>
                      <a:noFill/>
                    </a:lnR>
                    <a:lnT>
                      <a:noFill/>
                    </a:lnT>
                    <a:lnB>
                      <a:noFill/>
                    </a:lnB>
                  </a:tcPr>
                </a:tc>
                <a:tc>
                  <a:txBody>
                    <a:bodyPr/>
                    <a:lstStyle/>
                    <a:p>
                      <a:pPr algn="ctr" fontAlgn="ctr"/>
                      <a:r>
                        <a:rPr lang="en-US" sz="600" b="0" i="0" u="none" strike="noStrike">
                          <a:solidFill>
                            <a:srgbClr val="000000"/>
                          </a:solidFill>
                          <a:effectLst/>
                          <a:latin typeface="Calibri" panose="020F0502020204030204" pitchFamily="34" charset="0"/>
                        </a:rPr>
                        <a:t>8</a:t>
                      </a:r>
                    </a:p>
                  </a:txBody>
                  <a:tcPr marL="3724" marR="3724" marT="37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132837051"/>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Specialty Professions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solidFill>
                      <a:srgbClr val="ACB9CA"/>
                    </a:solidFill>
                  </a:tcPr>
                </a:tc>
                <a:tc>
                  <a:txBody>
                    <a:bodyPr/>
                    <a:lstStyle/>
                    <a:p>
                      <a:pPr algn="ctr" fontAlgn="ctr"/>
                      <a:r>
                        <a:rPr lang="en-US" sz="600" b="0" i="0" u="none" strike="noStrike">
                          <a:solidFill>
                            <a:srgbClr val="000000"/>
                          </a:solidFill>
                          <a:effectLst/>
                          <a:latin typeface="Calibri" panose="020F0502020204030204" pitchFamily="34" charset="0"/>
                        </a:rPr>
                        <a:t>4</a:t>
                      </a: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9095613"/>
                  </a:ext>
                </a:extLst>
              </a:tr>
              <a:tr h="126652">
                <a:tc rowSpan="10">
                  <a:txBody>
                    <a:bodyPr/>
                    <a:lstStyle/>
                    <a:p>
                      <a:pPr algn="ctr" fontAlgn="ctr"/>
                      <a:r>
                        <a:rPr lang="en-US" sz="600" b="0" i="0" u="none" strike="noStrike">
                          <a:solidFill>
                            <a:srgbClr val="000000"/>
                          </a:solidFill>
                          <a:effectLst/>
                          <a:latin typeface="Calibri" panose="020F0502020204030204" pitchFamily="34" charset="0"/>
                        </a:rPr>
                        <a:t>MAP Risks</a:t>
                      </a:r>
                    </a:p>
                  </a:txBody>
                  <a:tcPr marL="3724" marR="3724" marT="3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600" b="0" i="0" u="none" strike="noStrike">
                          <a:solidFill>
                            <a:srgbClr val="000000"/>
                          </a:solidFill>
                          <a:effectLst/>
                          <a:latin typeface="Calibri" panose="020F0502020204030204" pitchFamily="34" charset="0"/>
                        </a:rPr>
                        <a:t>PAC</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BDBDB"/>
                    </a:solidFill>
                  </a:tcPr>
                </a:tc>
                <a:tc>
                  <a:txBody>
                    <a:bodyPr/>
                    <a:lstStyle/>
                    <a:p>
                      <a:pPr algn="l" fontAlgn="b"/>
                      <a:r>
                        <a:rPr lang="en-US" sz="600" b="1" i="0" u="none" strike="noStrike">
                          <a:solidFill>
                            <a:srgbClr val="806000"/>
                          </a:solidFill>
                          <a:effectLst/>
                          <a:latin typeface="Calibri" panose="020F0502020204030204" pitchFamily="34" charset="0"/>
                        </a:rPr>
                        <a:t>Political</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solidFill>
                      <a:srgbClr val="ACB9CA"/>
                    </a:solidFill>
                  </a:tcPr>
                </a:tc>
                <a:tc>
                  <a:txBody>
                    <a:bodyPr/>
                    <a:lstStyle/>
                    <a:p>
                      <a:pPr algn="ctr" fontAlgn="ctr"/>
                      <a:r>
                        <a:rPr lang="en-US" sz="600" b="0" i="0" u="none" strike="noStrike">
                          <a:solidFill>
                            <a:srgbClr val="000000"/>
                          </a:solidFill>
                          <a:effectLst/>
                          <a:latin typeface="Calibri" panose="020F0502020204030204" pitchFamily="34" charset="0"/>
                        </a:rPr>
                        <a:t>4</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205366621"/>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Contingency</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a:noFill/>
                    </a:lnB>
                    <a:solidFill>
                      <a:srgbClr val="ACB9CA"/>
                    </a:solidFill>
                  </a:tcPr>
                </a:tc>
                <a:tc>
                  <a:txBody>
                    <a:bodyPr/>
                    <a:lstStyle/>
                    <a:p>
                      <a:pPr algn="ctr" fontAlgn="ctr"/>
                      <a:endParaRPr lang="en-US" sz="600" b="0" i="0" u="none" strike="noStrike">
                        <a:solidFill>
                          <a:srgbClr val="000000"/>
                        </a:solidFill>
                        <a:effectLst/>
                        <a:latin typeface="Calibri" panose="020F0502020204030204" pitchFamily="34" charset="0"/>
                      </a:endParaRPr>
                    </a:p>
                  </a:txBody>
                  <a:tcPr marL="3724" marR="3724" marT="3724" marB="0" anchor="ctr">
                    <a:lnL>
                      <a:noFill/>
                    </a:lnL>
                    <a:lnR>
                      <a:noFill/>
                    </a:lnR>
                    <a:lnT>
                      <a:noFill/>
                    </a:lnT>
                    <a:lnB>
                      <a:noFill/>
                    </a:lnB>
                  </a:tcPr>
                </a:tc>
                <a:tc>
                  <a:txBody>
                    <a:bodyPr/>
                    <a:lstStyle/>
                    <a:p>
                      <a:pPr algn="ctr" fontAlgn="ctr"/>
                      <a:r>
                        <a:rPr lang="en-US" sz="600" b="0" i="0" u="none" strike="noStrike">
                          <a:solidFill>
                            <a:srgbClr val="000000"/>
                          </a:solidFill>
                          <a:effectLst/>
                          <a:latin typeface="Calibri" panose="020F0502020204030204" pitchFamily="34" charset="0"/>
                        </a:rPr>
                        <a:t>16</a:t>
                      </a:r>
                    </a:p>
                  </a:txBody>
                  <a:tcPr marL="3724" marR="3724" marT="37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952669749"/>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BDBDB"/>
                    </a:solidFill>
                  </a:tcPr>
                </a:tc>
                <a:tc>
                  <a:txBody>
                    <a:bodyPr/>
                    <a:lstStyle/>
                    <a:p>
                      <a:pPr algn="l" fontAlgn="b"/>
                      <a:r>
                        <a:rPr lang="en-US" sz="600" b="1" i="0" u="none" strike="noStrike">
                          <a:solidFill>
                            <a:srgbClr val="806000"/>
                          </a:solidFill>
                          <a:effectLst/>
                          <a:latin typeface="Calibri" panose="020F0502020204030204" pitchFamily="34" charset="0"/>
                        </a:rPr>
                        <a:t>Terrorism (&amp; K&amp;R)</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a:noFill/>
                    </a:lnB>
                    <a:solidFill>
                      <a:srgbClr val="ACB9CA"/>
                    </a:solidFill>
                  </a:tcPr>
                </a:tc>
                <a:tc>
                  <a:txBody>
                    <a:bodyPr/>
                    <a:lstStyle/>
                    <a:p>
                      <a:pPr algn="ctr" fontAlgn="ctr"/>
                      <a:r>
                        <a:rPr lang="en-US" sz="600" b="0" i="0" u="none" strike="noStrike">
                          <a:solidFill>
                            <a:srgbClr val="000000"/>
                          </a:solidFill>
                          <a:effectLst/>
                          <a:latin typeface="Calibri" panose="020F0502020204030204" pitchFamily="34" charset="0"/>
                        </a:rPr>
                        <a:t>4</a:t>
                      </a:r>
                    </a:p>
                  </a:txBody>
                  <a:tcPr marL="3724" marR="3724" marT="3724" marB="0" anchor="ctr">
                    <a:lnL>
                      <a:noFill/>
                    </a:lnL>
                    <a:lnR>
                      <a:noFill/>
                    </a:lnR>
                    <a:lnT>
                      <a:noFill/>
                    </a:lnT>
                    <a:lnB>
                      <a:noFill/>
                    </a:lnB>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871776804"/>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LAH</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endParaRPr lang="en-US" sz="600" b="0" i="0" u="none" strike="noStrike">
                        <a:solidFill>
                          <a:srgbClr val="000000"/>
                        </a:solidFill>
                        <a:effectLst/>
                        <a:latin typeface="Calibri" panose="020F0502020204030204" pitchFamily="34" charset="0"/>
                      </a:endParaRP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5417318"/>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Marine</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Cargo</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solidFill>
                      <a:srgbClr val="ACB9CA"/>
                    </a:solidFill>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600" b="0" i="0" u="none" strike="noStrike">
                          <a:solidFill>
                            <a:srgbClr val="000000"/>
                          </a:solidFill>
                          <a:effectLst/>
                          <a:latin typeface="Calibri" panose="020F0502020204030204" pitchFamily="34" charset="0"/>
                        </a:rPr>
                        <a:t>4</a:t>
                      </a:r>
                    </a:p>
                  </a:txBody>
                  <a:tcPr marL="3724" marR="3724" marT="372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967784800"/>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Hull &amp; War</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a:noFill/>
                    </a:lnB>
                    <a:solidFill>
                      <a:srgbClr val="ACB9CA"/>
                    </a:solidFill>
                  </a:tcPr>
                </a:tc>
                <a:tc rowSpan="2">
                  <a:txBody>
                    <a:bodyPr/>
                    <a:lstStyle/>
                    <a:p>
                      <a:pPr algn="ctr" fontAlgn="ctr"/>
                      <a:r>
                        <a:rPr lang="en-US" sz="600" b="0" i="0" u="none" strike="noStrike">
                          <a:solidFill>
                            <a:srgbClr val="000000"/>
                          </a:solidFill>
                          <a:effectLst/>
                          <a:latin typeface="Calibri" panose="020F0502020204030204" pitchFamily="34" charset="0"/>
                        </a:rPr>
                        <a:t>12</a:t>
                      </a:r>
                    </a:p>
                  </a:txBody>
                  <a:tcPr marL="3724" marR="3724" marT="3724" marB="0" anchor="ctr">
                    <a:lnL>
                      <a:noFill/>
                    </a:lnL>
                    <a:lnR>
                      <a:noFill/>
                    </a:lnR>
                    <a:lnT>
                      <a:noFill/>
                    </a:lnT>
                    <a:lnB>
                      <a:noFill/>
                    </a:lnB>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61825464"/>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Marine Liability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a:noFill/>
                    </a:lnB>
                    <a:solidFill>
                      <a:srgbClr val="ACB9CA"/>
                    </a:solidFill>
                  </a:tcPr>
                </a:tc>
                <a:tc vMerge="1">
                  <a:txBody>
                    <a:bodyPr/>
                    <a:lstStyle/>
                    <a:p>
                      <a:endParaRPr lang="en-US"/>
                    </a:p>
                  </a:txBody>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528428642"/>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Satellite</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DBDBDB"/>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a:noFill/>
                    </a:lnB>
                    <a:solidFill>
                      <a:srgbClr val="C6E0B4"/>
                    </a:solidFill>
                  </a:tcPr>
                </a:tc>
                <a:tc>
                  <a:txBody>
                    <a:bodyPr/>
                    <a:lstStyle/>
                    <a:p>
                      <a:pPr algn="ctr" fontAlgn="ctr"/>
                      <a:endParaRPr lang="en-US" sz="600" b="0" i="0" u="none" strike="noStrike">
                        <a:solidFill>
                          <a:srgbClr val="000000"/>
                        </a:solidFill>
                        <a:effectLst/>
                        <a:latin typeface="Calibri" panose="020F0502020204030204" pitchFamily="34" charset="0"/>
                      </a:endParaRPr>
                    </a:p>
                  </a:txBody>
                  <a:tcPr marL="3724" marR="3724" marT="3724" marB="0" anchor="ctr">
                    <a:lnL>
                      <a:noFill/>
                    </a:lnL>
                    <a:lnR>
                      <a:noFill/>
                    </a:lnR>
                    <a:lnT>
                      <a:noFill/>
                    </a:lnT>
                    <a:lnB>
                      <a:noFill/>
                    </a:lnB>
                  </a:tcPr>
                </a:tc>
                <a:tc rowSpan="2">
                  <a:txBody>
                    <a:bodyPr/>
                    <a:lstStyle/>
                    <a:p>
                      <a:pPr algn="ctr" fontAlgn="ctr"/>
                      <a:r>
                        <a:rPr lang="en-US" sz="600" b="0" i="0" u="none" strike="noStrike">
                          <a:solidFill>
                            <a:srgbClr val="000000"/>
                          </a:solidFill>
                          <a:effectLst/>
                          <a:latin typeface="Calibri" panose="020F0502020204030204" pitchFamily="34" charset="0"/>
                        </a:rPr>
                        <a:t>4</a:t>
                      </a:r>
                    </a:p>
                  </a:txBody>
                  <a:tcPr marL="3724" marR="3724" marT="37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85408806"/>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BDBDB"/>
                    </a:solidFill>
                  </a:tcPr>
                </a:tc>
                <a:tc>
                  <a:txBody>
                    <a:bodyPr/>
                    <a:lstStyle/>
                    <a:p>
                      <a:pPr algn="l" fontAlgn="b"/>
                      <a:r>
                        <a:rPr lang="en-US" sz="600" b="1" i="0" u="none" strike="noStrike">
                          <a:solidFill>
                            <a:srgbClr val="806000"/>
                          </a:solidFill>
                          <a:effectLst/>
                          <a:latin typeface="Calibri" panose="020F0502020204030204" pitchFamily="34" charset="0"/>
                        </a:rPr>
                        <a:t>Aviation</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ACB9CA"/>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a:noFill/>
                    </a:lnB>
                    <a:solidFill>
                      <a:srgbClr val="ACB9CA"/>
                    </a:solidFill>
                  </a:tcPr>
                </a:tc>
                <a:tc>
                  <a:txBody>
                    <a:bodyPr/>
                    <a:lstStyle/>
                    <a:p>
                      <a:pPr algn="ctr" fontAlgn="ctr"/>
                      <a:endParaRPr lang="en-US" sz="600" b="0" i="0" u="none" strike="noStrike">
                        <a:solidFill>
                          <a:srgbClr val="000000"/>
                        </a:solidFill>
                        <a:effectLst/>
                        <a:latin typeface="Calibri" panose="020F0502020204030204" pitchFamily="34" charset="0"/>
                      </a:endParaRPr>
                    </a:p>
                  </a:txBody>
                  <a:tcPr marL="3724" marR="3724" marT="3724" marB="0" anchor="ctr">
                    <a:lnL>
                      <a:noFill/>
                    </a:lnL>
                    <a:lnR>
                      <a:noFill/>
                    </a:lnR>
                    <a:lnT>
                      <a:noFill/>
                    </a:lnT>
                    <a:lnB>
                      <a:noFill/>
                    </a:lnB>
                  </a:tcPr>
                </a:tc>
                <a:tc vMerge="1">
                  <a:txBody>
                    <a:bodyPr/>
                    <a:lstStyle/>
                    <a:p>
                      <a:endParaRPr lang="en-US"/>
                    </a:p>
                  </a:txBody>
                  <a:tcPr/>
                </a:tc>
                <a:extLst>
                  <a:ext uri="{0D108BD9-81ED-4DB2-BD59-A6C34878D82A}">
                    <a16:rowId xmlns:a16="http://schemas.microsoft.com/office/drawing/2014/main" val="1221429436"/>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BDBDB"/>
                    </a:solidFill>
                  </a:tcPr>
                </a:tc>
                <a:tc>
                  <a:txBody>
                    <a:bodyPr/>
                    <a:lstStyle/>
                    <a:p>
                      <a:pPr algn="l" fontAlgn="b"/>
                      <a:r>
                        <a:rPr lang="en-US" sz="600" b="0" i="0" u="none" strike="noStrike">
                          <a:solidFill>
                            <a:srgbClr val="000000"/>
                          </a:solidFill>
                          <a:effectLst/>
                          <a:latin typeface="Calibri" panose="020F0502020204030204" pitchFamily="34" charset="0"/>
                        </a:rPr>
                        <a:t>Energy</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600" b="0" i="0" u="none" strike="noStrike">
                          <a:solidFill>
                            <a:srgbClr val="000000"/>
                          </a:solidFill>
                          <a:effectLst/>
                          <a:latin typeface="Calibri" panose="020F0502020204030204" pitchFamily="34" charset="0"/>
                        </a:rPr>
                        <a:t>4</a:t>
                      </a: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0479850"/>
                  </a:ext>
                </a:extLst>
              </a:tr>
              <a:tr h="126652">
                <a:tc rowSpan="3">
                  <a:txBody>
                    <a:bodyPr/>
                    <a:lstStyle/>
                    <a:p>
                      <a:pPr algn="ctr" fontAlgn="ctr"/>
                      <a:r>
                        <a:rPr lang="en-US" sz="600" b="0" i="0" u="none" strike="noStrike">
                          <a:solidFill>
                            <a:srgbClr val="000000"/>
                          </a:solidFill>
                          <a:effectLst/>
                          <a:latin typeface="Calibri" panose="020F0502020204030204" pitchFamily="34" charset="0"/>
                        </a:rPr>
                        <a:t>Specialty Risks</a:t>
                      </a:r>
                    </a:p>
                  </a:txBody>
                  <a:tcPr marL="3724" marR="3724" marT="37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b"/>
                      <a:r>
                        <a:rPr lang="en-US" sz="600" b="0" i="0" u="none" strike="noStrike">
                          <a:solidFill>
                            <a:srgbClr val="000000"/>
                          </a:solidFill>
                          <a:effectLst/>
                          <a:latin typeface="Calibri" panose="020F0502020204030204" pitchFamily="34" charset="0"/>
                        </a:rPr>
                        <a:t>Global Treaty</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BDBDB"/>
                    </a:solidFill>
                  </a:tcPr>
                </a:tc>
                <a:tc>
                  <a:txBody>
                    <a:bodyPr/>
                    <a:lstStyle/>
                    <a:p>
                      <a:pPr algn="l" fontAlgn="b"/>
                      <a:r>
                        <a:rPr lang="en-US" sz="600" b="1" i="0" u="none" strike="noStrike">
                          <a:solidFill>
                            <a:srgbClr val="806000"/>
                          </a:solidFill>
                          <a:effectLst/>
                          <a:latin typeface="Calibri" panose="020F0502020204030204" pitchFamily="34" charset="0"/>
                        </a:rPr>
                        <a:t>Specialty Surety</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DBDBDB"/>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solidFill>
                      <a:srgbClr val="C6E0B4"/>
                    </a:solidFill>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tcPr>
                </a:tc>
                <a:tc rowSpan="3">
                  <a:txBody>
                    <a:bodyPr/>
                    <a:lstStyle/>
                    <a:p>
                      <a:pPr algn="ctr" fontAlgn="ctr"/>
                      <a:r>
                        <a:rPr lang="en-US" sz="600" b="0" i="0" u="none" strike="noStrike">
                          <a:solidFill>
                            <a:srgbClr val="000000"/>
                          </a:solidFill>
                          <a:effectLst/>
                          <a:latin typeface="Calibri" panose="020F0502020204030204" pitchFamily="34" charset="0"/>
                        </a:rPr>
                        <a:t>8</a:t>
                      </a:r>
                    </a:p>
                  </a:txBody>
                  <a:tcPr marL="3724" marR="3724" marT="372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7357773"/>
                  </a:ext>
                </a:extLst>
              </a:tr>
              <a:tr h="126652">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BDBDB"/>
                    </a:solidFill>
                  </a:tcPr>
                </a:tc>
                <a:tc>
                  <a:txBody>
                    <a:bodyPr/>
                    <a:lstStyle/>
                    <a:p>
                      <a:pPr algn="l" fontAlgn="b"/>
                      <a:r>
                        <a:rPr lang="en-US" sz="600" b="1" i="0" u="none" strike="noStrike">
                          <a:solidFill>
                            <a:srgbClr val="806000"/>
                          </a:solidFill>
                          <a:effectLst/>
                          <a:latin typeface="Calibri" panose="020F0502020204030204" pitchFamily="34" charset="0"/>
                        </a:rPr>
                        <a:t>Specialty PT</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w="6350" cap="flat" cmpd="sng" algn="ctr">
                      <a:solidFill>
                        <a:srgbClr val="000000"/>
                      </a:solidFill>
                      <a:prstDash val="solid"/>
                      <a:round/>
                      <a:headEnd type="none" w="med" len="med"/>
                      <a:tailEnd type="none" w="med" len="med"/>
                    </a:lnL>
                    <a:lnR>
                      <a:noFill/>
                    </a:lnR>
                    <a:lnT>
                      <a:noFill/>
                    </a:lnT>
                    <a:lnB>
                      <a:noFill/>
                    </a:lnB>
                    <a:solidFill>
                      <a:srgbClr val="DBDBDB"/>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a:noFill/>
                    </a:lnB>
                    <a:solidFill>
                      <a:srgbClr val="C6E0B4"/>
                    </a:solidFill>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a:noFill/>
                    </a:lnR>
                    <a:lnT>
                      <a:noFill/>
                    </a:lnT>
                    <a:lnB>
                      <a:noFill/>
                    </a:lnB>
                  </a:tcPr>
                </a:tc>
                <a:tc vMerge="1">
                  <a:txBody>
                    <a:bodyPr/>
                    <a:lstStyle/>
                    <a:p>
                      <a:endParaRPr lang="en-US"/>
                    </a:p>
                  </a:txBody>
                  <a:tcPr/>
                </a:tc>
                <a:extLst>
                  <a:ext uri="{0D108BD9-81ED-4DB2-BD59-A6C34878D82A}">
                    <a16:rowId xmlns:a16="http://schemas.microsoft.com/office/drawing/2014/main" val="665684808"/>
                  </a:ext>
                </a:extLst>
              </a:tr>
              <a:tr h="131018">
                <a:tc vMerge="1">
                  <a:txBody>
                    <a:bodyPr/>
                    <a:lstStyle/>
                    <a:p>
                      <a:endParaRPr lang="en-US"/>
                    </a:p>
                  </a:txBody>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BDBDB"/>
                    </a:solidFill>
                  </a:tcPr>
                </a:tc>
                <a:tc>
                  <a:txBody>
                    <a:bodyPr/>
                    <a:lstStyle/>
                    <a:p>
                      <a:pPr algn="l" fontAlgn="b"/>
                      <a:r>
                        <a:rPr lang="en-US" sz="600" b="1" i="0" u="none" strike="noStrike">
                          <a:solidFill>
                            <a:srgbClr val="806000"/>
                          </a:solidFill>
                          <a:effectLst/>
                          <a:latin typeface="Calibri" panose="020F0502020204030204" pitchFamily="34" charset="0"/>
                        </a:rPr>
                        <a:t>Specialty BPS (Embedded)</a:t>
                      </a:r>
                    </a:p>
                  </a:txBody>
                  <a:tcPr marL="3724" marR="3724" marT="37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600" b="1" i="0" u="none" strike="noStrike">
                          <a:solidFill>
                            <a:srgbClr val="000000"/>
                          </a:solidFill>
                          <a:effectLst/>
                          <a:latin typeface="Calibri" panose="020F0502020204030204" pitchFamily="34" charset="0"/>
                        </a:rPr>
                        <a:t>No</a:t>
                      </a:r>
                    </a:p>
                  </a:txBody>
                  <a:tcPr marL="3724" marR="3724" marT="372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DBDBDB"/>
                    </a:solidFill>
                  </a:tcPr>
                </a:tc>
                <a:tc>
                  <a:txBody>
                    <a:bodyPr/>
                    <a:lstStyle/>
                    <a:p>
                      <a:pPr algn="ctr" fontAlgn="ctr"/>
                      <a:r>
                        <a:rPr lang="en-US" sz="600" b="1" i="0" u="none" strike="noStrike">
                          <a:solidFill>
                            <a:srgbClr val="000000"/>
                          </a:solidFill>
                          <a:effectLst/>
                          <a:latin typeface="Calibri" panose="020F0502020204030204" pitchFamily="34" charset="0"/>
                        </a:rPr>
                        <a:t>Yes </a:t>
                      </a:r>
                    </a:p>
                  </a:txBody>
                  <a:tcPr marL="3724" marR="3724" marT="3724" marB="0" anchor="ctr">
                    <a:lnL>
                      <a:noFill/>
                    </a:lnL>
                    <a:lnR>
                      <a:noFill/>
                    </a:lnR>
                    <a:lnT>
                      <a:noFill/>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600" b="0" i="0" u="none" strike="noStrike">
                          <a:solidFill>
                            <a:srgbClr val="000000"/>
                          </a:solidFill>
                          <a:effectLst/>
                          <a:latin typeface="Calibri" panose="020F0502020204030204" pitchFamily="34" charset="0"/>
                        </a:rPr>
                        <a:t> </a:t>
                      </a:r>
                    </a:p>
                  </a:txBody>
                  <a:tcPr marL="3724" marR="3724" marT="3724" marB="0" anchor="ctr">
                    <a:lnL>
                      <a:noFill/>
                    </a:lnL>
                    <a:lnR>
                      <a:noFill/>
                    </a:lnR>
                    <a:lnT>
                      <a:noFill/>
                    </a:lnT>
                    <a:lnB w="1270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150026379"/>
                  </a:ext>
                </a:extLst>
              </a:tr>
              <a:tr h="126652">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b"/>
                      <a:r>
                        <a:rPr lang="en-US" sz="600" b="0" i="0" u="none" strike="noStrike">
                          <a:solidFill>
                            <a:srgbClr val="000000"/>
                          </a:solidFill>
                          <a:effectLst/>
                          <a:latin typeface="Calibri" panose="020F0502020204030204" pitchFamily="34" charset="0"/>
                        </a:rPr>
                        <a:t> </a:t>
                      </a:r>
                    </a:p>
                  </a:txBody>
                  <a:tcPr marL="3724" marR="3724" marT="3724"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sz="600" b="1" i="0" u="none" strike="noStrike">
                          <a:solidFill>
                            <a:srgbClr val="000000"/>
                          </a:solidFill>
                          <a:effectLst/>
                          <a:latin typeface="Calibri" panose="020F0502020204030204" pitchFamily="34" charset="0"/>
                        </a:rPr>
                        <a:t> </a:t>
                      </a:r>
                    </a:p>
                  </a:txBody>
                  <a:tcPr marL="3724" marR="3724" marT="3724"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sz="600" b="1" i="0" u="none" strike="noStrike">
                          <a:solidFill>
                            <a:srgbClr val="000000"/>
                          </a:solidFill>
                          <a:effectLst/>
                          <a:latin typeface="Calibri" panose="020F0502020204030204" pitchFamily="34" charset="0"/>
                        </a:rPr>
                        <a:t> </a:t>
                      </a:r>
                    </a:p>
                  </a:txBody>
                  <a:tcPr marL="3724" marR="3724" marT="3724"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r>
                        <a:rPr lang="en-US" sz="600" b="1" i="0" u="none" strike="noStrike">
                          <a:solidFill>
                            <a:srgbClr val="000000"/>
                          </a:solidFill>
                          <a:effectLst/>
                          <a:latin typeface="Calibri" panose="020F0502020204030204" pitchFamily="34" charset="0"/>
                        </a:rPr>
                        <a:t>95</a:t>
                      </a:r>
                    </a:p>
                  </a:txBody>
                  <a:tcPr marL="3724" marR="3724" marT="372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b"/>
                      <a:r>
                        <a:rPr lang="en-US" sz="600" b="1" i="0" u="none" strike="noStrike">
                          <a:solidFill>
                            <a:srgbClr val="000000"/>
                          </a:solidFill>
                          <a:effectLst/>
                          <a:latin typeface="Calibri" panose="020F0502020204030204" pitchFamily="34" charset="0"/>
                        </a:rPr>
                        <a:t>99</a:t>
                      </a:r>
                    </a:p>
                  </a:txBody>
                  <a:tcPr marL="3724" marR="3724" marT="372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E7E6E6"/>
                    </a:solidFill>
                  </a:tcPr>
                </a:tc>
                <a:extLst>
                  <a:ext uri="{0D108BD9-81ED-4DB2-BD59-A6C34878D82A}">
                    <a16:rowId xmlns:a16="http://schemas.microsoft.com/office/drawing/2014/main" val="3608275778"/>
                  </a:ext>
                </a:extLst>
              </a:tr>
              <a:tr h="185803">
                <a:tc>
                  <a:txBody>
                    <a:bodyPr/>
                    <a:lstStyle/>
                    <a:p>
                      <a:pPr algn="l" fontAlgn="b"/>
                      <a:endParaRPr lang="en-US" sz="600" b="0" i="0" u="none" strike="noStrike">
                        <a:solidFill>
                          <a:srgbClr val="000000"/>
                        </a:solidFill>
                        <a:effectLst/>
                        <a:latin typeface="Calibri" panose="020F0502020204030204" pitchFamily="34" charset="0"/>
                      </a:endParaRPr>
                    </a:p>
                  </a:txBody>
                  <a:tcPr marL="3724" marR="3724" marT="3724" marB="0" anchor="b">
                    <a:lnL>
                      <a:noFill/>
                    </a:lnL>
                    <a:lnR>
                      <a:noFill/>
                    </a:lnR>
                    <a:lnT>
                      <a:noFill/>
                    </a:lnT>
                    <a:lnB>
                      <a:noFill/>
                    </a:lnB>
                  </a:tcPr>
                </a:tc>
                <a:tc>
                  <a:txBody>
                    <a:bodyPr/>
                    <a:lstStyle/>
                    <a:p>
                      <a:pPr algn="l" fontAlgn="b"/>
                      <a:r>
                        <a:rPr lang="en-US" sz="600" b="1" i="0" u="none" strike="noStrike">
                          <a:solidFill>
                            <a:srgbClr val="000000"/>
                          </a:solidFill>
                          <a:effectLst/>
                          <a:latin typeface="Calibri" panose="020F0502020204030204" pitchFamily="34" charset="0"/>
                        </a:rPr>
                        <a:t> </a:t>
                      </a:r>
                    </a:p>
                  </a:txBody>
                  <a:tcPr marL="3724" marR="3724" marT="3724" marB="0" anchor="b">
                    <a:lnL>
                      <a:noFill/>
                    </a:lnL>
                    <a:lnR>
                      <a:noFill/>
                    </a:lnR>
                    <a:lnT>
                      <a:noFill/>
                    </a:lnT>
                    <a:lnB>
                      <a:noFill/>
                    </a:lnB>
                    <a:solidFill>
                      <a:srgbClr val="FFFFFF"/>
                    </a:solidFill>
                  </a:tcPr>
                </a:tc>
                <a:tc>
                  <a:txBody>
                    <a:bodyPr/>
                    <a:lstStyle/>
                    <a:p>
                      <a:pPr algn="l" fontAlgn="b"/>
                      <a:r>
                        <a:rPr lang="en-US" sz="1100" b="1" i="0" u="none" strike="noStrike">
                          <a:solidFill>
                            <a:srgbClr val="000000"/>
                          </a:solidFill>
                          <a:effectLst/>
                          <a:latin typeface="Calibri" panose="020F0502020204030204" pitchFamily="34" charset="0"/>
                        </a:rPr>
                        <a:t>Effort = Total 194 weeks</a:t>
                      </a:r>
                    </a:p>
                  </a:txBody>
                  <a:tcPr marL="6350" marR="6350" marT="6350" marB="0" anchor="b">
                    <a:lnL>
                      <a:noFill/>
                    </a:lnL>
                    <a:lnR>
                      <a:noFill/>
                    </a:lnR>
                    <a:lnT>
                      <a:noFill/>
                    </a:lnT>
                    <a:lnB>
                      <a:noFill/>
                    </a:lnB>
                    <a:solidFill>
                      <a:srgbClr val="FFFFFF"/>
                    </a:solidFill>
                  </a:tcPr>
                </a:tc>
                <a:tc>
                  <a:txBody>
                    <a:bodyPr/>
                    <a:lstStyle/>
                    <a:p>
                      <a:pPr algn="l" fontAlgn="b"/>
                      <a:r>
                        <a:rPr lang="en-US" sz="600" b="1" i="0" u="none" strike="noStrike">
                          <a:solidFill>
                            <a:srgbClr val="000000"/>
                          </a:solidFill>
                          <a:effectLst/>
                          <a:latin typeface="Calibri" panose="020F0502020204030204" pitchFamily="34" charset="0"/>
                        </a:rPr>
                        <a:t> </a:t>
                      </a:r>
                    </a:p>
                  </a:txBody>
                  <a:tcPr marL="3724" marR="3724" marT="3724" marB="0" anchor="b">
                    <a:lnL>
                      <a:noFill/>
                    </a:lnL>
                    <a:lnR>
                      <a:noFill/>
                    </a:lnR>
                    <a:lnT>
                      <a:noFill/>
                    </a:lnT>
                    <a:lnB>
                      <a:noFill/>
                    </a:lnB>
                    <a:solidFill>
                      <a:srgbClr val="FFFFFF"/>
                    </a:solidFill>
                  </a:tcPr>
                </a:tc>
                <a:tc>
                  <a:txBody>
                    <a:bodyPr/>
                    <a:lstStyle/>
                    <a:p>
                      <a:pPr algn="l" fontAlgn="b"/>
                      <a:r>
                        <a:rPr lang="en-US" sz="600" b="1" i="0" u="none" strike="noStrike">
                          <a:solidFill>
                            <a:srgbClr val="000000"/>
                          </a:solidFill>
                          <a:effectLst/>
                          <a:latin typeface="Calibri" panose="020F0502020204030204" pitchFamily="34" charset="0"/>
                        </a:rPr>
                        <a:t> </a:t>
                      </a:r>
                    </a:p>
                  </a:txBody>
                  <a:tcPr marL="3724" marR="3724" marT="3724" marB="0" anchor="b">
                    <a:lnL>
                      <a:noFill/>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b"/>
                      <a:r>
                        <a:rPr lang="en-US" sz="600" b="1" i="0" u="none" strike="noStrike">
                          <a:solidFill>
                            <a:srgbClr val="000000"/>
                          </a:solidFill>
                          <a:effectLst/>
                          <a:latin typeface="Calibri" panose="020F0502020204030204" pitchFamily="34" charset="0"/>
                        </a:rPr>
                        <a:t>Weeks </a:t>
                      </a:r>
                    </a:p>
                  </a:txBody>
                  <a:tcPr marL="3724" marR="3724" marT="3724"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600" b="1" i="0" u="none" strike="noStrike">
                          <a:solidFill>
                            <a:srgbClr val="000000"/>
                          </a:solidFill>
                          <a:effectLst/>
                          <a:latin typeface="Calibri" panose="020F0502020204030204" pitchFamily="34" charset="0"/>
                        </a:rPr>
                        <a:t>Weeks </a:t>
                      </a:r>
                    </a:p>
                  </a:txBody>
                  <a:tcPr marL="3724" marR="3724" marT="3724"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551086378"/>
                  </a:ext>
                </a:extLst>
              </a:tr>
            </a:tbl>
          </a:graphicData>
        </a:graphic>
      </p:graphicFrame>
      <p:pic>
        <p:nvPicPr>
          <p:cNvPr id="7" name="Picture 6">
            <a:extLst>
              <a:ext uri="{FF2B5EF4-FFF2-40B4-BE49-F238E27FC236}">
                <a16:creationId xmlns:a16="http://schemas.microsoft.com/office/drawing/2014/main" id="{26701596-C558-B18B-07DD-AB2467D484F1}"/>
              </a:ext>
            </a:extLst>
          </p:cNvPr>
          <p:cNvPicPr>
            <a:picLocks noChangeAspect="1"/>
          </p:cNvPicPr>
          <p:nvPr/>
        </p:nvPicPr>
        <p:blipFill>
          <a:blip r:embed="rId2"/>
          <a:stretch>
            <a:fillRect/>
          </a:stretch>
        </p:blipFill>
        <p:spPr>
          <a:xfrm>
            <a:off x="678770" y="4587852"/>
            <a:ext cx="1803400" cy="1308100"/>
          </a:xfrm>
          <a:prstGeom prst="rect">
            <a:avLst/>
          </a:prstGeom>
        </p:spPr>
      </p:pic>
    </p:spTree>
    <p:extLst>
      <p:ext uri="{BB962C8B-B14F-4D97-AF65-F5344CB8AC3E}">
        <p14:creationId xmlns:p14="http://schemas.microsoft.com/office/powerpoint/2010/main" val="40769732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22853-6D64-364B-C6D7-53A722B94118}"/>
            </a:ext>
          </a:extLst>
        </p:cNvPr>
        <p:cNvGrpSpPr/>
        <p:nvPr/>
      </p:nvGrpSpPr>
      <p:grpSpPr>
        <a:xfrm>
          <a:off x="0" y="0"/>
          <a:ext cx="0" cy="0"/>
          <a:chOff x="0" y="0"/>
          <a:chExt cx="0" cy="0"/>
        </a:xfrm>
      </p:grpSpPr>
      <p:sp>
        <p:nvSpPr>
          <p:cNvPr id="12" name="Subtitle 1">
            <a:extLst>
              <a:ext uri="{FF2B5EF4-FFF2-40B4-BE49-F238E27FC236}">
                <a16:creationId xmlns:a16="http://schemas.microsoft.com/office/drawing/2014/main" id="{51CB21C3-78E3-E2EC-5DA3-2742F96B4B2F}"/>
              </a:ext>
            </a:extLst>
          </p:cNvPr>
          <p:cNvSpPr txBox="1">
            <a:spLocks/>
          </p:cNvSpPr>
          <p:nvPr/>
        </p:nvSpPr>
        <p:spPr>
          <a:xfrm>
            <a:off x="404813" y="4962612"/>
            <a:ext cx="11386134" cy="184666"/>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Ubuntu" panose="020B0504030602030204" pitchFamily="34" charset="0"/>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Ubuntu" panose="020B0504030602030204" pitchFamily="34" charset="0"/>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Ubuntu" panose="020B0504030602030204" pitchFamily="34" charset="0"/>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Ubuntu" panose="020B050403060203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200">
                <a:solidFill>
                  <a:srgbClr val="FFFFFF"/>
                </a:solidFill>
              </a:rPr>
              <a:t>May-</a:t>
            </a:r>
            <a:r>
              <a:rPr kumimoji="0" lang="en-IN" sz="12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2025</a:t>
            </a:r>
          </a:p>
        </p:txBody>
      </p:sp>
      <p:sp>
        <p:nvSpPr>
          <p:cNvPr id="16" name="Freeform: Shape 15">
            <a:extLst>
              <a:ext uri="{FF2B5EF4-FFF2-40B4-BE49-F238E27FC236}">
                <a16:creationId xmlns:a16="http://schemas.microsoft.com/office/drawing/2014/main" id="{DB5949ED-4A68-0BAA-9034-BE97224AEDAC}"/>
              </a:ext>
            </a:extLst>
          </p:cNvPr>
          <p:cNvSpPr>
            <a:spLocks noChangeAspect="1"/>
          </p:cNvSpPr>
          <p:nvPr/>
        </p:nvSpPr>
        <p:spPr>
          <a:xfrm rot="13950190">
            <a:off x="1423243" y="172591"/>
            <a:ext cx="12000656" cy="7484434"/>
          </a:xfrm>
          <a:custGeom>
            <a:avLst/>
            <a:gdLst>
              <a:gd name="connsiteX0" fmla="*/ 5616388 w 12000656"/>
              <a:gd name="connsiteY0" fmla="*/ 4076496 h 7484434"/>
              <a:gd name="connsiteX1" fmla="*/ 5441159 w 12000656"/>
              <a:gd name="connsiteY1" fmla="*/ 4078236 h 7484434"/>
              <a:gd name="connsiteX2" fmla="*/ 5352655 w 12000656"/>
              <a:gd name="connsiteY2" fmla="*/ 4046118 h 7484434"/>
              <a:gd name="connsiteX3" fmla="*/ 4177141 w 12000656"/>
              <a:gd name="connsiteY3" fmla="*/ 3513781 h 7484434"/>
              <a:gd name="connsiteX4" fmla="*/ 906491 w 12000656"/>
              <a:gd name="connsiteY4" fmla="*/ 5968172 h 7484434"/>
              <a:gd name="connsiteX5" fmla="*/ 57699 w 12000656"/>
              <a:gd name="connsiteY5" fmla="*/ 7484434 h 7484434"/>
              <a:gd name="connsiteX6" fmla="*/ 0 w 12000656"/>
              <a:gd name="connsiteY6" fmla="*/ 7464605 h 7484434"/>
              <a:gd name="connsiteX7" fmla="*/ 857901 w 12000656"/>
              <a:gd name="connsiteY7" fmla="*/ 5930038 h 7484434"/>
              <a:gd name="connsiteX8" fmla="*/ 2136401 w 12000656"/>
              <a:gd name="connsiteY8" fmla="*/ 4610553 h 7484434"/>
              <a:gd name="connsiteX9" fmla="*/ 4166512 w 12000656"/>
              <a:gd name="connsiteY9" fmla="*/ 3449714 h 7484434"/>
              <a:gd name="connsiteX10" fmla="*/ 4178658 w 12000656"/>
              <a:gd name="connsiteY10" fmla="*/ 3445137 h 7484434"/>
              <a:gd name="connsiteX11" fmla="*/ 4190806 w 12000656"/>
              <a:gd name="connsiteY11" fmla="*/ 3451239 h 7484434"/>
              <a:gd name="connsiteX12" fmla="*/ 5364052 w 12000656"/>
              <a:gd name="connsiteY12" fmla="*/ 3984648 h 7484434"/>
              <a:gd name="connsiteX13" fmla="*/ 9608800 w 12000656"/>
              <a:gd name="connsiteY13" fmla="*/ 3884388 h 7484434"/>
              <a:gd name="connsiteX14" fmla="*/ 9351875 w 12000656"/>
              <a:gd name="connsiteY14" fmla="*/ 4152929 h 7484434"/>
              <a:gd name="connsiteX15" fmla="*/ 8090797 w 12000656"/>
              <a:gd name="connsiteY15" fmla="*/ 4575498 h 7484434"/>
              <a:gd name="connsiteX16" fmla="*/ 7882268 w 12000656"/>
              <a:gd name="connsiteY16" fmla="*/ 4582298 h 7484434"/>
              <a:gd name="connsiteX17" fmla="*/ 7901712 w 12000656"/>
              <a:gd name="connsiteY17" fmla="*/ 4518763 h 7484434"/>
              <a:gd name="connsiteX18" fmla="*/ 8079831 w 12000656"/>
              <a:gd name="connsiteY18" fmla="*/ 4513191 h 7484434"/>
              <a:gd name="connsiteX19" fmla="*/ 9312396 w 12000656"/>
              <a:gd name="connsiteY19" fmla="*/ 4104115 h 7484434"/>
              <a:gd name="connsiteX20" fmla="*/ 9728440 w 12000656"/>
              <a:gd name="connsiteY20" fmla="*/ 2005146 h 7484434"/>
              <a:gd name="connsiteX21" fmla="*/ 9972903 w 12000656"/>
              <a:gd name="connsiteY21" fmla="*/ 269224 h 7484434"/>
              <a:gd name="connsiteX22" fmla="*/ 11782845 w 12000656"/>
              <a:gd name="connsiteY22" fmla="*/ 11428 h 7484434"/>
              <a:gd name="connsiteX23" fmla="*/ 11772217 w 12000656"/>
              <a:gd name="connsiteY23" fmla="*/ 72445 h 7484434"/>
              <a:gd name="connsiteX24" fmla="*/ 10013901 w 12000656"/>
              <a:gd name="connsiteY24" fmla="*/ 314987 h 7484434"/>
              <a:gd name="connsiteX25" fmla="*/ 9787657 w 12000656"/>
              <a:gd name="connsiteY25" fmla="*/ 1989892 h 7484434"/>
              <a:gd name="connsiteX26" fmla="*/ 9863577 w 12000656"/>
              <a:gd name="connsiteY26" fmla="*/ 3306325 h 7484434"/>
              <a:gd name="connsiteX27" fmla="*/ 9608800 w 12000656"/>
              <a:gd name="connsiteY27" fmla="*/ 3884388 h 748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00656" h="7484434">
                <a:moveTo>
                  <a:pt x="5616388" y="4076496"/>
                </a:moveTo>
                <a:lnTo>
                  <a:pt x="5441159" y="4078236"/>
                </a:lnTo>
                <a:lnTo>
                  <a:pt x="5352655" y="4046118"/>
                </a:lnTo>
                <a:cubicBezTo>
                  <a:pt x="4966689" y="3897256"/>
                  <a:pt x="4572876" y="3719140"/>
                  <a:pt x="4177141" y="3513781"/>
                </a:cubicBezTo>
                <a:cubicBezTo>
                  <a:pt x="2509929" y="4162081"/>
                  <a:pt x="1478929" y="5206992"/>
                  <a:pt x="906491" y="5968172"/>
                </a:cubicBezTo>
                <a:cubicBezTo>
                  <a:pt x="286980" y="6794946"/>
                  <a:pt x="59219" y="7476807"/>
                  <a:pt x="57699" y="7484434"/>
                </a:cubicBezTo>
                <a:lnTo>
                  <a:pt x="0" y="7464605"/>
                </a:lnTo>
                <a:cubicBezTo>
                  <a:pt x="1519" y="7456976"/>
                  <a:pt x="232317" y="6765964"/>
                  <a:pt x="857901" y="5930038"/>
                </a:cubicBezTo>
                <a:cubicBezTo>
                  <a:pt x="1225356" y="5438854"/>
                  <a:pt x="1655065" y="4994957"/>
                  <a:pt x="2136401" y="4610553"/>
                </a:cubicBezTo>
                <a:cubicBezTo>
                  <a:pt x="2737690" y="4128523"/>
                  <a:pt x="3420974" y="3738016"/>
                  <a:pt x="4166512" y="3449714"/>
                </a:cubicBezTo>
                <a:lnTo>
                  <a:pt x="4178658" y="3445137"/>
                </a:lnTo>
                <a:lnTo>
                  <a:pt x="4190806" y="3451239"/>
                </a:lnTo>
                <a:cubicBezTo>
                  <a:pt x="4585972" y="3657169"/>
                  <a:pt x="4979002" y="3835643"/>
                  <a:pt x="5364052" y="3984648"/>
                </a:cubicBezTo>
                <a:close/>
                <a:moveTo>
                  <a:pt x="9608800" y="3884388"/>
                </a:moveTo>
                <a:cubicBezTo>
                  <a:pt x="9536076" y="3983823"/>
                  <a:pt x="9450381" y="4073417"/>
                  <a:pt x="9351875" y="4152929"/>
                </a:cubicBezTo>
                <a:cubicBezTo>
                  <a:pt x="9043970" y="4400188"/>
                  <a:pt x="8615743" y="4542339"/>
                  <a:pt x="8090797" y="4575498"/>
                </a:cubicBezTo>
                <a:lnTo>
                  <a:pt x="7882268" y="4582298"/>
                </a:lnTo>
                <a:lnTo>
                  <a:pt x="7901712" y="4518763"/>
                </a:lnTo>
                <a:lnTo>
                  <a:pt x="8079831" y="4513191"/>
                </a:lnTo>
                <a:cubicBezTo>
                  <a:pt x="8594169" y="4481450"/>
                  <a:pt x="9012463" y="4343367"/>
                  <a:pt x="9312396" y="4104115"/>
                </a:cubicBezTo>
                <a:cubicBezTo>
                  <a:pt x="9833210" y="3687678"/>
                  <a:pt x="9975940" y="2961579"/>
                  <a:pt x="9728440" y="2005146"/>
                </a:cubicBezTo>
                <a:cubicBezTo>
                  <a:pt x="9515863" y="1187524"/>
                  <a:pt x="9597857" y="603289"/>
                  <a:pt x="9972903" y="269224"/>
                </a:cubicBezTo>
                <a:cubicBezTo>
                  <a:pt x="10331247" y="-51113"/>
                  <a:pt x="11482959" y="44225"/>
                  <a:pt x="11782845" y="11428"/>
                </a:cubicBezTo>
                <a:cubicBezTo>
                  <a:pt x="12082731" y="-21369"/>
                  <a:pt x="12067042" y="21852"/>
                  <a:pt x="11772217" y="72445"/>
                </a:cubicBezTo>
                <a:cubicBezTo>
                  <a:pt x="11477393" y="123037"/>
                  <a:pt x="10442092" y="-66367"/>
                  <a:pt x="10013901" y="314987"/>
                </a:cubicBezTo>
                <a:cubicBezTo>
                  <a:pt x="9658594" y="632273"/>
                  <a:pt x="9582673" y="1196676"/>
                  <a:pt x="9787657" y="1989892"/>
                </a:cubicBezTo>
                <a:cubicBezTo>
                  <a:pt x="9918240" y="2494803"/>
                  <a:pt x="9944054" y="2937173"/>
                  <a:pt x="9863577" y="3306325"/>
                </a:cubicBezTo>
                <a:cubicBezTo>
                  <a:pt x="9815179" y="3525603"/>
                  <a:pt x="9730006" y="3718663"/>
                  <a:pt x="9608800" y="3884388"/>
                </a:cubicBezTo>
                <a:close/>
              </a:path>
            </a:pathLst>
          </a:custGeom>
          <a:gradFill>
            <a:gsLst>
              <a:gs pos="100000">
                <a:schemeClr val="accent2">
                  <a:alpha val="100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11" name="Title 10">
            <a:extLst>
              <a:ext uri="{FF2B5EF4-FFF2-40B4-BE49-F238E27FC236}">
                <a16:creationId xmlns:a16="http://schemas.microsoft.com/office/drawing/2014/main" id="{B0CB20CE-44DE-4703-5689-EA65A3EA4235}"/>
              </a:ext>
            </a:extLst>
          </p:cNvPr>
          <p:cNvSpPr>
            <a:spLocks noGrp="1"/>
          </p:cNvSpPr>
          <p:nvPr>
            <p:ph type="ctrTitle"/>
          </p:nvPr>
        </p:nvSpPr>
        <p:spPr>
          <a:xfrm>
            <a:off x="404811" y="1881018"/>
            <a:ext cx="10985149" cy="2169825"/>
          </a:xfrm>
        </p:spPr>
        <p:txBody>
          <a:bodyPr/>
          <a:lstStyle/>
          <a:p>
            <a:r>
              <a:rPr lang="en-GB"/>
              <a:t>Beazley </a:t>
            </a:r>
            <a:br>
              <a:rPr lang="en-GB"/>
            </a:br>
            <a:r>
              <a:rPr lang="en-GB" sz="4800"/>
              <a:t>GPAS and Billing </a:t>
            </a:r>
            <a:br>
              <a:rPr lang="en-GB" sz="4800"/>
            </a:br>
            <a:r>
              <a:rPr lang="en-GB" sz="2400"/>
              <a:t>Delivery High Level Approach &amp; Draft Plan</a:t>
            </a:r>
            <a:endParaRPr lang="en-GB"/>
          </a:p>
        </p:txBody>
      </p:sp>
    </p:spTree>
    <p:extLst>
      <p:ext uri="{BB962C8B-B14F-4D97-AF65-F5344CB8AC3E}">
        <p14:creationId xmlns:p14="http://schemas.microsoft.com/office/powerpoint/2010/main" val="3035305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CB83F-86A3-FC2B-DB3C-F53DF924CC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7AAD7FD-8760-64D7-A956-F46F923749A0}"/>
              </a:ext>
            </a:extLst>
          </p:cNvPr>
          <p:cNvSpPr>
            <a:spLocks noGrp="1"/>
          </p:cNvSpPr>
          <p:nvPr>
            <p:ph type="title"/>
          </p:nvPr>
        </p:nvSpPr>
        <p:spPr/>
        <p:txBody>
          <a:bodyPr/>
          <a:lstStyle/>
          <a:p>
            <a:r>
              <a:rPr lang="en-US" sz="2800">
                <a:latin typeface="+mn-lt"/>
              </a:rPr>
              <a:t>Repeatable process – E2E Product Factory</a:t>
            </a:r>
          </a:p>
        </p:txBody>
      </p:sp>
      <p:sp>
        <p:nvSpPr>
          <p:cNvPr id="4" name="Rectangle 3">
            <a:extLst>
              <a:ext uri="{FF2B5EF4-FFF2-40B4-BE49-F238E27FC236}">
                <a16:creationId xmlns:a16="http://schemas.microsoft.com/office/drawing/2014/main" id="{3D1CA1C4-C798-10FE-DFC6-65526005942A}"/>
              </a:ext>
            </a:extLst>
          </p:cNvPr>
          <p:cNvSpPr/>
          <p:nvPr/>
        </p:nvSpPr>
        <p:spPr>
          <a:xfrm>
            <a:off x="340502" y="3315183"/>
            <a:ext cx="1799303" cy="966019"/>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Ubuntu"/>
                <a:ea typeface="+mn-ea"/>
                <a:cs typeface="+mn-cs"/>
              </a:rPr>
              <a:t>Pattern decisions </a:t>
            </a:r>
          </a:p>
        </p:txBody>
      </p:sp>
      <p:sp>
        <p:nvSpPr>
          <p:cNvPr id="5" name="Rectangle 4">
            <a:extLst>
              <a:ext uri="{FF2B5EF4-FFF2-40B4-BE49-F238E27FC236}">
                <a16:creationId xmlns:a16="http://schemas.microsoft.com/office/drawing/2014/main" id="{DF3ECFB6-F09C-C012-ED93-2F700D73BDC0}"/>
              </a:ext>
            </a:extLst>
          </p:cNvPr>
          <p:cNvSpPr/>
          <p:nvPr/>
        </p:nvSpPr>
        <p:spPr>
          <a:xfrm>
            <a:off x="340503" y="1830820"/>
            <a:ext cx="1799303" cy="966019"/>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Ubuntu"/>
                <a:ea typeface="+mn-ea"/>
                <a:cs typeface="+mn-cs"/>
              </a:rPr>
              <a:t>Inputs from Product Definition factory</a:t>
            </a:r>
          </a:p>
        </p:txBody>
      </p:sp>
      <p:sp>
        <p:nvSpPr>
          <p:cNvPr id="6" name="Rectangle 5">
            <a:extLst>
              <a:ext uri="{FF2B5EF4-FFF2-40B4-BE49-F238E27FC236}">
                <a16:creationId xmlns:a16="http://schemas.microsoft.com/office/drawing/2014/main" id="{36EA2644-52F7-E292-5F0E-98E6CD8DEC89}"/>
              </a:ext>
            </a:extLst>
          </p:cNvPr>
          <p:cNvSpPr/>
          <p:nvPr/>
        </p:nvSpPr>
        <p:spPr>
          <a:xfrm>
            <a:off x="3699562" y="3315182"/>
            <a:ext cx="1202047" cy="634813"/>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Ubuntu"/>
                <a:ea typeface="+mn-ea"/>
                <a:cs typeface="+mn-cs"/>
              </a:rPr>
              <a:t>Inception</a:t>
            </a:r>
          </a:p>
        </p:txBody>
      </p:sp>
      <p:sp>
        <p:nvSpPr>
          <p:cNvPr id="8" name="Rectangle 7">
            <a:extLst>
              <a:ext uri="{FF2B5EF4-FFF2-40B4-BE49-F238E27FC236}">
                <a16:creationId xmlns:a16="http://schemas.microsoft.com/office/drawing/2014/main" id="{A728D5B7-9921-9A3E-30AB-8179E156EBCA}"/>
              </a:ext>
            </a:extLst>
          </p:cNvPr>
          <p:cNvSpPr/>
          <p:nvPr/>
        </p:nvSpPr>
        <p:spPr>
          <a:xfrm>
            <a:off x="340504" y="4816253"/>
            <a:ext cx="1799303" cy="966019"/>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a:ea typeface="+mn-ea"/>
                <a:cs typeface="+mn-cs"/>
              </a:rPr>
              <a:t>PolicyCenter Extension Pack for Product specific common requirements </a:t>
            </a:r>
          </a:p>
        </p:txBody>
      </p:sp>
      <p:pic>
        <p:nvPicPr>
          <p:cNvPr id="10" name="Graphic 9" descr="Badge Follow outline">
            <a:extLst>
              <a:ext uri="{FF2B5EF4-FFF2-40B4-BE49-F238E27FC236}">
                <a16:creationId xmlns:a16="http://schemas.microsoft.com/office/drawing/2014/main" id="{9A4EF87A-3B8E-B505-C432-7C6C096AE7A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9842" y="2844753"/>
            <a:ext cx="405810" cy="405810"/>
          </a:xfrm>
          <a:prstGeom prst="rect">
            <a:avLst/>
          </a:prstGeom>
        </p:spPr>
      </p:pic>
      <p:pic>
        <p:nvPicPr>
          <p:cNvPr id="13" name="Graphic 12" descr="Badge Follow outline">
            <a:extLst>
              <a:ext uri="{FF2B5EF4-FFF2-40B4-BE49-F238E27FC236}">
                <a16:creationId xmlns:a16="http://schemas.microsoft.com/office/drawing/2014/main" id="{85B38B8C-43C4-1F5F-FD19-803CAC28677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9842" y="4393736"/>
            <a:ext cx="405810" cy="405810"/>
          </a:xfrm>
          <a:prstGeom prst="rect">
            <a:avLst/>
          </a:prstGeom>
        </p:spPr>
      </p:pic>
      <p:pic>
        <p:nvPicPr>
          <p:cNvPr id="14" name="Graphic 13" descr="Arrow: Slight curve outline">
            <a:extLst>
              <a:ext uri="{FF2B5EF4-FFF2-40B4-BE49-F238E27FC236}">
                <a16:creationId xmlns:a16="http://schemas.microsoft.com/office/drawing/2014/main" id="{ABCF3A43-DC63-A183-56A2-247CDBD206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72312" y="3537681"/>
            <a:ext cx="914400" cy="355778"/>
          </a:xfrm>
          <a:prstGeom prst="rect">
            <a:avLst/>
          </a:prstGeom>
        </p:spPr>
      </p:pic>
      <p:sp>
        <p:nvSpPr>
          <p:cNvPr id="15" name="TextBox 14">
            <a:extLst>
              <a:ext uri="{FF2B5EF4-FFF2-40B4-BE49-F238E27FC236}">
                <a16:creationId xmlns:a16="http://schemas.microsoft.com/office/drawing/2014/main" id="{E9DBA334-CEA7-2FA3-8DC2-02A78A7DB225}"/>
              </a:ext>
            </a:extLst>
          </p:cNvPr>
          <p:cNvSpPr txBox="1"/>
          <p:nvPr/>
        </p:nvSpPr>
        <p:spPr>
          <a:xfrm>
            <a:off x="3734761" y="4045762"/>
            <a:ext cx="1131648" cy="86177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Product Specific requirements + Variations of common requirements</a:t>
            </a:r>
          </a:p>
        </p:txBody>
      </p:sp>
      <p:sp>
        <p:nvSpPr>
          <p:cNvPr id="16" name="Rectangle 15">
            <a:extLst>
              <a:ext uri="{FF2B5EF4-FFF2-40B4-BE49-F238E27FC236}">
                <a16:creationId xmlns:a16="http://schemas.microsoft.com/office/drawing/2014/main" id="{0E917BA9-FD5C-4D4E-926B-E318EA52A601}"/>
              </a:ext>
            </a:extLst>
          </p:cNvPr>
          <p:cNvSpPr/>
          <p:nvPr/>
        </p:nvSpPr>
        <p:spPr>
          <a:xfrm>
            <a:off x="5314460" y="3299412"/>
            <a:ext cx="1230612" cy="650584"/>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Ubuntu"/>
                <a:ea typeface="+mn-ea"/>
                <a:cs typeface="+mn-cs"/>
              </a:rPr>
              <a:t>Sprint Build &amp; Test</a:t>
            </a:r>
          </a:p>
        </p:txBody>
      </p:sp>
      <p:sp>
        <p:nvSpPr>
          <p:cNvPr id="17" name="Rectangle 16">
            <a:extLst>
              <a:ext uri="{FF2B5EF4-FFF2-40B4-BE49-F238E27FC236}">
                <a16:creationId xmlns:a16="http://schemas.microsoft.com/office/drawing/2014/main" id="{C86BCEDC-721D-8AF8-CB3A-0FED03273B2F}"/>
              </a:ext>
            </a:extLst>
          </p:cNvPr>
          <p:cNvSpPr/>
          <p:nvPr/>
        </p:nvSpPr>
        <p:spPr>
          <a:xfrm>
            <a:off x="3646400" y="1830820"/>
            <a:ext cx="4366225" cy="966019"/>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Ubuntu"/>
                <a:ea typeface="+mn-ea"/>
                <a:cs typeface="+mn-cs"/>
              </a:rPr>
              <a:t>Dependencies readiness – Central services, </a:t>
            </a:r>
            <a:r>
              <a:rPr kumimoji="0" lang="en-GB" sz="1050" b="0" i="0" u="none" strike="noStrike" kern="1200" cap="none" spc="0" normalizeH="0" baseline="0" noProof="0" err="1">
                <a:ln>
                  <a:noFill/>
                </a:ln>
                <a:solidFill>
                  <a:prstClr val="black"/>
                </a:solidFill>
                <a:effectLst/>
                <a:uLnTx/>
                <a:uFillTx/>
                <a:latin typeface="Ubuntu"/>
                <a:ea typeface="+mn-ea"/>
                <a:cs typeface="+mn-cs"/>
              </a:rPr>
              <a:t>InRule</a:t>
            </a:r>
            <a:r>
              <a:rPr kumimoji="0" lang="en-GB" sz="1050" b="0" i="0" u="none" strike="noStrike" kern="1200" cap="none" spc="0" normalizeH="0" baseline="0" noProof="0">
                <a:ln>
                  <a:noFill/>
                </a:ln>
                <a:solidFill>
                  <a:prstClr val="black"/>
                </a:solidFill>
                <a:effectLst/>
                <a:uLnTx/>
                <a:uFillTx/>
                <a:latin typeface="Ubuntu"/>
                <a:ea typeface="+mn-ea"/>
                <a:cs typeface="+mn-cs"/>
              </a:rPr>
              <a:t> services, HX, UWWB, other external and internal integrations</a:t>
            </a:r>
          </a:p>
        </p:txBody>
      </p:sp>
      <p:pic>
        <p:nvPicPr>
          <p:cNvPr id="18" name="Graphic 17" descr="Arrow: Slight curve outline">
            <a:extLst>
              <a:ext uri="{FF2B5EF4-FFF2-40B4-BE49-F238E27FC236}">
                <a16:creationId xmlns:a16="http://schemas.microsoft.com/office/drawing/2014/main" id="{C8CF2C9E-2253-03EC-5DAA-1181AA23AB8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59968" y="3537681"/>
            <a:ext cx="914400" cy="355778"/>
          </a:xfrm>
          <a:prstGeom prst="rect">
            <a:avLst/>
          </a:prstGeom>
        </p:spPr>
      </p:pic>
      <p:sp>
        <p:nvSpPr>
          <p:cNvPr id="19" name="Rectangle 18">
            <a:extLst>
              <a:ext uri="{FF2B5EF4-FFF2-40B4-BE49-F238E27FC236}">
                <a16:creationId xmlns:a16="http://schemas.microsoft.com/office/drawing/2014/main" id="{B0D31B40-7CE5-D6B5-08B9-828725E0C201}"/>
              </a:ext>
            </a:extLst>
          </p:cNvPr>
          <p:cNvSpPr/>
          <p:nvPr/>
        </p:nvSpPr>
        <p:spPr>
          <a:xfrm>
            <a:off x="9262729" y="1755267"/>
            <a:ext cx="1799303" cy="966019"/>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Ubuntu"/>
                <a:ea typeface="+mn-ea"/>
                <a:cs typeface="+mn-cs"/>
              </a:rPr>
              <a:t> Business Readiness</a:t>
            </a:r>
          </a:p>
        </p:txBody>
      </p:sp>
      <p:sp>
        <p:nvSpPr>
          <p:cNvPr id="20" name="Rectangle 19">
            <a:extLst>
              <a:ext uri="{FF2B5EF4-FFF2-40B4-BE49-F238E27FC236}">
                <a16:creationId xmlns:a16="http://schemas.microsoft.com/office/drawing/2014/main" id="{5B477DBE-A9D2-F282-4CF7-8CD181BAAD06}"/>
              </a:ext>
            </a:extLst>
          </p:cNvPr>
          <p:cNvSpPr/>
          <p:nvPr/>
        </p:nvSpPr>
        <p:spPr>
          <a:xfrm>
            <a:off x="9262728" y="3109151"/>
            <a:ext cx="1799303" cy="966019"/>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Ubuntu"/>
                <a:ea typeface="+mn-ea"/>
                <a:cs typeface="+mn-cs"/>
              </a:rPr>
              <a:t>Go Live</a:t>
            </a:r>
          </a:p>
        </p:txBody>
      </p:sp>
      <p:sp>
        <p:nvSpPr>
          <p:cNvPr id="21" name="Arrow: Curved Left 20">
            <a:extLst>
              <a:ext uri="{FF2B5EF4-FFF2-40B4-BE49-F238E27FC236}">
                <a16:creationId xmlns:a16="http://schemas.microsoft.com/office/drawing/2014/main" id="{40FD5651-EC78-3A80-FFE7-3FC2F6D2004A}"/>
              </a:ext>
            </a:extLst>
          </p:cNvPr>
          <p:cNvSpPr/>
          <p:nvPr/>
        </p:nvSpPr>
        <p:spPr>
          <a:xfrm rot="5400000">
            <a:off x="5700303" y="1564748"/>
            <a:ext cx="1452836" cy="8573833"/>
          </a:xfrm>
          <a:prstGeom prst="curvedLeftArrow">
            <a:avLst>
              <a:gd name="adj1" fmla="val 25000"/>
              <a:gd name="adj2" fmla="val 53895"/>
              <a:gd name="adj3" fmla="val 25000"/>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23" name="Rectangle 22">
            <a:extLst>
              <a:ext uri="{FF2B5EF4-FFF2-40B4-BE49-F238E27FC236}">
                <a16:creationId xmlns:a16="http://schemas.microsoft.com/office/drawing/2014/main" id="{2337D8DD-138D-0ED6-C938-5902C7E531BB}"/>
              </a:ext>
            </a:extLst>
          </p:cNvPr>
          <p:cNvSpPr/>
          <p:nvPr/>
        </p:nvSpPr>
        <p:spPr>
          <a:xfrm>
            <a:off x="6835175" y="3299411"/>
            <a:ext cx="1230612" cy="650584"/>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Ubuntu"/>
                <a:ea typeface="+mn-ea"/>
                <a:cs typeface="+mn-cs"/>
              </a:rPr>
              <a:t>Testing</a:t>
            </a:r>
          </a:p>
        </p:txBody>
      </p:sp>
      <p:sp>
        <p:nvSpPr>
          <p:cNvPr id="24" name="Rectangle 23">
            <a:extLst>
              <a:ext uri="{FF2B5EF4-FFF2-40B4-BE49-F238E27FC236}">
                <a16:creationId xmlns:a16="http://schemas.microsoft.com/office/drawing/2014/main" id="{419A08EA-5B3A-1766-746E-64AE45433712}"/>
              </a:ext>
            </a:extLst>
          </p:cNvPr>
          <p:cNvSpPr/>
          <p:nvPr/>
        </p:nvSpPr>
        <p:spPr>
          <a:xfrm>
            <a:off x="9218428" y="536944"/>
            <a:ext cx="622005" cy="168247"/>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a:ea typeface="+mn-ea"/>
              <a:cs typeface="+mn-cs"/>
            </a:endParaRPr>
          </a:p>
        </p:txBody>
      </p:sp>
      <p:sp>
        <p:nvSpPr>
          <p:cNvPr id="25" name="TextBox 24">
            <a:extLst>
              <a:ext uri="{FF2B5EF4-FFF2-40B4-BE49-F238E27FC236}">
                <a16:creationId xmlns:a16="http://schemas.microsoft.com/office/drawing/2014/main" id="{2A2372F0-06D8-09EB-DA99-43AA7B13DFC9}"/>
              </a:ext>
            </a:extLst>
          </p:cNvPr>
          <p:cNvSpPr txBox="1"/>
          <p:nvPr/>
        </p:nvSpPr>
        <p:spPr>
          <a:xfrm>
            <a:off x="10030685" y="471471"/>
            <a:ext cx="1131648" cy="24622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Cap + Beazley</a:t>
            </a:r>
          </a:p>
        </p:txBody>
      </p:sp>
      <p:sp>
        <p:nvSpPr>
          <p:cNvPr id="26" name="Rectangle 25">
            <a:extLst>
              <a:ext uri="{FF2B5EF4-FFF2-40B4-BE49-F238E27FC236}">
                <a16:creationId xmlns:a16="http://schemas.microsoft.com/office/drawing/2014/main" id="{6E59E4F8-98F3-E852-2BA4-FEF0490801E3}"/>
              </a:ext>
            </a:extLst>
          </p:cNvPr>
          <p:cNvSpPr/>
          <p:nvPr/>
        </p:nvSpPr>
        <p:spPr>
          <a:xfrm>
            <a:off x="9218427" y="777426"/>
            <a:ext cx="622005" cy="16824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a:ea typeface="+mn-ea"/>
              <a:cs typeface="+mn-cs"/>
            </a:endParaRPr>
          </a:p>
        </p:txBody>
      </p:sp>
      <p:sp>
        <p:nvSpPr>
          <p:cNvPr id="27" name="TextBox 26">
            <a:extLst>
              <a:ext uri="{FF2B5EF4-FFF2-40B4-BE49-F238E27FC236}">
                <a16:creationId xmlns:a16="http://schemas.microsoft.com/office/drawing/2014/main" id="{17C2A563-E9B3-B840-5F3C-4CD94E1FB64D}"/>
              </a:ext>
            </a:extLst>
          </p:cNvPr>
          <p:cNvSpPr txBox="1"/>
          <p:nvPr/>
        </p:nvSpPr>
        <p:spPr>
          <a:xfrm>
            <a:off x="10030685" y="707176"/>
            <a:ext cx="1131648" cy="24622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Beazley</a:t>
            </a:r>
          </a:p>
        </p:txBody>
      </p:sp>
      <p:sp>
        <p:nvSpPr>
          <p:cNvPr id="2" name="TextBox 1">
            <a:extLst>
              <a:ext uri="{FF2B5EF4-FFF2-40B4-BE49-F238E27FC236}">
                <a16:creationId xmlns:a16="http://schemas.microsoft.com/office/drawing/2014/main" id="{8F269F18-5B47-FD64-004F-0004CCF7E1FF}"/>
              </a:ext>
            </a:extLst>
          </p:cNvPr>
          <p:cNvSpPr txBox="1"/>
          <p:nvPr/>
        </p:nvSpPr>
        <p:spPr>
          <a:xfrm>
            <a:off x="3816220" y="5637091"/>
            <a:ext cx="551439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Ubuntu"/>
                <a:ea typeface="+mn-ea"/>
                <a:cs typeface="+mn-cs"/>
              </a:rPr>
              <a:t>Process repeated for each Product Set, commencing soonest for each following product definition completion</a:t>
            </a:r>
          </a:p>
        </p:txBody>
      </p:sp>
    </p:spTree>
    <p:extLst>
      <p:ext uri="{BB962C8B-B14F-4D97-AF65-F5344CB8AC3E}">
        <p14:creationId xmlns:p14="http://schemas.microsoft.com/office/powerpoint/2010/main" val="1422120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5E267-F0FA-5CA7-07B9-8585CB448CF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628DD73-F129-48A3-71CC-AC575832C91D}"/>
              </a:ext>
            </a:extLst>
          </p:cNvPr>
          <p:cNvSpPr>
            <a:spLocks noGrp="1"/>
          </p:cNvSpPr>
          <p:nvPr>
            <p:ph type="title"/>
          </p:nvPr>
        </p:nvSpPr>
        <p:spPr/>
        <p:txBody>
          <a:bodyPr/>
          <a:lstStyle/>
          <a:p>
            <a:r>
              <a:rPr lang="en-GB"/>
              <a:t>Lessons learned</a:t>
            </a:r>
          </a:p>
        </p:txBody>
      </p:sp>
      <p:sp>
        <p:nvSpPr>
          <p:cNvPr id="8" name="Content Placeholder 2">
            <a:extLst>
              <a:ext uri="{FF2B5EF4-FFF2-40B4-BE49-F238E27FC236}">
                <a16:creationId xmlns:a16="http://schemas.microsoft.com/office/drawing/2014/main" id="{CD9F0CAF-733D-4419-51CA-C0591C2FD12A}"/>
              </a:ext>
            </a:extLst>
          </p:cNvPr>
          <p:cNvSpPr txBox="1">
            <a:spLocks/>
          </p:cNvSpPr>
          <p:nvPr/>
        </p:nvSpPr>
        <p:spPr>
          <a:xfrm>
            <a:off x="836985" y="1386106"/>
            <a:ext cx="10515600" cy="5108212"/>
          </a:xfrm>
          <a:prstGeom prst="rect">
            <a:avLst/>
          </a:prstGeom>
        </p:spPr>
        <p:txBody>
          <a:bodyPr>
            <a:normAutofit lnSpcReduction="10000"/>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1950" indent="-361950">
              <a:buFont typeface="+mj-lt"/>
              <a:buAutoNum type="arabicPeriod"/>
            </a:pPr>
            <a:r>
              <a:rPr lang="en-GB" b="1"/>
              <a:t>Faster decision-making with enforced governance to prevent reversal:</a:t>
            </a:r>
          </a:p>
          <a:p>
            <a:pPr marL="639763" lvl="1" indent="-285750">
              <a:buFont typeface="Wingdings" panose="05000000000000000000" pitchFamily="2" charset="2"/>
              <a:buChar char="ü"/>
            </a:pPr>
            <a:r>
              <a:rPr lang="en-GB" sz="1600" b="1"/>
              <a:t>Decisions to be made quickly:</a:t>
            </a:r>
            <a:r>
              <a:rPr lang="en-GB" sz="1600"/>
              <a:t>  Accountable owner assigned to own a decision; from data capture through the production of collateral, communication of options and a recommendation, to the gathering of stakeholders, ensuring the decision gets made, recorded (under the recognised programme governance vehicle), and communicated to programme leads.  For this, Architecture &amp; Programme Leadership must get to a position of alignment quickly and definitively.</a:t>
            </a:r>
          </a:p>
          <a:p>
            <a:pPr marL="639763" lvl="1" indent="-285750">
              <a:buFont typeface="Wingdings" panose="05000000000000000000" pitchFamily="2" charset="2"/>
              <a:buChar char="ü"/>
            </a:pPr>
            <a:r>
              <a:rPr lang="en-GB" sz="1600" b="1"/>
              <a:t>Decisions are not reversed:</a:t>
            </a:r>
            <a:r>
              <a:rPr lang="en-GB" sz="1600"/>
              <a:t>  If challenged, decisions are not reversed / changed, and if this is unavoidable, there is acceptance of change going through formal change control (also unavoidable).</a:t>
            </a:r>
          </a:p>
          <a:p>
            <a:pPr marL="361950" indent="-361950">
              <a:buFont typeface="+mj-lt"/>
              <a:buAutoNum type="arabicPeriod"/>
            </a:pPr>
            <a:r>
              <a:rPr lang="en-GB" b="1"/>
              <a:t>Joined-up cross-Modernisation agreed roadmap:</a:t>
            </a:r>
          </a:p>
          <a:p>
            <a:pPr marL="639763" lvl="1" indent="-285750">
              <a:buFont typeface="Wingdings" panose="05000000000000000000" pitchFamily="2" charset="2"/>
              <a:buChar char="ü"/>
            </a:pPr>
            <a:r>
              <a:rPr lang="en-GB" sz="1600" b="1"/>
              <a:t>Gain alignment across senior stakeholders to a Modernisation portfolio level roadmap:</a:t>
            </a:r>
            <a:r>
              <a:rPr lang="en-GB" sz="1600"/>
              <a:t>  Produce and publish an agreed roadmap that is grounded on the cross-Modernisation dependencies such that GPAS dependencies are prioritised sufficiently in each Modernisation programme stream (e.g. Underwriting Workbench) to support the GPAS delivery plan.</a:t>
            </a:r>
          </a:p>
          <a:p>
            <a:pPr marL="361950" indent="-361950">
              <a:buFont typeface="+mj-lt"/>
              <a:buAutoNum type="arabicPeriod"/>
            </a:pPr>
            <a:r>
              <a:rPr lang="en-GB" b="1"/>
              <a:t>On time dependency delivery:</a:t>
            </a:r>
          </a:p>
          <a:p>
            <a:pPr marL="639763" lvl="1" indent="-285750">
              <a:buFont typeface="Wingdings" panose="05000000000000000000" pitchFamily="2" charset="2"/>
              <a:buChar char="ü"/>
            </a:pPr>
            <a:r>
              <a:rPr lang="en-GB" sz="1600" b="1"/>
              <a:t>Secure on time dependency delivery:</a:t>
            </a:r>
            <a:r>
              <a:rPr lang="en-GB" sz="1600"/>
              <a:t>  In addition to 1 and 2, hold each workstream lead accountable for delivering their dependencies to match the requirement, and be on time. This requires each lead to sign up to, and then deliver to, an agreed scope and delivery date, participate in regular reviews to ensure delivery is kept on track.</a:t>
            </a:r>
          </a:p>
        </p:txBody>
      </p:sp>
      <p:sp>
        <p:nvSpPr>
          <p:cNvPr id="9" name="TextBox 8">
            <a:extLst>
              <a:ext uri="{FF2B5EF4-FFF2-40B4-BE49-F238E27FC236}">
                <a16:creationId xmlns:a16="http://schemas.microsoft.com/office/drawing/2014/main" id="{58833350-1752-A45B-B478-82C506DE29C9}"/>
              </a:ext>
            </a:extLst>
          </p:cNvPr>
          <p:cNvSpPr txBox="1"/>
          <p:nvPr/>
        </p:nvSpPr>
        <p:spPr>
          <a:xfrm>
            <a:off x="326810" y="777426"/>
            <a:ext cx="11025775" cy="400110"/>
          </a:xfrm>
          <a:prstGeom prst="rect">
            <a:avLst/>
          </a:prstGeom>
          <a:noFill/>
        </p:spPr>
        <p:txBody>
          <a:bodyPr wrap="none" rtlCol="0">
            <a:spAutoFit/>
          </a:bodyPr>
          <a:lstStyle/>
          <a:p>
            <a:r>
              <a:rPr lang="en-GB" sz="2000" b="1"/>
              <a:t>Tackling our lessons learned from D&amp;O will help bring validity to our Revised Roadmap…</a:t>
            </a:r>
          </a:p>
        </p:txBody>
      </p:sp>
    </p:spTree>
    <p:extLst>
      <p:ext uri="{BB962C8B-B14F-4D97-AF65-F5344CB8AC3E}">
        <p14:creationId xmlns:p14="http://schemas.microsoft.com/office/powerpoint/2010/main" val="3132824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2C7FF-3293-FF79-C366-BBCD800569C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7E7E0EA-5EFE-B122-A86D-F3652586CD08}"/>
              </a:ext>
            </a:extLst>
          </p:cNvPr>
          <p:cNvSpPr>
            <a:spLocks noGrp="1"/>
          </p:cNvSpPr>
          <p:nvPr>
            <p:ph type="title"/>
          </p:nvPr>
        </p:nvSpPr>
        <p:spPr/>
        <p:txBody>
          <a:bodyPr/>
          <a:lstStyle/>
          <a:p>
            <a:r>
              <a:rPr lang="en-GB"/>
              <a:t>Revised ROADMAP</a:t>
            </a:r>
          </a:p>
        </p:txBody>
      </p:sp>
      <p:sp>
        <p:nvSpPr>
          <p:cNvPr id="6" name="TextBox 5">
            <a:extLst>
              <a:ext uri="{FF2B5EF4-FFF2-40B4-BE49-F238E27FC236}">
                <a16:creationId xmlns:a16="http://schemas.microsoft.com/office/drawing/2014/main" id="{B4FABD06-FE85-0082-E100-48A0474E0BEA}"/>
              </a:ext>
            </a:extLst>
          </p:cNvPr>
          <p:cNvSpPr txBox="1"/>
          <p:nvPr/>
        </p:nvSpPr>
        <p:spPr>
          <a:xfrm>
            <a:off x="9395931" y="1339647"/>
            <a:ext cx="2632787" cy="4816703"/>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Ubuntu"/>
                <a:ea typeface="+mn-ea"/>
                <a:cs typeface="+mn-cs"/>
              </a:rPr>
              <a:t>Business Outcomes: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1" i="0" u="none" strike="noStrike" kern="1200" cap="none" spc="0" normalizeH="0" baseline="0" noProof="0">
              <a:ln>
                <a:noFill/>
              </a:ln>
              <a:solidFill>
                <a:prstClr val="black"/>
              </a:solidFill>
              <a:effectLst/>
              <a:uLnTx/>
              <a:uFillTx/>
              <a:latin typeface="Ubuntu"/>
              <a:ea typeface="+mn-ea"/>
              <a:cs typeface="+mn-cs"/>
            </a:endParaRPr>
          </a:p>
          <a:p>
            <a:pPr marL="342900" marR="0" lvl="0" indent="-342900" algn="l" defTabSz="914400" rtl="0" eaLnBrk="1" fontAlgn="auto" latinLnBrk="0" hangingPunct="1">
              <a:lnSpc>
                <a:spcPct val="100000"/>
              </a:lnSpc>
              <a:spcBef>
                <a:spcPts val="0"/>
              </a:spcBef>
              <a:spcAft>
                <a:spcPts val="300"/>
              </a:spcAft>
              <a:buClrTx/>
              <a:buSzTx/>
              <a:buFont typeface="Wingdings" panose="05000000000000000000" pitchFamily="2" charset="2"/>
              <a:buChar char="ü"/>
              <a:tabLst/>
              <a:defRPr/>
            </a:pPr>
            <a:r>
              <a:rPr kumimoji="0" lang="en-GB" sz="1600" b="0" i="0" u="none" strike="noStrike" kern="1200" cap="none" spc="0" normalizeH="0" baseline="0" noProof="0">
                <a:ln>
                  <a:noFill/>
                </a:ln>
                <a:solidFill>
                  <a:prstClr val="black"/>
                </a:solidFill>
                <a:effectLst/>
                <a:uLnTx/>
                <a:uFillTx/>
                <a:latin typeface="Ubuntu"/>
                <a:ea typeface="+mn-ea"/>
                <a:cs typeface="+mn-cs"/>
              </a:rPr>
              <a:t>Product Rationalization activity in parallel to releases.</a:t>
            </a:r>
          </a:p>
          <a:p>
            <a:pPr marL="342900" marR="0" lvl="0" indent="-342900" algn="l" defTabSz="914400" rtl="0" eaLnBrk="1" fontAlgn="auto" latinLnBrk="0" hangingPunct="1">
              <a:lnSpc>
                <a:spcPct val="100000"/>
              </a:lnSpc>
              <a:spcBef>
                <a:spcPts val="0"/>
              </a:spcBef>
              <a:spcAft>
                <a:spcPts val="300"/>
              </a:spcAft>
              <a:buClrTx/>
              <a:buSzTx/>
              <a:buFont typeface="Wingdings" panose="05000000000000000000" pitchFamily="2" charset="2"/>
              <a:buChar char="ü"/>
              <a:tabLst/>
              <a:defRPr/>
            </a:pPr>
            <a:r>
              <a:rPr kumimoji="0" lang="en-GB" sz="1600" b="0" i="0" u="none" strike="noStrike" kern="1200" cap="none" spc="0" normalizeH="0" baseline="0" noProof="0">
                <a:ln>
                  <a:noFill/>
                </a:ln>
                <a:solidFill>
                  <a:prstClr val="black"/>
                </a:solidFill>
                <a:effectLst/>
                <a:uLnTx/>
                <a:uFillTx/>
                <a:latin typeface="Ubuntu"/>
                <a:ea typeface="+mn-ea"/>
                <a:cs typeface="+mn-cs"/>
              </a:rPr>
              <a:t>Foundation delivery to learn early and prove business outcomes.</a:t>
            </a:r>
          </a:p>
          <a:p>
            <a:pPr marL="342900" marR="0" lvl="0" indent="-342900" algn="l" defTabSz="914400" rtl="0" eaLnBrk="1" fontAlgn="auto" latinLnBrk="0" hangingPunct="1">
              <a:lnSpc>
                <a:spcPct val="100000"/>
              </a:lnSpc>
              <a:spcBef>
                <a:spcPts val="0"/>
              </a:spcBef>
              <a:spcAft>
                <a:spcPts val="300"/>
              </a:spcAft>
              <a:buClrTx/>
              <a:buSzTx/>
              <a:buFont typeface="Wingdings" panose="05000000000000000000" pitchFamily="2" charset="2"/>
              <a:buChar char="ü"/>
              <a:tabLst/>
              <a:defRPr/>
            </a:pPr>
            <a:r>
              <a:rPr kumimoji="0" lang="en-GB" sz="1600" b="0" i="0" u="none" strike="noStrike" kern="1200" cap="none" spc="0" normalizeH="0" baseline="0" noProof="0">
                <a:ln>
                  <a:noFill/>
                </a:ln>
                <a:solidFill>
                  <a:prstClr val="black"/>
                </a:solidFill>
                <a:effectLst/>
                <a:uLnTx/>
                <a:uFillTx/>
                <a:latin typeface="Ubuntu"/>
                <a:ea typeface="+mn-ea"/>
                <a:cs typeface="+mn-cs"/>
              </a:rPr>
              <a:t>Quickly focusing on Cyber of NA Property to drive value.</a:t>
            </a:r>
          </a:p>
          <a:p>
            <a:pPr marL="342900" marR="0" lvl="0" indent="-342900" algn="l" defTabSz="914400" rtl="0" eaLnBrk="1" fontAlgn="auto" latinLnBrk="0" hangingPunct="1">
              <a:lnSpc>
                <a:spcPct val="100000"/>
              </a:lnSpc>
              <a:spcBef>
                <a:spcPts val="0"/>
              </a:spcBef>
              <a:spcAft>
                <a:spcPts val="300"/>
              </a:spcAft>
              <a:buClrTx/>
              <a:buSzTx/>
              <a:buFont typeface="Wingdings" panose="05000000000000000000" pitchFamily="2" charset="2"/>
              <a:buChar char="ü"/>
              <a:tabLst/>
              <a:defRPr/>
            </a:pPr>
            <a:r>
              <a:rPr kumimoji="0" lang="en-GB" sz="1600" b="0" i="0" u="none" strike="noStrike" kern="1200" cap="none" spc="0" normalizeH="0" baseline="0" noProof="0">
                <a:ln>
                  <a:noFill/>
                </a:ln>
                <a:solidFill>
                  <a:prstClr val="black"/>
                </a:solidFill>
                <a:effectLst/>
                <a:uLnTx/>
                <a:uFillTx/>
                <a:latin typeface="Ubuntu"/>
                <a:ea typeface="+mn-ea"/>
                <a:cs typeface="+mn-cs"/>
              </a:rPr>
              <a:t>Parallel delivery as Product Model Definition runs ahead of future tranches.</a:t>
            </a:r>
          </a:p>
          <a:p>
            <a:pPr marL="342900" marR="0" lvl="0" indent="-342900" algn="l" defTabSz="914400" rtl="0" eaLnBrk="1" fontAlgn="auto" latinLnBrk="0" hangingPunct="1">
              <a:lnSpc>
                <a:spcPct val="100000"/>
              </a:lnSpc>
              <a:spcBef>
                <a:spcPts val="0"/>
              </a:spcBef>
              <a:spcAft>
                <a:spcPts val="300"/>
              </a:spcAft>
              <a:buClrTx/>
              <a:buSzTx/>
              <a:buFont typeface="Wingdings" panose="05000000000000000000" pitchFamily="2" charset="2"/>
              <a:buChar char="ü"/>
              <a:tabLst/>
              <a:defRPr/>
            </a:pPr>
            <a:r>
              <a:rPr kumimoji="0" lang="en-GB" sz="1600" b="0" i="0" u="none" strike="noStrike" kern="1200" cap="none" spc="0" normalizeH="0" baseline="0" noProof="0">
                <a:ln>
                  <a:noFill/>
                </a:ln>
                <a:solidFill>
                  <a:prstClr val="black"/>
                </a:solidFill>
                <a:effectLst/>
                <a:uLnTx/>
                <a:uFillTx/>
                <a:latin typeface="Ubuntu"/>
                <a:ea typeface="+mn-ea"/>
                <a:cs typeface="+mn-cs"/>
              </a:rPr>
              <a:t>Iterative Delivery for Tranches 2,3,4, and 5 prioritised based on business value.</a:t>
            </a:r>
          </a:p>
        </p:txBody>
      </p:sp>
      <p:sp>
        <p:nvSpPr>
          <p:cNvPr id="4" name="TextBox 3">
            <a:extLst>
              <a:ext uri="{FF2B5EF4-FFF2-40B4-BE49-F238E27FC236}">
                <a16:creationId xmlns:a16="http://schemas.microsoft.com/office/drawing/2014/main" id="{71F79810-E1D3-55C0-93B5-2C03C1E7EBAD}"/>
              </a:ext>
            </a:extLst>
          </p:cNvPr>
          <p:cNvSpPr txBox="1"/>
          <p:nvPr/>
        </p:nvSpPr>
        <p:spPr>
          <a:xfrm>
            <a:off x="404813" y="6270306"/>
            <a:ext cx="9443611" cy="246221"/>
          </a:xfrm>
          <a:prstGeom prst="rect">
            <a:avLst/>
          </a:prstGeom>
          <a:noFill/>
        </p:spPr>
        <p:txBody>
          <a:bodyPr wrap="none" rtlCol="0">
            <a:spAutoFit/>
          </a:bodyPr>
          <a:lstStyle/>
          <a:p>
            <a:r>
              <a:rPr lang="en-GB" sz="1000"/>
              <a:t>Note:  Plan is baselined up to Foundation(Q3 2025), all remaining delivery timescales are dependent upon criteria being met (see ‘New Product Candidate’ slide)</a:t>
            </a:r>
          </a:p>
        </p:txBody>
      </p:sp>
      <p:pic>
        <p:nvPicPr>
          <p:cNvPr id="2" name="Picture 1">
            <a:extLst>
              <a:ext uri="{FF2B5EF4-FFF2-40B4-BE49-F238E27FC236}">
                <a16:creationId xmlns:a16="http://schemas.microsoft.com/office/drawing/2014/main" id="{9AC4DAF4-4AA4-B157-A6C9-8B09EE24DE83}"/>
              </a:ext>
            </a:extLst>
          </p:cNvPr>
          <p:cNvPicPr>
            <a:picLocks noChangeAspect="1"/>
          </p:cNvPicPr>
          <p:nvPr/>
        </p:nvPicPr>
        <p:blipFill>
          <a:blip r:embed="rId3"/>
          <a:stretch>
            <a:fillRect/>
          </a:stretch>
        </p:blipFill>
        <p:spPr>
          <a:xfrm>
            <a:off x="192970" y="1042763"/>
            <a:ext cx="9093009" cy="4763441"/>
          </a:xfrm>
          <a:prstGeom prst="rect">
            <a:avLst/>
          </a:prstGeom>
        </p:spPr>
      </p:pic>
    </p:spTree>
    <p:extLst>
      <p:ext uri="{BB962C8B-B14F-4D97-AF65-F5344CB8AC3E}">
        <p14:creationId xmlns:p14="http://schemas.microsoft.com/office/powerpoint/2010/main" val="17839326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E3B03-FB3E-0E7F-2E1C-F7DE321AB544}"/>
            </a:ext>
          </a:extLst>
        </p:cNvPr>
        <p:cNvGrpSpPr/>
        <p:nvPr/>
      </p:nvGrpSpPr>
      <p:grpSpPr>
        <a:xfrm>
          <a:off x="0" y="0"/>
          <a:ext cx="0" cy="0"/>
          <a:chOff x="0" y="0"/>
          <a:chExt cx="0" cy="0"/>
        </a:xfrm>
      </p:grpSpPr>
      <p:sp>
        <p:nvSpPr>
          <p:cNvPr id="12" name="Subtitle 1">
            <a:extLst>
              <a:ext uri="{FF2B5EF4-FFF2-40B4-BE49-F238E27FC236}">
                <a16:creationId xmlns:a16="http://schemas.microsoft.com/office/drawing/2014/main" id="{8A6D3EFB-6F63-24A8-4982-4839817CA1E7}"/>
              </a:ext>
            </a:extLst>
          </p:cNvPr>
          <p:cNvSpPr txBox="1">
            <a:spLocks/>
          </p:cNvSpPr>
          <p:nvPr/>
        </p:nvSpPr>
        <p:spPr>
          <a:xfrm>
            <a:off x="404813" y="4962612"/>
            <a:ext cx="11386134" cy="184666"/>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Ubuntu" panose="020B0504030602030204" pitchFamily="34" charset="0"/>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Ubuntu" panose="020B0504030602030204" pitchFamily="34" charset="0"/>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Ubuntu" panose="020B0504030602030204" pitchFamily="34" charset="0"/>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Ubuntu" panose="020B050403060203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May-2025</a:t>
            </a:r>
          </a:p>
        </p:txBody>
      </p:sp>
      <p:sp>
        <p:nvSpPr>
          <p:cNvPr id="16" name="Freeform: Shape 15">
            <a:extLst>
              <a:ext uri="{FF2B5EF4-FFF2-40B4-BE49-F238E27FC236}">
                <a16:creationId xmlns:a16="http://schemas.microsoft.com/office/drawing/2014/main" id="{8943B4A1-4AAC-9411-BF29-DC8621C5FE6C}"/>
              </a:ext>
            </a:extLst>
          </p:cNvPr>
          <p:cNvSpPr>
            <a:spLocks noChangeAspect="1"/>
          </p:cNvSpPr>
          <p:nvPr/>
        </p:nvSpPr>
        <p:spPr>
          <a:xfrm rot="13950190">
            <a:off x="1423243" y="172591"/>
            <a:ext cx="12000656" cy="7484434"/>
          </a:xfrm>
          <a:custGeom>
            <a:avLst/>
            <a:gdLst>
              <a:gd name="connsiteX0" fmla="*/ 5616388 w 12000656"/>
              <a:gd name="connsiteY0" fmla="*/ 4076496 h 7484434"/>
              <a:gd name="connsiteX1" fmla="*/ 5441159 w 12000656"/>
              <a:gd name="connsiteY1" fmla="*/ 4078236 h 7484434"/>
              <a:gd name="connsiteX2" fmla="*/ 5352655 w 12000656"/>
              <a:gd name="connsiteY2" fmla="*/ 4046118 h 7484434"/>
              <a:gd name="connsiteX3" fmla="*/ 4177141 w 12000656"/>
              <a:gd name="connsiteY3" fmla="*/ 3513781 h 7484434"/>
              <a:gd name="connsiteX4" fmla="*/ 906491 w 12000656"/>
              <a:gd name="connsiteY4" fmla="*/ 5968172 h 7484434"/>
              <a:gd name="connsiteX5" fmla="*/ 57699 w 12000656"/>
              <a:gd name="connsiteY5" fmla="*/ 7484434 h 7484434"/>
              <a:gd name="connsiteX6" fmla="*/ 0 w 12000656"/>
              <a:gd name="connsiteY6" fmla="*/ 7464605 h 7484434"/>
              <a:gd name="connsiteX7" fmla="*/ 857901 w 12000656"/>
              <a:gd name="connsiteY7" fmla="*/ 5930038 h 7484434"/>
              <a:gd name="connsiteX8" fmla="*/ 2136401 w 12000656"/>
              <a:gd name="connsiteY8" fmla="*/ 4610553 h 7484434"/>
              <a:gd name="connsiteX9" fmla="*/ 4166512 w 12000656"/>
              <a:gd name="connsiteY9" fmla="*/ 3449714 h 7484434"/>
              <a:gd name="connsiteX10" fmla="*/ 4178658 w 12000656"/>
              <a:gd name="connsiteY10" fmla="*/ 3445137 h 7484434"/>
              <a:gd name="connsiteX11" fmla="*/ 4190806 w 12000656"/>
              <a:gd name="connsiteY11" fmla="*/ 3451239 h 7484434"/>
              <a:gd name="connsiteX12" fmla="*/ 5364052 w 12000656"/>
              <a:gd name="connsiteY12" fmla="*/ 3984648 h 7484434"/>
              <a:gd name="connsiteX13" fmla="*/ 9608800 w 12000656"/>
              <a:gd name="connsiteY13" fmla="*/ 3884388 h 7484434"/>
              <a:gd name="connsiteX14" fmla="*/ 9351875 w 12000656"/>
              <a:gd name="connsiteY14" fmla="*/ 4152929 h 7484434"/>
              <a:gd name="connsiteX15" fmla="*/ 8090797 w 12000656"/>
              <a:gd name="connsiteY15" fmla="*/ 4575498 h 7484434"/>
              <a:gd name="connsiteX16" fmla="*/ 7882268 w 12000656"/>
              <a:gd name="connsiteY16" fmla="*/ 4582298 h 7484434"/>
              <a:gd name="connsiteX17" fmla="*/ 7901712 w 12000656"/>
              <a:gd name="connsiteY17" fmla="*/ 4518763 h 7484434"/>
              <a:gd name="connsiteX18" fmla="*/ 8079831 w 12000656"/>
              <a:gd name="connsiteY18" fmla="*/ 4513191 h 7484434"/>
              <a:gd name="connsiteX19" fmla="*/ 9312396 w 12000656"/>
              <a:gd name="connsiteY19" fmla="*/ 4104115 h 7484434"/>
              <a:gd name="connsiteX20" fmla="*/ 9728440 w 12000656"/>
              <a:gd name="connsiteY20" fmla="*/ 2005146 h 7484434"/>
              <a:gd name="connsiteX21" fmla="*/ 9972903 w 12000656"/>
              <a:gd name="connsiteY21" fmla="*/ 269224 h 7484434"/>
              <a:gd name="connsiteX22" fmla="*/ 11782845 w 12000656"/>
              <a:gd name="connsiteY22" fmla="*/ 11428 h 7484434"/>
              <a:gd name="connsiteX23" fmla="*/ 11772217 w 12000656"/>
              <a:gd name="connsiteY23" fmla="*/ 72445 h 7484434"/>
              <a:gd name="connsiteX24" fmla="*/ 10013901 w 12000656"/>
              <a:gd name="connsiteY24" fmla="*/ 314987 h 7484434"/>
              <a:gd name="connsiteX25" fmla="*/ 9787657 w 12000656"/>
              <a:gd name="connsiteY25" fmla="*/ 1989892 h 7484434"/>
              <a:gd name="connsiteX26" fmla="*/ 9863577 w 12000656"/>
              <a:gd name="connsiteY26" fmla="*/ 3306325 h 7484434"/>
              <a:gd name="connsiteX27" fmla="*/ 9608800 w 12000656"/>
              <a:gd name="connsiteY27" fmla="*/ 3884388 h 748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00656" h="7484434">
                <a:moveTo>
                  <a:pt x="5616388" y="4076496"/>
                </a:moveTo>
                <a:lnTo>
                  <a:pt x="5441159" y="4078236"/>
                </a:lnTo>
                <a:lnTo>
                  <a:pt x="5352655" y="4046118"/>
                </a:lnTo>
                <a:cubicBezTo>
                  <a:pt x="4966689" y="3897256"/>
                  <a:pt x="4572876" y="3719140"/>
                  <a:pt x="4177141" y="3513781"/>
                </a:cubicBezTo>
                <a:cubicBezTo>
                  <a:pt x="2509929" y="4162081"/>
                  <a:pt x="1478929" y="5206992"/>
                  <a:pt x="906491" y="5968172"/>
                </a:cubicBezTo>
                <a:cubicBezTo>
                  <a:pt x="286980" y="6794946"/>
                  <a:pt x="59219" y="7476807"/>
                  <a:pt x="57699" y="7484434"/>
                </a:cubicBezTo>
                <a:lnTo>
                  <a:pt x="0" y="7464605"/>
                </a:lnTo>
                <a:cubicBezTo>
                  <a:pt x="1519" y="7456976"/>
                  <a:pt x="232317" y="6765964"/>
                  <a:pt x="857901" y="5930038"/>
                </a:cubicBezTo>
                <a:cubicBezTo>
                  <a:pt x="1225356" y="5438854"/>
                  <a:pt x="1655065" y="4994957"/>
                  <a:pt x="2136401" y="4610553"/>
                </a:cubicBezTo>
                <a:cubicBezTo>
                  <a:pt x="2737690" y="4128523"/>
                  <a:pt x="3420974" y="3738016"/>
                  <a:pt x="4166512" y="3449714"/>
                </a:cubicBezTo>
                <a:lnTo>
                  <a:pt x="4178658" y="3445137"/>
                </a:lnTo>
                <a:lnTo>
                  <a:pt x="4190806" y="3451239"/>
                </a:lnTo>
                <a:cubicBezTo>
                  <a:pt x="4585972" y="3657169"/>
                  <a:pt x="4979002" y="3835643"/>
                  <a:pt x="5364052" y="3984648"/>
                </a:cubicBezTo>
                <a:close/>
                <a:moveTo>
                  <a:pt x="9608800" y="3884388"/>
                </a:moveTo>
                <a:cubicBezTo>
                  <a:pt x="9536076" y="3983823"/>
                  <a:pt x="9450381" y="4073417"/>
                  <a:pt x="9351875" y="4152929"/>
                </a:cubicBezTo>
                <a:cubicBezTo>
                  <a:pt x="9043970" y="4400188"/>
                  <a:pt x="8615743" y="4542339"/>
                  <a:pt x="8090797" y="4575498"/>
                </a:cubicBezTo>
                <a:lnTo>
                  <a:pt x="7882268" y="4582298"/>
                </a:lnTo>
                <a:lnTo>
                  <a:pt x="7901712" y="4518763"/>
                </a:lnTo>
                <a:lnTo>
                  <a:pt x="8079831" y="4513191"/>
                </a:lnTo>
                <a:cubicBezTo>
                  <a:pt x="8594169" y="4481450"/>
                  <a:pt x="9012463" y="4343367"/>
                  <a:pt x="9312396" y="4104115"/>
                </a:cubicBezTo>
                <a:cubicBezTo>
                  <a:pt x="9833210" y="3687678"/>
                  <a:pt x="9975940" y="2961579"/>
                  <a:pt x="9728440" y="2005146"/>
                </a:cubicBezTo>
                <a:cubicBezTo>
                  <a:pt x="9515863" y="1187524"/>
                  <a:pt x="9597857" y="603289"/>
                  <a:pt x="9972903" y="269224"/>
                </a:cubicBezTo>
                <a:cubicBezTo>
                  <a:pt x="10331247" y="-51113"/>
                  <a:pt x="11482959" y="44225"/>
                  <a:pt x="11782845" y="11428"/>
                </a:cubicBezTo>
                <a:cubicBezTo>
                  <a:pt x="12082731" y="-21369"/>
                  <a:pt x="12067042" y="21852"/>
                  <a:pt x="11772217" y="72445"/>
                </a:cubicBezTo>
                <a:cubicBezTo>
                  <a:pt x="11477393" y="123037"/>
                  <a:pt x="10442092" y="-66367"/>
                  <a:pt x="10013901" y="314987"/>
                </a:cubicBezTo>
                <a:cubicBezTo>
                  <a:pt x="9658594" y="632273"/>
                  <a:pt x="9582673" y="1196676"/>
                  <a:pt x="9787657" y="1989892"/>
                </a:cubicBezTo>
                <a:cubicBezTo>
                  <a:pt x="9918240" y="2494803"/>
                  <a:pt x="9944054" y="2937173"/>
                  <a:pt x="9863577" y="3306325"/>
                </a:cubicBezTo>
                <a:cubicBezTo>
                  <a:pt x="9815179" y="3525603"/>
                  <a:pt x="9730006" y="3718663"/>
                  <a:pt x="9608800" y="3884388"/>
                </a:cubicBezTo>
                <a:close/>
              </a:path>
            </a:pathLst>
          </a:custGeom>
          <a:gradFill>
            <a:gsLst>
              <a:gs pos="100000">
                <a:schemeClr val="accent2">
                  <a:alpha val="100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11" name="Title 10">
            <a:extLst>
              <a:ext uri="{FF2B5EF4-FFF2-40B4-BE49-F238E27FC236}">
                <a16:creationId xmlns:a16="http://schemas.microsoft.com/office/drawing/2014/main" id="{8927A7C7-3F4C-A32E-C99A-491FB9784DA9}"/>
              </a:ext>
            </a:extLst>
          </p:cNvPr>
          <p:cNvSpPr>
            <a:spLocks noGrp="1"/>
          </p:cNvSpPr>
          <p:nvPr>
            <p:ph type="ctrTitle"/>
          </p:nvPr>
        </p:nvSpPr>
        <p:spPr>
          <a:xfrm>
            <a:off x="404811" y="1881018"/>
            <a:ext cx="10985149" cy="2169825"/>
          </a:xfrm>
        </p:spPr>
        <p:txBody>
          <a:bodyPr/>
          <a:lstStyle/>
          <a:p>
            <a:r>
              <a:rPr lang="en-GB"/>
              <a:t>Beazley </a:t>
            </a:r>
            <a:br>
              <a:rPr lang="en-GB"/>
            </a:br>
            <a:r>
              <a:rPr lang="en-GB" sz="4800"/>
              <a:t>GPAS and Billing </a:t>
            </a:r>
            <a:br>
              <a:rPr lang="en-GB" sz="4800"/>
            </a:br>
            <a:r>
              <a:rPr lang="en-GB" sz="2400"/>
              <a:t>Delivery Approach – Inception, Elaboration, Sprints &amp; Cadence</a:t>
            </a:r>
            <a:endParaRPr lang="en-GB"/>
          </a:p>
        </p:txBody>
      </p:sp>
    </p:spTree>
    <p:extLst>
      <p:ext uri="{BB962C8B-B14F-4D97-AF65-F5344CB8AC3E}">
        <p14:creationId xmlns:p14="http://schemas.microsoft.com/office/powerpoint/2010/main" val="7834173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63">
            <a:extLst>
              <a:ext uri="{FF2B5EF4-FFF2-40B4-BE49-F238E27FC236}">
                <a16:creationId xmlns:a16="http://schemas.microsoft.com/office/drawing/2014/main" id="{A4DB5566-842F-9DBB-0D8C-1CB71DB69D75}"/>
              </a:ext>
            </a:extLst>
          </p:cNvPr>
          <p:cNvSpPr txBox="1"/>
          <p:nvPr/>
        </p:nvSpPr>
        <p:spPr>
          <a:xfrm>
            <a:off x="7239001" y="2779802"/>
            <a:ext cx="2895596" cy="3680639"/>
          </a:xfrm>
          <a:prstGeom prst="roundRect">
            <a:avLst/>
          </a:prstGeom>
          <a:noFill/>
          <a:ln w="38100">
            <a:solidFill>
              <a:srgbClr val="F50002"/>
            </a:solidFill>
            <a:prstDash val="dash"/>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FBBAAED9-E4E5-113E-F965-0C7C84CC5F0F}"/>
              </a:ext>
            </a:extLst>
          </p:cNvPr>
          <p:cNvPicPr>
            <a:picLocks noChangeAspect="1"/>
          </p:cNvPicPr>
          <p:nvPr/>
        </p:nvPicPr>
        <p:blipFill>
          <a:blip r:embed="rId2"/>
          <a:stretch>
            <a:fillRect/>
          </a:stretch>
        </p:blipFill>
        <p:spPr>
          <a:xfrm>
            <a:off x="911041" y="1295400"/>
            <a:ext cx="5794559" cy="1157926"/>
          </a:xfrm>
          <a:prstGeom prst="rect">
            <a:avLst/>
          </a:prstGeom>
        </p:spPr>
      </p:pic>
      <p:pic>
        <p:nvPicPr>
          <p:cNvPr id="11" name="Picture 10">
            <a:extLst>
              <a:ext uri="{FF2B5EF4-FFF2-40B4-BE49-F238E27FC236}">
                <a16:creationId xmlns:a16="http://schemas.microsoft.com/office/drawing/2014/main" id="{92561444-E0BD-C2E2-42F3-A4646996061E}"/>
              </a:ext>
            </a:extLst>
          </p:cNvPr>
          <p:cNvPicPr>
            <a:picLocks noChangeAspect="1"/>
          </p:cNvPicPr>
          <p:nvPr/>
        </p:nvPicPr>
        <p:blipFill>
          <a:blip r:embed="rId2"/>
          <a:stretch>
            <a:fillRect/>
          </a:stretch>
        </p:blipFill>
        <p:spPr>
          <a:xfrm>
            <a:off x="4191000" y="2957233"/>
            <a:ext cx="5794559" cy="1157926"/>
          </a:xfrm>
          <a:prstGeom prst="rect">
            <a:avLst/>
          </a:prstGeom>
        </p:spPr>
      </p:pic>
      <p:pic>
        <p:nvPicPr>
          <p:cNvPr id="13" name="Picture 12">
            <a:extLst>
              <a:ext uri="{FF2B5EF4-FFF2-40B4-BE49-F238E27FC236}">
                <a16:creationId xmlns:a16="http://schemas.microsoft.com/office/drawing/2014/main" id="{F888A07E-C327-6F38-B3E9-B597F69D8CA7}"/>
              </a:ext>
            </a:extLst>
          </p:cNvPr>
          <p:cNvPicPr>
            <a:picLocks noChangeAspect="1"/>
          </p:cNvPicPr>
          <p:nvPr/>
        </p:nvPicPr>
        <p:blipFill>
          <a:blip r:embed="rId3"/>
          <a:stretch>
            <a:fillRect/>
          </a:stretch>
        </p:blipFill>
        <p:spPr>
          <a:xfrm>
            <a:off x="7317377" y="4547251"/>
            <a:ext cx="2756806" cy="1327809"/>
          </a:xfrm>
          <a:prstGeom prst="rect">
            <a:avLst/>
          </a:prstGeom>
        </p:spPr>
      </p:pic>
      <p:sp>
        <p:nvSpPr>
          <p:cNvPr id="17" name="TextBox 16">
            <a:extLst>
              <a:ext uri="{FF2B5EF4-FFF2-40B4-BE49-F238E27FC236}">
                <a16:creationId xmlns:a16="http://schemas.microsoft.com/office/drawing/2014/main" id="{5D51DCDB-28A7-CA6C-2CD9-8F7AF66D8AEB}"/>
              </a:ext>
            </a:extLst>
          </p:cNvPr>
          <p:cNvSpPr txBox="1"/>
          <p:nvPr/>
        </p:nvSpPr>
        <p:spPr>
          <a:xfrm>
            <a:off x="913067" y="2404373"/>
            <a:ext cx="2531808"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Elaboration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1</a:t>
            </a:r>
          </a:p>
        </p:txBody>
      </p:sp>
      <p:sp>
        <p:nvSpPr>
          <p:cNvPr id="18" name="TextBox 17">
            <a:extLst>
              <a:ext uri="{FF2B5EF4-FFF2-40B4-BE49-F238E27FC236}">
                <a16:creationId xmlns:a16="http://schemas.microsoft.com/office/drawing/2014/main" id="{0AF17B4F-1505-8663-5D5D-8C565D17D8CA}"/>
              </a:ext>
            </a:extLst>
          </p:cNvPr>
          <p:cNvSpPr txBox="1"/>
          <p:nvPr/>
        </p:nvSpPr>
        <p:spPr>
          <a:xfrm>
            <a:off x="4191000" y="2400226"/>
            <a:ext cx="2438400" cy="58477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a:ea typeface="Calibri"/>
                <a:cs typeface="Calibri"/>
              </a:rPr>
              <a:t>Development &amp; Testing For </a:t>
            </a:r>
            <a:r>
              <a:rPr kumimoji="0" lang="en-IN" sz="1800" b="0" i="0" u="none" strike="noStrike" kern="1200" cap="none" spc="0" normalizeH="0" baseline="0" noProof="0">
                <a:ln>
                  <a:noFill/>
                </a:ln>
                <a:solidFill>
                  <a:prstClr val="black"/>
                </a:solidFill>
                <a:effectLst/>
                <a:uLnTx/>
                <a:uFillTx/>
                <a:latin typeface="Calibri"/>
                <a:ea typeface="Calibri"/>
                <a:cs typeface="Calibri"/>
              </a:rPr>
              <a:t>Sprint 1</a:t>
            </a:r>
          </a:p>
        </p:txBody>
      </p:sp>
      <p:sp>
        <p:nvSpPr>
          <p:cNvPr id="19" name="TextBox 18">
            <a:extLst>
              <a:ext uri="{FF2B5EF4-FFF2-40B4-BE49-F238E27FC236}">
                <a16:creationId xmlns:a16="http://schemas.microsoft.com/office/drawing/2014/main" id="{58D19AEF-E773-9DF4-A618-E12411B60263}"/>
              </a:ext>
            </a:extLst>
          </p:cNvPr>
          <p:cNvSpPr txBox="1"/>
          <p:nvPr/>
        </p:nvSpPr>
        <p:spPr>
          <a:xfrm>
            <a:off x="4267200" y="4085587"/>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Elaboration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2</a:t>
            </a:r>
          </a:p>
        </p:txBody>
      </p:sp>
      <p:cxnSp>
        <p:nvCxnSpPr>
          <p:cNvPr id="21" name="Straight Connector 20">
            <a:extLst>
              <a:ext uri="{FF2B5EF4-FFF2-40B4-BE49-F238E27FC236}">
                <a16:creationId xmlns:a16="http://schemas.microsoft.com/office/drawing/2014/main" id="{3E3E4A51-1563-BCC6-6061-5BD8CE9A986C}"/>
              </a:ext>
            </a:extLst>
          </p:cNvPr>
          <p:cNvCxnSpPr>
            <a:cxnSpLocks/>
          </p:cNvCxnSpPr>
          <p:nvPr/>
        </p:nvCxnSpPr>
        <p:spPr>
          <a:xfrm>
            <a:off x="1039743" y="271845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31159DF-D554-D585-4DE5-E1B7927C8660}"/>
              </a:ext>
            </a:extLst>
          </p:cNvPr>
          <p:cNvSpPr txBox="1"/>
          <p:nvPr/>
        </p:nvSpPr>
        <p:spPr>
          <a:xfrm>
            <a:off x="4572006" y="4619093"/>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3 ELABORATION</a:t>
            </a:r>
          </a:p>
        </p:txBody>
      </p:sp>
      <p:sp>
        <p:nvSpPr>
          <p:cNvPr id="25" name="TextBox 24">
            <a:extLst>
              <a:ext uri="{FF2B5EF4-FFF2-40B4-BE49-F238E27FC236}">
                <a16:creationId xmlns:a16="http://schemas.microsoft.com/office/drawing/2014/main" id="{D5790AD6-2232-F756-183F-EEA4D1FA3A3A}"/>
              </a:ext>
            </a:extLst>
          </p:cNvPr>
          <p:cNvSpPr txBox="1"/>
          <p:nvPr/>
        </p:nvSpPr>
        <p:spPr>
          <a:xfrm>
            <a:off x="9601200" y="1643442"/>
            <a:ext cx="243840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A sprint is 2 weeks in duration</a:t>
            </a:r>
          </a:p>
        </p:txBody>
      </p:sp>
      <p:sp>
        <p:nvSpPr>
          <p:cNvPr id="26" name="Subtitle 2">
            <a:extLst>
              <a:ext uri="{FF2B5EF4-FFF2-40B4-BE49-F238E27FC236}">
                <a16:creationId xmlns:a16="http://schemas.microsoft.com/office/drawing/2014/main" id="{3852D9C9-7A64-4BFD-AE25-C610D119C158}"/>
              </a:ext>
            </a:extLst>
          </p:cNvPr>
          <p:cNvSpPr>
            <a:spLocks noGrp="1"/>
          </p:cNvSpPr>
          <p:nvPr>
            <p:ph type="subTitle" idx="1"/>
          </p:nvPr>
        </p:nvSpPr>
        <p:spPr>
          <a:xfrm>
            <a:off x="184150" y="733342"/>
            <a:ext cx="9144000" cy="365125"/>
          </a:xfrm>
        </p:spPr>
        <p:txBody>
          <a:bodyPr>
            <a:normAutofit/>
          </a:bodyPr>
          <a:lstStyle/>
          <a:p>
            <a:r>
              <a:rPr lang="en-GB" sz="1600" i="1">
                <a:solidFill>
                  <a:schemeClr val="tx1"/>
                </a:solidFill>
              </a:rPr>
              <a:t>Focusing on </a:t>
            </a:r>
            <a:r>
              <a:rPr lang="en-US" sz="1600" i="1">
                <a:solidFill>
                  <a:schemeClr val="tx1"/>
                </a:solidFill>
              </a:rPr>
              <a:t>execution of current sprint while doing elaboration for next sprint</a:t>
            </a:r>
            <a:endParaRPr lang="en-GB" sz="1600" i="1">
              <a:solidFill>
                <a:schemeClr val="tx1"/>
              </a:solidFill>
            </a:endParaRPr>
          </a:p>
        </p:txBody>
      </p:sp>
      <p:cxnSp>
        <p:nvCxnSpPr>
          <p:cNvPr id="29" name="Straight Connector 28">
            <a:extLst>
              <a:ext uri="{FF2B5EF4-FFF2-40B4-BE49-F238E27FC236}">
                <a16:creationId xmlns:a16="http://schemas.microsoft.com/office/drawing/2014/main" id="{8A6EEE9F-FC87-04F3-E8E1-DE279758D9D3}"/>
              </a:ext>
            </a:extLst>
          </p:cNvPr>
          <p:cNvCxnSpPr>
            <a:cxnSpLocks/>
          </p:cNvCxnSpPr>
          <p:nvPr/>
        </p:nvCxnSpPr>
        <p:spPr>
          <a:xfrm>
            <a:off x="4306004" y="454725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8E99D4D-EC9D-E4C8-A172-EE9A56EA06E5}"/>
              </a:ext>
            </a:extLst>
          </p:cNvPr>
          <p:cNvSpPr txBox="1"/>
          <p:nvPr/>
        </p:nvSpPr>
        <p:spPr>
          <a:xfrm>
            <a:off x="7317377" y="4091845"/>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Development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2</a:t>
            </a:r>
          </a:p>
        </p:txBody>
      </p:sp>
      <p:sp>
        <p:nvSpPr>
          <p:cNvPr id="31" name="TextBox 30">
            <a:extLst>
              <a:ext uri="{FF2B5EF4-FFF2-40B4-BE49-F238E27FC236}">
                <a16:creationId xmlns:a16="http://schemas.microsoft.com/office/drawing/2014/main" id="{BFF40B0C-21D1-DCF2-289C-46C47CA8409D}"/>
              </a:ext>
            </a:extLst>
          </p:cNvPr>
          <p:cNvSpPr txBox="1"/>
          <p:nvPr/>
        </p:nvSpPr>
        <p:spPr>
          <a:xfrm>
            <a:off x="7470369" y="5695869"/>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Elaboration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3</a:t>
            </a:r>
          </a:p>
        </p:txBody>
      </p:sp>
      <p:cxnSp>
        <p:nvCxnSpPr>
          <p:cNvPr id="65" name="Straight Connector 64">
            <a:extLst>
              <a:ext uri="{FF2B5EF4-FFF2-40B4-BE49-F238E27FC236}">
                <a16:creationId xmlns:a16="http://schemas.microsoft.com/office/drawing/2014/main" id="{231F8BF2-2A95-BEE6-20CE-0B01D4B4A54E}"/>
              </a:ext>
            </a:extLst>
          </p:cNvPr>
          <p:cNvCxnSpPr>
            <a:cxnSpLocks/>
          </p:cNvCxnSpPr>
          <p:nvPr/>
        </p:nvCxnSpPr>
        <p:spPr>
          <a:xfrm>
            <a:off x="7489771" y="605110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E9AE8371-C24A-262F-5BDD-C03530B51BB1}"/>
              </a:ext>
            </a:extLst>
          </p:cNvPr>
          <p:cNvSpPr txBox="1"/>
          <p:nvPr/>
        </p:nvSpPr>
        <p:spPr>
          <a:xfrm>
            <a:off x="1311281" y="2779802"/>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2 ELABORATION</a:t>
            </a:r>
          </a:p>
        </p:txBody>
      </p:sp>
      <p:sp>
        <p:nvSpPr>
          <p:cNvPr id="67" name="TextBox 66">
            <a:extLst>
              <a:ext uri="{FF2B5EF4-FFF2-40B4-BE49-F238E27FC236}">
                <a16:creationId xmlns:a16="http://schemas.microsoft.com/office/drawing/2014/main" id="{88A17927-A960-CF0B-FDED-E50FE19E9648}"/>
              </a:ext>
            </a:extLst>
          </p:cNvPr>
          <p:cNvSpPr txBox="1"/>
          <p:nvPr/>
        </p:nvSpPr>
        <p:spPr>
          <a:xfrm>
            <a:off x="9636350" y="1903104"/>
            <a:ext cx="2368100" cy="6001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Each </a:t>
            </a:r>
            <a:r>
              <a:rPr lang="en-IN" sz="1100" b="1">
                <a:solidFill>
                  <a:prstClr val="black"/>
                </a:solidFill>
                <a:latin typeface="Calibri" panose="020F0502020204030204" pitchFamily="34" charset="0"/>
                <a:cs typeface="Calibri" panose="020F0502020204030204" pitchFamily="34" charset="0"/>
              </a:rPr>
              <a:t>2</a:t>
            </a:r>
            <a:r>
              <a:rPr kumimoji="0" lang="en-IN" sz="11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 weeks </a:t>
            </a:r>
            <a:r>
              <a:rPr kumimoji="0" lang="en-IN"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duration does execution of current sprint while doing elaboration for next sprint</a:t>
            </a:r>
          </a:p>
        </p:txBody>
      </p:sp>
      <p:sp>
        <p:nvSpPr>
          <p:cNvPr id="68" name="TextBox 67">
            <a:extLst>
              <a:ext uri="{FF2B5EF4-FFF2-40B4-BE49-F238E27FC236}">
                <a16:creationId xmlns:a16="http://schemas.microsoft.com/office/drawing/2014/main" id="{54BF44E8-6CE1-A3A8-F373-713436E84714}"/>
              </a:ext>
            </a:extLst>
          </p:cNvPr>
          <p:cNvSpPr txBox="1"/>
          <p:nvPr/>
        </p:nvSpPr>
        <p:spPr>
          <a:xfrm>
            <a:off x="7775175" y="6096373"/>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4 ELABORATION</a:t>
            </a:r>
          </a:p>
        </p:txBody>
      </p:sp>
      <p:cxnSp>
        <p:nvCxnSpPr>
          <p:cNvPr id="78" name="Straight Arrow Connector 77">
            <a:extLst>
              <a:ext uri="{FF2B5EF4-FFF2-40B4-BE49-F238E27FC236}">
                <a16:creationId xmlns:a16="http://schemas.microsoft.com/office/drawing/2014/main" id="{AEE3CE8C-6F96-137C-6329-502EDB39F02E}"/>
              </a:ext>
            </a:extLst>
          </p:cNvPr>
          <p:cNvCxnSpPr>
            <a:stCxn id="67" idx="2"/>
          </p:cNvCxnSpPr>
          <p:nvPr/>
        </p:nvCxnSpPr>
        <p:spPr>
          <a:xfrm flipH="1">
            <a:off x="10287000" y="2503268"/>
            <a:ext cx="533400" cy="615088"/>
          </a:xfrm>
          <a:prstGeom prst="straightConnector1">
            <a:avLst/>
          </a:prstGeom>
          <a:ln w="38100">
            <a:solidFill>
              <a:srgbClr val="F50002"/>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586E311-D090-30FB-4071-3D0554848012}"/>
              </a:ext>
            </a:extLst>
          </p:cNvPr>
          <p:cNvSpPr txBox="1"/>
          <p:nvPr/>
        </p:nvSpPr>
        <p:spPr>
          <a:xfrm>
            <a:off x="133526" y="131710"/>
            <a:ext cx="9245248"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prstClr val="black"/>
                </a:solidFill>
                <a:effectLst/>
                <a:uLnTx/>
                <a:uFillTx/>
                <a:latin typeface="Ubuntu Medium"/>
                <a:ea typeface="+mn-ea"/>
                <a:cs typeface="+mn-cs"/>
              </a:rPr>
              <a:t>SPRINT STRUCTURE FOR A RELEASE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a:ln>
                <a:noFill/>
              </a:ln>
              <a:solidFill>
                <a:prstClr val="black"/>
              </a:solidFill>
              <a:effectLst/>
              <a:uLnTx/>
              <a:uFillTx/>
              <a:latin typeface="Ubuntu Medium"/>
              <a:ea typeface="+mn-ea"/>
              <a:cs typeface="+mn-cs"/>
            </a:endParaRPr>
          </a:p>
        </p:txBody>
      </p:sp>
    </p:spTree>
    <p:extLst>
      <p:ext uri="{BB962C8B-B14F-4D97-AF65-F5344CB8AC3E}">
        <p14:creationId xmlns:p14="http://schemas.microsoft.com/office/powerpoint/2010/main" val="16359024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ubtitle 2">
            <a:extLst>
              <a:ext uri="{FF2B5EF4-FFF2-40B4-BE49-F238E27FC236}">
                <a16:creationId xmlns:a16="http://schemas.microsoft.com/office/drawing/2014/main" id="{3852D9C9-7A64-4BFD-AE25-C610D119C158}"/>
              </a:ext>
            </a:extLst>
          </p:cNvPr>
          <p:cNvSpPr>
            <a:spLocks noGrp="1"/>
          </p:cNvSpPr>
          <p:nvPr>
            <p:ph type="subTitle" idx="1"/>
          </p:nvPr>
        </p:nvSpPr>
        <p:spPr>
          <a:xfrm>
            <a:off x="9776076" y="2872429"/>
            <a:ext cx="1802154" cy="515037"/>
          </a:xfrm>
          <a:solidFill>
            <a:schemeClr val="accent2">
              <a:lumMod val="40000"/>
              <a:lumOff val="60000"/>
            </a:schemeClr>
          </a:solidFill>
        </p:spPr>
        <p:txBody>
          <a:bodyPr>
            <a:normAutofit/>
          </a:bodyPr>
          <a:lstStyle/>
          <a:p>
            <a:pPr algn="ctr"/>
            <a:r>
              <a:rPr lang="en-IN" sz="800">
                <a:solidFill>
                  <a:schemeClr val="tx1"/>
                </a:solidFill>
              </a:rPr>
              <a:t>Incremental Feature Demos to be planned by Beazley Product Owner across sprints, not necessarily for each sprint.</a:t>
            </a:r>
            <a:endParaRPr lang="en-GB" sz="800">
              <a:solidFill>
                <a:schemeClr val="tx1"/>
              </a:solidFill>
            </a:endParaRPr>
          </a:p>
        </p:txBody>
      </p:sp>
      <p:graphicFrame>
        <p:nvGraphicFramePr>
          <p:cNvPr id="24" name="Table 4">
            <a:extLst>
              <a:ext uri="{FF2B5EF4-FFF2-40B4-BE49-F238E27FC236}">
                <a16:creationId xmlns:a16="http://schemas.microsoft.com/office/drawing/2014/main" id="{F56C9134-0E48-89C1-8C8D-269393E169D9}"/>
              </a:ext>
            </a:extLst>
          </p:cNvPr>
          <p:cNvGraphicFramePr>
            <a:graphicFrameLocks noGrp="1"/>
          </p:cNvGraphicFramePr>
          <p:nvPr>
            <p:extLst>
              <p:ext uri="{D42A27DB-BD31-4B8C-83A1-F6EECF244321}">
                <p14:modId xmlns:p14="http://schemas.microsoft.com/office/powerpoint/2010/main" val="1011229305"/>
              </p:ext>
            </p:extLst>
          </p:nvPr>
        </p:nvGraphicFramePr>
        <p:xfrm>
          <a:off x="2837125" y="1407238"/>
          <a:ext cx="8984522" cy="865865"/>
        </p:xfrm>
        <a:graphic>
          <a:graphicData uri="http://schemas.openxmlformats.org/drawingml/2006/table">
            <a:tbl>
              <a:tblPr firstRow="1" bandRow="1"/>
              <a:tblGrid>
                <a:gridCol w="898453">
                  <a:extLst>
                    <a:ext uri="{9D8B030D-6E8A-4147-A177-3AD203B41FA5}">
                      <a16:colId xmlns:a16="http://schemas.microsoft.com/office/drawing/2014/main" val="1501315682"/>
                    </a:ext>
                  </a:extLst>
                </a:gridCol>
                <a:gridCol w="898451">
                  <a:extLst>
                    <a:ext uri="{9D8B030D-6E8A-4147-A177-3AD203B41FA5}">
                      <a16:colId xmlns:a16="http://schemas.microsoft.com/office/drawing/2014/main" val="2825470920"/>
                    </a:ext>
                  </a:extLst>
                </a:gridCol>
                <a:gridCol w="898453">
                  <a:extLst>
                    <a:ext uri="{9D8B030D-6E8A-4147-A177-3AD203B41FA5}">
                      <a16:colId xmlns:a16="http://schemas.microsoft.com/office/drawing/2014/main" val="2652091836"/>
                    </a:ext>
                  </a:extLst>
                </a:gridCol>
                <a:gridCol w="898451">
                  <a:extLst>
                    <a:ext uri="{9D8B030D-6E8A-4147-A177-3AD203B41FA5}">
                      <a16:colId xmlns:a16="http://schemas.microsoft.com/office/drawing/2014/main" val="2775558986"/>
                    </a:ext>
                  </a:extLst>
                </a:gridCol>
                <a:gridCol w="898453">
                  <a:extLst>
                    <a:ext uri="{9D8B030D-6E8A-4147-A177-3AD203B41FA5}">
                      <a16:colId xmlns:a16="http://schemas.microsoft.com/office/drawing/2014/main" val="2318077013"/>
                    </a:ext>
                  </a:extLst>
                </a:gridCol>
                <a:gridCol w="898453">
                  <a:extLst>
                    <a:ext uri="{9D8B030D-6E8A-4147-A177-3AD203B41FA5}">
                      <a16:colId xmlns:a16="http://schemas.microsoft.com/office/drawing/2014/main" val="3182741775"/>
                    </a:ext>
                  </a:extLst>
                </a:gridCol>
                <a:gridCol w="898451">
                  <a:extLst>
                    <a:ext uri="{9D8B030D-6E8A-4147-A177-3AD203B41FA5}">
                      <a16:colId xmlns:a16="http://schemas.microsoft.com/office/drawing/2014/main" val="1722560678"/>
                    </a:ext>
                  </a:extLst>
                </a:gridCol>
                <a:gridCol w="898453">
                  <a:extLst>
                    <a:ext uri="{9D8B030D-6E8A-4147-A177-3AD203B41FA5}">
                      <a16:colId xmlns:a16="http://schemas.microsoft.com/office/drawing/2014/main" val="2887719345"/>
                    </a:ext>
                  </a:extLst>
                </a:gridCol>
                <a:gridCol w="898451">
                  <a:extLst>
                    <a:ext uri="{9D8B030D-6E8A-4147-A177-3AD203B41FA5}">
                      <a16:colId xmlns:a16="http://schemas.microsoft.com/office/drawing/2014/main" val="588875010"/>
                    </a:ext>
                  </a:extLst>
                </a:gridCol>
                <a:gridCol w="898453">
                  <a:extLst>
                    <a:ext uri="{9D8B030D-6E8A-4147-A177-3AD203B41FA5}">
                      <a16:colId xmlns:a16="http://schemas.microsoft.com/office/drawing/2014/main" val="1356267931"/>
                    </a:ext>
                  </a:extLst>
                </a:gridCol>
              </a:tblGrid>
              <a:tr h="266561">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Week-1</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Week-2</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sp>
        <p:nvSpPr>
          <p:cNvPr id="25" name="TextBox 24">
            <a:extLst>
              <a:ext uri="{FF2B5EF4-FFF2-40B4-BE49-F238E27FC236}">
                <a16:creationId xmlns:a16="http://schemas.microsoft.com/office/drawing/2014/main" id="{E90844FC-C4EE-60E5-3226-A5A95338D4F2}"/>
              </a:ext>
            </a:extLst>
          </p:cNvPr>
          <p:cNvSpPr txBox="1"/>
          <p:nvPr/>
        </p:nvSpPr>
        <p:spPr>
          <a:xfrm>
            <a:off x="590624" y="2416647"/>
            <a:ext cx="1636181"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preparation, validate </a:t>
            </a: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err="1">
                <a:ln>
                  <a:noFill/>
                </a:ln>
                <a:solidFill>
                  <a:srgbClr val="3C3F41"/>
                </a:solidFill>
                <a:effectLst/>
                <a:uLnTx/>
                <a:uFillTx/>
                <a:latin typeface="Calibri" panose="020F0502020204030204" pitchFamily="34" charset="0"/>
                <a:ea typeface="+mn-ea"/>
                <a:cs typeface="Calibri" panose="020F0502020204030204" pitchFamily="34" charset="0"/>
              </a:rPr>
              <a:t>DoR</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a:t>
            </a:r>
          </a:p>
        </p:txBody>
      </p:sp>
      <p:sp>
        <p:nvSpPr>
          <p:cNvPr id="27" name="TextBox 26">
            <a:extLst>
              <a:ext uri="{FF2B5EF4-FFF2-40B4-BE49-F238E27FC236}">
                <a16:creationId xmlns:a16="http://schemas.microsoft.com/office/drawing/2014/main" id="{7F9454E1-CD28-5885-FE14-03DE94844F26}"/>
              </a:ext>
            </a:extLst>
          </p:cNvPr>
          <p:cNvSpPr txBox="1"/>
          <p:nvPr/>
        </p:nvSpPr>
        <p:spPr>
          <a:xfrm>
            <a:off x="2382615" y="2417123"/>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Planning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Start </a:t>
            </a: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in JIRA</a:t>
            </a:r>
          </a:p>
        </p:txBody>
      </p:sp>
      <p:cxnSp>
        <p:nvCxnSpPr>
          <p:cNvPr id="30" name="Connector: Elbow 29">
            <a:extLst>
              <a:ext uri="{FF2B5EF4-FFF2-40B4-BE49-F238E27FC236}">
                <a16:creationId xmlns:a16="http://schemas.microsoft.com/office/drawing/2014/main" id="{855C72A7-6BCE-7E0A-8F92-13A7C5E858CF}"/>
              </a:ext>
            </a:extLst>
          </p:cNvPr>
          <p:cNvCxnSpPr>
            <a:cxnSpLocks/>
          </p:cNvCxnSpPr>
          <p:nvPr/>
        </p:nvCxnSpPr>
        <p:spPr>
          <a:xfrm rot="10800000" flipV="1">
            <a:off x="1594180" y="2125217"/>
            <a:ext cx="967052" cy="237219"/>
          </a:xfrm>
          <a:prstGeom prst="bentConnector2">
            <a:avLst/>
          </a:prstGeom>
          <a:noFill/>
          <a:ln w="19050" cap="sq" cmpd="sng" algn="ctr">
            <a:solidFill>
              <a:srgbClr val="F50002"/>
            </a:solidFill>
            <a:prstDash val="solid"/>
            <a:tailEnd type="triangle"/>
          </a:ln>
          <a:effectLst/>
        </p:spPr>
      </p:cxnSp>
      <p:sp>
        <p:nvSpPr>
          <p:cNvPr id="32" name="TextBox 31">
            <a:extLst>
              <a:ext uri="{FF2B5EF4-FFF2-40B4-BE49-F238E27FC236}">
                <a16:creationId xmlns:a16="http://schemas.microsoft.com/office/drawing/2014/main" id="{9A5281AF-BEB4-78AB-4064-117307E1FB86}"/>
              </a:ext>
            </a:extLst>
          </p:cNvPr>
          <p:cNvSpPr txBox="1"/>
          <p:nvPr/>
        </p:nvSpPr>
        <p:spPr>
          <a:xfrm>
            <a:off x="2859006" y="1066496"/>
            <a:ext cx="285292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Sp1 - 2 weeks Build begins</a:t>
            </a:r>
          </a:p>
        </p:txBody>
      </p:sp>
      <p:sp>
        <p:nvSpPr>
          <p:cNvPr id="35" name="TextBox 34">
            <a:extLst>
              <a:ext uri="{FF2B5EF4-FFF2-40B4-BE49-F238E27FC236}">
                <a16:creationId xmlns:a16="http://schemas.microsoft.com/office/drawing/2014/main" id="{4CDA1F3B-8474-C9C6-88DB-5F13A79B7AD2}"/>
              </a:ext>
            </a:extLst>
          </p:cNvPr>
          <p:cNvSpPr txBox="1"/>
          <p:nvPr/>
        </p:nvSpPr>
        <p:spPr>
          <a:xfrm>
            <a:off x="651243" y="3920239"/>
            <a:ext cx="285292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Sp2 - 2 weeks Build starts</a:t>
            </a:r>
          </a:p>
        </p:txBody>
      </p:sp>
      <p:sp>
        <p:nvSpPr>
          <p:cNvPr id="36" name="TextBox 35">
            <a:extLst>
              <a:ext uri="{FF2B5EF4-FFF2-40B4-BE49-F238E27FC236}">
                <a16:creationId xmlns:a16="http://schemas.microsoft.com/office/drawing/2014/main" id="{62776071-44E7-120F-2F01-0692E23F386D}"/>
              </a:ext>
            </a:extLst>
          </p:cNvPr>
          <p:cNvSpPr txBox="1"/>
          <p:nvPr/>
        </p:nvSpPr>
        <p:spPr>
          <a:xfrm>
            <a:off x="257804" y="5392268"/>
            <a:ext cx="1495145" cy="507831"/>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Validate </a:t>
            </a:r>
            <a:r>
              <a:rPr kumimoji="0" lang="en-IN" sz="9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DoD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a:t>
            </a: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planning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Start </a:t>
            </a:r>
            <a:r>
              <a:rPr kumimoji="0" lang="en-IN" sz="9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 2</a:t>
            </a: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in Jira </a:t>
            </a:r>
          </a:p>
        </p:txBody>
      </p:sp>
      <p:sp>
        <p:nvSpPr>
          <p:cNvPr id="40" name="TextBox 39">
            <a:extLst>
              <a:ext uri="{FF2B5EF4-FFF2-40B4-BE49-F238E27FC236}">
                <a16:creationId xmlns:a16="http://schemas.microsoft.com/office/drawing/2014/main" id="{A3734991-2280-8472-FE69-A2EDF152E502}"/>
              </a:ext>
            </a:extLst>
          </p:cNvPr>
          <p:cNvSpPr txBox="1"/>
          <p:nvPr/>
        </p:nvSpPr>
        <p:spPr>
          <a:xfrm>
            <a:off x="10513710" y="5345159"/>
            <a:ext cx="106451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Retrospective </a:t>
            </a:r>
          </a:p>
        </p:txBody>
      </p:sp>
      <p:sp>
        <p:nvSpPr>
          <p:cNvPr id="44" name="TextBox 43">
            <a:extLst>
              <a:ext uri="{FF2B5EF4-FFF2-40B4-BE49-F238E27FC236}">
                <a16:creationId xmlns:a16="http://schemas.microsoft.com/office/drawing/2014/main" id="{F09F858F-5469-CDC6-86B3-321A0A8DFDD3}"/>
              </a:ext>
            </a:extLst>
          </p:cNvPr>
          <p:cNvSpPr txBox="1"/>
          <p:nvPr/>
        </p:nvSpPr>
        <p:spPr>
          <a:xfrm>
            <a:off x="9569022" y="3529397"/>
            <a:ext cx="2158655"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Sp4 - Elaboration start</a:t>
            </a:r>
          </a:p>
        </p:txBody>
      </p:sp>
      <p:sp>
        <p:nvSpPr>
          <p:cNvPr id="45" name="TextBox 44">
            <a:extLst>
              <a:ext uri="{FF2B5EF4-FFF2-40B4-BE49-F238E27FC236}">
                <a16:creationId xmlns:a16="http://schemas.microsoft.com/office/drawing/2014/main" id="{F8A5AFA3-0A5A-5F88-7F8F-EE973027226F}"/>
              </a:ext>
            </a:extLst>
          </p:cNvPr>
          <p:cNvSpPr txBox="1"/>
          <p:nvPr/>
        </p:nvSpPr>
        <p:spPr>
          <a:xfrm>
            <a:off x="4060401" y="5316081"/>
            <a:ext cx="4071197" cy="846386"/>
          </a:xfrm>
          <a:prstGeom prst="rect">
            <a:avLst/>
          </a:prstGeom>
          <a:solidFill>
            <a:schemeClr val="accent2">
              <a:lumMod val="20000"/>
              <a:lumOff val="80000"/>
            </a:schemeClr>
          </a:solidFill>
        </p:spPr>
        <p:txBody>
          <a:bodyPr wrap="square" lIns="91440" tIns="45720" rIns="91440" bIns="45720" numCol="1"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a:ln>
                  <a:noFill/>
                </a:ln>
                <a:solidFill>
                  <a:srgbClr val="3C3F41"/>
                </a:solidFill>
                <a:effectLst/>
                <a:uLnTx/>
                <a:uFillTx/>
                <a:latin typeface="Calibri"/>
                <a:ea typeface="Calibri"/>
                <a:cs typeface="Calibri"/>
              </a:rPr>
              <a:t>Optimisation levers: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User story pushed to dev pipeline when ready</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Show and tell as soon as the user story is ready</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Early visibility into sprint closure through Jira dashboards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Jira to be used as the Single source of Truth on story development progress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Testing dashboards for real time progress on test- execution and defect trends</a:t>
            </a:r>
            <a:endParaRPr kumimoji="0" lang="en-IN" sz="800" b="0" i="0" u="none" strike="noStrike" kern="1200" cap="none" spc="0" normalizeH="0" baseline="0" noProof="0">
              <a:ln>
                <a:noFill/>
              </a:ln>
              <a:solidFill>
                <a:srgbClr val="3C3F41"/>
              </a:solidFill>
              <a:effectLst/>
              <a:uLnTx/>
              <a:uFillTx/>
              <a:latin typeface="Calibri" panose="020F0502020204030204" pitchFamily="34" charset="0"/>
              <a:ea typeface="Calibri"/>
              <a:cs typeface="Calibri" panose="020F0502020204030204" pitchFamily="34" charset="0"/>
            </a:endParaRPr>
          </a:p>
        </p:txBody>
      </p:sp>
      <p:sp>
        <p:nvSpPr>
          <p:cNvPr id="3" name="TextBox 2">
            <a:extLst>
              <a:ext uri="{FF2B5EF4-FFF2-40B4-BE49-F238E27FC236}">
                <a16:creationId xmlns:a16="http://schemas.microsoft.com/office/drawing/2014/main" id="{23275E9A-CE8A-EC0B-90B5-37D7C194F9D2}"/>
              </a:ext>
            </a:extLst>
          </p:cNvPr>
          <p:cNvSpPr txBox="1"/>
          <p:nvPr/>
        </p:nvSpPr>
        <p:spPr>
          <a:xfrm>
            <a:off x="2863358" y="678192"/>
            <a:ext cx="2852923"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Sp2 - 2 weeks Elaboration begins</a:t>
            </a:r>
          </a:p>
        </p:txBody>
      </p:sp>
      <p:sp>
        <p:nvSpPr>
          <p:cNvPr id="4" name="TextBox 3">
            <a:extLst>
              <a:ext uri="{FF2B5EF4-FFF2-40B4-BE49-F238E27FC236}">
                <a16:creationId xmlns:a16="http://schemas.microsoft.com/office/drawing/2014/main" id="{C3209A12-BCEA-ABD4-70A4-F8319A709275}"/>
              </a:ext>
            </a:extLst>
          </p:cNvPr>
          <p:cNvSpPr txBox="1"/>
          <p:nvPr/>
        </p:nvSpPr>
        <p:spPr>
          <a:xfrm flipH="1">
            <a:off x="640696" y="678192"/>
            <a:ext cx="2158655"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Sp1 </a:t>
            </a:r>
            <a:r>
              <a:rPr kumimoji="0" lang="en-IN" sz="1400" b="1" i="0" u="none" strike="noStrike" kern="0" cap="none" spc="0" normalizeH="0" baseline="0" noProof="0" err="1">
                <a:ln>
                  <a:noFill/>
                </a:ln>
                <a:solidFill>
                  <a:srgbClr val="3C3F41"/>
                </a:solidFill>
                <a:effectLst/>
                <a:uLnTx/>
                <a:uFillTx/>
                <a:latin typeface="Calibri" panose="020F0502020204030204" pitchFamily="34" charset="0"/>
                <a:ea typeface="+mn-ea"/>
                <a:cs typeface="Calibri" panose="020F0502020204030204" pitchFamily="34" charset="0"/>
              </a:rPr>
              <a:t>Elab</a:t>
            </a: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completes</a:t>
            </a:r>
          </a:p>
        </p:txBody>
      </p:sp>
      <p:sp>
        <p:nvSpPr>
          <p:cNvPr id="5" name="TextBox 4">
            <a:extLst>
              <a:ext uri="{FF2B5EF4-FFF2-40B4-BE49-F238E27FC236}">
                <a16:creationId xmlns:a16="http://schemas.microsoft.com/office/drawing/2014/main" id="{8F9A22B1-C737-C109-A7DB-059FA7F8F738}"/>
              </a:ext>
            </a:extLst>
          </p:cNvPr>
          <p:cNvSpPr txBox="1"/>
          <p:nvPr/>
        </p:nvSpPr>
        <p:spPr>
          <a:xfrm>
            <a:off x="640987" y="3564141"/>
            <a:ext cx="2852923" cy="307777"/>
          </a:xfrm>
          <a:prstGeom prst="homePlate">
            <a:avLst/>
          </a:prstGeom>
          <a:solidFill>
            <a:schemeClr val="accent3">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Sp3 - 2 weeks Elaboration begins</a:t>
            </a:r>
          </a:p>
        </p:txBody>
      </p:sp>
      <p:sp>
        <p:nvSpPr>
          <p:cNvPr id="6" name="TextBox 5">
            <a:extLst>
              <a:ext uri="{FF2B5EF4-FFF2-40B4-BE49-F238E27FC236}">
                <a16:creationId xmlns:a16="http://schemas.microsoft.com/office/drawing/2014/main" id="{56B9CC8E-A752-B9C9-062E-A1E912A1D60D}"/>
              </a:ext>
            </a:extLst>
          </p:cNvPr>
          <p:cNvSpPr txBox="1"/>
          <p:nvPr/>
        </p:nvSpPr>
        <p:spPr>
          <a:xfrm>
            <a:off x="9570893" y="3924592"/>
            <a:ext cx="214344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Sp3 - Build starts</a:t>
            </a:r>
          </a:p>
        </p:txBody>
      </p:sp>
      <p:cxnSp>
        <p:nvCxnSpPr>
          <p:cNvPr id="7" name="Connector: Elbow 6">
            <a:extLst>
              <a:ext uri="{FF2B5EF4-FFF2-40B4-BE49-F238E27FC236}">
                <a16:creationId xmlns:a16="http://schemas.microsoft.com/office/drawing/2014/main" id="{46C58010-6DC2-8642-BFA0-BCB23F326B00}"/>
              </a:ext>
            </a:extLst>
          </p:cNvPr>
          <p:cNvCxnSpPr>
            <a:cxnSpLocks/>
          </p:cNvCxnSpPr>
          <p:nvPr/>
        </p:nvCxnSpPr>
        <p:spPr>
          <a:xfrm rot="16200000" flipH="1">
            <a:off x="10593087" y="5151676"/>
            <a:ext cx="273101" cy="1"/>
          </a:xfrm>
          <a:prstGeom prst="bentConnector3">
            <a:avLst>
              <a:gd name="adj1" fmla="val 50000"/>
            </a:avLst>
          </a:prstGeom>
          <a:noFill/>
          <a:ln w="19050" cap="sq" cmpd="sng" algn="ctr">
            <a:solidFill>
              <a:srgbClr val="F50002"/>
            </a:solidFill>
            <a:prstDash val="solid"/>
            <a:tailEnd type="triangle"/>
          </a:ln>
          <a:effectLst/>
        </p:spPr>
      </p:cxnSp>
      <p:sp>
        <p:nvSpPr>
          <p:cNvPr id="9" name="TextBox 8">
            <a:extLst>
              <a:ext uri="{FF2B5EF4-FFF2-40B4-BE49-F238E27FC236}">
                <a16:creationId xmlns:a16="http://schemas.microsoft.com/office/drawing/2014/main" id="{A61E9CF9-9DDF-CA82-3839-0B4D11E0F89A}"/>
              </a:ext>
            </a:extLst>
          </p:cNvPr>
          <p:cNvSpPr txBox="1"/>
          <p:nvPr/>
        </p:nvSpPr>
        <p:spPr>
          <a:xfrm>
            <a:off x="1927756" y="5499989"/>
            <a:ext cx="946166"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Closure report</a:t>
            </a:r>
          </a:p>
        </p:txBody>
      </p:sp>
      <p:cxnSp>
        <p:nvCxnSpPr>
          <p:cNvPr id="10" name="Straight Arrow Connector 9">
            <a:extLst>
              <a:ext uri="{FF2B5EF4-FFF2-40B4-BE49-F238E27FC236}">
                <a16:creationId xmlns:a16="http://schemas.microsoft.com/office/drawing/2014/main" id="{8C9CAFAA-9D52-B8D9-447F-A5B6AF633FB5}"/>
              </a:ext>
            </a:extLst>
          </p:cNvPr>
          <p:cNvCxnSpPr>
            <a:cxnSpLocks/>
            <a:endCxn id="23" idx="0"/>
          </p:cNvCxnSpPr>
          <p:nvPr/>
        </p:nvCxnSpPr>
        <p:spPr>
          <a:xfrm>
            <a:off x="1890012" y="5038956"/>
            <a:ext cx="1546" cy="991549"/>
          </a:xfrm>
          <a:prstGeom prst="straightConnector1">
            <a:avLst/>
          </a:prstGeom>
          <a:noFill/>
          <a:ln w="19050" cap="sq" cmpd="sng" algn="ctr">
            <a:solidFill>
              <a:srgbClr val="F50002"/>
            </a:solidFill>
            <a:prstDash val="solid"/>
            <a:tailEnd type="triangle"/>
          </a:ln>
          <a:effectLst/>
        </p:spPr>
      </p:cxnSp>
      <p:sp>
        <p:nvSpPr>
          <p:cNvPr id="15" name="Right Brace 14">
            <a:extLst>
              <a:ext uri="{FF2B5EF4-FFF2-40B4-BE49-F238E27FC236}">
                <a16:creationId xmlns:a16="http://schemas.microsoft.com/office/drawing/2014/main" id="{3B7C47F1-1B28-FED1-3A8C-98FA44AE764B}"/>
              </a:ext>
            </a:extLst>
          </p:cNvPr>
          <p:cNvSpPr/>
          <p:nvPr/>
        </p:nvSpPr>
        <p:spPr>
          <a:xfrm rot="5400000">
            <a:off x="3419814" y="1703641"/>
            <a:ext cx="238539" cy="133032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Ubuntu"/>
              <a:ea typeface="+mn-ea"/>
              <a:cs typeface="+mn-cs"/>
            </a:endParaRPr>
          </a:p>
        </p:txBody>
      </p:sp>
      <p:sp>
        <p:nvSpPr>
          <p:cNvPr id="16" name="Right Brace 15">
            <a:extLst>
              <a:ext uri="{FF2B5EF4-FFF2-40B4-BE49-F238E27FC236}">
                <a16:creationId xmlns:a16="http://schemas.microsoft.com/office/drawing/2014/main" id="{1A35FC99-8068-6127-7397-1FE13CD4FA60}"/>
              </a:ext>
            </a:extLst>
          </p:cNvPr>
          <p:cNvSpPr/>
          <p:nvPr/>
        </p:nvSpPr>
        <p:spPr>
          <a:xfrm rot="5400000">
            <a:off x="945998" y="5012619"/>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Ubuntu"/>
              <a:ea typeface="+mn-ea"/>
              <a:cs typeface="+mn-cs"/>
            </a:endParaRPr>
          </a:p>
        </p:txBody>
      </p:sp>
      <p:sp>
        <p:nvSpPr>
          <p:cNvPr id="17" name="TextBox 16">
            <a:extLst>
              <a:ext uri="{FF2B5EF4-FFF2-40B4-BE49-F238E27FC236}">
                <a16:creationId xmlns:a16="http://schemas.microsoft.com/office/drawing/2014/main" id="{AB7DB907-4491-6EDD-F3C6-2AE1B58287A1}"/>
              </a:ext>
            </a:extLst>
          </p:cNvPr>
          <p:cNvSpPr txBox="1"/>
          <p:nvPr/>
        </p:nvSpPr>
        <p:spPr>
          <a:xfrm>
            <a:off x="8924999" y="5347045"/>
            <a:ext cx="1495145" cy="507831"/>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Validate </a:t>
            </a:r>
            <a:r>
              <a:rPr kumimoji="0" lang="en-IN" sz="9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 </a:t>
            </a: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DoD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Sprint3</a:t>
            </a: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Sprint planning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Start </a:t>
            </a:r>
            <a:r>
              <a:rPr kumimoji="0" lang="en-IN" sz="9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Sprint3</a:t>
            </a: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in Jira </a:t>
            </a:r>
          </a:p>
        </p:txBody>
      </p:sp>
      <p:sp>
        <p:nvSpPr>
          <p:cNvPr id="18" name="Right Brace 17">
            <a:extLst>
              <a:ext uri="{FF2B5EF4-FFF2-40B4-BE49-F238E27FC236}">
                <a16:creationId xmlns:a16="http://schemas.microsoft.com/office/drawing/2014/main" id="{E375041D-AA24-540E-1B25-F44B6FD92976}"/>
              </a:ext>
            </a:extLst>
          </p:cNvPr>
          <p:cNvSpPr/>
          <p:nvPr/>
        </p:nvSpPr>
        <p:spPr>
          <a:xfrm rot="5400000">
            <a:off x="9876729" y="4990835"/>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Ubuntu"/>
              <a:ea typeface="+mn-ea"/>
              <a:cs typeface="+mn-cs"/>
            </a:endParaRPr>
          </a:p>
        </p:txBody>
      </p:sp>
      <p:sp>
        <p:nvSpPr>
          <p:cNvPr id="19" name="TextBox 18">
            <a:extLst>
              <a:ext uri="{FF2B5EF4-FFF2-40B4-BE49-F238E27FC236}">
                <a16:creationId xmlns:a16="http://schemas.microsoft.com/office/drawing/2014/main" id="{A8A91105-6C94-836D-0B36-68536C1E7E29}"/>
              </a:ext>
            </a:extLst>
          </p:cNvPr>
          <p:cNvSpPr txBox="1"/>
          <p:nvPr/>
        </p:nvSpPr>
        <p:spPr>
          <a:xfrm>
            <a:off x="10838006" y="5900856"/>
            <a:ext cx="102449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Closure report</a:t>
            </a:r>
          </a:p>
        </p:txBody>
      </p:sp>
      <p:cxnSp>
        <p:nvCxnSpPr>
          <p:cNvPr id="20" name="Straight Arrow Connector 19">
            <a:extLst>
              <a:ext uri="{FF2B5EF4-FFF2-40B4-BE49-F238E27FC236}">
                <a16:creationId xmlns:a16="http://schemas.microsoft.com/office/drawing/2014/main" id="{316408E9-DAD3-AD5B-29BA-4EDE1BD5E7D0}"/>
              </a:ext>
            </a:extLst>
          </p:cNvPr>
          <p:cNvCxnSpPr>
            <a:cxnSpLocks/>
          </p:cNvCxnSpPr>
          <p:nvPr/>
        </p:nvCxnSpPr>
        <p:spPr>
          <a:xfrm>
            <a:off x="11714336" y="5081408"/>
            <a:ext cx="13341" cy="743651"/>
          </a:xfrm>
          <a:prstGeom prst="straightConnector1">
            <a:avLst/>
          </a:prstGeom>
          <a:noFill/>
          <a:ln w="19050" cap="sq" cmpd="sng" algn="ctr">
            <a:solidFill>
              <a:srgbClr val="F50002"/>
            </a:solidFill>
            <a:prstDash val="solid"/>
            <a:tailEnd type="triangle"/>
          </a:ln>
          <a:effectLst/>
        </p:spPr>
      </p:cxnSp>
      <p:sp>
        <p:nvSpPr>
          <p:cNvPr id="23" name="TextBox 22">
            <a:extLst>
              <a:ext uri="{FF2B5EF4-FFF2-40B4-BE49-F238E27FC236}">
                <a16:creationId xmlns:a16="http://schemas.microsoft.com/office/drawing/2014/main" id="{A6033D66-9CF6-4B90-5F34-21E2EFCDCA40}"/>
              </a:ext>
            </a:extLst>
          </p:cNvPr>
          <p:cNvSpPr txBox="1"/>
          <p:nvPr/>
        </p:nvSpPr>
        <p:spPr>
          <a:xfrm>
            <a:off x="1359298" y="6030505"/>
            <a:ext cx="106451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Retrospective </a:t>
            </a:r>
          </a:p>
        </p:txBody>
      </p:sp>
      <p:cxnSp>
        <p:nvCxnSpPr>
          <p:cNvPr id="39" name="Straight Arrow Connector 38">
            <a:extLst>
              <a:ext uri="{FF2B5EF4-FFF2-40B4-BE49-F238E27FC236}">
                <a16:creationId xmlns:a16="http://schemas.microsoft.com/office/drawing/2014/main" id="{96664FB1-E25A-DF4C-FF8D-751FE4C7C639}"/>
              </a:ext>
            </a:extLst>
          </p:cNvPr>
          <p:cNvCxnSpPr>
            <a:cxnSpLocks/>
          </p:cNvCxnSpPr>
          <p:nvPr/>
        </p:nvCxnSpPr>
        <p:spPr>
          <a:xfrm>
            <a:off x="2799351" y="5103105"/>
            <a:ext cx="0" cy="370243"/>
          </a:xfrm>
          <a:prstGeom prst="straightConnector1">
            <a:avLst/>
          </a:prstGeom>
          <a:noFill/>
          <a:ln w="19050" cap="sq" cmpd="sng" algn="ctr">
            <a:solidFill>
              <a:srgbClr val="F50002"/>
            </a:solidFill>
            <a:prstDash val="solid"/>
            <a:tailEnd type="triangle"/>
          </a:ln>
          <a:effectLst/>
        </p:spPr>
      </p:cxnSp>
      <p:sp>
        <p:nvSpPr>
          <p:cNvPr id="11" name="TextBox 10">
            <a:extLst>
              <a:ext uri="{FF2B5EF4-FFF2-40B4-BE49-F238E27FC236}">
                <a16:creationId xmlns:a16="http://schemas.microsoft.com/office/drawing/2014/main" id="{7C260DFB-FD1B-645B-F0DB-6AC19B7D88C4}"/>
              </a:ext>
            </a:extLst>
          </p:cNvPr>
          <p:cNvSpPr txBox="1"/>
          <p:nvPr/>
        </p:nvSpPr>
        <p:spPr>
          <a:xfrm>
            <a:off x="4287615" y="2427420"/>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a:ea typeface="Calibri"/>
                <a:cs typeface="Calibri"/>
              </a:rPr>
              <a:t>Test planning, review and signoff</a:t>
            </a:r>
            <a:endParaRPr kumimoji="0" lang="en-US"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2" name="Right Brace 11">
            <a:extLst>
              <a:ext uri="{FF2B5EF4-FFF2-40B4-BE49-F238E27FC236}">
                <a16:creationId xmlns:a16="http://schemas.microsoft.com/office/drawing/2014/main" id="{5B724A04-733C-5314-DFBE-143783341498}"/>
              </a:ext>
            </a:extLst>
          </p:cNvPr>
          <p:cNvSpPr/>
          <p:nvPr/>
        </p:nvSpPr>
        <p:spPr>
          <a:xfrm rot="5400000">
            <a:off x="4772098" y="1735882"/>
            <a:ext cx="197350" cy="1245247"/>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Ubuntu"/>
              <a:ea typeface="+mn-ea"/>
              <a:cs typeface="+mn-cs"/>
            </a:endParaRPr>
          </a:p>
        </p:txBody>
      </p:sp>
      <p:sp>
        <p:nvSpPr>
          <p:cNvPr id="13" name="TextBox 12">
            <a:extLst>
              <a:ext uri="{FF2B5EF4-FFF2-40B4-BE49-F238E27FC236}">
                <a16:creationId xmlns:a16="http://schemas.microsoft.com/office/drawing/2014/main" id="{46178112-2AF7-66AC-08D9-7B989FE13AC0}"/>
              </a:ext>
            </a:extLst>
          </p:cNvPr>
          <p:cNvSpPr txBox="1"/>
          <p:nvPr/>
        </p:nvSpPr>
        <p:spPr>
          <a:xfrm>
            <a:off x="6182318" y="2427420"/>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a:ea typeface="Calibri"/>
                <a:cs typeface="Calibri"/>
              </a:rPr>
              <a:t>Test design, execution and automation</a:t>
            </a:r>
          </a:p>
        </p:txBody>
      </p:sp>
      <p:sp>
        <p:nvSpPr>
          <p:cNvPr id="14" name="Right Brace 13">
            <a:extLst>
              <a:ext uri="{FF2B5EF4-FFF2-40B4-BE49-F238E27FC236}">
                <a16:creationId xmlns:a16="http://schemas.microsoft.com/office/drawing/2014/main" id="{981CFB56-21F8-B7E4-0135-7F07079E9D11}"/>
              </a:ext>
            </a:extLst>
          </p:cNvPr>
          <p:cNvSpPr/>
          <p:nvPr/>
        </p:nvSpPr>
        <p:spPr>
          <a:xfrm rot="5400000">
            <a:off x="6320281" y="1540738"/>
            <a:ext cx="202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Ubuntu"/>
              <a:ea typeface="+mn-ea"/>
              <a:cs typeface="+mn-cs"/>
            </a:endParaRPr>
          </a:p>
        </p:txBody>
      </p:sp>
      <p:sp>
        <p:nvSpPr>
          <p:cNvPr id="21" name="TextBox 20">
            <a:extLst>
              <a:ext uri="{FF2B5EF4-FFF2-40B4-BE49-F238E27FC236}">
                <a16:creationId xmlns:a16="http://schemas.microsoft.com/office/drawing/2014/main" id="{5942E402-2D0F-D308-8A68-161B1D940ED7}"/>
              </a:ext>
            </a:extLst>
          </p:cNvPr>
          <p:cNvSpPr txBox="1"/>
          <p:nvPr/>
        </p:nvSpPr>
        <p:spPr>
          <a:xfrm>
            <a:off x="8056426" y="2406825"/>
            <a:ext cx="1646577"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a:ea typeface="Calibri"/>
                <a:cs typeface="Calibri"/>
              </a:rPr>
              <a:t>Defect triaging and retesting</a:t>
            </a:r>
          </a:p>
        </p:txBody>
      </p:sp>
      <p:sp>
        <p:nvSpPr>
          <p:cNvPr id="22" name="Right Brace 21">
            <a:extLst>
              <a:ext uri="{FF2B5EF4-FFF2-40B4-BE49-F238E27FC236}">
                <a16:creationId xmlns:a16="http://schemas.microsoft.com/office/drawing/2014/main" id="{0F528021-9B47-CB73-5532-70F3F7FC1445}"/>
              </a:ext>
            </a:extLst>
          </p:cNvPr>
          <p:cNvSpPr/>
          <p:nvPr/>
        </p:nvSpPr>
        <p:spPr>
          <a:xfrm rot="5400000">
            <a:off x="8125300" y="1538239"/>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Ubuntu"/>
              <a:ea typeface="+mn-ea"/>
              <a:cs typeface="+mn-cs"/>
            </a:endParaRPr>
          </a:p>
        </p:txBody>
      </p:sp>
      <p:sp>
        <p:nvSpPr>
          <p:cNvPr id="28" name="TextBox 27">
            <a:extLst>
              <a:ext uri="{FF2B5EF4-FFF2-40B4-BE49-F238E27FC236}">
                <a16:creationId xmlns:a16="http://schemas.microsoft.com/office/drawing/2014/main" id="{FA0C9BBA-759F-42DE-CA13-1E12AD1789E9}"/>
              </a:ext>
            </a:extLst>
          </p:cNvPr>
          <p:cNvSpPr txBox="1"/>
          <p:nvPr/>
        </p:nvSpPr>
        <p:spPr>
          <a:xfrm>
            <a:off x="9776075" y="2417122"/>
            <a:ext cx="1780443"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a:ea typeface="Calibri"/>
                <a:cs typeface="Calibri"/>
              </a:rPr>
              <a:t>Regression, demo &amp; Reporting</a:t>
            </a:r>
            <a:endParaRPr kumimoji="0" lang="en-US"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9" name="Right Brace 28">
            <a:extLst>
              <a:ext uri="{FF2B5EF4-FFF2-40B4-BE49-F238E27FC236}">
                <a16:creationId xmlns:a16="http://schemas.microsoft.com/office/drawing/2014/main" id="{A62F9747-5B0B-2B6A-062F-4EFAC990AA10}"/>
              </a:ext>
            </a:extLst>
          </p:cNvPr>
          <p:cNvSpPr/>
          <p:nvPr/>
        </p:nvSpPr>
        <p:spPr>
          <a:xfrm rot="5400000">
            <a:off x="10386530" y="1026055"/>
            <a:ext cx="197350" cy="267288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Ubuntu"/>
              <a:ea typeface="+mn-ea"/>
              <a:cs typeface="+mn-cs"/>
            </a:endParaRPr>
          </a:p>
        </p:txBody>
      </p:sp>
      <p:cxnSp>
        <p:nvCxnSpPr>
          <p:cNvPr id="50" name="Straight Connector 49">
            <a:extLst>
              <a:ext uri="{FF2B5EF4-FFF2-40B4-BE49-F238E27FC236}">
                <a16:creationId xmlns:a16="http://schemas.microsoft.com/office/drawing/2014/main" id="{5D492A4A-6FA5-D9EE-6EA8-E39BE9FCF2C9}"/>
              </a:ext>
            </a:extLst>
          </p:cNvPr>
          <p:cNvCxnSpPr>
            <a:cxnSpLocks/>
          </p:cNvCxnSpPr>
          <p:nvPr/>
        </p:nvCxnSpPr>
        <p:spPr>
          <a:xfrm flipV="1">
            <a:off x="0" y="3437161"/>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B4570A2-A2B1-3421-916D-B30BBC8554C3}"/>
              </a:ext>
            </a:extLst>
          </p:cNvPr>
          <p:cNvCxnSpPr>
            <a:cxnSpLocks/>
          </p:cNvCxnSpPr>
          <p:nvPr/>
        </p:nvCxnSpPr>
        <p:spPr>
          <a:xfrm flipV="1">
            <a:off x="-1" y="502434"/>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EA6A2F2-8F27-35AA-79D9-D763C35100BD}"/>
              </a:ext>
            </a:extLst>
          </p:cNvPr>
          <p:cNvCxnSpPr>
            <a:cxnSpLocks/>
          </p:cNvCxnSpPr>
          <p:nvPr/>
        </p:nvCxnSpPr>
        <p:spPr>
          <a:xfrm flipV="1">
            <a:off x="-1" y="6489718"/>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31" name="Table 4">
            <a:extLst>
              <a:ext uri="{FF2B5EF4-FFF2-40B4-BE49-F238E27FC236}">
                <a16:creationId xmlns:a16="http://schemas.microsoft.com/office/drawing/2014/main" id="{55F4C4CC-4BD3-9D69-EE2F-C7350EE377DC}"/>
              </a:ext>
            </a:extLst>
          </p:cNvPr>
          <p:cNvGraphicFramePr>
            <a:graphicFrameLocks noGrp="1"/>
          </p:cNvGraphicFramePr>
          <p:nvPr>
            <p:extLst>
              <p:ext uri="{D42A27DB-BD31-4B8C-83A1-F6EECF244321}">
                <p14:modId xmlns:p14="http://schemas.microsoft.com/office/powerpoint/2010/main" val="2386736333"/>
              </p:ext>
            </p:extLst>
          </p:nvPr>
        </p:nvGraphicFramePr>
        <p:xfrm>
          <a:off x="590624" y="1403122"/>
          <a:ext cx="2240280" cy="865865"/>
        </p:xfrm>
        <a:graphic>
          <a:graphicData uri="http://schemas.openxmlformats.org/drawingml/2006/table">
            <a:tbl>
              <a:tblPr firstRow="1" bandRow="1"/>
              <a:tblGrid>
                <a:gridCol w="448056">
                  <a:extLst>
                    <a:ext uri="{9D8B030D-6E8A-4147-A177-3AD203B41FA5}">
                      <a16:colId xmlns:a16="http://schemas.microsoft.com/office/drawing/2014/main" val="1563922731"/>
                    </a:ext>
                  </a:extLst>
                </a:gridCol>
                <a:gridCol w="448056">
                  <a:extLst>
                    <a:ext uri="{9D8B030D-6E8A-4147-A177-3AD203B41FA5}">
                      <a16:colId xmlns:a16="http://schemas.microsoft.com/office/drawing/2014/main" val="4076529403"/>
                    </a:ext>
                  </a:extLst>
                </a:gridCol>
                <a:gridCol w="448056">
                  <a:extLst>
                    <a:ext uri="{9D8B030D-6E8A-4147-A177-3AD203B41FA5}">
                      <a16:colId xmlns:a16="http://schemas.microsoft.com/office/drawing/2014/main" val="1923284900"/>
                    </a:ext>
                  </a:extLst>
                </a:gridCol>
                <a:gridCol w="448056">
                  <a:extLst>
                    <a:ext uri="{9D8B030D-6E8A-4147-A177-3AD203B41FA5}">
                      <a16:colId xmlns:a16="http://schemas.microsoft.com/office/drawing/2014/main" val="2193092991"/>
                    </a:ext>
                  </a:extLst>
                </a:gridCol>
                <a:gridCol w="448056">
                  <a:extLst>
                    <a:ext uri="{9D8B030D-6E8A-4147-A177-3AD203B41FA5}">
                      <a16:colId xmlns:a16="http://schemas.microsoft.com/office/drawing/2014/main" val="1884254297"/>
                    </a:ext>
                  </a:extLst>
                </a:gridCol>
              </a:tblGrid>
              <a:tr h="266561">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Week-2</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graphicFrame>
        <p:nvGraphicFramePr>
          <p:cNvPr id="34" name="Table 4">
            <a:extLst>
              <a:ext uri="{FF2B5EF4-FFF2-40B4-BE49-F238E27FC236}">
                <a16:creationId xmlns:a16="http://schemas.microsoft.com/office/drawing/2014/main" id="{03BCE589-BFCC-CB4F-A2B7-72A7710DF7D6}"/>
              </a:ext>
            </a:extLst>
          </p:cNvPr>
          <p:cNvGraphicFramePr>
            <a:graphicFrameLocks noGrp="1"/>
          </p:cNvGraphicFramePr>
          <p:nvPr>
            <p:extLst>
              <p:ext uri="{D42A27DB-BD31-4B8C-83A1-F6EECF244321}">
                <p14:modId xmlns:p14="http://schemas.microsoft.com/office/powerpoint/2010/main" val="3829826202"/>
              </p:ext>
            </p:extLst>
          </p:nvPr>
        </p:nvGraphicFramePr>
        <p:xfrm>
          <a:off x="9622227" y="4289434"/>
          <a:ext cx="2240278" cy="865865"/>
        </p:xfrm>
        <a:graphic>
          <a:graphicData uri="http://schemas.openxmlformats.org/drawingml/2006/table">
            <a:tbl>
              <a:tblPr firstRow="1" bandRow="1"/>
              <a:tblGrid>
                <a:gridCol w="448056">
                  <a:extLst>
                    <a:ext uri="{9D8B030D-6E8A-4147-A177-3AD203B41FA5}">
                      <a16:colId xmlns:a16="http://schemas.microsoft.com/office/drawing/2014/main" val="2361867494"/>
                    </a:ext>
                  </a:extLst>
                </a:gridCol>
                <a:gridCol w="448055">
                  <a:extLst>
                    <a:ext uri="{9D8B030D-6E8A-4147-A177-3AD203B41FA5}">
                      <a16:colId xmlns:a16="http://schemas.microsoft.com/office/drawing/2014/main" val="832535601"/>
                    </a:ext>
                  </a:extLst>
                </a:gridCol>
                <a:gridCol w="448056">
                  <a:extLst>
                    <a:ext uri="{9D8B030D-6E8A-4147-A177-3AD203B41FA5}">
                      <a16:colId xmlns:a16="http://schemas.microsoft.com/office/drawing/2014/main" val="647445238"/>
                    </a:ext>
                  </a:extLst>
                </a:gridCol>
                <a:gridCol w="448055">
                  <a:extLst>
                    <a:ext uri="{9D8B030D-6E8A-4147-A177-3AD203B41FA5}">
                      <a16:colId xmlns:a16="http://schemas.microsoft.com/office/drawing/2014/main" val="883778301"/>
                    </a:ext>
                  </a:extLst>
                </a:gridCol>
                <a:gridCol w="448056">
                  <a:extLst>
                    <a:ext uri="{9D8B030D-6E8A-4147-A177-3AD203B41FA5}">
                      <a16:colId xmlns:a16="http://schemas.microsoft.com/office/drawing/2014/main" val="740986838"/>
                    </a:ext>
                  </a:extLst>
                </a:gridCol>
              </a:tblGrid>
              <a:tr h="0">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Week-1</a:t>
                      </a:r>
                    </a:p>
                  </a:txBody>
                  <a:tcPr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graphicFrame>
        <p:nvGraphicFramePr>
          <p:cNvPr id="38" name="Table 4">
            <a:extLst>
              <a:ext uri="{FF2B5EF4-FFF2-40B4-BE49-F238E27FC236}">
                <a16:creationId xmlns:a16="http://schemas.microsoft.com/office/drawing/2014/main" id="{32CA4709-6E34-1C4D-D096-28F5A7315A4D}"/>
              </a:ext>
            </a:extLst>
          </p:cNvPr>
          <p:cNvGraphicFramePr>
            <a:graphicFrameLocks noGrp="1"/>
          </p:cNvGraphicFramePr>
          <p:nvPr>
            <p:extLst>
              <p:ext uri="{D42A27DB-BD31-4B8C-83A1-F6EECF244321}">
                <p14:modId xmlns:p14="http://schemas.microsoft.com/office/powerpoint/2010/main" val="3090529886"/>
              </p:ext>
            </p:extLst>
          </p:nvPr>
        </p:nvGraphicFramePr>
        <p:xfrm>
          <a:off x="633269" y="4290542"/>
          <a:ext cx="8988956" cy="865865"/>
        </p:xfrm>
        <a:graphic>
          <a:graphicData uri="http://schemas.openxmlformats.org/drawingml/2006/table">
            <a:tbl>
              <a:tblPr firstRow="1" bandRow="1"/>
              <a:tblGrid>
                <a:gridCol w="898896">
                  <a:extLst>
                    <a:ext uri="{9D8B030D-6E8A-4147-A177-3AD203B41FA5}">
                      <a16:colId xmlns:a16="http://schemas.microsoft.com/office/drawing/2014/main" val="1563922731"/>
                    </a:ext>
                  </a:extLst>
                </a:gridCol>
                <a:gridCol w="898896">
                  <a:extLst>
                    <a:ext uri="{9D8B030D-6E8A-4147-A177-3AD203B41FA5}">
                      <a16:colId xmlns:a16="http://schemas.microsoft.com/office/drawing/2014/main" val="4076529403"/>
                    </a:ext>
                  </a:extLst>
                </a:gridCol>
                <a:gridCol w="898896">
                  <a:extLst>
                    <a:ext uri="{9D8B030D-6E8A-4147-A177-3AD203B41FA5}">
                      <a16:colId xmlns:a16="http://schemas.microsoft.com/office/drawing/2014/main" val="1923284900"/>
                    </a:ext>
                  </a:extLst>
                </a:gridCol>
                <a:gridCol w="898896">
                  <a:extLst>
                    <a:ext uri="{9D8B030D-6E8A-4147-A177-3AD203B41FA5}">
                      <a16:colId xmlns:a16="http://schemas.microsoft.com/office/drawing/2014/main" val="2193092991"/>
                    </a:ext>
                  </a:extLst>
                </a:gridCol>
                <a:gridCol w="898896">
                  <a:extLst>
                    <a:ext uri="{9D8B030D-6E8A-4147-A177-3AD203B41FA5}">
                      <a16:colId xmlns:a16="http://schemas.microsoft.com/office/drawing/2014/main" val="1884254297"/>
                    </a:ext>
                  </a:extLst>
                </a:gridCol>
                <a:gridCol w="898896">
                  <a:extLst>
                    <a:ext uri="{9D8B030D-6E8A-4147-A177-3AD203B41FA5}">
                      <a16:colId xmlns:a16="http://schemas.microsoft.com/office/drawing/2014/main" val="1501315682"/>
                    </a:ext>
                  </a:extLst>
                </a:gridCol>
                <a:gridCol w="898894">
                  <a:extLst>
                    <a:ext uri="{9D8B030D-6E8A-4147-A177-3AD203B41FA5}">
                      <a16:colId xmlns:a16="http://schemas.microsoft.com/office/drawing/2014/main" val="2825470920"/>
                    </a:ext>
                  </a:extLst>
                </a:gridCol>
                <a:gridCol w="898896">
                  <a:extLst>
                    <a:ext uri="{9D8B030D-6E8A-4147-A177-3AD203B41FA5}">
                      <a16:colId xmlns:a16="http://schemas.microsoft.com/office/drawing/2014/main" val="2652091836"/>
                    </a:ext>
                  </a:extLst>
                </a:gridCol>
                <a:gridCol w="898894">
                  <a:extLst>
                    <a:ext uri="{9D8B030D-6E8A-4147-A177-3AD203B41FA5}">
                      <a16:colId xmlns:a16="http://schemas.microsoft.com/office/drawing/2014/main" val="2775558986"/>
                    </a:ext>
                  </a:extLst>
                </a:gridCol>
                <a:gridCol w="898896">
                  <a:extLst>
                    <a:ext uri="{9D8B030D-6E8A-4147-A177-3AD203B41FA5}">
                      <a16:colId xmlns:a16="http://schemas.microsoft.com/office/drawing/2014/main" val="2318077013"/>
                    </a:ext>
                  </a:extLst>
                </a:gridCol>
              </a:tblGrid>
              <a:tr h="0">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Week-2</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99140307"/>
                  </a:ext>
                </a:extLst>
              </a:tr>
            </a:tbl>
          </a:graphicData>
        </a:graphic>
      </p:graphicFrame>
      <p:sp>
        <p:nvSpPr>
          <p:cNvPr id="2" name="TextBox 1">
            <a:extLst>
              <a:ext uri="{FF2B5EF4-FFF2-40B4-BE49-F238E27FC236}">
                <a16:creationId xmlns:a16="http://schemas.microsoft.com/office/drawing/2014/main" id="{86CA76AE-7B75-A355-1CF6-CC26F71092C9}"/>
              </a:ext>
            </a:extLst>
          </p:cNvPr>
          <p:cNvSpPr txBox="1"/>
          <p:nvPr/>
        </p:nvSpPr>
        <p:spPr>
          <a:xfrm>
            <a:off x="138449" y="20247"/>
            <a:ext cx="9245248"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prstClr val="black"/>
                </a:solidFill>
                <a:effectLst/>
                <a:uLnTx/>
                <a:uFillTx/>
                <a:latin typeface="Ubuntu Medium"/>
                <a:ea typeface="+mn-ea"/>
                <a:cs typeface="+mn-cs"/>
              </a:rPr>
              <a:t>SPRINT IN ACTION ON A TIMELINE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a:ln>
                <a:noFill/>
              </a:ln>
              <a:solidFill>
                <a:prstClr val="black"/>
              </a:solidFill>
              <a:effectLst/>
              <a:uLnTx/>
              <a:uFillTx/>
              <a:latin typeface="Ubuntu Medium"/>
              <a:ea typeface="+mn-ea"/>
              <a:cs typeface="+mn-cs"/>
            </a:endParaRPr>
          </a:p>
        </p:txBody>
      </p:sp>
    </p:spTree>
    <p:extLst>
      <p:ext uri="{BB962C8B-B14F-4D97-AF65-F5344CB8AC3E}">
        <p14:creationId xmlns:p14="http://schemas.microsoft.com/office/powerpoint/2010/main" val="7523739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8">
            <a:extLst>
              <a:ext uri="{FF2B5EF4-FFF2-40B4-BE49-F238E27FC236}">
                <a16:creationId xmlns:a16="http://schemas.microsoft.com/office/drawing/2014/main" id="{A72AB8A9-FDD7-0AF0-D95B-276629D32266}"/>
              </a:ext>
            </a:extLst>
          </p:cNvPr>
          <p:cNvSpPr txBox="1">
            <a:spLocks/>
          </p:cNvSpPr>
          <p:nvPr/>
        </p:nvSpPr>
        <p:spPr>
          <a:xfrm>
            <a:off x="2585280" y="2309684"/>
            <a:ext cx="7472504" cy="3703782"/>
          </a:xfrm>
          <a:prstGeom prst="rect">
            <a:avLst/>
          </a:prstGeom>
          <a:solidFill>
            <a:schemeClr val="bg1">
              <a:lumMod val="95000"/>
            </a:schemeClr>
          </a:solidFill>
          <a:ln>
            <a:solidFill>
              <a:schemeClr val="accent4">
                <a:lumMod val="60000"/>
                <a:lumOff val="40000"/>
              </a:schemeClr>
            </a:solidFill>
          </a:ln>
        </p:spPr>
        <p:txBody>
          <a:bodyPr anchor="t"/>
          <a:lstStyle>
            <a:lvl1pPr algn="ctr" defTabSz="914400" rtl="0" eaLnBrk="1" latinLnBrk="0" hangingPunct="1">
              <a:lnSpc>
                <a:spcPct val="100000"/>
              </a:lnSpc>
              <a:spcBef>
                <a:spcPct val="0"/>
              </a:spcBef>
              <a:buNone/>
              <a:defRPr sz="4400" kern="1200" spc="300">
                <a:solidFill>
                  <a:schemeClr val="bg1"/>
                </a:solidFill>
                <a:latin typeface="Trebuchet MS" panose="020B0703020202090204"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200" b="1" i="0" u="none" strike="noStrike" kern="1200" cap="small" spc="300" normalizeH="0" baseline="0" noProof="0">
              <a:ln>
                <a:noFill/>
              </a:ln>
              <a:solidFill>
                <a:srgbClr val="DF1F27"/>
              </a:solidFill>
              <a:effectLst/>
              <a:uLnTx/>
              <a:uFillTx/>
              <a:latin typeface="Trebuchet MS" panose="020B0703020202090204" pitchFamily="34" charset="0"/>
              <a:ea typeface="+mj-ea"/>
              <a:cs typeface="+mj-cs"/>
            </a:endParaRPr>
          </a:p>
        </p:txBody>
      </p:sp>
      <p:grpSp>
        <p:nvGrpSpPr>
          <p:cNvPr id="6" name="Group 5">
            <a:extLst>
              <a:ext uri="{FF2B5EF4-FFF2-40B4-BE49-F238E27FC236}">
                <a16:creationId xmlns:a16="http://schemas.microsoft.com/office/drawing/2014/main" id="{FCECC8D4-35B4-6820-997C-88D37856C2FF}"/>
              </a:ext>
            </a:extLst>
          </p:cNvPr>
          <p:cNvGrpSpPr/>
          <p:nvPr/>
        </p:nvGrpSpPr>
        <p:grpSpPr>
          <a:xfrm>
            <a:off x="4979428" y="2442640"/>
            <a:ext cx="1925892" cy="942284"/>
            <a:chOff x="4345506" y="2644863"/>
            <a:chExt cx="1925892" cy="942284"/>
          </a:xfrm>
        </p:grpSpPr>
        <p:sp>
          <p:nvSpPr>
            <p:cNvPr id="7" name="Rectangle 6">
              <a:extLst>
                <a:ext uri="{FF2B5EF4-FFF2-40B4-BE49-F238E27FC236}">
                  <a16:creationId xmlns:a16="http://schemas.microsoft.com/office/drawing/2014/main" id="{6917DEC1-C53C-B096-2D18-7C766ED15DE0}"/>
                </a:ext>
              </a:extLst>
            </p:cNvPr>
            <p:cNvSpPr/>
            <p:nvPr/>
          </p:nvSpPr>
          <p:spPr>
            <a:xfrm>
              <a:off x="5186625" y="2644863"/>
              <a:ext cx="923652"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Product Owner</a:t>
              </a:r>
            </a:p>
          </p:txBody>
        </p:sp>
        <p:pic>
          <p:nvPicPr>
            <p:cNvPr id="8" name="Graphic 7" descr="Female Profile with solid fill">
              <a:extLst>
                <a:ext uri="{FF2B5EF4-FFF2-40B4-BE49-F238E27FC236}">
                  <a16:creationId xmlns:a16="http://schemas.microsoft.com/office/drawing/2014/main" id="{07245633-B332-F43F-12A3-43DBDEEEF1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97340" y="2676877"/>
              <a:ext cx="506991" cy="506991"/>
            </a:xfrm>
            <a:prstGeom prst="rect">
              <a:avLst/>
            </a:prstGeom>
          </p:spPr>
        </p:pic>
        <p:sp>
          <p:nvSpPr>
            <p:cNvPr id="9" name="Rectangle 8">
              <a:extLst>
                <a:ext uri="{FF2B5EF4-FFF2-40B4-BE49-F238E27FC236}">
                  <a16:creationId xmlns:a16="http://schemas.microsoft.com/office/drawing/2014/main" id="{5C315BE7-8ADC-F62F-2E76-4564E117C33B}"/>
                </a:ext>
              </a:extLst>
            </p:cNvPr>
            <p:cNvSpPr/>
            <p:nvPr/>
          </p:nvSpPr>
          <p:spPr>
            <a:xfrm>
              <a:off x="4345506" y="3079316"/>
              <a:ext cx="1925892" cy="5078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Leads Team in delivering outcomes supporting </a:t>
              </a:r>
            </a:p>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the strategy</a:t>
              </a:r>
            </a:p>
          </p:txBody>
        </p:sp>
      </p:grpSp>
      <p:grpSp>
        <p:nvGrpSpPr>
          <p:cNvPr id="10" name="Group 9">
            <a:extLst>
              <a:ext uri="{FF2B5EF4-FFF2-40B4-BE49-F238E27FC236}">
                <a16:creationId xmlns:a16="http://schemas.microsoft.com/office/drawing/2014/main" id="{8AFD1997-9E1D-1CC1-779D-38E278954AE0}"/>
              </a:ext>
            </a:extLst>
          </p:cNvPr>
          <p:cNvGrpSpPr/>
          <p:nvPr/>
        </p:nvGrpSpPr>
        <p:grpSpPr>
          <a:xfrm>
            <a:off x="7362521" y="2468775"/>
            <a:ext cx="1860345" cy="1027060"/>
            <a:chOff x="6589166" y="2241753"/>
            <a:chExt cx="1860345" cy="1027060"/>
          </a:xfrm>
        </p:grpSpPr>
        <p:sp>
          <p:nvSpPr>
            <p:cNvPr id="11" name="Rectangle 10">
              <a:extLst>
                <a:ext uri="{FF2B5EF4-FFF2-40B4-BE49-F238E27FC236}">
                  <a16:creationId xmlns:a16="http://schemas.microsoft.com/office/drawing/2014/main" id="{9CD52457-6320-0ABD-9A29-173A47D5A2C5}"/>
                </a:ext>
              </a:extLst>
            </p:cNvPr>
            <p:cNvSpPr/>
            <p:nvPr/>
          </p:nvSpPr>
          <p:spPr>
            <a:xfrm>
              <a:off x="6820306" y="2241753"/>
              <a:ext cx="1629205" cy="73866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Release Train Lead/Technical Lead</a:t>
              </a:r>
            </a:p>
          </p:txBody>
        </p:sp>
        <p:pic>
          <p:nvPicPr>
            <p:cNvPr id="12" name="Graphic 11" descr="Male profile with solid fill">
              <a:extLst>
                <a:ext uri="{FF2B5EF4-FFF2-40B4-BE49-F238E27FC236}">
                  <a16:creationId xmlns:a16="http://schemas.microsoft.com/office/drawing/2014/main" id="{A88140FA-EBF6-475F-5E73-D7EAC79730C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9166" y="2440750"/>
              <a:ext cx="506059" cy="506059"/>
            </a:xfrm>
            <a:prstGeom prst="rect">
              <a:avLst/>
            </a:prstGeom>
          </p:spPr>
        </p:pic>
        <p:sp>
          <p:nvSpPr>
            <p:cNvPr id="13" name="Rectangle 12">
              <a:extLst>
                <a:ext uri="{FF2B5EF4-FFF2-40B4-BE49-F238E27FC236}">
                  <a16:creationId xmlns:a16="http://schemas.microsoft.com/office/drawing/2014/main" id="{07E8A7EA-88C1-6753-2872-33DBFE7C78B8}"/>
                </a:ext>
              </a:extLst>
            </p:cNvPr>
            <p:cNvSpPr/>
            <p:nvPr/>
          </p:nvSpPr>
          <p:spPr>
            <a:xfrm>
              <a:off x="6896610" y="2899481"/>
              <a:ext cx="1395981"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Leads and reinforces Agile practices</a:t>
              </a:r>
            </a:p>
          </p:txBody>
        </p:sp>
      </p:grpSp>
      <p:grpSp>
        <p:nvGrpSpPr>
          <p:cNvPr id="19" name="Group 18">
            <a:extLst>
              <a:ext uri="{FF2B5EF4-FFF2-40B4-BE49-F238E27FC236}">
                <a16:creationId xmlns:a16="http://schemas.microsoft.com/office/drawing/2014/main" id="{97ACD9B8-DC57-C8B0-C010-809F2AD6786F}"/>
              </a:ext>
            </a:extLst>
          </p:cNvPr>
          <p:cNvGrpSpPr/>
          <p:nvPr/>
        </p:nvGrpSpPr>
        <p:grpSpPr>
          <a:xfrm>
            <a:off x="2925297" y="2667772"/>
            <a:ext cx="1647518" cy="921757"/>
            <a:chOff x="3370281" y="3234136"/>
            <a:chExt cx="1647518" cy="921757"/>
          </a:xfrm>
        </p:grpSpPr>
        <p:sp>
          <p:nvSpPr>
            <p:cNvPr id="20" name="Rectangle 19">
              <a:extLst>
                <a:ext uri="{FF2B5EF4-FFF2-40B4-BE49-F238E27FC236}">
                  <a16:creationId xmlns:a16="http://schemas.microsoft.com/office/drawing/2014/main" id="{77A6F499-3E4E-EF30-B3BA-EE2A121CC89C}"/>
                </a:ext>
              </a:extLst>
            </p:cNvPr>
            <p:cNvSpPr/>
            <p:nvPr/>
          </p:nvSpPr>
          <p:spPr>
            <a:xfrm>
              <a:off x="4021564" y="3438156"/>
              <a:ext cx="844609"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BA</a:t>
              </a:r>
            </a:p>
          </p:txBody>
        </p:sp>
        <p:pic>
          <p:nvPicPr>
            <p:cNvPr id="21" name="Graphic 20" descr="Male profile with solid fill">
              <a:extLst>
                <a:ext uri="{FF2B5EF4-FFF2-40B4-BE49-F238E27FC236}">
                  <a16:creationId xmlns:a16="http://schemas.microsoft.com/office/drawing/2014/main" id="{4DAC89CE-47E4-9485-4AB5-47FF7C3EA3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55249" y="3234136"/>
              <a:ext cx="506059" cy="506059"/>
            </a:xfrm>
            <a:prstGeom prst="rect">
              <a:avLst/>
            </a:prstGeom>
          </p:spPr>
        </p:pic>
        <p:sp>
          <p:nvSpPr>
            <p:cNvPr id="22" name="Rectangle 21">
              <a:extLst>
                <a:ext uri="{FF2B5EF4-FFF2-40B4-BE49-F238E27FC236}">
                  <a16:creationId xmlns:a16="http://schemas.microsoft.com/office/drawing/2014/main" id="{21A56261-9D31-6F01-648B-D00C7227DD96}"/>
                </a:ext>
              </a:extLst>
            </p:cNvPr>
            <p:cNvSpPr/>
            <p:nvPr/>
          </p:nvSpPr>
          <p:spPr>
            <a:xfrm>
              <a:off x="3370281" y="3648062"/>
              <a:ext cx="1647518" cy="5078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Provides business analysis; supports requirements gathering</a:t>
              </a:r>
            </a:p>
          </p:txBody>
        </p:sp>
      </p:grpSp>
      <p:grpSp>
        <p:nvGrpSpPr>
          <p:cNvPr id="23" name="Group 22">
            <a:extLst>
              <a:ext uri="{FF2B5EF4-FFF2-40B4-BE49-F238E27FC236}">
                <a16:creationId xmlns:a16="http://schemas.microsoft.com/office/drawing/2014/main" id="{5FE07F9D-5773-7E4D-5B88-4495C3510578}"/>
              </a:ext>
            </a:extLst>
          </p:cNvPr>
          <p:cNvGrpSpPr/>
          <p:nvPr/>
        </p:nvGrpSpPr>
        <p:grpSpPr>
          <a:xfrm>
            <a:off x="7178458" y="3725798"/>
            <a:ext cx="1964913" cy="864480"/>
            <a:chOff x="3875716" y="4687355"/>
            <a:chExt cx="1964913" cy="864480"/>
          </a:xfrm>
        </p:grpSpPr>
        <p:sp>
          <p:nvSpPr>
            <p:cNvPr id="24" name="Rectangle 23">
              <a:extLst>
                <a:ext uri="{FF2B5EF4-FFF2-40B4-BE49-F238E27FC236}">
                  <a16:creationId xmlns:a16="http://schemas.microsoft.com/office/drawing/2014/main" id="{639F521B-A7F2-A5E3-34FF-32A2053939A3}"/>
                </a:ext>
              </a:extLst>
            </p:cNvPr>
            <p:cNvSpPr/>
            <p:nvPr/>
          </p:nvSpPr>
          <p:spPr>
            <a:xfrm>
              <a:off x="4281244" y="4904749"/>
              <a:ext cx="1559385"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Dev Team</a:t>
              </a:r>
            </a:p>
          </p:txBody>
        </p:sp>
        <p:pic>
          <p:nvPicPr>
            <p:cNvPr id="25" name="Graphic 24" descr="Users with solid fill">
              <a:extLst>
                <a:ext uri="{FF2B5EF4-FFF2-40B4-BE49-F238E27FC236}">
                  <a16:creationId xmlns:a16="http://schemas.microsoft.com/office/drawing/2014/main" id="{027D9965-6BBA-694A-2BDB-421A1D4A3D7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44230" y="4687355"/>
              <a:ext cx="679814" cy="679814"/>
            </a:xfrm>
            <a:prstGeom prst="rect">
              <a:avLst/>
            </a:prstGeom>
          </p:spPr>
        </p:pic>
        <p:sp>
          <p:nvSpPr>
            <p:cNvPr id="26" name="Rectangle 25">
              <a:extLst>
                <a:ext uri="{FF2B5EF4-FFF2-40B4-BE49-F238E27FC236}">
                  <a16:creationId xmlns:a16="http://schemas.microsoft.com/office/drawing/2014/main" id="{6BB44C32-54C0-2D5F-DFD3-5BCC9579321D}"/>
                </a:ext>
              </a:extLst>
            </p:cNvPr>
            <p:cNvSpPr/>
            <p:nvPr/>
          </p:nvSpPr>
          <p:spPr>
            <a:xfrm>
              <a:off x="3875716" y="5182503"/>
              <a:ext cx="1559385"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To build &amp; test the features</a:t>
              </a:r>
            </a:p>
          </p:txBody>
        </p:sp>
      </p:grpSp>
      <p:grpSp>
        <p:nvGrpSpPr>
          <p:cNvPr id="27" name="Group 26">
            <a:extLst>
              <a:ext uri="{FF2B5EF4-FFF2-40B4-BE49-F238E27FC236}">
                <a16:creationId xmlns:a16="http://schemas.microsoft.com/office/drawing/2014/main" id="{DB255357-931B-0A0D-AF11-92059817D5CD}"/>
              </a:ext>
            </a:extLst>
          </p:cNvPr>
          <p:cNvGrpSpPr/>
          <p:nvPr/>
        </p:nvGrpSpPr>
        <p:grpSpPr>
          <a:xfrm>
            <a:off x="2943829" y="3725798"/>
            <a:ext cx="1812845" cy="1082108"/>
            <a:chOff x="3768475" y="4742078"/>
            <a:chExt cx="1812845" cy="1082108"/>
          </a:xfrm>
        </p:grpSpPr>
        <p:sp>
          <p:nvSpPr>
            <p:cNvPr id="28" name="Rectangle 27">
              <a:extLst>
                <a:ext uri="{FF2B5EF4-FFF2-40B4-BE49-F238E27FC236}">
                  <a16:creationId xmlns:a16="http://schemas.microsoft.com/office/drawing/2014/main" id="{7FE950D6-AB62-5DE3-D490-2B30E6C56D07}"/>
                </a:ext>
              </a:extLst>
            </p:cNvPr>
            <p:cNvSpPr/>
            <p:nvPr/>
          </p:nvSpPr>
          <p:spPr>
            <a:xfrm>
              <a:off x="4395982" y="4947138"/>
              <a:ext cx="778333"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SME</a:t>
              </a:r>
            </a:p>
          </p:txBody>
        </p:sp>
        <p:sp>
          <p:nvSpPr>
            <p:cNvPr id="29" name="Rectangle 28">
              <a:extLst>
                <a:ext uri="{FF2B5EF4-FFF2-40B4-BE49-F238E27FC236}">
                  <a16:creationId xmlns:a16="http://schemas.microsoft.com/office/drawing/2014/main" id="{A3273CE5-90D9-A6AD-6855-6E7A1629C767}"/>
                </a:ext>
              </a:extLst>
            </p:cNvPr>
            <p:cNvSpPr/>
            <p:nvPr/>
          </p:nvSpPr>
          <p:spPr>
            <a:xfrm>
              <a:off x="3768475" y="5177855"/>
              <a:ext cx="1812845" cy="6463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Brings expertise to provide guidance and feedback for capability development</a:t>
              </a:r>
            </a:p>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1" u="none" strike="noStrike" kern="1200" cap="none" spc="0" normalizeH="0" baseline="0" noProof="0">
                  <a:ln>
                    <a:noFill/>
                  </a:ln>
                  <a:solidFill>
                    <a:prstClr val="black"/>
                  </a:solidFill>
                  <a:effectLst/>
                  <a:uLnTx/>
                  <a:uFillTx/>
                  <a:latin typeface="Trebuchet MS" panose="020B0603020202020204" pitchFamily="34" charset="0"/>
                  <a:ea typeface="+mn-ea"/>
                  <a:cs typeface="+mn-cs"/>
                </a:rPr>
                <a:t>~50% allocation </a:t>
              </a:r>
            </a:p>
          </p:txBody>
        </p:sp>
        <p:pic>
          <p:nvPicPr>
            <p:cNvPr id="30" name="Graphic 29" descr="Male profile with solid fill">
              <a:extLst>
                <a:ext uri="{FF2B5EF4-FFF2-40B4-BE49-F238E27FC236}">
                  <a16:creationId xmlns:a16="http://schemas.microsoft.com/office/drawing/2014/main" id="{AD24E566-8C3F-6C95-C9BA-B1DFD06C268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46945" y="4742078"/>
              <a:ext cx="506059" cy="506059"/>
            </a:xfrm>
            <a:prstGeom prst="rect">
              <a:avLst/>
            </a:prstGeom>
          </p:spPr>
        </p:pic>
      </p:grpSp>
      <p:grpSp>
        <p:nvGrpSpPr>
          <p:cNvPr id="31" name="Group 30">
            <a:extLst>
              <a:ext uri="{FF2B5EF4-FFF2-40B4-BE49-F238E27FC236}">
                <a16:creationId xmlns:a16="http://schemas.microsoft.com/office/drawing/2014/main" id="{A39109EC-7339-C88C-5F85-33449EE96501}"/>
              </a:ext>
            </a:extLst>
          </p:cNvPr>
          <p:cNvGrpSpPr/>
          <p:nvPr/>
        </p:nvGrpSpPr>
        <p:grpSpPr>
          <a:xfrm>
            <a:off x="2939578" y="4956448"/>
            <a:ext cx="1720081" cy="867933"/>
            <a:chOff x="827585" y="3568057"/>
            <a:chExt cx="2419710" cy="867933"/>
          </a:xfrm>
        </p:grpSpPr>
        <p:sp>
          <p:nvSpPr>
            <p:cNvPr id="32" name="Rectangle 31">
              <a:extLst>
                <a:ext uri="{FF2B5EF4-FFF2-40B4-BE49-F238E27FC236}">
                  <a16:creationId xmlns:a16="http://schemas.microsoft.com/office/drawing/2014/main" id="{A9B6E3B3-196B-5EC5-04F5-9D3B15D03E50}"/>
                </a:ext>
              </a:extLst>
            </p:cNvPr>
            <p:cNvSpPr/>
            <p:nvPr/>
          </p:nvSpPr>
          <p:spPr>
            <a:xfrm>
              <a:off x="1484463" y="3593726"/>
              <a:ext cx="1717837" cy="43088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Functional Leads</a:t>
              </a:r>
            </a:p>
          </p:txBody>
        </p:sp>
        <p:pic>
          <p:nvPicPr>
            <p:cNvPr id="33" name="Graphic 32" descr="Female Profile with solid fill">
              <a:extLst>
                <a:ext uri="{FF2B5EF4-FFF2-40B4-BE49-F238E27FC236}">
                  <a16:creationId xmlns:a16="http://schemas.microsoft.com/office/drawing/2014/main" id="{850DCB1B-076C-96A3-9DD0-2A073E75ABB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19597" y="3568057"/>
              <a:ext cx="680402" cy="468033"/>
            </a:xfrm>
            <a:prstGeom prst="rect">
              <a:avLst/>
            </a:prstGeom>
          </p:spPr>
        </p:pic>
        <p:sp>
          <p:nvSpPr>
            <p:cNvPr id="34" name="Rectangle 33">
              <a:extLst>
                <a:ext uri="{FF2B5EF4-FFF2-40B4-BE49-F238E27FC236}">
                  <a16:creationId xmlns:a16="http://schemas.microsoft.com/office/drawing/2014/main" id="{685D9A75-EA5D-8BA9-376D-F35D17E45D2B}"/>
                </a:ext>
              </a:extLst>
            </p:cNvPr>
            <p:cNvSpPr/>
            <p:nvPr/>
          </p:nvSpPr>
          <p:spPr>
            <a:xfrm>
              <a:off x="827585" y="3928159"/>
              <a:ext cx="2419710" cy="5078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Functional resource who provides ad hoc expertise and guidance</a:t>
              </a:r>
            </a:p>
          </p:txBody>
        </p:sp>
      </p:grpSp>
      <p:sp>
        <p:nvSpPr>
          <p:cNvPr id="43" name="Rectangle 42">
            <a:extLst>
              <a:ext uri="{FF2B5EF4-FFF2-40B4-BE49-F238E27FC236}">
                <a16:creationId xmlns:a16="http://schemas.microsoft.com/office/drawing/2014/main" id="{3090EDAC-2B71-D042-4771-F250145B1CC1}"/>
              </a:ext>
            </a:extLst>
          </p:cNvPr>
          <p:cNvSpPr/>
          <p:nvPr/>
        </p:nvSpPr>
        <p:spPr>
          <a:xfrm>
            <a:off x="5636285" y="1983645"/>
            <a:ext cx="1278555" cy="276999"/>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1" i="0" u="none" strike="noStrike" kern="1200" cap="small" spc="300" normalizeH="0" baseline="0" noProof="0">
                <a:ln>
                  <a:noFill/>
                </a:ln>
                <a:solidFill>
                  <a:srgbClr val="545658"/>
                </a:solidFill>
                <a:effectLst/>
                <a:uLnTx/>
                <a:uFillTx/>
                <a:latin typeface="Trebuchet MS" panose="020B0703020202090204" pitchFamily="34" charset="0"/>
                <a:ea typeface="+mn-ea"/>
                <a:cs typeface="+mn-cs"/>
              </a:rPr>
              <a:t>Team Roles</a:t>
            </a:r>
          </a:p>
        </p:txBody>
      </p:sp>
      <p:grpSp>
        <p:nvGrpSpPr>
          <p:cNvPr id="44" name="Group 43">
            <a:extLst>
              <a:ext uri="{FF2B5EF4-FFF2-40B4-BE49-F238E27FC236}">
                <a16:creationId xmlns:a16="http://schemas.microsoft.com/office/drawing/2014/main" id="{1FF32828-7B48-DB45-074B-50D1F76F62A6}"/>
              </a:ext>
            </a:extLst>
          </p:cNvPr>
          <p:cNvGrpSpPr/>
          <p:nvPr/>
        </p:nvGrpSpPr>
        <p:grpSpPr>
          <a:xfrm>
            <a:off x="5078477" y="4989211"/>
            <a:ext cx="1925583" cy="789752"/>
            <a:chOff x="5173806" y="4974957"/>
            <a:chExt cx="1925583" cy="789752"/>
          </a:xfrm>
        </p:grpSpPr>
        <p:sp>
          <p:nvSpPr>
            <p:cNvPr id="45" name="Rectangle 44">
              <a:extLst>
                <a:ext uri="{FF2B5EF4-FFF2-40B4-BE49-F238E27FC236}">
                  <a16:creationId xmlns:a16="http://schemas.microsoft.com/office/drawing/2014/main" id="{C59080AB-1726-8AA3-E633-16311A629AB5}"/>
                </a:ext>
              </a:extLst>
            </p:cNvPr>
            <p:cNvSpPr/>
            <p:nvPr/>
          </p:nvSpPr>
          <p:spPr>
            <a:xfrm>
              <a:off x="5601022" y="5144652"/>
              <a:ext cx="1320143"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DevOps</a:t>
              </a:r>
            </a:p>
          </p:txBody>
        </p:sp>
        <p:sp>
          <p:nvSpPr>
            <p:cNvPr id="46" name="Rectangle 45">
              <a:extLst>
                <a:ext uri="{FF2B5EF4-FFF2-40B4-BE49-F238E27FC236}">
                  <a16:creationId xmlns:a16="http://schemas.microsoft.com/office/drawing/2014/main" id="{C6455E77-D758-56B3-7414-E20FB57CA6E1}"/>
                </a:ext>
              </a:extLst>
            </p:cNvPr>
            <p:cNvSpPr/>
            <p:nvPr/>
          </p:nvSpPr>
          <p:spPr>
            <a:xfrm>
              <a:off x="5173806" y="5395377"/>
              <a:ext cx="1925583"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To deal with build operations &amp; environment support</a:t>
              </a:r>
            </a:p>
          </p:txBody>
        </p:sp>
        <p:pic>
          <p:nvPicPr>
            <p:cNvPr id="47" name="Graphic 46" descr="Female Profile with solid fill">
              <a:extLst>
                <a:ext uri="{FF2B5EF4-FFF2-40B4-BE49-F238E27FC236}">
                  <a16:creationId xmlns:a16="http://schemas.microsoft.com/office/drawing/2014/main" id="{1BC17BA2-4469-F881-840C-52F87F4994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47061" y="4974957"/>
              <a:ext cx="506991" cy="506991"/>
            </a:xfrm>
            <a:prstGeom prst="rect">
              <a:avLst/>
            </a:prstGeom>
          </p:spPr>
        </p:pic>
      </p:grpSp>
      <p:pic>
        <p:nvPicPr>
          <p:cNvPr id="48" name="Graphic 47" descr="Continuous Improvement outline">
            <a:extLst>
              <a:ext uri="{FF2B5EF4-FFF2-40B4-BE49-F238E27FC236}">
                <a16:creationId xmlns:a16="http://schemas.microsoft.com/office/drawing/2014/main" id="{A43FC586-EA47-C3D7-F619-54F0FE8AAE9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03458" y="3118662"/>
            <a:ext cx="2159560" cy="2159560"/>
          </a:xfrm>
          <a:prstGeom prst="rect">
            <a:avLst/>
          </a:prstGeom>
        </p:spPr>
      </p:pic>
      <p:sp>
        <p:nvSpPr>
          <p:cNvPr id="53" name="TextBox 52">
            <a:extLst>
              <a:ext uri="{FF2B5EF4-FFF2-40B4-BE49-F238E27FC236}">
                <a16:creationId xmlns:a16="http://schemas.microsoft.com/office/drawing/2014/main" id="{E65706E5-6946-4C8C-FD20-8F273602B74D}"/>
              </a:ext>
            </a:extLst>
          </p:cNvPr>
          <p:cNvSpPr txBox="1"/>
          <p:nvPr/>
        </p:nvSpPr>
        <p:spPr>
          <a:xfrm>
            <a:off x="240244" y="809830"/>
            <a:ext cx="10530898" cy="18158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Ubuntu"/>
                <a:ea typeface="+mn-ea"/>
                <a:cs typeface="Arial" pitchFamily="34" charset="0"/>
              </a:rPr>
              <a:t>Each Release Train team – Policy, Billing, Integration would consist of cross functional skill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Ubuntu"/>
                <a:ea typeface="+mn-ea"/>
                <a:cs typeface="Arial" pitchFamily="34" charset="0"/>
              </a:rPr>
              <a:t>Release Train lead/Technical lead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Ubuntu"/>
                <a:ea typeface="+mn-ea"/>
                <a:cs typeface="Arial" pitchFamily="34" charset="0"/>
              </a:rPr>
              <a:t>Developers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Ubuntu"/>
                <a:ea typeface="+mn-ea"/>
                <a:cs typeface="Arial" pitchFamily="34" charset="0"/>
              </a:rPr>
              <a:t>Testers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Arial" pitchFamily="34" charset="0"/>
              </a:rPr>
              <a:t>Partial availability of the following groups to help query resolution OR address requirement or design changes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Ubuntu"/>
                <a:ea typeface="+mn-ea"/>
                <a:cs typeface="Arial" pitchFamily="34" charset="0"/>
              </a:rPr>
              <a:t>Business Analysts (Capgemini)</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Ubuntu"/>
                <a:ea typeface="+mn-ea"/>
                <a:cs typeface="Arial" pitchFamily="34" charset="0"/>
              </a:rPr>
              <a:t>Architects (Capgeminii)</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Ubuntu"/>
                <a:ea typeface="+mn-ea"/>
                <a:cs typeface="Arial" pitchFamily="34" charset="0"/>
              </a:rPr>
              <a:t>Business PO or SME (Beazley)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Ubuntu"/>
                <a:ea typeface="+mn-ea"/>
                <a:cs typeface="Arial" pitchFamily="34" charset="0"/>
              </a:rPr>
              <a:t>DevOps (Beazley)</a:t>
            </a:r>
            <a:endPar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endParaRPr>
          </a:p>
        </p:txBody>
      </p:sp>
      <p:grpSp>
        <p:nvGrpSpPr>
          <p:cNvPr id="2" name="Group 1">
            <a:extLst>
              <a:ext uri="{FF2B5EF4-FFF2-40B4-BE49-F238E27FC236}">
                <a16:creationId xmlns:a16="http://schemas.microsoft.com/office/drawing/2014/main" id="{595094A7-4AFC-3DC6-2232-9C71A525CC3A}"/>
              </a:ext>
            </a:extLst>
          </p:cNvPr>
          <p:cNvGrpSpPr/>
          <p:nvPr/>
        </p:nvGrpSpPr>
        <p:grpSpPr>
          <a:xfrm>
            <a:off x="7178458" y="4911819"/>
            <a:ext cx="1964913" cy="864480"/>
            <a:chOff x="3875716" y="4687355"/>
            <a:chExt cx="1964913" cy="864480"/>
          </a:xfrm>
        </p:grpSpPr>
        <p:sp>
          <p:nvSpPr>
            <p:cNvPr id="54" name="Rectangle 53">
              <a:extLst>
                <a:ext uri="{FF2B5EF4-FFF2-40B4-BE49-F238E27FC236}">
                  <a16:creationId xmlns:a16="http://schemas.microsoft.com/office/drawing/2014/main" id="{F3D6B933-3166-C837-A1F3-C628723E704F}"/>
                </a:ext>
              </a:extLst>
            </p:cNvPr>
            <p:cNvSpPr/>
            <p:nvPr/>
          </p:nvSpPr>
          <p:spPr>
            <a:xfrm>
              <a:off x="4281244" y="4904749"/>
              <a:ext cx="1559385"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Third Party</a:t>
              </a:r>
            </a:p>
          </p:txBody>
        </p:sp>
        <p:pic>
          <p:nvPicPr>
            <p:cNvPr id="55" name="Graphic 54" descr="Users with solid fill">
              <a:extLst>
                <a:ext uri="{FF2B5EF4-FFF2-40B4-BE49-F238E27FC236}">
                  <a16:creationId xmlns:a16="http://schemas.microsoft.com/office/drawing/2014/main" id="{BFF34183-260E-7081-6378-0CFEAF147D0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44230" y="4687355"/>
              <a:ext cx="679814" cy="679814"/>
            </a:xfrm>
            <a:prstGeom prst="rect">
              <a:avLst/>
            </a:prstGeom>
          </p:spPr>
        </p:pic>
        <p:sp>
          <p:nvSpPr>
            <p:cNvPr id="56" name="Rectangle 55">
              <a:extLst>
                <a:ext uri="{FF2B5EF4-FFF2-40B4-BE49-F238E27FC236}">
                  <a16:creationId xmlns:a16="http://schemas.microsoft.com/office/drawing/2014/main" id="{204603B8-01F0-9BF8-1F83-6AA16FB3D804}"/>
                </a:ext>
              </a:extLst>
            </p:cNvPr>
            <p:cNvSpPr/>
            <p:nvPr/>
          </p:nvSpPr>
          <p:spPr>
            <a:xfrm>
              <a:off x="3875716" y="5182503"/>
              <a:ext cx="1559385"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Support required from third party app/services</a:t>
              </a:r>
            </a:p>
          </p:txBody>
        </p:sp>
      </p:grpSp>
      <p:sp>
        <p:nvSpPr>
          <p:cNvPr id="3" name="TextBox 2">
            <a:extLst>
              <a:ext uri="{FF2B5EF4-FFF2-40B4-BE49-F238E27FC236}">
                <a16:creationId xmlns:a16="http://schemas.microsoft.com/office/drawing/2014/main" id="{38273432-456F-7866-0598-D4BFDD9FCD06}"/>
              </a:ext>
            </a:extLst>
          </p:cNvPr>
          <p:cNvSpPr txBox="1"/>
          <p:nvPr/>
        </p:nvSpPr>
        <p:spPr>
          <a:xfrm>
            <a:off x="134050" y="38055"/>
            <a:ext cx="9245248"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prstClr val="black"/>
                </a:solidFill>
                <a:effectLst/>
                <a:uLnTx/>
                <a:uFillTx/>
                <a:latin typeface="Ubuntu Medium"/>
                <a:ea typeface="+mn-ea"/>
                <a:cs typeface="+mn-cs"/>
              </a:rPr>
              <a:t>STANDARD DEVELOPMENT TEAM COMPOSITION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a:ln>
                <a:noFill/>
              </a:ln>
              <a:solidFill>
                <a:prstClr val="black"/>
              </a:solidFill>
              <a:effectLst/>
              <a:uLnTx/>
              <a:uFillTx/>
              <a:latin typeface="Ubuntu Medium"/>
              <a:ea typeface="+mn-ea"/>
              <a:cs typeface="+mn-cs"/>
            </a:endParaRPr>
          </a:p>
        </p:txBody>
      </p:sp>
    </p:spTree>
    <p:extLst>
      <p:ext uri="{BB962C8B-B14F-4D97-AF65-F5344CB8AC3E}">
        <p14:creationId xmlns:p14="http://schemas.microsoft.com/office/powerpoint/2010/main" val="4112435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 name="Text Placeholder 20">
            <a:extLst>
              <a:ext uri="{FF2B5EF4-FFF2-40B4-BE49-F238E27FC236}">
                <a16:creationId xmlns:a16="http://schemas.microsoft.com/office/drawing/2014/main" id="{63AFAC24-AC01-F738-B736-C4C5742F2302}"/>
              </a:ext>
            </a:extLst>
          </p:cNvPr>
          <p:cNvSpPr txBox="1">
            <a:spLocks/>
          </p:cNvSpPr>
          <p:nvPr/>
        </p:nvSpPr>
        <p:spPr>
          <a:xfrm>
            <a:off x="78374" y="5014793"/>
            <a:ext cx="1043386" cy="1691828"/>
          </a:xfrm>
          <a:prstGeom prst="rect">
            <a:avLst/>
          </a:prstGeom>
          <a:solidFill>
            <a:schemeClr val="accent2">
              <a:lumMod val="20000"/>
              <a:lumOff val="80000"/>
            </a:schemeClr>
          </a:solidFill>
          <a:ln>
            <a:noFill/>
          </a:ln>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p:txBody>
      </p:sp>
      <p:sp>
        <p:nvSpPr>
          <p:cNvPr id="627" name="Text Placeholder 20">
            <a:extLst>
              <a:ext uri="{FF2B5EF4-FFF2-40B4-BE49-F238E27FC236}">
                <a16:creationId xmlns:a16="http://schemas.microsoft.com/office/drawing/2014/main" id="{78BB1F18-60A2-3691-0C96-DF06CA4A536C}"/>
              </a:ext>
            </a:extLst>
          </p:cNvPr>
          <p:cNvSpPr txBox="1">
            <a:spLocks/>
          </p:cNvSpPr>
          <p:nvPr/>
        </p:nvSpPr>
        <p:spPr>
          <a:xfrm>
            <a:off x="10382574" y="695359"/>
            <a:ext cx="1755746" cy="6006811"/>
          </a:xfrm>
          <a:prstGeom prst="rect">
            <a:avLst/>
          </a:prstGeom>
          <a:solidFill>
            <a:schemeClr val="accent2">
              <a:lumMod val="20000"/>
              <a:lumOff val="80000"/>
            </a:schemeClr>
          </a:solidFill>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p:txBody>
      </p:sp>
      <p:sp>
        <p:nvSpPr>
          <p:cNvPr id="418" name="Rounded Rectangle 67">
            <a:extLst>
              <a:ext uri="{FF2B5EF4-FFF2-40B4-BE49-F238E27FC236}">
                <a16:creationId xmlns:a16="http://schemas.microsoft.com/office/drawing/2014/main" id="{CF47D172-5A00-2222-9276-6B84393088EB}"/>
              </a:ext>
            </a:extLst>
          </p:cNvPr>
          <p:cNvSpPr>
            <a:spLocks/>
          </p:cNvSpPr>
          <p:nvPr/>
        </p:nvSpPr>
        <p:spPr>
          <a:xfrm>
            <a:off x="10474014" y="2861065"/>
            <a:ext cx="1618485" cy="2132527"/>
          </a:xfrm>
          <a:prstGeom prst="roundRect">
            <a:avLst>
              <a:gd name="adj" fmla="val 5380"/>
            </a:avLst>
          </a:prstGeom>
          <a:noFill/>
          <a:ln w="19050" cap="flat" cmpd="sng" algn="ctr">
            <a:solidFill>
              <a:schemeClr val="bg1">
                <a:lumMod val="8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2" name="Text Placeholder 20">
            <a:extLst>
              <a:ext uri="{FF2B5EF4-FFF2-40B4-BE49-F238E27FC236}">
                <a16:creationId xmlns:a16="http://schemas.microsoft.com/office/drawing/2014/main" id="{663BA533-BA0F-A7F6-69A7-64B8A27BECD9}"/>
              </a:ext>
            </a:extLst>
          </p:cNvPr>
          <p:cNvSpPr txBox="1">
            <a:spLocks/>
          </p:cNvSpPr>
          <p:nvPr/>
        </p:nvSpPr>
        <p:spPr>
          <a:xfrm>
            <a:off x="78374" y="695359"/>
            <a:ext cx="1043386" cy="4291871"/>
          </a:xfrm>
          <a:prstGeom prst="rect">
            <a:avLst/>
          </a:prstGeom>
          <a:solidFill>
            <a:schemeClr val="accent2">
              <a:lumMod val="20000"/>
              <a:lumOff val="80000"/>
            </a:schemeClr>
          </a:solidFill>
          <a:ln>
            <a:noFill/>
          </a:ln>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r>
              <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rPr>
              <a:t>Actors</a:t>
            </a:r>
          </a:p>
          <a:p>
            <a:pPr marL="0" marR="0" lvl="0" indent="0" algn="l"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11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Product Owner</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SMEs</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Solution Architect</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Team members</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Functional lead / BA</a:t>
            </a:r>
          </a:p>
        </p:txBody>
      </p:sp>
      <p:grpSp>
        <p:nvGrpSpPr>
          <p:cNvPr id="6" name="Teacher7" descr="{&quot;Key&quot;:&quot;POWER_USER_SHAPE_ICON&quot;,&quot;Value&quot;:&quot;POWER_USER_SHAPE_ICON_STYLE_1&quot;}">
            <a:extLst>
              <a:ext uri="{FF2B5EF4-FFF2-40B4-BE49-F238E27FC236}">
                <a16:creationId xmlns:a16="http://schemas.microsoft.com/office/drawing/2014/main" id="{91A7FC1A-F1FC-01B2-D8FE-0616F45E7859}"/>
              </a:ext>
            </a:extLst>
          </p:cNvPr>
          <p:cNvGrpSpPr>
            <a:grpSpLocks noChangeAspect="1"/>
          </p:cNvGrpSpPr>
          <p:nvPr/>
        </p:nvGrpSpPr>
        <p:grpSpPr>
          <a:xfrm>
            <a:off x="387747" y="1288661"/>
            <a:ext cx="360000" cy="350581"/>
            <a:chOff x="6302376" y="1846263"/>
            <a:chExt cx="479425" cy="479425"/>
          </a:xfrm>
          <a:solidFill>
            <a:schemeClr val="accent1"/>
          </a:solidFill>
        </p:grpSpPr>
        <p:sp>
          <p:nvSpPr>
            <p:cNvPr id="7" name="Rectangle 495">
              <a:extLst>
                <a:ext uri="{FF2B5EF4-FFF2-40B4-BE49-F238E27FC236}">
                  <a16:creationId xmlns:a16="http://schemas.microsoft.com/office/drawing/2014/main" id="{A4732C34-FE05-0482-5FA2-E673102B1A97}"/>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496">
              <a:extLst>
                <a:ext uri="{FF2B5EF4-FFF2-40B4-BE49-F238E27FC236}">
                  <a16:creationId xmlns:a16="http://schemas.microsoft.com/office/drawing/2014/main" id="{E688B714-0AF6-971B-750E-B2BBFB7029C6}"/>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Rectangle 497">
              <a:extLst>
                <a:ext uri="{FF2B5EF4-FFF2-40B4-BE49-F238E27FC236}">
                  <a16:creationId xmlns:a16="http://schemas.microsoft.com/office/drawing/2014/main" id="{A9B9C543-03A8-9D18-0383-91A8FF54E3ED}"/>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Freeform 498">
              <a:extLst>
                <a:ext uri="{FF2B5EF4-FFF2-40B4-BE49-F238E27FC236}">
                  <a16:creationId xmlns:a16="http://schemas.microsoft.com/office/drawing/2014/main" id="{EB28C401-7A57-83BD-4ED5-6642116876A1}"/>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Freeform 499">
              <a:extLst>
                <a:ext uri="{FF2B5EF4-FFF2-40B4-BE49-F238E27FC236}">
                  <a16:creationId xmlns:a16="http://schemas.microsoft.com/office/drawing/2014/main" id="{4965F401-6C7F-19BD-0C3B-ACE16CB20C94}"/>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Freeform 500">
              <a:extLst>
                <a:ext uri="{FF2B5EF4-FFF2-40B4-BE49-F238E27FC236}">
                  <a16:creationId xmlns:a16="http://schemas.microsoft.com/office/drawing/2014/main" id="{8BA61A3D-0AD7-11F3-675B-59F9169698FA}"/>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Freeform 501">
              <a:extLst>
                <a:ext uri="{FF2B5EF4-FFF2-40B4-BE49-F238E27FC236}">
                  <a16:creationId xmlns:a16="http://schemas.microsoft.com/office/drawing/2014/main" id="{F670AEEF-1405-733F-98C1-19D16521597C}"/>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Freeform 502">
              <a:extLst>
                <a:ext uri="{FF2B5EF4-FFF2-40B4-BE49-F238E27FC236}">
                  <a16:creationId xmlns:a16="http://schemas.microsoft.com/office/drawing/2014/main" id="{C131AD56-618F-A940-AE7D-A89D9DDDDE33}"/>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Freeform 503">
              <a:extLst>
                <a:ext uri="{FF2B5EF4-FFF2-40B4-BE49-F238E27FC236}">
                  <a16:creationId xmlns:a16="http://schemas.microsoft.com/office/drawing/2014/main" id="{C6CC01A1-7014-5085-9CB1-733D692A200C}"/>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Freeform 504">
              <a:extLst>
                <a:ext uri="{FF2B5EF4-FFF2-40B4-BE49-F238E27FC236}">
                  <a16:creationId xmlns:a16="http://schemas.microsoft.com/office/drawing/2014/main" id="{6AB016DD-102D-B938-D983-01D270127481}"/>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Freeform 505">
              <a:extLst>
                <a:ext uri="{FF2B5EF4-FFF2-40B4-BE49-F238E27FC236}">
                  <a16:creationId xmlns:a16="http://schemas.microsoft.com/office/drawing/2014/main" id="{5F0D6ACB-26C1-847C-63AF-C50F6326C205}"/>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Freeform 506">
              <a:extLst>
                <a:ext uri="{FF2B5EF4-FFF2-40B4-BE49-F238E27FC236}">
                  <a16:creationId xmlns:a16="http://schemas.microsoft.com/office/drawing/2014/main" id="{13BE35C6-1F54-7A41-A7B1-4A048FE501E1}"/>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Freeform 507">
              <a:extLst>
                <a:ext uri="{FF2B5EF4-FFF2-40B4-BE49-F238E27FC236}">
                  <a16:creationId xmlns:a16="http://schemas.microsoft.com/office/drawing/2014/main" id="{CB49E3B1-0A9B-3F42-E643-224665078AE7}"/>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8" name="Woman29" descr="{&quot;Key&quot;:&quot;POWER_USER_SHAPE_ICON&quot;,&quot;Value&quot;:&quot;POWER_USER_SHAPE_ICON_STYLE_1&quot;}">
            <a:extLst>
              <a:ext uri="{FF2B5EF4-FFF2-40B4-BE49-F238E27FC236}">
                <a16:creationId xmlns:a16="http://schemas.microsoft.com/office/drawing/2014/main" id="{F2D9407E-4404-F3F1-16C3-CF6606C91059}"/>
              </a:ext>
            </a:extLst>
          </p:cNvPr>
          <p:cNvGrpSpPr>
            <a:grpSpLocks noChangeAspect="1"/>
          </p:cNvGrpSpPr>
          <p:nvPr/>
        </p:nvGrpSpPr>
        <p:grpSpPr>
          <a:xfrm>
            <a:off x="229405" y="2084506"/>
            <a:ext cx="324000" cy="405325"/>
            <a:chOff x="3049573" y="285562"/>
            <a:chExt cx="588025" cy="755384"/>
          </a:xfrm>
        </p:grpSpPr>
        <p:sp>
          <p:nvSpPr>
            <p:cNvPr id="99" name="Freeform: Shape 98">
              <a:extLst>
                <a:ext uri="{FF2B5EF4-FFF2-40B4-BE49-F238E27FC236}">
                  <a16:creationId xmlns:a16="http://schemas.microsoft.com/office/drawing/2014/main" id="{C2A35ED1-A758-5743-4AB1-D8D287410D20}"/>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Freeform: Shape 99">
              <a:extLst>
                <a:ext uri="{FF2B5EF4-FFF2-40B4-BE49-F238E27FC236}">
                  <a16:creationId xmlns:a16="http://schemas.microsoft.com/office/drawing/2014/main" id="{48DB9103-B8CC-0CD6-84DF-16209F0ED180}"/>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Freeform: Shape 100">
              <a:extLst>
                <a:ext uri="{FF2B5EF4-FFF2-40B4-BE49-F238E27FC236}">
                  <a16:creationId xmlns:a16="http://schemas.microsoft.com/office/drawing/2014/main" id="{3E09A0ED-D660-45BD-3387-B666DB203798}"/>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Freeform: Shape 238">
              <a:extLst>
                <a:ext uri="{FF2B5EF4-FFF2-40B4-BE49-F238E27FC236}">
                  <a16:creationId xmlns:a16="http://schemas.microsoft.com/office/drawing/2014/main" id="{9E2B672D-0583-FF56-3D9D-852EE995847D}"/>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Freeform: Shape 239">
              <a:extLst>
                <a:ext uri="{FF2B5EF4-FFF2-40B4-BE49-F238E27FC236}">
                  <a16:creationId xmlns:a16="http://schemas.microsoft.com/office/drawing/2014/main" id="{00CCE8FA-7965-4F16-602B-23BEB190084E}"/>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Freeform: Shape 240">
              <a:extLst>
                <a:ext uri="{FF2B5EF4-FFF2-40B4-BE49-F238E27FC236}">
                  <a16:creationId xmlns:a16="http://schemas.microsoft.com/office/drawing/2014/main" id="{04FF2E76-C9B2-B524-9AD1-2DDD5D343066}"/>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2" name="Plan5" descr="{&quot;Key&quot;:&quot;POWER_USER_SHAPE_ICON&quot;,&quot;Value&quot;:&quot;POWER_USER_SHAPE_ICON_STYLE_1&quot;}">
            <a:extLst>
              <a:ext uri="{FF2B5EF4-FFF2-40B4-BE49-F238E27FC236}">
                <a16:creationId xmlns:a16="http://schemas.microsoft.com/office/drawing/2014/main" id="{32EFF54D-6BCC-0A53-A0E9-DA44E9C6886A}"/>
              </a:ext>
            </a:extLst>
          </p:cNvPr>
          <p:cNvGrpSpPr>
            <a:grpSpLocks noChangeAspect="1"/>
          </p:cNvGrpSpPr>
          <p:nvPr/>
        </p:nvGrpSpPr>
        <p:grpSpPr>
          <a:xfrm>
            <a:off x="395731" y="3030132"/>
            <a:ext cx="359997" cy="378154"/>
            <a:chOff x="8462963" y="1682750"/>
            <a:chExt cx="706430" cy="762001"/>
          </a:xfrm>
        </p:grpSpPr>
        <p:sp>
          <p:nvSpPr>
            <p:cNvPr id="243" name="Freeform 55">
              <a:extLst>
                <a:ext uri="{FF2B5EF4-FFF2-40B4-BE49-F238E27FC236}">
                  <a16:creationId xmlns:a16="http://schemas.microsoft.com/office/drawing/2014/main" id="{165E0868-55DF-20E4-C356-7A8A9985CFEC}"/>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Freeform 56">
              <a:extLst>
                <a:ext uri="{FF2B5EF4-FFF2-40B4-BE49-F238E27FC236}">
                  <a16:creationId xmlns:a16="http://schemas.microsoft.com/office/drawing/2014/main" id="{C276BE4F-F40D-737E-B358-56E94D8519BB}"/>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Line 57">
              <a:extLst>
                <a:ext uri="{FF2B5EF4-FFF2-40B4-BE49-F238E27FC236}">
                  <a16:creationId xmlns:a16="http://schemas.microsoft.com/office/drawing/2014/main" id="{7ACC0F0E-BD4D-6262-BEC2-38795008FAA3}"/>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Freeform 58">
              <a:extLst>
                <a:ext uri="{FF2B5EF4-FFF2-40B4-BE49-F238E27FC236}">
                  <a16:creationId xmlns:a16="http://schemas.microsoft.com/office/drawing/2014/main" id="{9DDB805D-8CD2-442A-664B-9F16262903CE}"/>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Freeform 59">
              <a:extLst>
                <a:ext uri="{FF2B5EF4-FFF2-40B4-BE49-F238E27FC236}">
                  <a16:creationId xmlns:a16="http://schemas.microsoft.com/office/drawing/2014/main" id="{FEE054F8-2019-8796-D382-D242FEBB367E}"/>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Line 60">
              <a:extLst>
                <a:ext uri="{FF2B5EF4-FFF2-40B4-BE49-F238E27FC236}">
                  <a16:creationId xmlns:a16="http://schemas.microsoft.com/office/drawing/2014/main" id="{87038BAA-FE3F-A0A1-6007-B7AA0E53F890}"/>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9" name="Employee6" descr="{&quot;Key&quot;:&quot;POWER_USER_SHAPE_ICON&quot;,&quot;Value&quot;:&quot;POWER_USER_SHAPE_ICON_STYLE_1&quot;}">
            <a:extLst>
              <a:ext uri="{FF2B5EF4-FFF2-40B4-BE49-F238E27FC236}">
                <a16:creationId xmlns:a16="http://schemas.microsoft.com/office/drawing/2014/main" id="{8DE154C1-65D7-DB1F-A2BB-E28F6A653780}"/>
              </a:ext>
            </a:extLst>
          </p:cNvPr>
          <p:cNvGrpSpPr>
            <a:grpSpLocks noChangeAspect="1"/>
          </p:cNvGrpSpPr>
          <p:nvPr/>
        </p:nvGrpSpPr>
        <p:grpSpPr>
          <a:xfrm>
            <a:off x="607604" y="2087499"/>
            <a:ext cx="324000" cy="400385"/>
            <a:chOff x="3584576" y="3348038"/>
            <a:chExt cx="230188" cy="292100"/>
          </a:xfrm>
          <a:solidFill>
            <a:schemeClr val="accent1"/>
          </a:solidFill>
        </p:grpSpPr>
        <p:sp>
          <p:nvSpPr>
            <p:cNvPr id="250" name="Freeform 1099">
              <a:extLst>
                <a:ext uri="{FF2B5EF4-FFF2-40B4-BE49-F238E27FC236}">
                  <a16:creationId xmlns:a16="http://schemas.microsoft.com/office/drawing/2014/main" id="{AB335945-7DCD-2A8A-8AD4-69A251CE1EB4}"/>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Freeform 1100">
              <a:extLst>
                <a:ext uri="{FF2B5EF4-FFF2-40B4-BE49-F238E27FC236}">
                  <a16:creationId xmlns:a16="http://schemas.microsoft.com/office/drawing/2014/main" id="{FFAC8785-0A9E-8979-85C7-65405CBD8A89}"/>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2" name="Freeform 1101">
              <a:extLst>
                <a:ext uri="{FF2B5EF4-FFF2-40B4-BE49-F238E27FC236}">
                  <a16:creationId xmlns:a16="http://schemas.microsoft.com/office/drawing/2014/main" id="{6D3093C9-77A6-A4E0-E091-2E15499AE052}"/>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3" name="Freeform 1102">
              <a:extLst>
                <a:ext uri="{FF2B5EF4-FFF2-40B4-BE49-F238E27FC236}">
                  <a16:creationId xmlns:a16="http://schemas.microsoft.com/office/drawing/2014/main" id="{B1BF493F-5AEB-3C2B-EEEF-8919D5457DB6}"/>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4" name="Freeform 1103">
              <a:extLst>
                <a:ext uri="{FF2B5EF4-FFF2-40B4-BE49-F238E27FC236}">
                  <a16:creationId xmlns:a16="http://schemas.microsoft.com/office/drawing/2014/main" id="{58AEA87A-78F5-0CE2-2533-1CC9EE63507D}"/>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Freeform 1104">
              <a:extLst>
                <a:ext uri="{FF2B5EF4-FFF2-40B4-BE49-F238E27FC236}">
                  <a16:creationId xmlns:a16="http://schemas.microsoft.com/office/drawing/2014/main" id="{77460D04-06FC-0C40-54AE-EBAEAA0B116A}"/>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Freeform 1105">
              <a:extLst>
                <a:ext uri="{FF2B5EF4-FFF2-40B4-BE49-F238E27FC236}">
                  <a16:creationId xmlns:a16="http://schemas.microsoft.com/office/drawing/2014/main" id="{3071960A-8351-5C5A-D801-4E6CCB1DF61B}"/>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Freeform 1106">
              <a:extLst>
                <a:ext uri="{FF2B5EF4-FFF2-40B4-BE49-F238E27FC236}">
                  <a16:creationId xmlns:a16="http://schemas.microsoft.com/office/drawing/2014/main" id="{0DAC9698-093C-C6AD-2F6C-2FF22047AB7E}"/>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Freeform 1107">
              <a:extLst>
                <a:ext uri="{FF2B5EF4-FFF2-40B4-BE49-F238E27FC236}">
                  <a16:creationId xmlns:a16="http://schemas.microsoft.com/office/drawing/2014/main" id="{BE14BDDB-2B01-C529-F453-60EB8F3F0ADB}"/>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Freeform 1108">
              <a:extLst>
                <a:ext uri="{FF2B5EF4-FFF2-40B4-BE49-F238E27FC236}">
                  <a16:creationId xmlns:a16="http://schemas.microsoft.com/office/drawing/2014/main" id="{6254270F-3A35-8899-F67E-BF07C02FCDD6}"/>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0" name="Freeform 1109">
              <a:extLst>
                <a:ext uri="{FF2B5EF4-FFF2-40B4-BE49-F238E27FC236}">
                  <a16:creationId xmlns:a16="http://schemas.microsoft.com/office/drawing/2014/main" id="{D6D77B48-C81F-B87C-223E-00F16C7FB06F}"/>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1" name="Rectangle 1110">
              <a:extLst>
                <a:ext uri="{FF2B5EF4-FFF2-40B4-BE49-F238E27FC236}">
                  <a16:creationId xmlns:a16="http://schemas.microsoft.com/office/drawing/2014/main" id="{6CB485FF-6BEF-6885-B274-0C1928F5CD4E}"/>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Rectangle 1111">
              <a:extLst>
                <a:ext uri="{FF2B5EF4-FFF2-40B4-BE49-F238E27FC236}">
                  <a16:creationId xmlns:a16="http://schemas.microsoft.com/office/drawing/2014/main" id="{E7698441-56D5-EF96-9F42-BA7FF60D5AF9}"/>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Rectangle 1112">
              <a:extLst>
                <a:ext uri="{FF2B5EF4-FFF2-40B4-BE49-F238E27FC236}">
                  <a16:creationId xmlns:a16="http://schemas.microsoft.com/office/drawing/2014/main" id="{AA054556-3163-87DC-2C43-83C2200725A7}"/>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Rectangle 1113">
              <a:extLst>
                <a:ext uri="{FF2B5EF4-FFF2-40B4-BE49-F238E27FC236}">
                  <a16:creationId xmlns:a16="http://schemas.microsoft.com/office/drawing/2014/main" id="{76BFBD87-2ADA-B6A0-C828-484C52991F2F}"/>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Rectangle 1114">
              <a:extLst>
                <a:ext uri="{FF2B5EF4-FFF2-40B4-BE49-F238E27FC236}">
                  <a16:creationId xmlns:a16="http://schemas.microsoft.com/office/drawing/2014/main" id="{83D247C3-D379-896F-7A66-18FE8B6C4AE0}"/>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1115">
              <a:extLst>
                <a:ext uri="{FF2B5EF4-FFF2-40B4-BE49-F238E27FC236}">
                  <a16:creationId xmlns:a16="http://schemas.microsoft.com/office/drawing/2014/main" id="{51D22A8D-28AE-33F9-87DA-7F341C2856D0}"/>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Freeform 1116">
              <a:extLst>
                <a:ext uri="{FF2B5EF4-FFF2-40B4-BE49-F238E27FC236}">
                  <a16:creationId xmlns:a16="http://schemas.microsoft.com/office/drawing/2014/main" id="{A3DEB0A6-DCAB-22A8-0EDF-FA21F3AC9209}"/>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8" name="Freeform 1117">
              <a:extLst>
                <a:ext uri="{FF2B5EF4-FFF2-40B4-BE49-F238E27FC236}">
                  <a16:creationId xmlns:a16="http://schemas.microsoft.com/office/drawing/2014/main" id="{F93CA25E-532E-FD7E-9287-82A53F51F1E1}"/>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Freeform 1118">
              <a:extLst>
                <a:ext uri="{FF2B5EF4-FFF2-40B4-BE49-F238E27FC236}">
                  <a16:creationId xmlns:a16="http://schemas.microsoft.com/office/drawing/2014/main" id="{E6E82DA7-7348-3041-B50A-AE051209F297}"/>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Freeform 1119">
              <a:extLst>
                <a:ext uri="{FF2B5EF4-FFF2-40B4-BE49-F238E27FC236}">
                  <a16:creationId xmlns:a16="http://schemas.microsoft.com/office/drawing/2014/main" id="{7A1618F0-9445-63FF-B182-BFB6C1A69464}"/>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1" name="Team14" descr="{&quot;Key&quot;:&quot;POWER_USER_SHAPE_ICON&quot;,&quot;Value&quot;:&quot;POWER_USER_SHAPE_ICON_STYLE_1&quot;}">
            <a:extLst>
              <a:ext uri="{FF2B5EF4-FFF2-40B4-BE49-F238E27FC236}">
                <a16:creationId xmlns:a16="http://schemas.microsoft.com/office/drawing/2014/main" id="{0FC3259C-09E9-1D3B-4E43-42EFA4A2B0EE}"/>
              </a:ext>
            </a:extLst>
          </p:cNvPr>
          <p:cNvGrpSpPr>
            <a:grpSpLocks noChangeAspect="1"/>
          </p:cNvGrpSpPr>
          <p:nvPr>
            <p:custDataLst>
              <p:tags r:id="rId1"/>
            </p:custDataLst>
          </p:nvPr>
        </p:nvGrpSpPr>
        <p:grpSpPr>
          <a:xfrm>
            <a:off x="392596" y="4115784"/>
            <a:ext cx="396000" cy="368297"/>
            <a:chOff x="8447088" y="3063875"/>
            <a:chExt cx="741362" cy="708025"/>
          </a:xfrm>
        </p:grpSpPr>
        <p:sp>
          <p:nvSpPr>
            <p:cNvPr id="272" name="Oval 87">
              <a:extLst>
                <a:ext uri="{FF2B5EF4-FFF2-40B4-BE49-F238E27FC236}">
                  <a16:creationId xmlns:a16="http://schemas.microsoft.com/office/drawing/2014/main" id="{DFF83773-3220-5E5C-72EF-01BCC95F0936}"/>
                </a:ext>
              </a:extLst>
            </p:cNvPr>
            <p:cNvSpPr>
              <a:spLocks noChangeArrowheads="1"/>
            </p:cNvSpPr>
            <p:nvPr/>
          </p:nvSpPr>
          <p:spPr bwMode="auto">
            <a:xfrm>
              <a:off x="8521700"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Oval 88">
              <a:extLst>
                <a:ext uri="{FF2B5EF4-FFF2-40B4-BE49-F238E27FC236}">
                  <a16:creationId xmlns:a16="http://schemas.microsoft.com/office/drawing/2014/main" id="{9A99A01F-5869-27B9-4D53-3D4D6F47CBFB}"/>
                </a:ext>
              </a:extLst>
            </p:cNvPr>
            <p:cNvSpPr>
              <a:spLocks noChangeArrowheads="1"/>
            </p:cNvSpPr>
            <p:nvPr/>
          </p:nvSpPr>
          <p:spPr bwMode="auto">
            <a:xfrm>
              <a:off x="8623300" y="3063875"/>
              <a:ext cx="146050"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Oval 89">
              <a:extLst>
                <a:ext uri="{FF2B5EF4-FFF2-40B4-BE49-F238E27FC236}">
                  <a16:creationId xmlns:a16="http://schemas.microsoft.com/office/drawing/2014/main" id="{6FFEB00E-3592-B826-723E-061061E3BDC5}"/>
                </a:ext>
              </a:extLst>
            </p:cNvPr>
            <p:cNvSpPr>
              <a:spLocks noChangeArrowheads="1"/>
            </p:cNvSpPr>
            <p:nvPr/>
          </p:nvSpPr>
          <p:spPr bwMode="auto">
            <a:xfrm>
              <a:off x="8874127" y="3063875"/>
              <a:ext cx="147638"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5" name="Freeform 90">
              <a:extLst>
                <a:ext uri="{FF2B5EF4-FFF2-40B4-BE49-F238E27FC236}">
                  <a16:creationId xmlns:a16="http://schemas.microsoft.com/office/drawing/2014/main" id="{B87482CE-32E0-F9E3-CBFF-EE65E2F778E4}"/>
                </a:ext>
              </a:extLst>
            </p:cNvPr>
            <p:cNvSpPr>
              <a:spLocks/>
            </p:cNvSpPr>
            <p:nvPr/>
          </p:nvSpPr>
          <p:spPr bwMode="auto">
            <a:xfrm>
              <a:off x="8447088" y="3392488"/>
              <a:ext cx="87313" cy="76200"/>
            </a:xfrm>
            <a:custGeom>
              <a:avLst/>
              <a:gdLst>
                <a:gd name="T0" fmla="*/ 17 w 116"/>
                <a:gd name="T1" fmla="*/ 82 h 102"/>
                <a:gd name="T2" fmla="*/ 59 w 116"/>
                <a:gd name="T3" fmla="*/ 102 h 102"/>
                <a:gd name="T4" fmla="*/ 82 w 116"/>
                <a:gd name="T5" fmla="*/ 97 h 102"/>
                <a:gd name="T6" fmla="*/ 107 w 116"/>
                <a:gd name="T7" fmla="*/ 26 h 102"/>
                <a:gd name="T8" fmla="*/ 82 w 116"/>
                <a:gd name="T9" fmla="*/ 0 h 102"/>
                <a:gd name="T10" fmla="*/ 44 w 116"/>
                <a:gd name="T11" fmla="*/ 13 h 102"/>
                <a:gd name="T12" fmla="*/ 10 w 116"/>
                <a:gd name="T13" fmla="*/ 64 h 102"/>
                <a:gd name="T14" fmla="*/ 17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17" y="82"/>
                  </a:moveTo>
                  <a:cubicBezTo>
                    <a:pt x="27" y="94"/>
                    <a:pt x="42" y="102"/>
                    <a:pt x="59" y="102"/>
                  </a:cubicBezTo>
                  <a:cubicBezTo>
                    <a:pt x="66" y="102"/>
                    <a:pt x="74" y="100"/>
                    <a:pt x="82" y="97"/>
                  </a:cubicBezTo>
                  <a:cubicBezTo>
                    <a:pt x="109" y="85"/>
                    <a:pt x="116" y="54"/>
                    <a:pt x="107" y="26"/>
                  </a:cubicBezTo>
                  <a:cubicBezTo>
                    <a:pt x="102" y="9"/>
                    <a:pt x="96" y="0"/>
                    <a:pt x="82" y="0"/>
                  </a:cubicBezTo>
                  <a:cubicBezTo>
                    <a:pt x="72" y="0"/>
                    <a:pt x="58" y="7"/>
                    <a:pt x="44" y="13"/>
                  </a:cubicBezTo>
                  <a:cubicBezTo>
                    <a:pt x="18" y="26"/>
                    <a:pt x="0" y="33"/>
                    <a:pt x="10" y="64"/>
                  </a:cubicBezTo>
                  <a:cubicBezTo>
                    <a:pt x="11" y="67"/>
                    <a:pt x="12" y="75"/>
                    <a:pt x="17"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6" name="Oval 91">
              <a:extLst>
                <a:ext uri="{FF2B5EF4-FFF2-40B4-BE49-F238E27FC236}">
                  <a16:creationId xmlns:a16="http://schemas.microsoft.com/office/drawing/2014/main" id="{E7CD26CC-3465-17D6-605F-E49259BB1D37}"/>
                </a:ext>
              </a:extLst>
            </p:cNvPr>
            <p:cNvSpPr>
              <a:spLocks noChangeArrowheads="1"/>
            </p:cNvSpPr>
            <p:nvPr/>
          </p:nvSpPr>
          <p:spPr bwMode="auto">
            <a:xfrm>
              <a:off x="8742363" y="3208338"/>
              <a:ext cx="152400" cy="15240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7" name="Freeform 92">
              <a:extLst>
                <a:ext uri="{FF2B5EF4-FFF2-40B4-BE49-F238E27FC236}">
                  <a16:creationId xmlns:a16="http://schemas.microsoft.com/office/drawing/2014/main" id="{B08E0536-978B-32DE-1B1D-3253B79F589E}"/>
                </a:ext>
              </a:extLst>
            </p:cNvPr>
            <p:cNvSpPr>
              <a:spLocks/>
            </p:cNvSpPr>
            <p:nvPr/>
          </p:nvSpPr>
          <p:spPr bwMode="auto">
            <a:xfrm>
              <a:off x="8702675" y="3296042"/>
              <a:ext cx="265627" cy="474270"/>
            </a:xfrm>
            <a:custGeom>
              <a:avLst/>
              <a:gdLst>
                <a:gd name="T0" fmla="*/ 268 w 307"/>
                <a:gd name="T1" fmla="*/ 503 h 503"/>
                <a:gd name="T2" fmla="*/ 269 w 307"/>
                <a:gd name="T3" fmla="*/ 130 h 503"/>
                <a:gd name="T4" fmla="*/ 307 w 307"/>
                <a:gd name="T5" fmla="*/ 24 h 503"/>
                <a:gd name="T6" fmla="*/ 212 w 307"/>
                <a:gd name="T7" fmla="*/ 0 h 503"/>
                <a:gd name="T8" fmla="*/ 153 w 307"/>
                <a:gd name="T9" fmla="*/ 59 h 503"/>
                <a:gd name="T10" fmla="*/ 95 w 307"/>
                <a:gd name="T11" fmla="*/ 0 h 503"/>
                <a:gd name="T12" fmla="*/ 0 w 307"/>
                <a:gd name="T13" fmla="*/ 24 h 503"/>
                <a:gd name="T14" fmla="*/ 38 w 307"/>
                <a:gd name="T15" fmla="*/ 130 h 503"/>
                <a:gd name="T16" fmla="*/ 39 w 307"/>
                <a:gd name="T17" fmla="*/ 503 h 503"/>
                <a:gd name="T18" fmla="*/ 268 w 307"/>
                <a:gd name="T19" fmla="*/ 503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7" h="503">
                  <a:moveTo>
                    <a:pt x="268" y="503"/>
                  </a:moveTo>
                  <a:lnTo>
                    <a:pt x="269" y="130"/>
                  </a:lnTo>
                  <a:cubicBezTo>
                    <a:pt x="269" y="75"/>
                    <a:pt x="293" y="44"/>
                    <a:pt x="307" y="24"/>
                  </a:cubicBezTo>
                  <a:cubicBezTo>
                    <a:pt x="284" y="5"/>
                    <a:pt x="255" y="1"/>
                    <a:pt x="212" y="0"/>
                  </a:cubicBezTo>
                  <a:lnTo>
                    <a:pt x="153" y="59"/>
                  </a:lnTo>
                  <a:lnTo>
                    <a:pt x="95" y="0"/>
                  </a:lnTo>
                  <a:cubicBezTo>
                    <a:pt x="52" y="1"/>
                    <a:pt x="22" y="5"/>
                    <a:pt x="0" y="24"/>
                  </a:cubicBezTo>
                  <a:cubicBezTo>
                    <a:pt x="0" y="24"/>
                    <a:pt x="38" y="65"/>
                    <a:pt x="38" y="130"/>
                  </a:cubicBezTo>
                  <a:cubicBezTo>
                    <a:pt x="38" y="267"/>
                    <a:pt x="39" y="503"/>
                    <a:pt x="39" y="503"/>
                  </a:cubicBezTo>
                  <a:lnTo>
                    <a:pt x="268" y="503"/>
                  </a:ln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Freeform 93">
              <a:extLst>
                <a:ext uri="{FF2B5EF4-FFF2-40B4-BE49-F238E27FC236}">
                  <a16:creationId xmlns:a16="http://schemas.microsoft.com/office/drawing/2014/main" id="{E636B5C3-B4C7-38CE-42FD-BA36B8125E35}"/>
                </a:ext>
              </a:extLst>
            </p:cNvPr>
            <p:cNvSpPr>
              <a:spLocks/>
            </p:cNvSpPr>
            <p:nvPr/>
          </p:nvSpPr>
          <p:spPr bwMode="auto">
            <a:xfrm>
              <a:off x="8528050" y="3409950"/>
              <a:ext cx="184150" cy="42863"/>
            </a:xfrm>
            <a:custGeom>
              <a:avLst/>
              <a:gdLst>
                <a:gd name="T0" fmla="*/ 0 w 246"/>
                <a:gd name="T1" fmla="*/ 6 h 56"/>
                <a:gd name="T2" fmla="*/ 38 w 246"/>
                <a:gd name="T3" fmla="*/ 0 h 56"/>
                <a:gd name="T4" fmla="*/ 93 w 246"/>
                <a:gd name="T5" fmla="*/ 56 h 56"/>
                <a:gd name="T6" fmla="*/ 149 w 246"/>
                <a:gd name="T7" fmla="*/ 0 h 56"/>
                <a:gd name="T8" fmla="*/ 246 w 246"/>
                <a:gd name="T9" fmla="*/ 17 h 56"/>
              </a:gdLst>
              <a:ahLst/>
              <a:cxnLst>
                <a:cxn ang="0">
                  <a:pos x="T0" y="T1"/>
                </a:cxn>
                <a:cxn ang="0">
                  <a:pos x="T2" y="T3"/>
                </a:cxn>
                <a:cxn ang="0">
                  <a:pos x="T4" y="T5"/>
                </a:cxn>
                <a:cxn ang="0">
                  <a:pos x="T6" y="T7"/>
                </a:cxn>
                <a:cxn ang="0">
                  <a:pos x="T8" y="T9"/>
                </a:cxn>
              </a:cxnLst>
              <a:rect l="0" t="0" r="r" b="b"/>
              <a:pathLst>
                <a:path w="246" h="56">
                  <a:moveTo>
                    <a:pt x="0" y="6"/>
                  </a:moveTo>
                  <a:cubicBezTo>
                    <a:pt x="12" y="2"/>
                    <a:pt x="24" y="0"/>
                    <a:pt x="38" y="0"/>
                  </a:cubicBezTo>
                  <a:lnTo>
                    <a:pt x="93" y="56"/>
                  </a:lnTo>
                  <a:lnTo>
                    <a:pt x="149" y="0"/>
                  </a:lnTo>
                  <a:cubicBezTo>
                    <a:pt x="186" y="0"/>
                    <a:pt x="228" y="3"/>
                    <a:pt x="246"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Freeform 94">
              <a:extLst>
                <a:ext uri="{FF2B5EF4-FFF2-40B4-BE49-F238E27FC236}">
                  <a16:creationId xmlns:a16="http://schemas.microsoft.com/office/drawing/2014/main" id="{AF04433E-F094-BB52-9E9F-60298FF2A397}"/>
                </a:ext>
              </a:extLst>
            </p:cNvPr>
            <p:cNvSpPr>
              <a:spLocks/>
            </p:cNvSpPr>
            <p:nvPr/>
          </p:nvSpPr>
          <p:spPr bwMode="auto">
            <a:xfrm>
              <a:off x="8462963" y="3463925"/>
              <a:ext cx="268288" cy="307975"/>
            </a:xfrm>
            <a:custGeom>
              <a:avLst/>
              <a:gdLst>
                <a:gd name="T0" fmla="*/ 12 w 358"/>
                <a:gd name="T1" fmla="*/ 0 h 409"/>
                <a:gd name="T2" fmla="*/ 6 w 358"/>
                <a:gd name="T3" fmla="*/ 17 h 409"/>
                <a:gd name="T4" fmla="*/ 0 w 358"/>
                <a:gd name="T5" fmla="*/ 62 h 409"/>
                <a:gd name="T6" fmla="*/ 1 w 358"/>
                <a:gd name="T7" fmla="*/ 258 h 409"/>
                <a:gd name="T8" fmla="*/ 60 w 358"/>
                <a:gd name="T9" fmla="*/ 311 h 409"/>
                <a:gd name="T10" fmla="*/ 60 w 358"/>
                <a:gd name="T11" fmla="*/ 409 h 409"/>
                <a:gd name="T12" fmla="*/ 290 w 358"/>
                <a:gd name="T13" fmla="*/ 408 h 409"/>
                <a:gd name="T14" fmla="*/ 291 w 358"/>
                <a:gd name="T15" fmla="*/ 77 h 409"/>
                <a:gd name="T16" fmla="*/ 358 w 358"/>
                <a:gd name="T17" fmla="*/ 95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12" y="0"/>
                  </a:moveTo>
                  <a:cubicBezTo>
                    <a:pt x="9" y="7"/>
                    <a:pt x="7" y="13"/>
                    <a:pt x="6" y="17"/>
                  </a:cubicBezTo>
                  <a:cubicBezTo>
                    <a:pt x="2" y="31"/>
                    <a:pt x="0" y="46"/>
                    <a:pt x="0" y="62"/>
                  </a:cubicBezTo>
                  <a:cubicBezTo>
                    <a:pt x="0" y="62"/>
                    <a:pt x="1" y="258"/>
                    <a:pt x="1" y="258"/>
                  </a:cubicBezTo>
                  <a:cubicBezTo>
                    <a:pt x="1" y="288"/>
                    <a:pt x="23" y="311"/>
                    <a:pt x="60" y="311"/>
                  </a:cubicBezTo>
                  <a:lnTo>
                    <a:pt x="60" y="409"/>
                  </a:lnTo>
                  <a:lnTo>
                    <a:pt x="290" y="408"/>
                  </a:lnTo>
                  <a:lnTo>
                    <a:pt x="291" y="77"/>
                  </a:lnTo>
                  <a:cubicBezTo>
                    <a:pt x="309" y="83"/>
                    <a:pt x="358" y="95"/>
                    <a:pt x="358" y="95"/>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0" name="Oval 95">
              <a:extLst>
                <a:ext uri="{FF2B5EF4-FFF2-40B4-BE49-F238E27FC236}">
                  <a16:creationId xmlns:a16="http://schemas.microsoft.com/office/drawing/2014/main" id="{578AAF30-70B1-42D4-913F-17FC54B3D778}"/>
                </a:ext>
              </a:extLst>
            </p:cNvPr>
            <p:cNvSpPr>
              <a:spLocks noChangeArrowheads="1"/>
            </p:cNvSpPr>
            <p:nvPr/>
          </p:nvSpPr>
          <p:spPr bwMode="auto">
            <a:xfrm>
              <a:off x="8961438"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1" name="Freeform 96">
              <a:extLst>
                <a:ext uri="{FF2B5EF4-FFF2-40B4-BE49-F238E27FC236}">
                  <a16:creationId xmlns:a16="http://schemas.microsoft.com/office/drawing/2014/main" id="{94F01846-6723-B39A-858F-227EDF0FFA40}"/>
                </a:ext>
              </a:extLst>
            </p:cNvPr>
            <p:cNvSpPr>
              <a:spLocks/>
            </p:cNvSpPr>
            <p:nvPr/>
          </p:nvSpPr>
          <p:spPr bwMode="auto">
            <a:xfrm>
              <a:off x="9102725" y="3392488"/>
              <a:ext cx="85725" cy="76200"/>
            </a:xfrm>
            <a:custGeom>
              <a:avLst/>
              <a:gdLst>
                <a:gd name="T0" fmla="*/ 99 w 116"/>
                <a:gd name="T1" fmla="*/ 82 h 102"/>
                <a:gd name="T2" fmla="*/ 57 w 116"/>
                <a:gd name="T3" fmla="*/ 102 h 102"/>
                <a:gd name="T4" fmla="*/ 34 w 116"/>
                <a:gd name="T5" fmla="*/ 97 h 102"/>
                <a:gd name="T6" fmla="*/ 9 w 116"/>
                <a:gd name="T7" fmla="*/ 26 h 102"/>
                <a:gd name="T8" fmla="*/ 34 w 116"/>
                <a:gd name="T9" fmla="*/ 0 h 102"/>
                <a:gd name="T10" fmla="*/ 72 w 116"/>
                <a:gd name="T11" fmla="*/ 13 h 102"/>
                <a:gd name="T12" fmla="*/ 106 w 116"/>
                <a:gd name="T13" fmla="*/ 64 h 102"/>
                <a:gd name="T14" fmla="*/ 99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99" y="82"/>
                  </a:moveTo>
                  <a:cubicBezTo>
                    <a:pt x="89" y="94"/>
                    <a:pt x="74" y="102"/>
                    <a:pt x="57" y="102"/>
                  </a:cubicBezTo>
                  <a:cubicBezTo>
                    <a:pt x="50" y="102"/>
                    <a:pt x="42" y="100"/>
                    <a:pt x="34" y="97"/>
                  </a:cubicBezTo>
                  <a:cubicBezTo>
                    <a:pt x="7" y="85"/>
                    <a:pt x="0" y="54"/>
                    <a:pt x="9" y="26"/>
                  </a:cubicBezTo>
                  <a:cubicBezTo>
                    <a:pt x="14" y="9"/>
                    <a:pt x="20" y="0"/>
                    <a:pt x="34" y="0"/>
                  </a:cubicBezTo>
                  <a:cubicBezTo>
                    <a:pt x="44" y="0"/>
                    <a:pt x="58" y="7"/>
                    <a:pt x="72" y="13"/>
                  </a:cubicBezTo>
                  <a:cubicBezTo>
                    <a:pt x="98" y="26"/>
                    <a:pt x="116" y="33"/>
                    <a:pt x="106" y="64"/>
                  </a:cubicBezTo>
                  <a:cubicBezTo>
                    <a:pt x="105" y="67"/>
                    <a:pt x="104" y="75"/>
                    <a:pt x="99"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2" name="Freeform 97">
              <a:extLst>
                <a:ext uri="{FF2B5EF4-FFF2-40B4-BE49-F238E27FC236}">
                  <a16:creationId xmlns:a16="http://schemas.microsoft.com/office/drawing/2014/main" id="{9FA1BA0C-50FE-F7C5-A447-B45FB4A33C59}"/>
                </a:ext>
              </a:extLst>
            </p:cNvPr>
            <p:cNvSpPr>
              <a:spLocks/>
            </p:cNvSpPr>
            <p:nvPr/>
          </p:nvSpPr>
          <p:spPr bwMode="auto">
            <a:xfrm>
              <a:off x="8923338" y="3409950"/>
              <a:ext cx="184150" cy="42863"/>
            </a:xfrm>
            <a:custGeom>
              <a:avLst/>
              <a:gdLst>
                <a:gd name="T0" fmla="*/ 246 w 246"/>
                <a:gd name="T1" fmla="*/ 6 h 56"/>
                <a:gd name="T2" fmla="*/ 208 w 246"/>
                <a:gd name="T3" fmla="*/ 0 h 56"/>
                <a:gd name="T4" fmla="*/ 153 w 246"/>
                <a:gd name="T5" fmla="*/ 56 h 56"/>
                <a:gd name="T6" fmla="*/ 97 w 246"/>
                <a:gd name="T7" fmla="*/ 0 h 56"/>
                <a:gd name="T8" fmla="*/ 0 w 246"/>
                <a:gd name="T9" fmla="*/ 17 h 56"/>
              </a:gdLst>
              <a:ahLst/>
              <a:cxnLst>
                <a:cxn ang="0">
                  <a:pos x="T0" y="T1"/>
                </a:cxn>
                <a:cxn ang="0">
                  <a:pos x="T2" y="T3"/>
                </a:cxn>
                <a:cxn ang="0">
                  <a:pos x="T4" y="T5"/>
                </a:cxn>
                <a:cxn ang="0">
                  <a:pos x="T6" y="T7"/>
                </a:cxn>
                <a:cxn ang="0">
                  <a:pos x="T8" y="T9"/>
                </a:cxn>
              </a:cxnLst>
              <a:rect l="0" t="0" r="r" b="b"/>
              <a:pathLst>
                <a:path w="246" h="56">
                  <a:moveTo>
                    <a:pt x="246" y="6"/>
                  </a:moveTo>
                  <a:cubicBezTo>
                    <a:pt x="234" y="2"/>
                    <a:pt x="222" y="0"/>
                    <a:pt x="208" y="0"/>
                  </a:cubicBezTo>
                  <a:lnTo>
                    <a:pt x="153" y="56"/>
                  </a:lnTo>
                  <a:lnTo>
                    <a:pt x="97" y="0"/>
                  </a:lnTo>
                  <a:cubicBezTo>
                    <a:pt x="61" y="0"/>
                    <a:pt x="18" y="3"/>
                    <a:pt x="0"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3" name="Freeform 98">
              <a:extLst>
                <a:ext uri="{FF2B5EF4-FFF2-40B4-BE49-F238E27FC236}">
                  <a16:creationId xmlns:a16="http://schemas.microsoft.com/office/drawing/2014/main" id="{11553C94-4416-8E7F-BD1E-DC3498861305}"/>
                </a:ext>
              </a:extLst>
            </p:cNvPr>
            <p:cNvSpPr>
              <a:spLocks/>
            </p:cNvSpPr>
            <p:nvPr/>
          </p:nvSpPr>
          <p:spPr bwMode="auto">
            <a:xfrm>
              <a:off x="8904288" y="3463925"/>
              <a:ext cx="269875" cy="307975"/>
            </a:xfrm>
            <a:custGeom>
              <a:avLst/>
              <a:gdLst>
                <a:gd name="T0" fmla="*/ 0 w 358"/>
                <a:gd name="T1" fmla="*/ 95 h 409"/>
                <a:gd name="T2" fmla="*/ 67 w 358"/>
                <a:gd name="T3" fmla="*/ 77 h 409"/>
                <a:gd name="T4" fmla="*/ 68 w 358"/>
                <a:gd name="T5" fmla="*/ 408 h 409"/>
                <a:gd name="T6" fmla="*/ 298 w 358"/>
                <a:gd name="T7" fmla="*/ 409 h 409"/>
                <a:gd name="T8" fmla="*/ 298 w 358"/>
                <a:gd name="T9" fmla="*/ 311 h 409"/>
                <a:gd name="T10" fmla="*/ 357 w 358"/>
                <a:gd name="T11" fmla="*/ 258 h 409"/>
                <a:gd name="T12" fmla="*/ 358 w 358"/>
                <a:gd name="T13" fmla="*/ 62 h 409"/>
                <a:gd name="T14" fmla="*/ 352 w 358"/>
                <a:gd name="T15" fmla="*/ 17 h 409"/>
                <a:gd name="T16" fmla="*/ 346 w 358"/>
                <a:gd name="T17" fmla="*/ 0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0" y="95"/>
                  </a:moveTo>
                  <a:cubicBezTo>
                    <a:pt x="0" y="95"/>
                    <a:pt x="49" y="83"/>
                    <a:pt x="67" y="77"/>
                  </a:cubicBezTo>
                  <a:lnTo>
                    <a:pt x="68" y="408"/>
                  </a:lnTo>
                  <a:lnTo>
                    <a:pt x="298" y="409"/>
                  </a:lnTo>
                  <a:lnTo>
                    <a:pt x="298" y="311"/>
                  </a:lnTo>
                  <a:cubicBezTo>
                    <a:pt x="335" y="311"/>
                    <a:pt x="357" y="288"/>
                    <a:pt x="357" y="258"/>
                  </a:cubicBezTo>
                  <a:cubicBezTo>
                    <a:pt x="357" y="258"/>
                    <a:pt x="358" y="62"/>
                    <a:pt x="358" y="62"/>
                  </a:cubicBezTo>
                  <a:cubicBezTo>
                    <a:pt x="358" y="46"/>
                    <a:pt x="356" y="31"/>
                    <a:pt x="352" y="17"/>
                  </a:cubicBezTo>
                  <a:cubicBezTo>
                    <a:pt x="351" y="13"/>
                    <a:pt x="349" y="7"/>
                    <a:pt x="346" y="0"/>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4" name="Presentation9" descr="{&quot;Key&quot;:&quot;POWER_USER_SHAPE_ICON&quot;,&quot;Value&quot;:&quot;POWER_USER_SHAPE_ICON_STYLE_1&quot;}">
            <a:extLst>
              <a:ext uri="{FF2B5EF4-FFF2-40B4-BE49-F238E27FC236}">
                <a16:creationId xmlns:a16="http://schemas.microsoft.com/office/drawing/2014/main" id="{9AC8C918-29CD-083F-7B6A-DFD24C9F44A3}"/>
              </a:ext>
            </a:extLst>
          </p:cNvPr>
          <p:cNvGrpSpPr>
            <a:grpSpLocks noChangeAspect="1"/>
          </p:cNvGrpSpPr>
          <p:nvPr>
            <p:custDataLst>
              <p:tags r:id="rId2"/>
            </p:custDataLst>
          </p:nvPr>
        </p:nvGrpSpPr>
        <p:grpSpPr>
          <a:xfrm>
            <a:off x="384964" y="5458621"/>
            <a:ext cx="396000" cy="295633"/>
            <a:chOff x="6796088" y="1851026"/>
            <a:chExt cx="884238" cy="677862"/>
          </a:xfrm>
          <a:noFill/>
        </p:grpSpPr>
        <p:sp>
          <p:nvSpPr>
            <p:cNvPr id="285" name="Freeform 157">
              <a:extLst>
                <a:ext uri="{FF2B5EF4-FFF2-40B4-BE49-F238E27FC236}">
                  <a16:creationId xmlns:a16="http://schemas.microsoft.com/office/drawing/2014/main" id="{01386BE5-1EA5-0BC7-24BD-EC784C63EAC6}"/>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6" name="Freeform 158">
              <a:extLst>
                <a:ext uri="{FF2B5EF4-FFF2-40B4-BE49-F238E27FC236}">
                  <a16:creationId xmlns:a16="http://schemas.microsoft.com/office/drawing/2014/main" id="{2209B064-CFC0-A46A-C432-AFB3AD25FAFC}"/>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7" name="Oval 159">
              <a:extLst>
                <a:ext uri="{FF2B5EF4-FFF2-40B4-BE49-F238E27FC236}">
                  <a16:creationId xmlns:a16="http://schemas.microsoft.com/office/drawing/2014/main" id="{C1B1D117-C9E7-6EFD-944C-74BE85E8128D}"/>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8" name="Freeform 160">
              <a:extLst>
                <a:ext uri="{FF2B5EF4-FFF2-40B4-BE49-F238E27FC236}">
                  <a16:creationId xmlns:a16="http://schemas.microsoft.com/office/drawing/2014/main" id="{E718AD22-5F2A-830A-2FDE-8ED7A977DE78}"/>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29" name="Arc 328">
            <a:extLst>
              <a:ext uri="{FF2B5EF4-FFF2-40B4-BE49-F238E27FC236}">
                <a16:creationId xmlns:a16="http://schemas.microsoft.com/office/drawing/2014/main" id="{4C5689E7-63E3-ED96-4367-C6C3BB1A43AE}"/>
              </a:ext>
            </a:extLst>
          </p:cNvPr>
          <p:cNvSpPr>
            <a:spLocks noChangeAspect="1"/>
          </p:cNvSpPr>
          <p:nvPr/>
        </p:nvSpPr>
        <p:spPr>
          <a:xfrm flipV="1">
            <a:off x="5213009" y="1597527"/>
            <a:ext cx="2326690" cy="2038792"/>
          </a:xfrm>
          <a:prstGeom prst="arc">
            <a:avLst>
              <a:gd name="adj1" fmla="val 10766083"/>
              <a:gd name="adj2" fmla="val 69372"/>
            </a:avLst>
          </a:prstGeom>
          <a:no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3" name="Oval 322">
            <a:extLst>
              <a:ext uri="{FF2B5EF4-FFF2-40B4-BE49-F238E27FC236}">
                <a16:creationId xmlns:a16="http://schemas.microsoft.com/office/drawing/2014/main" id="{70B3A99B-50E8-7180-BA91-14C6CE17FA8A}"/>
              </a:ext>
            </a:extLst>
          </p:cNvPr>
          <p:cNvSpPr>
            <a:spLocks noChangeAspect="1"/>
          </p:cNvSpPr>
          <p:nvPr/>
        </p:nvSpPr>
        <p:spPr>
          <a:xfrm>
            <a:off x="3924673" y="3076341"/>
            <a:ext cx="1080000" cy="1080000"/>
          </a:xfrm>
          <a:prstGeom prst="ellipse">
            <a:avLst/>
          </a:prstGeom>
          <a:solidFill>
            <a:schemeClr val="accent3">
              <a:lumMod val="20000"/>
              <a:lumOff val="80000"/>
            </a:schemeClr>
          </a:solidFill>
          <a:ln w="28575">
            <a:solidFill>
              <a:srgbClr val="D4E5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4" name="Oval 323">
            <a:extLst>
              <a:ext uri="{FF2B5EF4-FFF2-40B4-BE49-F238E27FC236}">
                <a16:creationId xmlns:a16="http://schemas.microsoft.com/office/drawing/2014/main" id="{3A9FFA87-861F-5255-B8B6-2F791D7765C8}"/>
              </a:ext>
            </a:extLst>
          </p:cNvPr>
          <p:cNvSpPr>
            <a:spLocks noChangeAspect="1"/>
          </p:cNvSpPr>
          <p:nvPr/>
        </p:nvSpPr>
        <p:spPr>
          <a:xfrm>
            <a:off x="5877296" y="4102137"/>
            <a:ext cx="1080000" cy="1080000"/>
          </a:xfrm>
          <a:prstGeom prst="ellipse">
            <a:avLst/>
          </a:prstGeom>
          <a:solidFill>
            <a:schemeClr val="accent3">
              <a:lumMod val="60000"/>
              <a:lumOff val="40000"/>
            </a:schemeClr>
          </a:solidFill>
          <a:ln w="28575">
            <a:solidFill>
              <a:srgbClr val="7EB2E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5" name="Oval 324">
            <a:extLst>
              <a:ext uri="{FF2B5EF4-FFF2-40B4-BE49-F238E27FC236}">
                <a16:creationId xmlns:a16="http://schemas.microsoft.com/office/drawing/2014/main" id="{36B84716-073E-00D0-BCA0-F63985B79840}"/>
              </a:ext>
            </a:extLst>
          </p:cNvPr>
          <p:cNvSpPr>
            <a:spLocks noChangeAspect="1"/>
          </p:cNvSpPr>
          <p:nvPr/>
        </p:nvSpPr>
        <p:spPr>
          <a:xfrm>
            <a:off x="7687557" y="3131945"/>
            <a:ext cx="1080000" cy="1080000"/>
          </a:xfrm>
          <a:prstGeom prst="ellipse">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8" name="TextBox 327">
            <a:extLst>
              <a:ext uri="{FF2B5EF4-FFF2-40B4-BE49-F238E27FC236}">
                <a16:creationId xmlns:a16="http://schemas.microsoft.com/office/drawing/2014/main" id="{8DBF1994-D330-C13E-D5E4-A6CF3C556AE1}"/>
              </a:ext>
            </a:extLst>
          </p:cNvPr>
          <p:cNvSpPr txBox="1"/>
          <p:nvPr/>
        </p:nvSpPr>
        <p:spPr>
          <a:xfrm>
            <a:off x="7563253" y="3472968"/>
            <a:ext cx="1328609" cy="35558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Ubuntu"/>
                <a:ea typeface="+mn-ea"/>
                <a:cs typeface="+mn-cs"/>
              </a:rPr>
              <a:t>3. Synthesize</a:t>
            </a:r>
          </a:p>
        </p:txBody>
      </p:sp>
      <p:sp>
        <p:nvSpPr>
          <p:cNvPr id="330" name="TextBox 329">
            <a:extLst>
              <a:ext uri="{FF2B5EF4-FFF2-40B4-BE49-F238E27FC236}">
                <a16:creationId xmlns:a16="http://schemas.microsoft.com/office/drawing/2014/main" id="{DE4FA4D3-47D5-4341-2423-E120A21EE408}"/>
              </a:ext>
            </a:extLst>
          </p:cNvPr>
          <p:cNvSpPr txBox="1"/>
          <p:nvPr/>
        </p:nvSpPr>
        <p:spPr>
          <a:xfrm>
            <a:off x="5279352" y="3147791"/>
            <a:ext cx="2207173" cy="25165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4A66AC"/>
                </a:solidFill>
                <a:effectLst/>
                <a:uLnTx/>
                <a:uFillTx/>
                <a:latin typeface="Ubuntu"/>
                <a:ea typeface="+mn-ea"/>
                <a:cs typeface="+mn-cs"/>
              </a:rPr>
              <a:t>Inception Workshops</a:t>
            </a:r>
          </a:p>
        </p:txBody>
      </p:sp>
      <p:sp>
        <p:nvSpPr>
          <p:cNvPr id="331" name="Arrow: Right 330">
            <a:extLst>
              <a:ext uri="{FF2B5EF4-FFF2-40B4-BE49-F238E27FC236}">
                <a16:creationId xmlns:a16="http://schemas.microsoft.com/office/drawing/2014/main" id="{03C7F44F-8A1C-6141-D195-151079C4C339}"/>
              </a:ext>
            </a:extLst>
          </p:cNvPr>
          <p:cNvSpPr/>
          <p:nvPr/>
        </p:nvSpPr>
        <p:spPr>
          <a:xfrm rot="16200000">
            <a:off x="6220523" y="3612400"/>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32" name="Arrow: Right 331">
            <a:extLst>
              <a:ext uri="{FF2B5EF4-FFF2-40B4-BE49-F238E27FC236}">
                <a16:creationId xmlns:a16="http://schemas.microsoft.com/office/drawing/2014/main" id="{559DB452-F403-FEC4-0AC2-6DBD97F0CA48}"/>
              </a:ext>
            </a:extLst>
          </p:cNvPr>
          <p:cNvSpPr/>
          <p:nvPr/>
        </p:nvSpPr>
        <p:spPr>
          <a:xfrm rot="19570833">
            <a:off x="4917527" y="2948732"/>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33" name="Arrow: Right 332">
            <a:extLst>
              <a:ext uri="{FF2B5EF4-FFF2-40B4-BE49-F238E27FC236}">
                <a16:creationId xmlns:a16="http://schemas.microsoft.com/office/drawing/2014/main" id="{375840BE-8910-D902-239D-5DA5012A246E}"/>
              </a:ext>
            </a:extLst>
          </p:cNvPr>
          <p:cNvSpPr/>
          <p:nvPr/>
        </p:nvSpPr>
        <p:spPr>
          <a:xfrm rot="2029167" flipH="1">
            <a:off x="7393304" y="2982400"/>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35" name="TextBox 334">
            <a:extLst>
              <a:ext uri="{FF2B5EF4-FFF2-40B4-BE49-F238E27FC236}">
                <a16:creationId xmlns:a16="http://schemas.microsoft.com/office/drawing/2014/main" id="{24D8C812-ECF2-E564-D2DA-475B093F3698}"/>
              </a:ext>
            </a:extLst>
          </p:cNvPr>
          <p:cNvSpPr txBox="1"/>
          <p:nvPr/>
        </p:nvSpPr>
        <p:spPr>
          <a:xfrm>
            <a:off x="3799680" y="3455664"/>
            <a:ext cx="1328609" cy="35558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Ubuntu"/>
                <a:ea typeface="+mn-ea"/>
                <a:cs typeface="+mn-cs"/>
              </a:rPr>
              <a:t>1. Strategize</a:t>
            </a:r>
          </a:p>
        </p:txBody>
      </p:sp>
      <p:sp>
        <p:nvSpPr>
          <p:cNvPr id="336" name="TextBox 335">
            <a:extLst>
              <a:ext uri="{FF2B5EF4-FFF2-40B4-BE49-F238E27FC236}">
                <a16:creationId xmlns:a16="http://schemas.microsoft.com/office/drawing/2014/main" id="{8577B840-CE4A-00F4-3DEA-BA1D2F95F771}"/>
              </a:ext>
            </a:extLst>
          </p:cNvPr>
          <p:cNvSpPr txBox="1"/>
          <p:nvPr/>
        </p:nvSpPr>
        <p:spPr>
          <a:xfrm>
            <a:off x="5752991" y="4460980"/>
            <a:ext cx="1328609" cy="35558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Ubuntu"/>
                <a:ea typeface="+mn-ea"/>
                <a:cs typeface="+mn-cs"/>
              </a:rPr>
              <a:t>2. Conduct</a:t>
            </a:r>
          </a:p>
        </p:txBody>
      </p:sp>
      <p:sp>
        <p:nvSpPr>
          <p:cNvPr id="339" name="Rounded Rectangle 67">
            <a:extLst>
              <a:ext uri="{FF2B5EF4-FFF2-40B4-BE49-F238E27FC236}">
                <a16:creationId xmlns:a16="http://schemas.microsoft.com/office/drawing/2014/main" id="{63ABD8B7-E904-DC47-FA71-09809D9033EA}"/>
              </a:ext>
            </a:extLst>
          </p:cNvPr>
          <p:cNvSpPr>
            <a:spLocks/>
          </p:cNvSpPr>
          <p:nvPr/>
        </p:nvSpPr>
        <p:spPr>
          <a:xfrm>
            <a:off x="1268765" y="1220267"/>
            <a:ext cx="2082609" cy="1508143"/>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340" name="TextBox 196">
            <a:extLst>
              <a:ext uri="{FF2B5EF4-FFF2-40B4-BE49-F238E27FC236}">
                <a16:creationId xmlns:a16="http://schemas.microsoft.com/office/drawing/2014/main" id="{9440A5D0-88DE-543E-EE7D-789416361ADE}"/>
              </a:ext>
            </a:extLst>
          </p:cNvPr>
          <p:cNvSpPr txBox="1">
            <a:spLocks/>
          </p:cNvSpPr>
          <p:nvPr/>
        </p:nvSpPr>
        <p:spPr>
          <a:xfrm>
            <a:off x="1350954" y="1102732"/>
            <a:ext cx="1917715" cy="313624"/>
          </a:xfrm>
          <a:prstGeom prst="roundRect">
            <a:avLst>
              <a:gd name="adj" fmla="val 50000"/>
            </a:avLst>
          </a:prstGeom>
          <a:solidFill>
            <a:srgbClr val="12ABDB"/>
          </a:solidFill>
          <a:ln w="25400" cap="flat" cmpd="sng" algn="ctr">
            <a:solidFill>
              <a:srgbClr val="12ABDB"/>
            </a:solid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Inception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readiness</a:t>
            </a:r>
          </a:p>
        </p:txBody>
      </p:sp>
      <p:sp>
        <p:nvSpPr>
          <p:cNvPr id="381" name="Rounded Rectangle 67">
            <a:extLst>
              <a:ext uri="{FF2B5EF4-FFF2-40B4-BE49-F238E27FC236}">
                <a16:creationId xmlns:a16="http://schemas.microsoft.com/office/drawing/2014/main" id="{5AAC2F1D-F2C4-C46D-AC52-06A69CD27AF6}"/>
              </a:ext>
            </a:extLst>
          </p:cNvPr>
          <p:cNvSpPr>
            <a:spLocks/>
          </p:cNvSpPr>
          <p:nvPr/>
        </p:nvSpPr>
        <p:spPr>
          <a:xfrm>
            <a:off x="1275789" y="3234892"/>
            <a:ext cx="2082609" cy="158166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382" name="TextBox 196">
            <a:extLst>
              <a:ext uri="{FF2B5EF4-FFF2-40B4-BE49-F238E27FC236}">
                <a16:creationId xmlns:a16="http://schemas.microsoft.com/office/drawing/2014/main" id="{5CADE226-5DEC-D2C5-960A-FBD6E65F8497}"/>
              </a:ext>
            </a:extLst>
          </p:cNvPr>
          <p:cNvSpPr txBox="1">
            <a:spLocks/>
          </p:cNvSpPr>
          <p:nvPr/>
        </p:nvSpPr>
        <p:spPr>
          <a:xfrm>
            <a:off x="1357978" y="3117356"/>
            <a:ext cx="1917715" cy="313624"/>
          </a:xfrm>
          <a:prstGeom prst="roundRect">
            <a:avLst>
              <a:gd name="adj" fmla="val 50000"/>
            </a:avLst>
          </a:prstGeom>
          <a:solidFill>
            <a:srgbClr val="D763C6"/>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Inception</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readiness</a:t>
            </a:r>
            <a:endParaRPr kumimoji="0" lang="en-US"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endParaRPr>
          </a:p>
        </p:txBody>
      </p:sp>
      <p:cxnSp>
        <p:nvCxnSpPr>
          <p:cNvPr id="385" name="Connector: Curved 384">
            <a:extLst>
              <a:ext uri="{FF2B5EF4-FFF2-40B4-BE49-F238E27FC236}">
                <a16:creationId xmlns:a16="http://schemas.microsoft.com/office/drawing/2014/main" id="{92D2C73A-5352-D5AD-F201-E8C8533ECE20}"/>
              </a:ext>
            </a:extLst>
          </p:cNvPr>
          <p:cNvCxnSpPr>
            <a:cxnSpLocks/>
            <a:stCxn id="335" idx="1"/>
            <a:endCxn id="339" idx="3"/>
          </p:cNvCxnSpPr>
          <p:nvPr/>
        </p:nvCxnSpPr>
        <p:spPr>
          <a:xfrm rot="10800000">
            <a:off x="3351374" y="1974340"/>
            <a:ext cx="448306" cy="1659115"/>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87" name="Connector: Curved 386">
            <a:extLst>
              <a:ext uri="{FF2B5EF4-FFF2-40B4-BE49-F238E27FC236}">
                <a16:creationId xmlns:a16="http://schemas.microsoft.com/office/drawing/2014/main" id="{0E746434-3947-D3DF-B261-0A99A5BDFBCA}"/>
              </a:ext>
            </a:extLst>
          </p:cNvPr>
          <p:cNvCxnSpPr>
            <a:cxnSpLocks/>
            <a:stCxn id="335" idx="1"/>
            <a:endCxn id="381" idx="3"/>
          </p:cNvCxnSpPr>
          <p:nvPr/>
        </p:nvCxnSpPr>
        <p:spPr>
          <a:xfrm rot="10800000" flipV="1">
            <a:off x="3358398" y="3633454"/>
            <a:ext cx="441282" cy="392272"/>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grpSp>
        <p:nvGrpSpPr>
          <p:cNvPr id="388" name="Teacher7" descr="{&quot;Key&quot;:&quot;POWER_USER_SHAPE_ICON&quot;,&quot;Value&quot;:&quot;POWER_USER_SHAPE_ICON_STYLE_1&quot;}">
            <a:extLst>
              <a:ext uri="{FF2B5EF4-FFF2-40B4-BE49-F238E27FC236}">
                <a16:creationId xmlns:a16="http://schemas.microsoft.com/office/drawing/2014/main" id="{3E7A985F-435E-C47D-52F6-E6B068BD8F25}"/>
              </a:ext>
            </a:extLst>
          </p:cNvPr>
          <p:cNvGrpSpPr>
            <a:grpSpLocks noChangeAspect="1"/>
          </p:cNvGrpSpPr>
          <p:nvPr/>
        </p:nvGrpSpPr>
        <p:grpSpPr>
          <a:xfrm>
            <a:off x="1455643" y="2896880"/>
            <a:ext cx="332705" cy="324000"/>
            <a:chOff x="6302376" y="1846263"/>
            <a:chExt cx="479425" cy="479425"/>
          </a:xfrm>
          <a:solidFill>
            <a:schemeClr val="accent1"/>
          </a:solidFill>
        </p:grpSpPr>
        <p:sp>
          <p:nvSpPr>
            <p:cNvPr id="389" name="Rectangle 495">
              <a:extLst>
                <a:ext uri="{FF2B5EF4-FFF2-40B4-BE49-F238E27FC236}">
                  <a16:creationId xmlns:a16="http://schemas.microsoft.com/office/drawing/2014/main" id="{05F36F61-D705-1D34-D653-47D9334B23C8}"/>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0" name="Freeform 496">
              <a:extLst>
                <a:ext uri="{FF2B5EF4-FFF2-40B4-BE49-F238E27FC236}">
                  <a16:creationId xmlns:a16="http://schemas.microsoft.com/office/drawing/2014/main" id="{AAFBC98F-760A-9B9B-00DC-BFD2E3FE2FD9}"/>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1" name="Rectangle 497">
              <a:extLst>
                <a:ext uri="{FF2B5EF4-FFF2-40B4-BE49-F238E27FC236}">
                  <a16:creationId xmlns:a16="http://schemas.microsoft.com/office/drawing/2014/main" id="{BA952271-51CD-1001-BC77-1EE9B0CB479C}"/>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2" name="Freeform 498">
              <a:extLst>
                <a:ext uri="{FF2B5EF4-FFF2-40B4-BE49-F238E27FC236}">
                  <a16:creationId xmlns:a16="http://schemas.microsoft.com/office/drawing/2014/main" id="{086791D5-B121-935C-0747-B1926324C12C}"/>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3" name="Freeform 499">
              <a:extLst>
                <a:ext uri="{FF2B5EF4-FFF2-40B4-BE49-F238E27FC236}">
                  <a16:creationId xmlns:a16="http://schemas.microsoft.com/office/drawing/2014/main" id="{EB88F148-0359-0CEE-21C1-B8396D883435}"/>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4" name="Freeform 500">
              <a:extLst>
                <a:ext uri="{FF2B5EF4-FFF2-40B4-BE49-F238E27FC236}">
                  <a16:creationId xmlns:a16="http://schemas.microsoft.com/office/drawing/2014/main" id="{0FB9500B-4309-8FEF-C068-3926AFE04D91}"/>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5" name="Freeform 501">
              <a:extLst>
                <a:ext uri="{FF2B5EF4-FFF2-40B4-BE49-F238E27FC236}">
                  <a16:creationId xmlns:a16="http://schemas.microsoft.com/office/drawing/2014/main" id="{66B80A62-7E99-4E39-4D22-FA92B05C3609}"/>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6" name="Freeform 502">
              <a:extLst>
                <a:ext uri="{FF2B5EF4-FFF2-40B4-BE49-F238E27FC236}">
                  <a16:creationId xmlns:a16="http://schemas.microsoft.com/office/drawing/2014/main" id="{79AED08E-50FB-6CC5-1D47-0F6839CADBE5}"/>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7" name="Freeform 503">
              <a:extLst>
                <a:ext uri="{FF2B5EF4-FFF2-40B4-BE49-F238E27FC236}">
                  <a16:creationId xmlns:a16="http://schemas.microsoft.com/office/drawing/2014/main" id="{56A22040-9F9F-6835-5C57-E0E2B1780ED4}"/>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8" name="Freeform 504">
              <a:extLst>
                <a:ext uri="{FF2B5EF4-FFF2-40B4-BE49-F238E27FC236}">
                  <a16:creationId xmlns:a16="http://schemas.microsoft.com/office/drawing/2014/main" id="{7704F8A2-220F-7C43-4128-B199539299CD}"/>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9" name="Freeform 505">
              <a:extLst>
                <a:ext uri="{FF2B5EF4-FFF2-40B4-BE49-F238E27FC236}">
                  <a16:creationId xmlns:a16="http://schemas.microsoft.com/office/drawing/2014/main" id="{C2B0227C-7B01-2E3F-FD97-1CBA49892025}"/>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0" name="Freeform 506">
              <a:extLst>
                <a:ext uri="{FF2B5EF4-FFF2-40B4-BE49-F238E27FC236}">
                  <a16:creationId xmlns:a16="http://schemas.microsoft.com/office/drawing/2014/main" id="{B17DA233-C3A7-041A-724C-54488FEDF3D1}"/>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1" name="Freeform 507">
              <a:extLst>
                <a:ext uri="{FF2B5EF4-FFF2-40B4-BE49-F238E27FC236}">
                  <a16:creationId xmlns:a16="http://schemas.microsoft.com/office/drawing/2014/main" id="{5A505037-F4EF-05A4-5AEA-5202B320753F}"/>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02" name="Presentation9" descr="{&quot;Key&quot;:&quot;POWER_USER_SHAPE_ICON&quot;,&quot;Value&quot;:&quot;POWER_USER_SHAPE_ICON_STYLE_1&quot;}">
            <a:extLst>
              <a:ext uri="{FF2B5EF4-FFF2-40B4-BE49-F238E27FC236}">
                <a16:creationId xmlns:a16="http://schemas.microsoft.com/office/drawing/2014/main" id="{339AD63D-A32C-8050-4B6B-5A1AAA71414D}"/>
              </a:ext>
            </a:extLst>
          </p:cNvPr>
          <p:cNvGrpSpPr>
            <a:grpSpLocks noChangeAspect="1"/>
          </p:cNvGrpSpPr>
          <p:nvPr>
            <p:custDataLst>
              <p:tags r:id="rId3"/>
            </p:custDataLst>
          </p:nvPr>
        </p:nvGrpSpPr>
        <p:grpSpPr>
          <a:xfrm>
            <a:off x="1385738" y="1006600"/>
            <a:ext cx="433996" cy="324000"/>
            <a:chOff x="6796088" y="1851026"/>
            <a:chExt cx="884238" cy="677862"/>
          </a:xfrm>
          <a:noFill/>
        </p:grpSpPr>
        <p:sp>
          <p:nvSpPr>
            <p:cNvPr id="403" name="Freeform 157">
              <a:extLst>
                <a:ext uri="{FF2B5EF4-FFF2-40B4-BE49-F238E27FC236}">
                  <a16:creationId xmlns:a16="http://schemas.microsoft.com/office/drawing/2014/main" id="{BA18D2E2-2246-D2EB-A83D-8955236335C2}"/>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4" name="Freeform 158">
              <a:extLst>
                <a:ext uri="{FF2B5EF4-FFF2-40B4-BE49-F238E27FC236}">
                  <a16:creationId xmlns:a16="http://schemas.microsoft.com/office/drawing/2014/main" id="{89BCC149-0158-1E40-B222-2A5AFE09AFA7}"/>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5" name="Oval 159">
              <a:extLst>
                <a:ext uri="{FF2B5EF4-FFF2-40B4-BE49-F238E27FC236}">
                  <a16:creationId xmlns:a16="http://schemas.microsoft.com/office/drawing/2014/main" id="{E4E539A0-BCD1-BDB8-039D-4B8B02BF2787}"/>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6" name="Freeform 160">
              <a:extLst>
                <a:ext uri="{FF2B5EF4-FFF2-40B4-BE49-F238E27FC236}">
                  <a16:creationId xmlns:a16="http://schemas.microsoft.com/office/drawing/2014/main" id="{DE1BB796-2E12-B9DF-5203-24EBA99A6888}"/>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07" name="Groupe 303">
            <a:extLst>
              <a:ext uri="{FF2B5EF4-FFF2-40B4-BE49-F238E27FC236}">
                <a16:creationId xmlns:a16="http://schemas.microsoft.com/office/drawing/2014/main" id="{BFDF5E2C-2CA6-5DF7-3FDE-E6B7D4D1B7E5}"/>
              </a:ext>
            </a:extLst>
          </p:cNvPr>
          <p:cNvGrpSpPr>
            <a:grpSpLocks noChangeAspect="1"/>
          </p:cNvGrpSpPr>
          <p:nvPr/>
        </p:nvGrpSpPr>
        <p:grpSpPr>
          <a:xfrm>
            <a:off x="10519094" y="2584735"/>
            <a:ext cx="304203" cy="264784"/>
            <a:chOff x="5053013" y="5526088"/>
            <a:chExt cx="420688" cy="384176"/>
          </a:xfrm>
        </p:grpSpPr>
        <p:sp>
          <p:nvSpPr>
            <p:cNvPr id="408" name="Freeform 149">
              <a:extLst>
                <a:ext uri="{FF2B5EF4-FFF2-40B4-BE49-F238E27FC236}">
                  <a16:creationId xmlns:a16="http://schemas.microsoft.com/office/drawing/2014/main" id="{C7D07B8C-2989-8F5D-6111-BD1A2A36F681}"/>
                </a:ext>
              </a:extLst>
            </p:cNvPr>
            <p:cNvSpPr>
              <a:spLocks/>
            </p:cNvSpPr>
            <p:nvPr/>
          </p:nvSpPr>
          <p:spPr bwMode="auto">
            <a:xfrm>
              <a:off x="5429251" y="5526088"/>
              <a:ext cx="44450" cy="384175"/>
            </a:xfrm>
            <a:custGeom>
              <a:avLst/>
              <a:gdLst>
                <a:gd name="T0" fmla="*/ 12 w 12"/>
                <a:gd name="T1" fmla="*/ 102 h 102"/>
                <a:gd name="T2" fmla="*/ 0 w 12"/>
                <a:gd name="T3" fmla="*/ 102 h 102"/>
                <a:gd name="T4" fmla="*/ 0 w 12"/>
                <a:gd name="T5" fmla="*/ 0 h 102"/>
                <a:gd name="T6" fmla="*/ 9 w 12"/>
                <a:gd name="T7" fmla="*/ 0 h 102"/>
                <a:gd name="T8" fmla="*/ 12 w 12"/>
                <a:gd name="T9" fmla="*/ 4 h 102"/>
                <a:gd name="T10" fmla="*/ 12 w 12"/>
                <a:gd name="T11" fmla="*/ 102 h 102"/>
              </a:gdLst>
              <a:ahLst/>
              <a:cxnLst>
                <a:cxn ang="0">
                  <a:pos x="T0" y="T1"/>
                </a:cxn>
                <a:cxn ang="0">
                  <a:pos x="T2" y="T3"/>
                </a:cxn>
                <a:cxn ang="0">
                  <a:pos x="T4" y="T5"/>
                </a:cxn>
                <a:cxn ang="0">
                  <a:pos x="T6" y="T7"/>
                </a:cxn>
                <a:cxn ang="0">
                  <a:pos x="T8" y="T9"/>
                </a:cxn>
                <a:cxn ang="0">
                  <a:pos x="T10" y="T11"/>
                </a:cxn>
              </a:cxnLst>
              <a:rect l="0" t="0" r="r" b="b"/>
              <a:pathLst>
                <a:path w="12" h="102">
                  <a:moveTo>
                    <a:pt x="12" y="102"/>
                  </a:moveTo>
                  <a:cubicBezTo>
                    <a:pt x="0" y="102"/>
                    <a:pt x="0" y="102"/>
                    <a:pt x="0" y="102"/>
                  </a:cubicBezTo>
                  <a:cubicBezTo>
                    <a:pt x="0" y="102"/>
                    <a:pt x="0" y="20"/>
                    <a:pt x="0" y="0"/>
                  </a:cubicBezTo>
                  <a:cubicBezTo>
                    <a:pt x="1" y="1"/>
                    <a:pt x="9" y="0"/>
                    <a:pt x="9" y="0"/>
                  </a:cubicBezTo>
                  <a:cubicBezTo>
                    <a:pt x="10" y="0"/>
                    <a:pt x="12" y="2"/>
                    <a:pt x="12" y="4"/>
                  </a:cubicBezTo>
                  <a:lnTo>
                    <a:pt x="12" y="102"/>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09" name="Freeform 150">
              <a:extLst>
                <a:ext uri="{FF2B5EF4-FFF2-40B4-BE49-F238E27FC236}">
                  <a16:creationId xmlns:a16="http://schemas.microsoft.com/office/drawing/2014/main" id="{5BE55E81-37F9-7099-5ADF-949A6F8BE412}"/>
                </a:ext>
              </a:extLst>
            </p:cNvPr>
            <p:cNvSpPr>
              <a:spLocks/>
            </p:cNvSpPr>
            <p:nvPr/>
          </p:nvSpPr>
          <p:spPr bwMode="auto">
            <a:xfrm>
              <a:off x="5365751" y="5632451"/>
              <a:ext cx="44450" cy="277813"/>
            </a:xfrm>
            <a:custGeom>
              <a:avLst/>
              <a:gdLst>
                <a:gd name="T0" fmla="*/ 12 w 12"/>
                <a:gd name="T1" fmla="*/ 74 h 74"/>
                <a:gd name="T2" fmla="*/ 0 w 12"/>
                <a:gd name="T3" fmla="*/ 74 h 74"/>
                <a:gd name="T4" fmla="*/ 0 w 12"/>
                <a:gd name="T5" fmla="*/ 0 h 74"/>
                <a:gd name="T6" fmla="*/ 9 w 12"/>
                <a:gd name="T7" fmla="*/ 0 h 74"/>
                <a:gd name="T8" fmla="*/ 12 w 12"/>
                <a:gd name="T9" fmla="*/ 2 h 74"/>
                <a:gd name="T10" fmla="*/ 12 w 12"/>
                <a:gd name="T11" fmla="*/ 74 h 74"/>
              </a:gdLst>
              <a:ahLst/>
              <a:cxnLst>
                <a:cxn ang="0">
                  <a:pos x="T0" y="T1"/>
                </a:cxn>
                <a:cxn ang="0">
                  <a:pos x="T2" y="T3"/>
                </a:cxn>
                <a:cxn ang="0">
                  <a:pos x="T4" y="T5"/>
                </a:cxn>
                <a:cxn ang="0">
                  <a:pos x="T6" y="T7"/>
                </a:cxn>
                <a:cxn ang="0">
                  <a:pos x="T8" y="T9"/>
                </a:cxn>
                <a:cxn ang="0">
                  <a:pos x="T10" y="T11"/>
                </a:cxn>
              </a:cxnLst>
              <a:rect l="0" t="0" r="r" b="b"/>
              <a:pathLst>
                <a:path w="12" h="74">
                  <a:moveTo>
                    <a:pt x="12" y="74"/>
                  </a:moveTo>
                  <a:cubicBezTo>
                    <a:pt x="0" y="74"/>
                    <a:pt x="0" y="74"/>
                    <a:pt x="0" y="74"/>
                  </a:cubicBezTo>
                  <a:cubicBezTo>
                    <a:pt x="0" y="74"/>
                    <a:pt x="0" y="14"/>
                    <a:pt x="0" y="0"/>
                  </a:cubicBezTo>
                  <a:cubicBezTo>
                    <a:pt x="1" y="0"/>
                    <a:pt x="9" y="0"/>
                    <a:pt x="9" y="0"/>
                  </a:cubicBezTo>
                  <a:cubicBezTo>
                    <a:pt x="11" y="0"/>
                    <a:pt x="12" y="1"/>
                    <a:pt x="12" y="2"/>
                  </a:cubicBezTo>
                  <a:lnTo>
                    <a:pt x="12" y="74"/>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0" name="Freeform 151">
              <a:extLst>
                <a:ext uri="{FF2B5EF4-FFF2-40B4-BE49-F238E27FC236}">
                  <a16:creationId xmlns:a16="http://schemas.microsoft.com/office/drawing/2014/main" id="{E6778B4D-DF22-48BA-7F25-A4C246B52E99}"/>
                </a:ext>
              </a:extLst>
            </p:cNvPr>
            <p:cNvSpPr>
              <a:spLocks/>
            </p:cNvSpPr>
            <p:nvPr/>
          </p:nvSpPr>
          <p:spPr bwMode="auto">
            <a:xfrm>
              <a:off x="5300663" y="5688013"/>
              <a:ext cx="46038" cy="222250"/>
            </a:xfrm>
            <a:custGeom>
              <a:avLst/>
              <a:gdLst>
                <a:gd name="T0" fmla="*/ 12 w 12"/>
                <a:gd name="T1" fmla="*/ 59 h 59"/>
                <a:gd name="T2" fmla="*/ 0 w 12"/>
                <a:gd name="T3" fmla="*/ 59 h 59"/>
                <a:gd name="T4" fmla="*/ 0 w 12"/>
                <a:gd name="T5" fmla="*/ 0 h 59"/>
                <a:gd name="T6" fmla="*/ 9 w 12"/>
                <a:gd name="T7" fmla="*/ 0 h 59"/>
                <a:gd name="T8" fmla="*/ 12 w 12"/>
                <a:gd name="T9" fmla="*/ 2 h 59"/>
                <a:gd name="T10" fmla="*/ 12 w 12"/>
                <a:gd name="T11" fmla="*/ 59 h 59"/>
              </a:gdLst>
              <a:ahLst/>
              <a:cxnLst>
                <a:cxn ang="0">
                  <a:pos x="T0" y="T1"/>
                </a:cxn>
                <a:cxn ang="0">
                  <a:pos x="T2" y="T3"/>
                </a:cxn>
                <a:cxn ang="0">
                  <a:pos x="T4" y="T5"/>
                </a:cxn>
                <a:cxn ang="0">
                  <a:pos x="T6" y="T7"/>
                </a:cxn>
                <a:cxn ang="0">
                  <a:pos x="T8" y="T9"/>
                </a:cxn>
                <a:cxn ang="0">
                  <a:pos x="T10" y="T11"/>
                </a:cxn>
              </a:cxnLst>
              <a:rect l="0" t="0" r="r" b="b"/>
              <a:pathLst>
                <a:path w="12" h="59">
                  <a:moveTo>
                    <a:pt x="12" y="59"/>
                  </a:moveTo>
                  <a:cubicBezTo>
                    <a:pt x="0" y="59"/>
                    <a:pt x="0" y="59"/>
                    <a:pt x="0" y="59"/>
                  </a:cubicBezTo>
                  <a:cubicBezTo>
                    <a:pt x="0" y="59"/>
                    <a:pt x="0" y="11"/>
                    <a:pt x="0" y="0"/>
                  </a:cubicBezTo>
                  <a:cubicBezTo>
                    <a:pt x="2" y="0"/>
                    <a:pt x="9" y="0"/>
                    <a:pt x="9" y="0"/>
                  </a:cubicBezTo>
                  <a:cubicBezTo>
                    <a:pt x="11" y="0"/>
                    <a:pt x="12" y="1"/>
                    <a:pt x="12" y="2"/>
                  </a:cubicBezTo>
                  <a:lnTo>
                    <a:pt x="12" y="59"/>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1" name="Freeform 152">
              <a:extLst>
                <a:ext uri="{FF2B5EF4-FFF2-40B4-BE49-F238E27FC236}">
                  <a16:creationId xmlns:a16="http://schemas.microsoft.com/office/drawing/2014/main" id="{F23ECB59-52E6-2CD9-5234-145D3102BBDF}"/>
                </a:ext>
              </a:extLst>
            </p:cNvPr>
            <p:cNvSpPr>
              <a:spLocks/>
            </p:cNvSpPr>
            <p:nvPr/>
          </p:nvSpPr>
          <p:spPr bwMode="auto">
            <a:xfrm>
              <a:off x="5241926" y="5748338"/>
              <a:ext cx="44450" cy="161925"/>
            </a:xfrm>
            <a:custGeom>
              <a:avLst/>
              <a:gdLst>
                <a:gd name="T0" fmla="*/ 12 w 12"/>
                <a:gd name="T1" fmla="*/ 43 h 43"/>
                <a:gd name="T2" fmla="*/ 0 w 12"/>
                <a:gd name="T3" fmla="*/ 43 h 43"/>
                <a:gd name="T4" fmla="*/ 0 w 12"/>
                <a:gd name="T5" fmla="*/ 0 h 43"/>
                <a:gd name="T6" fmla="*/ 9 w 12"/>
                <a:gd name="T7" fmla="*/ 0 h 43"/>
                <a:gd name="T8" fmla="*/ 12 w 12"/>
                <a:gd name="T9" fmla="*/ 2 h 43"/>
                <a:gd name="T10" fmla="*/ 12 w 12"/>
                <a:gd name="T11" fmla="*/ 43 h 43"/>
              </a:gdLst>
              <a:ahLst/>
              <a:cxnLst>
                <a:cxn ang="0">
                  <a:pos x="T0" y="T1"/>
                </a:cxn>
                <a:cxn ang="0">
                  <a:pos x="T2" y="T3"/>
                </a:cxn>
                <a:cxn ang="0">
                  <a:pos x="T4" y="T5"/>
                </a:cxn>
                <a:cxn ang="0">
                  <a:pos x="T6" y="T7"/>
                </a:cxn>
                <a:cxn ang="0">
                  <a:pos x="T8" y="T9"/>
                </a:cxn>
                <a:cxn ang="0">
                  <a:pos x="T10" y="T11"/>
                </a:cxn>
              </a:cxnLst>
              <a:rect l="0" t="0" r="r" b="b"/>
              <a:pathLst>
                <a:path w="12" h="43">
                  <a:moveTo>
                    <a:pt x="12" y="43"/>
                  </a:moveTo>
                  <a:cubicBezTo>
                    <a:pt x="0" y="43"/>
                    <a:pt x="0" y="43"/>
                    <a:pt x="0" y="43"/>
                  </a:cubicBezTo>
                  <a:cubicBezTo>
                    <a:pt x="0" y="43"/>
                    <a:pt x="0" y="11"/>
                    <a:pt x="0" y="0"/>
                  </a:cubicBezTo>
                  <a:cubicBezTo>
                    <a:pt x="1" y="0"/>
                    <a:pt x="9" y="0"/>
                    <a:pt x="9" y="0"/>
                  </a:cubicBezTo>
                  <a:cubicBezTo>
                    <a:pt x="11" y="0"/>
                    <a:pt x="12" y="1"/>
                    <a:pt x="12" y="2"/>
                  </a:cubicBezTo>
                  <a:lnTo>
                    <a:pt x="12" y="4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2" name="Freeform 153">
              <a:extLst>
                <a:ext uri="{FF2B5EF4-FFF2-40B4-BE49-F238E27FC236}">
                  <a16:creationId xmlns:a16="http://schemas.microsoft.com/office/drawing/2014/main" id="{EB346E18-3A4C-E0A2-BB3A-60ADFD386F88}"/>
                </a:ext>
              </a:extLst>
            </p:cNvPr>
            <p:cNvSpPr>
              <a:spLocks/>
            </p:cNvSpPr>
            <p:nvPr/>
          </p:nvSpPr>
          <p:spPr bwMode="auto">
            <a:xfrm>
              <a:off x="5181601" y="5792788"/>
              <a:ext cx="44450" cy="117475"/>
            </a:xfrm>
            <a:custGeom>
              <a:avLst/>
              <a:gdLst>
                <a:gd name="T0" fmla="*/ 12 w 12"/>
                <a:gd name="T1" fmla="*/ 31 h 31"/>
                <a:gd name="T2" fmla="*/ 0 w 12"/>
                <a:gd name="T3" fmla="*/ 31 h 31"/>
                <a:gd name="T4" fmla="*/ 0 w 12"/>
                <a:gd name="T5" fmla="*/ 0 h 31"/>
                <a:gd name="T6" fmla="*/ 9 w 12"/>
                <a:gd name="T7" fmla="*/ 0 h 31"/>
                <a:gd name="T8" fmla="*/ 12 w 12"/>
                <a:gd name="T9" fmla="*/ 2 h 31"/>
                <a:gd name="T10" fmla="*/ 12 w 12"/>
                <a:gd name="T11" fmla="*/ 31 h 31"/>
              </a:gdLst>
              <a:ahLst/>
              <a:cxnLst>
                <a:cxn ang="0">
                  <a:pos x="T0" y="T1"/>
                </a:cxn>
                <a:cxn ang="0">
                  <a:pos x="T2" y="T3"/>
                </a:cxn>
                <a:cxn ang="0">
                  <a:pos x="T4" y="T5"/>
                </a:cxn>
                <a:cxn ang="0">
                  <a:pos x="T6" y="T7"/>
                </a:cxn>
                <a:cxn ang="0">
                  <a:pos x="T8" y="T9"/>
                </a:cxn>
                <a:cxn ang="0">
                  <a:pos x="T10" y="T11"/>
                </a:cxn>
              </a:cxnLst>
              <a:rect l="0" t="0" r="r" b="b"/>
              <a:pathLst>
                <a:path w="12" h="31">
                  <a:moveTo>
                    <a:pt x="12" y="31"/>
                  </a:moveTo>
                  <a:cubicBezTo>
                    <a:pt x="0" y="31"/>
                    <a:pt x="0" y="31"/>
                    <a:pt x="0" y="31"/>
                  </a:cubicBezTo>
                  <a:cubicBezTo>
                    <a:pt x="0" y="31"/>
                    <a:pt x="0" y="12"/>
                    <a:pt x="0" y="0"/>
                  </a:cubicBezTo>
                  <a:cubicBezTo>
                    <a:pt x="1" y="1"/>
                    <a:pt x="9" y="0"/>
                    <a:pt x="9" y="0"/>
                  </a:cubicBezTo>
                  <a:cubicBezTo>
                    <a:pt x="11" y="0"/>
                    <a:pt x="12" y="1"/>
                    <a:pt x="12" y="2"/>
                  </a:cubicBezTo>
                  <a:lnTo>
                    <a:pt x="12" y="31"/>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3" name="Freeform 154">
              <a:extLst>
                <a:ext uri="{FF2B5EF4-FFF2-40B4-BE49-F238E27FC236}">
                  <a16:creationId xmlns:a16="http://schemas.microsoft.com/office/drawing/2014/main" id="{E5290AAF-C480-911E-1252-E1F60DAB4BFC}"/>
                </a:ext>
              </a:extLst>
            </p:cNvPr>
            <p:cNvSpPr>
              <a:spLocks/>
            </p:cNvSpPr>
            <p:nvPr/>
          </p:nvSpPr>
          <p:spPr bwMode="auto">
            <a:xfrm>
              <a:off x="5116513" y="5822951"/>
              <a:ext cx="46038" cy="87313"/>
            </a:xfrm>
            <a:custGeom>
              <a:avLst/>
              <a:gdLst>
                <a:gd name="T0" fmla="*/ 12 w 12"/>
                <a:gd name="T1" fmla="*/ 23 h 23"/>
                <a:gd name="T2" fmla="*/ 0 w 12"/>
                <a:gd name="T3" fmla="*/ 23 h 23"/>
                <a:gd name="T4" fmla="*/ 0 w 12"/>
                <a:gd name="T5" fmla="*/ 0 h 23"/>
                <a:gd name="T6" fmla="*/ 9 w 12"/>
                <a:gd name="T7" fmla="*/ 0 h 23"/>
                <a:gd name="T8" fmla="*/ 12 w 12"/>
                <a:gd name="T9" fmla="*/ 1 h 23"/>
                <a:gd name="T10" fmla="*/ 12 w 12"/>
                <a:gd name="T11" fmla="*/ 23 h 23"/>
              </a:gdLst>
              <a:ahLst/>
              <a:cxnLst>
                <a:cxn ang="0">
                  <a:pos x="T0" y="T1"/>
                </a:cxn>
                <a:cxn ang="0">
                  <a:pos x="T2" y="T3"/>
                </a:cxn>
                <a:cxn ang="0">
                  <a:pos x="T4" y="T5"/>
                </a:cxn>
                <a:cxn ang="0">
                  <a:pos x="T6" y="T7"/>
                </a:cxn>
                <a:cxn ang="0">
                  <a:pos x="T8" y="T9"/>
                </a:cxn>
                <a:cxn ang="0">
                  <a:pos x="T10" y="T11"/>
                </a:cxn>
              </a:cxnLst>
              <a:rect l="0" t="0" r="r" b="b"/>
              <a:pathLst>
                <a:path w="12" h="23">
                  <a:moveTo>
                    <a:pt x="12" y="23"/>
                  </a:moveTo>
                  <a:cubicBezTo>
                    <a:pt x="0" y="23"/>
                    <a:pt x="0" y="23"/>
                    <a:pt x="0" y="23"/>
                  </a:cubicBezTo>
                  <a:cubicBezTo>
                    <a:pt x="0" y="23"/>
                    <a:pt x="0" y="11"/>
                    <a:pt x="0" y="0"/>
                  </a:cubicBezTo>
                  <a:cubicBezTo>
                    <a:pt x="2" y="0"/>
                    <a:pt x="9" y="0"/>
                    <a:pt x="9" y="0"/>
                  </a:cubicBezTo>
                  <a:cubicBezTo>
                    <a:pt x="11" y="0"/>
                    <a:pt x="12" y="0"/>
                    <a:pt x="12" y="1"/>
                  </a:cubicBezTo>
                  <a:lnTo>
                    <a:pt x="12" y="2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4" name="Freeform 155">
              <a:extLst>
                <a:ext uri="{FF2B5EF4-FFF2-40B4-BE49-F238E27FC236}">
                  <a16:creationId xmlns:a16="http://schemas.microsoft.com/office/drawing/2014/main" id="{F06BDD9F-7FFB-7DAE-68AB-C178450CC267}"/>
                </a:ext>
              </a:extLst>
            </p:cNvPr>
            <p:cNvSpPr>
              <a:spLocks/>
            </p:cNvSpPr>
            <p:nvPr/>
          </p:nvSpPr>
          <p:spPr bwMode="auto">
            <a:xfrm>
              <a:off x="5053013" y="5853113"/>
              <a:ext cx="46038" cy="57150"/>
            </a:xfrm>
            <a:custGeom>
              <a:avLst/>
              <a:gdLst>
                <a:gd name="T0" fmla="*/ 12 w 12"/>
                <a:gd name="T1" fmla="*/ 15 h 15"/>
                <a:gd name="T2" fmla="*/ 0 w 12"/>
                <a:gd name="T3" fmla="*/ 15 h 15"/>
                <a:gd name="T4" fmla="*/ 0 w 12"/>
                <a:gd name="T5" fmla="*/ 0 h 15"/>
                <a:gd name="T6" fmla="*/ 9 w 12"/>
                <a:gd name="T7" fmla="*/ 0 h 15"/>
                <a:gd name="T8" fmla="*/ 12 w 12"/>
                <a:gd name="T9" fmla="*/ 1 h 15"/>
                <a:gd name="T10" fmla="*/ 12 w 12"/>
                <a:gd name="T11" fmla="*/ 15 h 15"/>
              </a:gdLst>
              <a:ahLst/>
              <a:cxnLst>
                <a:cxn ang="0">
                  <a:pos x="T0" y="T1"/>
                </a:cxn>
                <a:cxn ang="0">
                  <a:pos x="T2" y="T3"/>
                </a:cxn>
                <a:cxn ang="0">
                  <a:pos x="T4" y="T5"/>
                </a:cxn>
                <a:cxn ang="0">
                  <a:pos x="T6" y="T7"/>
                </a:cxn>
                <a:cxn ang="0">
                  <a:pos x="T8" y="T9"/>
                </a:cxn>
                <a:cxn ang="0">
                  <a:pos x="T10" y="T11"/>
                </a:cxn>
              </a:cxnLst>
              <a:rect l="0" t="0" r="r" b="b"/>
              <a:pathLst>
                <a:path w="12" h="15">
                  <a:moveTo>
                    <a:pt x="12" y="15"/>
                  </a:moveTo>
                  <a:cubicBezTo>
                    <a:pt x="0" y="15"/>
                    <a:pt x="0" y="15"/>
                    <a:pt x="0" y="15"/>
                  </a:cubicBezTo>
                  <a:cubicBezTo>
                    <a:pt x="0" y="15"/>
                    <a:pt x="0" y="11"/>
                    <a:pt x="0" y="0"/>
                  </a:cubicBezTo>
                  <a:cubicBezTo>
                    <a:pt x="1" y="0"/>
                    <a:pt x="9" y="0"/>
                    <a:pt x="9" y="0"/>
                  </a:cubicBezTo>
                  <a:cubicBezTo>
                    <a:pt x="11" y="0"/>
                    <a:pt x="12" y="0"/>
                    <a:pt x="12" y="1"/>
                  </a:cubicBezTo>
                  <a:lnTo>
                    <a:pt x="12" y="15"/>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5" name="Freeform 156">
              <a:extLst>
                <a:ext uri="{FF2B5EF4-FFF2-40B4-BE49-F238E27FC236}">
                  <a16:creationId xmlns:a16="http://schemas.microsoft.com/office/drawing/2014/main" id="{43592698-AA1A-D5DC-B0E2-86720D42D3E4}"/>
                </a:ext>
              </a:extLst>
            </p:cNvPr>
            <p:cNvSpPr>
              <a:spLocks/>
            </p:cNvSpPr>
            <p:nvPr/>
          </p:nvSpPr>
          <p:spPr bwMode="auto">
            <a:xfrm>
              <a:off x="5099051" y="5575301"/>
              <a:ext cx="160338" cy="236538"/>
            </a:xfrm>
            <a:custGeom>
              <a:avLst/>
              <a:gdLst>
                <a:gd name="T0" fmla="*/ 6 w 43"/>
                <a:gd name="T1" fmla="*/ 63 h 63"/>
                <a:gd name="T2" fmla="*/ 11 w 43"/>
                <a:gd name="T3" fmla="*/ 63 h 63"/>
                <a:gd name="T4" fmla="*/ 14 w 43"/>
                <a:gd name="T5" fmla="*/ 46 h 63"/>
                <a:gd name="T6" fmla="*/ 12 w 43"/>
                <a:gd name="T7" fmla="*/ 33 h 63"/>
                <a:gd name="T8" fmla="*/ 24 w 43"/>
                <a:gd name="T9" fmla="*/ 36 h 63"/>
                <a:gd name="T10" fmla="*/ 28 w 43"/>
                <a:gd name="T11" fmla="*/ 54 h 63"/>
                <a:gd name="T12" fmla="*/ 34 w 43"/>
                <a:gd name="T13" fmla="*/ 54 h 63"/>
                <a:gd name="T14" fmla="*/ 32 w 43"/>
                <a:gd name="T15" fmla="*/ 35 h 63"/>
                <a:gd name="T16" fmla="*/ 27 w 43"/>
                <a:gd name="T17" fmla="*/ 30 h 63"/>
                <a:gd name="T18" fmla="*/ 15 w 43"/>
                <a:gd name="T19" fmla="*/ 26 h 63"/>
                <a:gd name="T20" fmla="*/ 19 w 43"/>
                <a:gd name="T21" fmla="*/ 17 h 63"/>
                <a:gd name="T22" fmla="*/ 26 w 43"/>
                <a:gd name="T23" fmla="*/ 22 h 63"/>
                <a:gd name="T24" fmla="*/ 43 w 43"/>
                <a:gd name="T25" fmla="*/ 26 h 63"/>
                <a:gd name="T26" fmla="*/ 43 w 43"/>
                <a:gd name="T27" fmla="*/ 22 h 63"/>
                <a:gd name="T28" fmla="*/ 29 w 43"/>
                <a:gd name="T29" fmla="*/ 18 h 63"/>
                <a:gd name="T30" fmla="*/ 22 w 43"/>
                <a:gd name="T31" fmla="*/ 9 h 63"/>
                <a:gd name="T32" fmla="*/ 5 w 43"/>
                <a:gd name="T33" fmla="*/ 7 h 63"/>
                <a:gd name="T34" fmla="*/ 2 w 43"/>
                <a:gd name="T35" fmla="*/ 21 h 63"/>
                <a:gd name="T36" fmla="*/ 1 w 43"/>
                <a:gd name="T37" fmla="*/ 31 h 63"/>
                <a:gd name="T38" fmla="*/ 6 w 43"/>
                <a:gd name="T39" fmla="*/ 45 h 63"/>
                <a:gd name="T40" fmla="*/ 6 w 43"/>
                <a:gd name="T41" fmla="*/ 6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 h="63">
                  <a:moveTo>
                    <a:pt x="6" y="63"/>
                  </a:moveTo>
                  <a:cubicBezTo>
                    <a:pt x="11" y="63"/>
                    <a:pt x="11" y="63"/>
                    <a:pt x="11" y="63"/>
                  </a:cubicBezTo>
                  <a:cubicBezTo>
                    <a:pt x="14" y="46"/>
                    <a:pt x="14" y="46"/>
                    <a:pt x="14" y="46"/>
                  </a:cubicBezTo>
                  <a:cubicBezTo>
                    <a:pt x="12" y="33"/>
                    <a:pt x="12" y="33"/>
                    <a:pt x="12" y="33"/>
                  </a:cubicBezTo>
                  <a:cubicBezTo>
                    <a:pt x="24" y="36"/>
                    <a:pt x="24" y="36"/>
                    <a:pt x="24" y="36"/>
                  </a:cubicBezTo>
                  <a:cubicBezTo>
                    <a:pt x="28" y="54"/>
                    <a:pt x="28" y="54"/>
                    <a:pt x="28" y="54"/>
                  </a:cubicBezTo>
                  <a:cubicBezTo>
                    <a:pt x="34" y="54"/>
                    <a:pt x="34" y="54"/>
                    <a:pt x="34" y="54"/>
                  </a:cubicBezTo>
                  <a:cubicBezTo>
                    <a:pt x="32" y="35"/>
                    <a:pt x="32" y="35"/>
                    <a:pt x="32" y="35"/>
                  </a:cubicBezTo>
                  <a:cubicBezTo>
                    <a:pt x="32" y="32"/>
                    <a:pt x="28" y="31"/>
                    <a:pt x="27" y="30"/>
                  </a:cubicBezTo>
                  <a:cubicBezTo>
                    <a:pt x="15" y="26"/>
                    <a:pt x="15" y="26"/>
                    <a:pt x="15" y="26"/>
                  </a:cubicBezTo>
                  <a:cubicBezTo>
                    <a:pt x="19" y="17"/>
                    <a:pt x="19" y="17"/>
                    <a:pt x="19" y="17"/>
                  </a:cubicBezTo>
                  <a:cubicBezTo>
                    <a:pt x="26" y="22"/>
                    <a:pt x="26" y="22"/>
                    <a:pt x="26" y="22"/>
                  </a:cubicBezTo>
                  <a:cubicBezTo>
                    <a:pt x="43" y="26"/>
                    <a:pt x="43" y="26"/>
                    <a:pt x="43" y="26"/>
                  </a:cubicBezTo>
                  <a:cubicBezTo>
                    <a:pt x="43" y="22"/>
                    <a:pt x="43" y="22"/>
                    <a:pt x="43" y="22"/>
                  </a:cubicBezTo>
                  <a:cubicBezTo>
                    <a:pt x="29" y="18"/>
                    <a:pt x="29" y="18"/>
                    <a:pt x="29" y="18"/>
                  </a:cubicBezTo>
                  <a:cubicBezTo>
                    <a:pt x="22" y="9"/>
                    <a:pt x="22" y="9"/>
                    <a:pt x="22" y="9"/>
                  </a:cubicBezTo>
                  <a:cubicBezTo>
                    <a:pt x="19" y="6"/>
                    <a:pt x="7" y="0"/>
                    <a:pt x="5" y="7"/>
                  </a:cubicBezTo>
                  <a:cubicBezTo>
                    <a:pt x="2" y="21"/>
                    <a:pt x="2" y="21"/>
                    <a:pt x="2" y="21"/>
                  </a:cubicBezTo>
                  <a:cubicBezTo>
                    <a:pt x="1" y="25"/>
                    <a:pt x="0" y="28"/>
                    <a:pt x="1" y="31"/>
                  </a:cubicBezTo>
                  <a:cubicBezTo>
                    <a:pt x="6" y="45"/>
                    <a:pt x="6" y="45"/>
                    <a:pt x="6" y="45"/>
                  </a:cubicBezTo>
                  <a:cubicBezTo>
                    <a:pt x="6" y="60"/>
                    <a:pt x="6" y="60"/>
                    <a:pt x="6" y="60"/>
                  </a:cubicBezTo>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6" name="Freeform 157">
              <a:extLst>
                <a:ext uri="{FF2B5EF4-FFF2-40B4-BE49-F238E27FC236}">
                  <a16:creationId xmlns:a16="http://schemas.microsoft.com/office/drawing/2014/main" id="{45E0303F-74AA-F323-D9D5-7BD0F3432DA2}"/>
                </a:ext>
              </a:extLst>
            </p:cNvPr>
            <p:cNvSpPr>
              <a:spLocks/>
            </p:cNvSpPr>
            <p:nvPr/>
          </p:nvSpPr>
          <p:spPr bwMode="auto">
            <a:xfrm>
              <a:off x="5124451" y="5545138"/>
              <a:ext cx="52388" cy="49213"/>
            </a:xfrm>
            <a:custGeom>
              <a:avLst/>
              <a:gdLst>
                <a:gd name="T0" fmla="*/ 1 w 14"/>
                <a:gd name="T1" fmla="*/ 5 h 13"/>
                <a:gd name="T2" fmla="*/ 9 w 14"/>
                <a:gd name="T3" fmla="*/ 1 h 13"/>
                <a:gd name="T4" fmla="*/ 9 w 14"/>
                <a:gd name="T5" fmla="*/ 1 h 13"/>
                <a:gd name="T6" fmla="*/ 9 w 14"/>
                <a:gd name="T7" fmla="*/ 1 h 13"/>
                <a:gd name="T8" fmla="*/ 13 w 14"/>
                <a:gd name="T9" fmla="*/ 8 h 13"/>
                <a:gd name="T10" fmla="*/ 13 w 14"/>
                <a:gd name="T11" fmla="*/ 8 h 13"/>
                <a:gd name="T12" fmla="*/ 13 w 14"/>
                <a:gd name="T13" fmla="*/ 8 h 13"/>
                <a:gd name="T14" fmla="*/ 5 w 14"/>
                <a:gd name="T15" fmla="*/ 12 h 13"/>
                <a:gd name="T16" fmla="*/ 5 w 14"/>
                <a:gd name="T17" fmla="*/ 12 h 13"/>
                <a:gd name="T18" fmla="*/ 5 w 14"/>
                <a:gd name="T19" fmla="*/ 12 h 13"/>
                <a:gd name="T20" fmla="*/ 1 w 14"/>
                <a:gd name="T21" fmla="*/ 5 h 13"/>
                <a:gd name="T22" fmla="*/ 1 w 14"/>
                <a:gd name="T23"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3">
                  <a:moveTo>
                    <a:pt x="1" y="5"/>
                  </a:moveTo>
                  <a:cubicBezTo>
                    <a:pt x="2" y="2"/>
                    <a:pt x="5" y="0"/>
                    <a:pt x="9" y="1"/>
                  </a:cubicBezTo>
                  <a:cubicBezTo>
                    <a:pt x="9" y="1"/>
                    <a:pt x="9" y="1"/>
                    <a:pt x="9" y="1"/>
                  </a:cubicBezTo>
                  <a:cubicBezTo>
                    <a:pt x="9" y="1"/>
                    <a:pt x="9" y="1"/>
                    <a:pt x="9" y="1"/>
                  </a:cubicBezTo>
                  <a:cubicBezTo>
                    <a:pt x="12" y="1"/>
                    <a:pt x="14" y="5"/>
                    <a:pt x="13" y="8"/>
                  </a:cubicBezTo>
                  <a:cubicBezTo>
                    <a:pt x="13" y="8"/>
                    <a:pt x="13" y="8"/>
                    <a:pt x="13" y="8"/>
                  </a:cubicBezTo>
                  <a:cubicBezTo>
                    <a:pt x="13" y="8"/>
                    <a:pt x="13" y="8"/>
                    <a:pt x="13" y="8"/>
                  </a:cubicBezTo>
                  <a:cubicBezTo>
                    <a:pt x="12" y="11"/>
                    <a:pt x="9" y="13"/>
                    <a:pt x="5" y="12"/>
                  </a:cubicBezTo>
                  <a:cubicBezTo>
                    <a:pt x="5" y="12"/>
                    <a:pt x="5" y="12"/>
                    <a:pt x="5" y="12"/>
                  </a:cubicBezTo>
                  <a:cubicBezTo>
                    <a:pt x="5" y="12"/>
                    <a:pt x="5" y="12"/>
                    <a:pt x="5" y="12"/>
                  </a:cubicBezTo>
                  <a:cubicBezTo>
                    <a:pt x="2" y="11"/>
                    <a:pt x="0" y="8"/>
                    <a:pt x="1" y="5"/>
                  </a:cubicBezTo>
                  <a:cubicBezTo>
                    <a:pt x="1" y="5"/>
                    <a:pt x="1" y="5"/>
                    <a:pt x="1" y="5"/>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17" name="Gleichschenkliges Dreieck 2">
            <a:extLst>
              <a:ext uri="{FF2B5EF4-FFF2-40B4-BE49-F238E27FC236}">
                <a16:creationId xmlns:a16="http://schemas.microsoft.com/office/drawing/2014/main" id="{4983DF9E-3A76-8C69-EDF0-EB85CC91C525}"/>
              </a:ext>
            </a:extLst>
          </p:cNvPr>
          <p:cNvSpPr/>
          <p:nvPr/>
        </p:nvSpPr>
        <p:spPr bwMode="auto">
          <a:xfrm>
            <a:off x="10863262" y="2597636"/>
            <a:ext cx="1229237" cy="252000"/>
          </a:xfrm>
          <a:prstGeom prst="rect">
            <a:avLst/>
          </a:prstGeom>
          <a:solidFill>
            <a:srgbClr val="00B05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Best Practices</a:t>
            </a:r>
          </a:p>
        </p:txBody>
      </p:sp>
      <p:sp>
        <p:nvSpPr>
          <p:cNvPr id="419" name="TextBox 418">
            <a:extLst>
              <a:ext uri="{FF2B5EF4-FFF2-40B4-BE49-F238E27FC236}">
                <a16:creationId xmlns:a16="http://schemas.microsoft.com/office/drawing/2014/main" id="{AD693A82-66F6-B7D4-4838-F4F945283413}"/>
              </a:ext>
            </a:extLst>
          </p:cNvPr>
          <p:cNvSpPr txBox="1"/>
          <p:nvPr/>
        </p:nvSpPr>
        <p:spPr>
          <a:xfrm>
            <a:off x="10464154" y="2880193"/>
            <a:ext cx="1588444" cy="2113399"/>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Focus on ‘What’ not ‘How’</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Demonstrate OOTB capabilities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Leverage Workshop tools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Confine to Scope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Maximize Product Value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Think holistically (‘Big Picture’)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Bring on board all relevant Workstreams to the sessions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80:20 rule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Minimize distractions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Challenge Current Process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Be tough on Ideas, not on each other</a:t>
            </a:r>
          </a:p>
        </p:txBody>
      </p:sp>
      <p:sp>
        <p:nvSpPr>
          <p:cNvPr id="424" name="Rounded Rectangle 67">
            <a:extLst>
              <a:ext uri="{FF2B5EF4-FFF2-40B4-BE49-F238E27FC236}">
                <a16:creationId xmlns:a16="http://schemas.microsoft.com/office/drawing/2014/main" id="{56E6359D-9E16-71FC-DAAF-6DC4F95B2C6E}"/>
              </a:ext>
            </a:extLst>
          </p:cNvPr>
          <p:cNvSpPr>
            <a:spLocks/>
          </p:cNvSpPr>
          <p:nvPr/>
        </p:nvSpPr>
        <p:spPr>
          <a:xfrm>
            <a:off x="10477580" y="5385273"/>
            <a:ext cx="1614920" cy="1116135"/>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35" name="Gleichschenkliges Dreieck 2">
            <a:extLst>
              <a:ext uri="{FF2B5EF4-FFF2-40B4-BE49-F238E27FC236}">
                <a16:creationId xmlns:a16="http://schemas.microsoft.com/office/drawing/2014/main" id="{E0797AE8-F805-4867-6293-45B2BB4993B3}"/>
              </a:ext>
            </a:extLst>
          </p:cNvPr>
          <p:cNvSpPr/>
          <p:nvPr/>
        </p:nvSpPr>
        <p:spPr bwMode="auto">
          <a:xfrm>
            <a:off x="10866827" y="5132351"/>
            <a:ext cx="1225672" cy="252000"/>
          </a:xfrm>
          <a:prstGeom prst="rect">
            <a:avLst/>
          </a:prstGeom>
          <a:solidFill>
            <a:srgbClr val="FFC00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Challenges</a:t>
            </a:r>
          </a:p>
        </p:txBody>
      </p:sp>
      <p:pic>
        <p:nvPicPr>
          <p:cNvPr id="436" name="Picture 2" descr="Image result for requirement workshop icon">
            <a:extLst>
              <a:ext uri="{FF2B5EF4-FFF2-40B4-BE49-F238E27FC236}">
                <a16:creationId xmlns:a16="http://schemas.microsoft.com/office/drawing/2014/main" id="{58E836BE-ACB2-B48F-BDBF-8B43AEB1EDF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795655" y="2568352"/>
            <a:ext cx="1224717" cy="597831"/>
          </a:xfrm>
          <a:prstGeom prst="rect">
            <a:avLst/>
          </a:prstGeom>
          <a:noFill/>
          <a:extLst>
            <a:ext uri="{909E8E84-426E-40DD-AFC4-6F175D3DCCD1}">
              <a14:hiddenFill xmlns:a14="http://schemas.microsoft.com/office/drawing/2010/main">
                <a:solidFill>
                  <a:srgbClr val="FFFFFF"/>
                </a:solidFill>
              </a14:hiddenFill>
            </a:ext>
          </a:extLst>
        </p:spPr>
      </p:pic>
      <p:grpSp>
        <p:nvGrpSpPr>
          <p:cNvPr id="437" name="Group 436">
            <a:extLst>
              <a:ext uri="{FF2B5EF4-FFF2-40B4-BE49-F238E27FC236}">
                <a16:creationId xmlns:a16="http://schemas.microsoft.com/office/drawing/2014/main" id="{FC5E9492-D418-987F-2704-450445C0C317}"/>
              </a:ext>
            </a:extLst>
          </p:cNvPr>
          <p:cNvGrpSpPr>
            <a:grpSpLocks noChangeAspect="1"/>
          </p:cNvGrpSpPr>
          <p:nvPr/>
        </p:nvGrpSpPr>
        <p:grpSpPr>
          <a:xfrm>
            <a:off x="10541512" y="5087781"/>
            <a:ext cx="280916" cy="303133"/>
            <a:chOff x="9910960" y="2281694"/>
            <a:chExt cx="590557" cy="558400"/>
          </a:xfrm>
        </p:grpSpPr>
        <p:sp>
          <p:nvSpPr>
            <p:cNvPr id="438" name="Freeform 39">
              <a:extLst>
                <a:ext uri="{FF2B5EF4-FFF2-40B4-BE49-F238E27FC236}">
                  <a16:creationId xmlns:a16="http://schemas.microsoft.com/office/drawing/2014/main" id="{69732489-D9F2-F6A8-78D2-15E08E060E51}"/>
                </a:ext>
              </a:extLst>
            </p:cNvPr>
            <p:cNvSpPr>
              <a:spLocks noEditPoints="1"/>
            </p:cNvSpPr>
            <p:nvPr/>
          </p:nvSpPr>
          <p:spPr bwMode="auto">
            <a:xfrm>
              <a:off x="9910960" y="2397747"/>
              <a:ext cx="445479" cy="378434"/>
            </a:xfrm>
            <a:custGeom>
              <a:avLst/>
              <a:gdLst>
                <a:gd name="T0" fmla="*/ 102 w 110"/>
                <a:gd name="T1" fmla="*/ 30 h 95"/>
                <a:gd name="T2" fmla="*/ 101 w 110"/>
                <a:gd name="T3" fmla="*/ 29 h 95"/>
                <a:gd name="T4" fmla="*/ 81 w 110"/>
                <a:gd name="T5" fmla="*/ 15 h 95"/>
                <a:gd name="T6" fmla="*/ 32 w 110"/>
                <a:gd name="T7" fmla="*/ 1 h 95"/>
                <a:gd name="T8" fmla="*/ 29 w 110"/>
                <a:gd name="T9" fmla="*/ 0 h 95"/>
                <a:gd name="T10" fmla="*/ 0 w 110"/>
                <a:gd name="T11" fmla="*/ 34 h 95"/>
                <a:gd name="T12" fmla="*/ 16 w 110"/>
                <a:gd name="T13" fmla="*/ 50 h 95"/>
                <a:gd name="T14" fmla="*/ 55 w 110"/>
                <a:gd name="T15" fmla="*/ 95 h 95"/>
                <a:gd name="T16" fmla="*/ 66 w 110"/>
                <a:gd name="T17" fmla="*/ 89 h 95"/>
                <a:gd name="T18" fmla="*/ 87 w 110"/>
                <a:gd name="T19" fmla="*/ 76 h 95"/>
                <a:gd name="T20" fmla="*/ 95 w 110"/>
                <a:gd name="T21" fmla="*/ 66 h 95"/>
                <a:gd name="T22" fmla="*/ 108 w 110"/>
                <a:gd name="T23" fmla="*/ 55 h 95"/>
                <a:gd name="T24" fmla="*/ 109 w 110"/>
                <a:gd name="T25" fmla="*/ 51 h 95"/>
                <a:gd name="T26" fmla="*/ 55 w 110"/>
                <a:gd name="T27" fmla="*/ 87 h 95"/>
                <a:gd name="T28" fmla="*/ 45 w 110"/>
                <a:gd name="T29" fmla="*/ 78 h 95"/>
                <a:gd name="T30" fmla="*/ 51 w 110"/>
                <a:gd name="T31" fmla="*/ 72 h 95"/>
                <a:gd name="T32" fmla="*/ 58 w 110"/>
                <a:gd name="T33" fmla="*/ 86 h 95"/>
                <a:gd name="T34" fmla="*/ 66 w 110"/>
                <a:gd name="T35" fmla="*/ 81 h 95"/>
                <a:gd name="T36" fmla="*/ 54 w 110"/>
                <a:gd name="T37" fmla="*/ 70 h 95"/>
                <a:gd name="T38" fmla="*/ 61 w 110"/>
                <a:gd name="T39" fmla="*/ 64 h 95"/>
                <a:gd name="T40" fmla="*/ 69 w 110"/>
                <a:gd name="T41" fmla="*/ 80 h 95"/>
                <a:gd name="T42" fmla="*/ 77 w 110"/>
                <a:gd name="T43" fmla="*/ 75 h 95"/>
                <a:gd name="T44" fmla="*/ 64 w 110"/>
                <a:gd name="T45" fmla="*/ 62 h 95"/>
                <a:gd name="T46" fmla="*/ 70 w 110"/>
                <a:gd name="T47" fmla="*/ 56 h 95"/>
                <a:gd name="T48" fmla="*/ 80 w 110"/>
                <a:gd name="T49" fmla="*/ 74 h 95"/>
                <a:gd name="T50" fmla="*/ 85 w 110"/>
                <a:gd name="T51" fmla="*/ 64 h 95"/>
                <a:gd name="T52" fmla="*/ 74 w 110"/>
                <a:gd name="T53" fmla="*/ 53 h 95"/>
                <a:gd name="T54" fmla="*/ 80 w 110"/>
                <a:gd name="T55" fmla="*/ 48 h 95"/>
                <a:gd name="T56" fmla="*/ 88 w 110"/>
                <a:gd name="T57" fmla="*/ 63 h 95"/>
                <a:gd name="T58" fmla="*/ 87 w 110"/>
                <a:gd name="T59" fmla="*/ 44 h 95"/>
                <a:gd name="T60" fmla="*/ 52 w 110"/>
                <a:gd name="T61" fmla="*/ 43 h 95"/>
                <a:gd name="T62" fmla="*/ 24 w 110"/>
                <a:gd name="T63" fmla="*/ 48 h 95"/>
                <a:gd name="T64" fmla="*/ 23 w 110"/>
                <a:gd name="T65" fmla="*/ 46 h 95"/>
                <a:gd name="T66" fmla="*/ 29 w 110"/>
                <a:gd name="T67" fmla="*/ 9 h 95"/>
                <a:gd name="T68" fmla="*/ 45 w 110"/>
                <a:gd name="T69" fmla="*/ 22 h 95"/>
                <a:gd name="T70" fmla="*/ 78 w 110"/>
                <a:gd name="T71" fmla="*/ 22 h 95"/>
                <a:gd name="T72" fmla="*/ 101 w 110"/>
                <a:gd name="T73"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0" h="95">
                  <a:moveTo>
                    <a:pt x="109" y="51"/>
                  </a:moveTo>
                  <a:cubicBezTo>
                    <a:pt x="108" y="46"/>
                    <a:pt x="104" y="34"/>
                    <a:pt x="102" y="30"/>
                  </a:cubicBezTo>
                  <a:cubicBezTo>
                    <a:pt x="101" y="29"/>
                    <a:pt x="101" y="29"/>
                    <a:pt x="101" y="29"/>
                  </a:cubicBezTo>
                  <a:cubicBezTo>
                    <a:pt x="101" y="29"/>
                    <a:pt x="101" y="29"/>
                    <a:pt x="101" y="29"/>
                  </a:cubicBezTo>
                  <a:cubicBezTo>
                    <a:pt x="96" y="25"/>
                    <a:pt x="84" y="16"/>
                    <a:pt x="82" y="15"/>
                  </a:cubicBezTo>
                  <a:cubicBezTo>
                    <a:pt x="81" y="15"/>
                    <a:pt x="81" y="15"/>
                    <a:pt x="81" y="15"/>
                  </a:cubicBezTo>
                  <a:cubicBezTo>
                    <a:pt x="70" y="12"/>
                    <a:pt x="59" y="11"/>
                    <a:pt x="47" y="13"/>
                  </a:cubicBezTo>
                  <a:cubicBezTo>
                    <a:pt x="43" y="10"/>
                    <a:pt x="37" y="6"/>
                    <a:pt x="32" y="1"/>
                  </a:cubicBezTo>
                  <a:cubicBezTo>
                    <a:pt x="30" y="0"/>
                    <a:pt x="30" y="0"/>
                    <a:pt x="30" y="0"/>
                  </a:cubicBezTo>
                  <a:cubicBezTo>
                    <a:pt x="29" y="0"/>
                    <a:pt x="29" y="0"/>
                    <a:pt x="29" y="0"/>
                  </a:cubicBezTo>
                  <a:cubicBezTo>
                    <a:pt x="21" y="2"/>
                    <a:pt x="3" y="16"/>
                    <a:pt x="1" y="32"/>
                  </a:cubicBezTo>
                  <a:cubicBezTo>
                    <a:pt x="0" y="34"/>
                    <a:pt x="0" y="34"/>
                    <a:pt x="0" y="34"/>
                  </a:cubicBezTo>
                  <a:cubicBezTo>
                    <a:pt x="2" y="36"/>
                    <a:pt x="2" y="36"/>
                    <a:pt x="2" y="36"/>
                  </a:cubicBezTo>
                  <a:cubicBezTo>
                    <a:pt x="6" y="39"/>
                    <a:pt x="13" y="46"/>
                    <a:pt x="16" y="50"/>
                  </a:cubicBezTo>
                  <a:cubicBezTo>
                    <a:pt x="17" y="56"/>
                    <a:pt x="20" y="66"/>
                    <a:pt x="31" y="77"/>
                  </a:cubicBezTo>
                  <a:cubicBezTo>
                    <a:pt x="43" y="89"/>
                    <a:pt x="49" y="95"/>
                    <a:pt x="55" y="95"/>
                  </a:cubicBezTo>
                  <a:cubicBezTo>
                    <a:pt x="56" y="95"/>
                    <a:pt x="57" y="94"/>
                    <a:pt x="58" y="94"/>
                  </a:cubicBezTo>
                  <a:cubicBezTo>
                    <a:pt x="62" y="93"/>
                    <a:pt x="65" y="91"/>
                    <a:pt x="66" y="89"/>
                  </a:cubicBezTo>
                  <a:cubicBezTo>
                    <a:pt x="70" y="88"/>
                    <a:pt x="74" y="86"/>
                    <a:pt x="76" y="82"/>
                  </a:cubicBezTo>
                  <a:cubicBezTo>
                    <a:pt x="80" y="81"/>
                    <a:pt x="84" y="79"/>
                    <a:pt x="87" y="76"/>
                  </a:cubicBezTo>
                  <a:cubicBezTo>
                    <a:pt x="88" y="75"/>
                    <a:pt x="89" y="73"/>
                    <a:pt x="89" y="72"/>
                  </a:cubicBezTo>
                  <a:cubicBezTo>
                    <a:pt x="92" y="71"/>
                    <a:pt x="94" y="69"/>
                    <a:pt x="95" y="66"/>
                  </a:cubicBezTo>
                  <a:cubicBezTo>
                    <a:pt x="97" y="64"/>
                    <a:pt x="97" y="63"/>
                    <a:pt x="97" y="61"/>
                  </a:cubicBezTo>
                  <a:cubicBezTo>
                    <a:pt x="101" y="60"/>
                    <a:pt x="105" y="59"/>
                    <a:pt x="108" y="55"/>
                  </a:cubicBezTo>
                  <a:cubicBezTo>
                    <a:pt x="110" y="54"/>
                    <a:pt x="110" y="54"/>
                    <a:pt x="110" y="54"/>
                  </a:cubicBezTo>
                  <a:lnTo>
                    <a:pt x="109" y="51"/>
                  </a:lnTo>
                  <a:close/>
                  <a:moveTo>
                    <a:pt x="58" y="86"/>
                  </a:moveTo>
                  <a:cubicBezTo>
                    <a:pt x="57" y="87"/>
                    <a:pt x="56" y="87"/>
                    <a:pt x="55" y="87"/>
                  </a:cubicBezTo>
                  <a:cubicBezTo>
                    <a:pt x="54" y="87"/>
                    <a:pt x="52" y="87"/>
                    <a:pt x="52" y="86"/>
                  </a:cubicBezTo>
                  <a:cubicBezTo>
                    <a:pt x="45" y="78"/>
                    <a:pt x="45" y="78"/>
                    <a:pt x="45" y="78"/>
                  </a:cubicBezTo>
                  <a:cubicBezTo>
                    <a:pt x="44" y="76"/>
                    <a:pt x="44" y="73"/>
                    <a:pt x="46" y="72"/>
                  </a:cubicBezTo>
                  <a:cubicBezTo>
                    <a:pt x="47" y="70"/>
                    <a:pt x="50" y="71"/>
                    <a:pt x="51" y="72"/>
                  </a:cubicBezTo>
                  <a:cubicBezTo>
                    <a:pt x="58" y="80"/>
                    <a:pt x="58" y="80"/>
                    <a:pt x="58" y="80"/>
                  </a:cubicBezTo>
                  <a:cubicBezTo>
                    <a:pt x="60" y="82"/>
                    <a:pt x="59" y="85"/>
                    <a:pt x="58" y="86"/>
                  </a:cubicBezTo>
                  <a:close/>
                  <a:moveTo>
                    <a:pt x="69" y="80"/>
                  </a:moveTo>
                  <a:cubicBezTo>
                    <a:pt x="68" y="81"/>
                    <a:pt x="67" y="81"/>
                    <a:pt x="66" y="81"/>
                  </a:cubicBezTo>
                  <a:cubicBezTo>
                    <a:pt x="65" y="81"/>
                    <a:pt x="64" y="81"/>
                    <a:pt x="63" y="80"/>
                  </a:cubicBezTo>
                  <a:cubicBezTo>
                    <a:pt x="54" y="70"/>
                    <a:pt x="54" y="70"/>
                    <a:pt x="54" y="70"/>
                  </a:cubicBezTo>
                  <a:cubicBezTo>
                    <a:pt x="53" y="68"/>
                    <a:pt x="53" y="65"/>
                    <a:pt x="55" y="63"/>
                  </a:cubicBezTo>
                  <a:cubicBezTo>
                    <a:pt x="57" y="62"/>
                    <a:pt x="60" y="62"/>
                    <a:pt x="61" y="64"/>
                  </a:cubicBezTo>
                  <a:cubicBezTo>
                    <a:pt x="69" y="74"/>
                    <a:pt x="69" y="74"/>
                    <a:pt x="69" y="74"/>
                  </a:cubicBezTo>
                  <a:cubicBezTo>
                    <a:pt x="71" y="76"/>
                    <a:pt x="71" y="79"/>
                    <a:pt x="69" y="80"/>
                  </a:cubicBezTo>
                  <a:close/>
                  <a:moveTo>
                    <a:pt x="80" y="74"/>
                  </a:moveTo>
                  <a:cubicBezTo>
                    <a:pt x="79" y="75"/>
                    <a:pt x="78" y="75"/>
                    <a:pt x="77" y="75"/>
                  </a:cubicBezTo>
                  <a:cubicBezTo>
                    <a:pt x="76" y="75"/>
                    <a:pt x="74" y="75"/>
                    <a:pt x="73" y="74"/>
                  </a:cubicBezTo>
                  <a:cubicBezTo>
                    <a:pt x="64" y="62"/>
                    <a:pt x="64" y="62"/>
                    <a:pt x="64" y="62"/>
                  </a:cubicBezTo>
                  <a:cubicBezTo>
                    <a:pt x="62" y="60"/>
                    <a:pt x="62" y="57"/>
                    <a:pt x="64" y="56"/>
                  </a:cubicBezTo>
                  <a:cubicBezTo>
                    <a:pt x="66" y="54"/>
                    <a:pt x="69" y="55"/>
                    <a:pt x="70" y="56"/>
                  </a:cubicBezTo>
                  <a:cubicBezTo>
                    <a:pt x="80" y="68"/>
                    <a:pt x="80" y="68"/>
                    <a:pt x="80" y="68"/>
                  </a:cubicBezTo>
                  <a:cubicBezTo>
                    <a:pt x="82" y="70"/>
                    <a:pt x="82" y="73"/>
                    <a:pt x="80" y="74"/>
                  </a:cubicBezTo>
                  <a:close/>
                  <a:moveTo>
                    <a:pt x="88" y="63"/>
                  </a:moveTo>
                  <a:cubicBezTo>
                    <a:pt x="87" y="64"/>
                    <a:pt x="86" y="64"/>
                    <a:pt x="85" y="64"/>
                  </a:cubicBezTo>
                  <a:cubicBezTo>
                    <a:pt x="84" y="64"/>
                    <a:pt x="83" y="64"/>
                    <a:pt x="82" y="63"/>
                  </a:cubicBezTo>
                  <a:cubicBezTo>
                    <a:pt x="74" y="53"/>
                    <a:pt x="74" y="53"/>
                    <a:pt x="74" y="53"/>
                  </a:cubicBezTo>
                  <a:cubicBezTo>
                    <a:pt x="72" y="52"/>
                    <a:pt x="72" y="49"/>
                    <a:pt x="74" y="47"/>
                  </a:cubicBezTo>
                  <a:cubicBezTo>
                    <a:pt x="76" y="46"/>
                    <a:pt x="79" y="46"/>
                    <a:pt x="80" y="48"/>
                  </a:cubicBezTo>
                  <a:cubicBezTo>
                    <a:pt x="88" y="57"/>
                    <a:pt x="88" y="57"/>
                    <a:pt x="88" y="57"/>
                  </a:cubicBezTo>
                  <a:cubicBezTo>
                    <a:pt x="90" y="59"/>
                    <a:pt x="90" y="62"/>
                    <a:pt x="88" y="63"/>
                  </a:cubicBezTo>
                  <a:close/>
                  <a:moveTo>
                    <a:pt x="99" y="52"/>
                  </a:moveTo>
                  <a:cubicBezTo>
                    <a:pt x="94" y="53"/>
                    <a:pt x="89" y="50"/>
                    <a:pt x="87" y="44"/>
                  </a:cubicBezTo>
                  <a:cubicBezTo>
                    <a:pt x="84" y="44"/>
                    <a:pt x="79" y="42"/>
                    <a:pt x="76" y="38"/>
                  </a:cubicBezTo>
                  <a:cubicBezTo>
                    <a:pt x="71" y="40"/>
                    <a:pt x="62" y="45"/>
                    <a:pt x="52" y="43"/>
                  </a:cubicBezTo>
                  <a:cubicBezTo>
                    <a:pt x="31" y="65"/>
                    <a:pt x="31" y="65"/>
                    <a:pt x="31" y="65"/>
                  </a:cubicBezTo>
                  <a:cubicBezTo>
                    <a:pt x="25" y="57"/>
                    <a:pt x="24" y="51"/>
                    <a:pt x="24" y="48"/>
                  </a:cubicBezTo>
                  <a:cubicBezTo>
                    <a:pt x="24" y="47"/>
                    <a:pt x="24" y="47"/>
                    <a:pt x="24" y="47"/>
                  </a:cubicBezTo>
                  <a:cubicBezTo>
                    <a:pt x="23" y="46"/>
                    <a:pt x="23" y="46"/>
                    <a:pt x="23" y="46"/>
                  </a:cubicBezTo>
                  <a:cubicBezTo>
                    <a:pt x="21" y="43"/>
                    <a:pt x="14" y="36"/>
                    <a:pt x="9" y="31"/>
                  </a:cubicBezTo>
                  <a:cubicBezTo>
                    <a:pt x="12" y="21"/>
                    <a:pt x="23" y="11"/>
                    <a:pt x="29" y="9"/>
                  </a:cubicBezTo>
                  <a:cubicBezTo>
                    <a:pt x="34" y="13"/>
                    <a:pt x="39" y="17"/>
                    <a:pt x="44" y="21"/>
                  </a:cubicBezTo>
                  <a:cubicBezTo>
                    <a:pt x="45" y="22"/>
                    <a:pt x="45" y="22"/>
                    <a:pt x="45" y="22"/>
                  </a:cubicBezTo>
                  <a:cubicBezTo>
                    <a:pt x="47" y="21"/>
                    <a:pt x="47" y="21"/>
                    <a:pt x="47" y="21"/>
                  </a:cubicBezTo>
                  <a:cubicBezTo>
                    <a:pt x="57" y="19"/>
                    <a:pt x="68" y="19"/>
                    <a:pt x="78" y="22"/>
                  </a:cubicBezTo>
                  <a:cubicBezTo>
                    <a:pt x="81" y="24"/>
                    <a:pt x="91" y="31"/>
                    <a:pt x="95" y="34"/>
                  </a:cubicBezTo>
                  <a:cubicBezTo>
                    <a:pt x="96" y="38"/>
                    <a:pt x="99" y="46"/>
                    <a:pt x="101" y="51"/>
                  </a:cubicBezTo>
                  <a:cubicBezTo>
                    <a:pt x="100" y="52"/>
                    <a:pt x="100" y="52"/>
                    <a:pt x="99" y="52"/>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39" name="Freeform 40">
              <a:extLst>
                <a:ext uri="{FF2B5EF4-FFF2-40B4-BE49-F238E27FC236}">
                  <a16:creationId xmlns:a16="http://schemas.microsoft.com/office/drawing/2014/main" id="{25D8CBD0-2361-2AC6-D0D9-D965E8614888}"/>
                </a:ext>
              </a:extLst>
            </p:cNvPr>
            <p:cNvSpPr>
              <a:spLocks noEditPoints="1"/>
            </p:cNvSpPr>
            <p:nvPr/>
          </p:nvSpPr>
          <p:spPr bwMode="auto">
            <a:xfrm>
              <a:off x="9939975" y="2281694"/>
              <a:ext cx="561542" cy="558400"/>
            </a:xfrm>
            <a:custGeom>
              <a:avLst/>
              <a:gdLst>
                <a:gd name="T0" fmla="*/ 134 w 139"/>
                <a:gd name="T1" fmla="*/ 18 h 140"/>
                <a:gd name="T2" fmla="*/ 134 w 139"/>
                <a:gd name="T3" fmla="*/ 18 h 140"/>
                <a:gd name="T4" fmla="*/ 116 w 139"/>
                <a:gd name="T5" fmla="*/ 35 h 140"/>
                <a:gd name="T6" fmla="*/ 116 w 139"/>
                <a:gd name="T7" fmla="*/ 35 h 140"/>
                <a:gd name="T8" fmla="*/ 104 w 139"/>
                <a:gd name="T9" fmla="*/ 23 h 140"/>
                <a:gd name="T10" fmla="*/ 104 w 139"/>
                <a:gd name="T11" fmla="*/ 23 h 140"/>
                <a:gd name="T12" fmla="*/ 122 w 139"/>
                <a:gd name="T13" fmla="*/ 5 h 140"/>
                <a:gd name="T14" fmla="*/ 122 w 139"/>
                <a:gd name="T15" fmla="*/ 5 h 140"/>
                <a:gd name="T16" fmla="*/ 93 w 139"/>
                <a:gd name="T17" fmla="*/ 9 h 140"/>
                <a:gd name="T18" fmla="*/ 88 w 139"/>
                <a:gd name="T19" fmla="*/ 13 h 140"/>
                <a:gd name="T20" fmla="*/ 82 w 139"/>
                <a:gd name="T21" fmla="*/ 37 h 140"/>
                <a:gd name="T22" fmla="*/ 82 w 139"/>
                <a:gd name="T23" fmla="*/ 37 h 140"/>
                <a:gd name="T24" fmla="*/ 71 w 139"/>
                <a:gd name="T25" fmla="*/ 48 h 140"/>
                <a:gd name="T26" fmla="*/ 79 w 139"/>
                <a:gd name="T27" fmla="*/ 53 h 140"/>
                <a:gd name="T28" fmla="*/ 94 w 139"/>
                <a:gd name="T29" fmla="*/ 66 h 140"/>
                <a:gd name="T30" fmla="*/ 102 w 139"/>
                <a:gd name="T31" fmla="*/ 58 h 140"/>
                <a:gd name="T32" fmla="*/ 102 w 139"/>
                <a:gd name="T33" fmla="*/ 58 h 140"/>
                <a:gd name="T34" fmla="*/ 126 w 139"/>
                <a:gd name="T35" fmla="*/ 51 h 140"/>
                <a:gd name="T36" fmla="*/ 130 w 139"/>
                <a:gd name="T37" fmla="*/ 47 h 140"/>
                <a:gd name="T38" fmla="*/ 134 w 139"/>
                <a:gd name="T39" fmla="*/ 18 h 140"/>
                <a:gd name="T40" fmla="*/ 6 w 139"/>
                <a:gd name="T41" fmla="*/ 113 h 140"/>
                <a:gd name="T42" fmla="*/ 6 w 139"/>
                <a:gd name="T43" fmla="*/ 134 h 140"/>
                <a:gd name="T44" fmla="*/ 27 w 139"/>
                <a:gd name="T45" fmla="*/ 133 h 140"/>
                <a:gd name="T46" fmla="*/ 43 w 139"/>
                <a:gd name="T47" fmla="*/ 117 h 140"/>
                <a:gd name="T48" fmla="*/ 22 w 139"/>
                <a:gd name="T49" fmla="*/ 97 h 140"/>
                <a:gd name="T50" fmla="*/ 6 w 139"/>
                <a:gd name="T51" fmla="*/ 113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9" h="140">
                  <a:moveTo>
                    <a:pt x="134" y="18"/>
                  </a:moveTo>
                  <a:cubicBezTo>
                    <a:pt x="134" y="17"/>
                    <a:pt x="134" y="17"/>
                    <a:pt x="134" y="18"/>
                  </a:cubicBezTo>
                  <a:cubicBezTo>
                    <a:pt x="116" y="35"/>
                    <a:pt x="116" y="35"/>
                    <a:pt x="116" y="35"/>
                  </a:cubicBezTo>
                  <a:cubicBezTo>
                    <a:pt x="116" y="35"/>
                    <a:pt x="116" y="35"/>
                    <a:pt x="116" y="35"/>
                  </a:cubicBezTo>
                  <a:cubicBezTo>
                    <a:pt x="104" y="23"/>
                    <a:pt x="104" y="23"/>
                    <a:pt x="104" y="23"/>
                  </a:cubicBezTo>
                  <a:cubicBezTo>
                    <a:pt x="104" y="23"/>
                    <a:pt x="104" y="23"/>
                    <a:pt x="104" y="23"/>
                  </a:cubicBezTo>
                  <a:cubicBezTo>
                    <a:pt x="122" y="5"/>
                    <a:pt x="122" y="5"/>
                    <a:pt x="122" y="5"/>
                  </a:cubicBezTo>
                  <a:cubicBezTo>
                    <a:pt x="122" y="5"/>
                    <a:pt x="122" y="5"/>
                    <a:pt x="122" y="5"/>
                  </a:cubicBezTo>
                  <a:cubicBezTo>
                    <a:pt x="112" y="0"/>
                    <a:pt x="100" y="1"/>
                    <a:pt x="93" y="9"/>
                  </a:cubicBezTo>
                  <a:cubicBezTo>
                    <a:pt x="88" y="13"/>
                    <a:pt x="88" y="13"/>
                    <a:pt x="88" y="13"/>
                  </a:cubicBezTo>
                  <a:cubicBezTo>
                    <a:pt x="81" y="20"/>
                    <a:pt x="77" y="26"/>
                    <a:pt x="82" y="37"/>
                  </a:cubicBezTo>
                  <a:cubicBezTo>
                    <a:pt x="82" y="37"/>
                    <a:pt x="82" y="37"/>
                    <a:pt x="82" y="37"/>
                  </a:cubicBezTo>
                  <a:cubicBezTo>
                    <a:pt x="71" y="48"/>
                    <a:pt x="71" y="48"/>
                    <a:pt x="71" y="48"/>
                  </a:cubicBezTo>
                  <a:cubicBezTo>
                    <a:pt x="79" y="53"/>
                    <a:pt x="79" y="53"/>
                    <a:pt x="79" y="53"/>
                  </a:cubicBezTo>
                  <a:cubicBezTo>
                    <a:pt x="94" y="66"/>
                    <a:pt x="94" y="66"/>
                    <a:pt x="94" y="66"/>
                  </a:cubicBezTo>
                  <a:cubicBezTo>
                    <a:pt x="102" y="58"/>
                    <a:pt x="102" y="58"/>
                    <a:pt x="102" y="58"/>
                  </a:cubicBezTo>
                  <a:cubicBezTo>
                    <a:pt x="102" y="58"/>
                    <a:pt x="102" y="58"/>
                    <a:pt x="102" y="58"/>
                  </a:cubicBezTo>
                  <a:cubicBezTo>
                    <a:pt x="113" y="62"/>
                    <a:pt x="119" y="58"/>
                    <a:pt x="126" y="51"/>
                  </a:cubicBezTo>
                  <a:cubicBezTo>
                    <a:pt x="130" y="47"/>
                    <a:pt x="130" y="47"/>
                    <a:pt x="130" y="47"/>
                  </a:cubicBezTo>
                  <a:cubicBezTo>
                    <a:pt x="138" y="39"/>
                    <a:pt x="139" y="27"/>
                    <a:pt x="134" y="18"/>
                  </a:cubicBezTo>
                  <a:close/>
                  <a:moveTo>
                    <a:pt x="6" y="113"/>
                  </a:moveTo>
                  <a:cubicBezTo>
                    <a:pt x="0" y="119"/>
                    <a:pt x="0" y="129"/>
                    <a:pt x="6" y="134"/>
                  </a:cubicBezTo>
                  <a:cubicBezTo>
                    <a:pt x="12" y="140"/>
                    <a:pt x="21" y="139"/>
                    <a:pt x="27" y="133"/>
                  </a:cubicBezTo>
                  <a:cubicBezTo>
                    <a:pt x="43" y="117"/>
                    <a:pt x="43" y="117"/>
                    <a:pt x="43" y="117"/>
                  </a:cubicBezTo>
                  <a:cubicBezTo>
                    <a:pt x="22" y="97"/>
                    <a:pt x="22" y="97"/>
                    <a:pt x="22" y="97"/>
                  </a:cubicBezTo>
                  <a:lnTo>
                    <a:pt x="6" y="113"/>
                  </a:lnTo>
                  <a:close/>
                </a:path>
              </a:pathLst>
            </a:custGeom>
            <a:solidFill>
              <a:srgbClr val="4610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41" name="TextBox 440">
            <a:extLst>
              <a:ext uri="{FF2B5EF4-FFF2-40B4-BE49-F238E27FC236}">
                <a16:creationId xmlns:a16="http://schemas.microsoft.com/office/drawing/2014/main" id="{E2324D32-69C2-CF49-6472-731C1E718259}"/>
              </a:ext>
            </a:extLst>
          </p:cNvPr>
          <p:cNvSpPr txBox="1"/>
          <p:nvPr/>
        </p:nvSpPr>
        <p:spPr>
          <a:xfrm>
            <a:off x="10474014" y="5431971"/>
            <a:ext cx="1618485" cy="943848"/>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Thinking inside of Legacy box</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Trying to create Perfect Solution</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Unclear Requirements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Over customization</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Need Vs Want</a:t>
            </a:r>
          </a:p>
        </p:txBody>
      </p:sp>
      <p:sp>
        <p:nvSpPr>
          <p:cNvPr id="442" name="Rounded Rectangle 67">
            <a:extLst>
              <a:ext uri="{FF2B5EF4-FFF2-40B4-BE49-F238E27FC236}">
                <a16:creationId xmlns:a16="http://schemas.microsoft.com/office/drawing/2014/main" id="{CC701B64-F701-644C-24EE-BCE48AF1DA76}"/>
              </a:ext>
            </a:extLst>
          </p:cNvPr>
          <p:cNvSpPr>
            <a:spLocks/>
          </p:cNvSpPr>
          <p:nvPr/>
        </p:nvSpPr>
        <p:spPr>
          <a:xfrm>
            <a:off x="3527662"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3" name="TextBox 196">
            <a:extLst>
              <a:ext uri="{FF2B5EF4-FFF2-40B4-BE49-F238E27FC236}">
                <a16:creationId xmlns:a16="http://schemas.microsoft.com/office/drawing/2014/main" id="{E6F33CAC-E7AA-7629-56E6-DD05FA9B9FC2}"/>
              </a:ext>
            </a:extLst>
          </p:cNvPr>
          <p:cNvSpPr txBox="1">
            <a:spLocks/>
          </p:cNvSpPr>
          <p:nvPr/>
        </p:nvSpPr>
        <p:spPr>
          <a:xfrm>
            <a:off x="3609850" y="5189374"/>
            <a:ext cx="1917715" cy="301795"/>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4" name="Rounded Rectangle 67">
            <a:extLst>
              <a:ext uri="{FF2B5EF4-FFF2-40B4-BE49-F238E27FC236}">
                <a16:creationId xmlns:a16="http://schemas.microsoft.com/office/drawing/2014/main" id="{99901A0F-332E-9DEC-BBB9-E919FCC074EC}"/>
              </a:ext>
            </a:extLst>
          </p:cNvPr>
          <p:cNvSpPr>
            <a:spLocks/>
          </p:cNvSpPr>
          <p:nvPr/>
        </p:nvSpPr>
        <p:spPr>
          <a:xfrm>
            <a:off x="5901758"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5" name="TextBox 196">
            <a:extLst>
              <a:ext uri="{FF2B5EF4-FFF2-40B4-BE49-F238E27FC236}">
                <a16:creationId xmlns:a16="http://schemas.microsoft.com/office/drawing/2014/main" id="{6795C9E9-1E1E-3C8F-0D79-29A571C2CD9C}"/>
              </a:ext>
            </a:extLst>
          </p:cNvPr>
          <p:cNvSpPr txBox="1">
            <a:spLocks/>
          </p:cNvSpPr>
          <p:nvPr/>
        </p:nvSpPr>
        <p:spPr>
          <a:xfrm>
            <a:off x="5983946" y="5221874"/>
            <a:ext cx="1917715" cy="301795"/>
          </a:xfrm>
          <a:prstGeom prst="roundRect">
            <a:avLst>
              <a:gd name="adj" fmla="val 50000"/>
            </a:avLst>
          </a:prstGeom>
          <a:solidFill>
            <a:srgbClr val="D763C6"/>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endParaRPr>
          </a:p>
        </p:txBody>
      </p:sp>
      <p:sp>
        <p:nvSpPr>
          <p:cNvPr id="446" name="Rounded Rectangle 67">
            <a:extLst>
              <a:ext uri="{FF2B5EF4-FFF2-40B4-BE49-F238E27FC236}">
                <a16:creationId xmlns:a16="http://schemas.microsoft.com/office/drawing/2014/main" id="{8736889A-8B07-E59F-F17A-D4731E51B2FC}"/>
              </a:ext>
            </a:extLst>
          </p:cNvPr>
          <p:cNvSpPr>
            <a:spLocks/>
          </p:cNvSpPr>
          <p:nvPr/>
        </p:nvSpPr>
        <p:spPr>
          <a:xfrm>
            <a:off x="8144234" y="5389889"/>
            <a:ext cx="2027860" cy="1333381"/>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7" name="TextBox 196">
            <a:extLst>
              <a:ext uri="{FF2B5EF4-FFF2-40B4-BE49-F238E27FC236}">
                <a16:creationId xmlns:a16="http://schemas.microsoft.com/office/drawing/2014/main" id="{D6FF5ECE-61E5-9B22-7AA9-38F6B3E8FCBB}"/>
              </a:ext>
            </a:extLst>
          </p:cNvPr>
          <p:cNvSpPr txBox="1">
            <a:spLocks/>
          </p:cNvSpPr>
          <p:nvPr/>
        </p:nvSpPr>
        <p:spPr>
          <a:xfrm>
            <a:off x="8215912" y="5263193"/>
            <a:ext cx="1917715" cy="301795"/>
          </a:xfrm>
          <a:prstGeom prst="roundRect">
            <a:avLst>
              <a:gd name="adj" fmla="val 50000"/>
            </a:avLst>
          </a:prstGeom>
          <a:solidFill>
            <a:srgbClr val="D763C6"/>
          </a:solidFill>
          <a:ln w="25400" cap="flat" cmpd="sng" algn="ctr">
            <a:solidFill>
              <a:schemeClr val="accent6">
                <a:lumMod val="40000"/>
                <a:lumOff val="60000"/>
              </a:schemeClr>
            </a:solid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endParaRPr>
          </a:p>
        </p:txBody>
      </p:sp>
      <p:grpSp>
        <p:nvGrpSpPr>
          <p:cNvPr id="448" name="Woman29" descr="{&quot;Key&quot;:&quot;POWER_USER_SHAPE_ICON&quot;,&quot;Value&quot;:&quot;POWER_USER_SHAPE_ICON_STYLE_1&quot;}">
            <a:extLst>
              <a:ext uri="{FF2B5EF4-FFF2-40B4-BE49-F238E27FC236}">
                <a16:creationId xmlns:a16="http://schemas.microsoft.com/office/drawing/2014/main" id="{790B3B70-2B16-BBBD-BF3B-C6828B9D671D}"/>
              </a:ext>
            </a:extLst>
          </p:cNvPr>
          <p:cNvGrpSpPr>
            <a:grpSpLocks noChangeAspect="1"/>
          </p:cNvGrpSpPr>
          <p:nvPr/>
        </p:nvGrpSpPr>
        <p:grpSpPr>
          <a:xfrm>
            <a:off x="8234678" y="5064585"/>
            <a:ext cx="288000" cy="346700"/>
            <a:chOff x="3049573" y="285562"/>
            <a:chExt cx="588025" cy="755384"/>
          </a:xfrm>
        </p:grpSpPr>
        <p:sp>
          <p:nvSpPr>
            <p:cNvPr id="449" name="Freeform: Shape 448">
              <a:extLst>
                <a:ext uri="{FF2B5EF4-FFF2-40B4-BE49-F238E27FC236}">
                  <a16:creationId xmlns:a16="http://schemas.microsoft.com/office/drawing/2014/main" id="{A5BD09C8-89CD-D9FD-C6D1-50E7D07F8D4C}"/>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0" name="Freeform: Shape 449">
              <a:extLst>
                <a:ext uri="{FF2B5EF4-FFF2-40B4-BE49-F238E27FC236}">
                  <a16:creationId xmlns:a16="http://schemas.microsoft.com/office/drawing/2014/main" id="{D2522697-345F-75A7-DB24-5F29FCE7E44E}"/>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1" name="Freeform: Shape 450">
              <a:extLst>
                <a:ext uri="{FF2B5EF4-FFF2-40B4-BE49-F238E27FC236}">
                  <a16:creationId xmlns:a16="http://schemas.microsoft.com/office/drawing/2014/main" id="{A68D4F8D-BF66-FB3E-E90D-AA90F2266310}"/>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2" name="Freeform: Shape 451">
              <a:extLst>
                <a:ext uri="{FF2B5EF4-FFF2-40B4-BE49-F238E27FC236}">
                  <a16:creationId xmlns:a16="http://schemas.microsoft.com/office/drawing/2014/main" id="{92091459-E29A-5791-E553-382F2158AF59}"/>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3" name="Freeform: Shape 452">
              <a:extLst>
                <a:ext uri="{FF2B5EF4-FFF2-40B4-BE49-F238E27FC236}">
                  <a16:creationId xmlns:a16="http://schemas.microsoft.com/office/drawing/2014/main" id="{1F55CAAF-97D0-13FF-B750-F3596BB82C35}"/>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4" name="Freeform: Shape 453">
              <a:extLst>
                <a:ext uri="{FF2B5EF4-FFF2-40B4-BE49-F238E27FC236}">
                  <a16:creationId xmlns:a16="http://schemas.microsoft.com/office/drawing/2014/main" id="{2AFB458A-E8A2-3D6C-5AF0-56D02B233E84}"/>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55" name="Employee6" descr="{&quot;Key&quot;:&quot;POWER_USER_SHAPE_ICON&quot;,&quot;Value&quot;:&quot;POWER_USER_SHAPE_ICON_STYLE_1&quot;}">
            <a:extLst>
              <a:ext uri="{FF2B5EF4-FFF2-40B4-BE49-F238E27FC236}">
                <a16:creationId xmlns:a16="http://schemas.microsoft.com/office/drawing/2014/main" id="{68DA5E2A-F19B-3161-CAF5-D60DEBD536EE}"/>
              </a:ext>
            </a:extLst>
          </p:cNvPr>
          <p:cNvGrpSpPr>
            <a:grpSpLocks noChangeAspect="1"/>
          </p:cNvGrpSpPr>
          <p:nvPr/>
        </p:nvGrpSpPr>
        <p:grpSpPr>
          <a:xfrm>
            <a:off x="8538982" y="5045163"/>
            <a:ext cx="288000" cy="342474"/>
            <a:chOff x="3584576" y="3348038"/>
            <a:chExt cx="230188" cy="292100"/>
          </a:xfrm>
          <a:solidFill>
            <a:schemeClr val="accent1"/>
          </a:solidFill>
        </p:grpSpPr>
        <p:sp>
          <p:nvSpPr>
            <p:cNvPr id="456" name="Freeform 1099">
              <a:extLst>
                <a:ext uri="{FF2B5EF4-FFF2-40B4-BE49-F238E27FC236}">
                  <a16:creationId xmlns:a16="http://schemas.microsoft.com/office/drawing/2014/main" id="{35661EA0-F875-25B8-7A42-BF50B4B1410D}"/>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7" name="Freeform 1100">
              <a:extLst>
                <a:ext uri="{FF2B5EF4-FFF2-40B4-BE49-F238E27FC236}">
                  <a16:creationId xmlns:a16="http://schemas.microsoft.com/office/drawing/2014/main" id="{7D7C623C-5CA1-E8BE-F6E9-4996376C74BB}"/>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8" name="Freeform 1101">
              <a:extLst>
                <a:ext uri="{FF2B5EF4-FFF2-40B4-BE49-F238E27FC236}">
                  <a16:creationId xmlns:a16="http://schemas.microsoft.com/office/drawing/2014/main" id="{15ADDA8A-D64A-5CFC-7D09-E7F267DB0210}"/>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9" name="Freeform 1102">
              <a:extLst>
                <a:ext uri="{FF2B5EF4-FFF2-40B4-BE49-F238E27FC236}">
                  <a16:creationId xmlns:a16="http://schemas.microsoft.com/office/drawing/2014/main" id="{4D47D768-1400-5780-417A-8B307726CCEE}"/>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0" name="Freeform 1103">
              <a:extLst>
                <a:ext uri="{FF2B5EF4-FFF2-40B4-BE49-F238E27FC236}">
                  <a16:creationId xmlns:a16="http://schemas.microsoft.com/office/drawing/2014/main" id="{A8CACD4F-3C2F-BC68-F5B1-85EE10A87078}"/>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1" name="Freeform 1104">
              <a:extLst>
                <a:ext uri="{FF2B5EF4-FFF2-40B4-BE49-F238E27FC236}">
                  <a16:creationId xmlns:a16="http://schemas.microsoft.com/office/drawing/2014/main" id="{434048A0-CD0C-16C2-330A-89E8AB125893}"/>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2" name="Freeform 1105">
              <a:extLst>
                <a:ext uri="{FF2B5EF4-FFF2-40B4-BE49-F238E27FC236}">
                  <a16:creationId xmlns:a16="http://schemas.microsoft.com/office/drawing/2014/main" id="{994D2B40-5BD0-34CE-8017-C5B574DE108B}"/>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3" name="Freeform 1106">
              <a:extLst>
                <a:ext uri="{FF2B5EF4-FFF2-40B4-BE49-F238E27FC236}">
                  <a16:creationId xmlns:a16="http://schemas.microsoft.com/office/drawing/2014/main" id="{6390EC1C-1201-A3DA-6239-705EA4976178}"/>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4" name="Freeform 1107">
              <a:extLst>
                <a:ext uri="{FF2B5EF4-FFF2-40B4-BE49-F238E27FC236}">
                  <a16:creationId xmlns:a16="http://schemas.microsoft.com/office/drawing/2014/main" id="{33B63D74-629C-00CD-FEAF-A5A8B78778D2}"/>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5" name="Freeform 1108">
              <a:extLst>
                <a:ext uri="{FF2B5EF4-FFF2-40B4-BE49-F238E27FC236}">
                  <a16:creationId xmlns:a16="http://schemas.microsoft.com/office/drawing/2014/main" id="{0055B111-D709-099D-A5DB-09D0A13F2E39}"/>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6" name="Freeform 1109">
              <a:extLst>
                <a:ext uri="{FF2B5EF4-FFF2-40B4-BE49-F238E27FC236}">
                  <a16:creationId xmlns:a16="http://schemas.microsoft.com/office/drawing/2014/main" id="{77867C94-7AA3-5CF3-A37C-B19DD860A2A7}"/>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7" name="Rectangle 1110">
              <a:extLst>
                <a:ext uri="{FF2B5EF4-FFF2-40B4-BE49-F238E27FC236}">
                  <a16:creationId xmlns:a16="http://schemas.microsoft.com/office/drawing/2014/main" id="{00E12FAF-88B5-A6E2-32EF-C34D55EF1E4E}"/>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8" name="Rectangle 1111">
              <a:extLst>
                <a:ext uri="{FF2B5EF4-FFF2-40B4-BE49-F238E27FC236}">
                  <a16:creationId xmlns:a16="http://schemas.microsoft.com/office/drawing/2014/main" id="{56AAB07B-C0DC-B262-7A6D-E147DEB69B8E}"/>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9" name="Rectangle 1112">
              <a:extLst>
                <a:ext uri="{FF2B5EF4-FFF2-40B4-BE49-F238E27FC236}">
                  <a16:creationId xmlns:a16="http://schemas.microsoft.com/office/drawing/2014/main" id="{A8349328-1592-E92D-0AE7-7E8536C9C870}"/>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0" name="Rectangle 1113">
              <a:extLst>
                <a:ext uri="{FF2B5EF4-FFF2-40B4-BE49-F238E27FC236}">
                  <a16:creationId xmlns:a16="http://schemas.microsoft.com/office/drawing/2014/main" id="{7BDAE77A-EB7E-21C7-A020-607DF5A412AF}"/>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1" name="Rectangle 1114">
              <a:extLst>
                <a:ext uri="{FF2B5EF4-FFF2-40B4-BE49-F238E27FC236}">
                  <a16:creationId xmlns:a16="http://schemas.microsoft.com/office/drawing/2014/main" id="{11930CF2-AB85-D9AD-B5F0-CF86ECAE8FF6}"/>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2" name="Freeform 1115">
              <a:extLst>
                <a:ext uri="{FF2B5EF4-FFF2-40B4-BE49-F238E27FC236}">
                  <a16:creationId xmlns:a16="http://schemas.microsoft.com/office/drawing/2014/main" id="{50434A05-9692-0FE4-D024-CB903C5E4352}"/>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3" name="Freeform 1116">
              <a:extLst>
                <a:ext uri="{FF2B5EF4-FFF2-40B4-BE49-F238E27FC236}">
                  <a16:creationId xmlns:a16="http://schemas.microsoft.com/office/drawing/2014/main" id="{11B800D1-4513-851B-70BD-9C29B6BA7345}"/>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4" name="Freeform 1117">
              <a:extLst>
                <a:ext uri="{FF2B5EF4-FFF2-40B4-BE49-F238E27FC236}">
                  <a16:creationId xmlns:a16="http://schemas.microsoft.com/office/drawing/2014/main" id="{0EDBD26E-1FD0-15A5-6406-9AC95F922B4D}"/>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5" name="Freeform 1118">
              <a:extLst>
                <a:ext uri="{FF2B5EF4-FFF2-40B4-BE49-F238E27FC236}">
                  <a16:creationId xmlns:a16="http://schemas.microsoft.com/office/drawing/2014/main" id="{F9EC5514-CA4B-4EF1-A0E7-3A969D1FD142}"/>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6" name="Freeform 1119">
              <a:extLst>
                <a:ext uri="{FF2B5EF4-FFF2-40B4-BE49-F238E27FC236}">
                  <a16:creationId xmlns:a16="http://schemas.microsoft.com/office/drawing/2014/main" id="{162D89FE-BFC3-D541-8BB6-32DC04DE601A}"/>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77" name="Teacher7" descr="{&quot;Key&quot;:&quot;POWER_USER_SHAPE_ICON&quot;,&quot;Value&quot;:&quot;POWER_USER_SHAPE_ICON_STYLE_1&quot;}">
            <a:extLst>
              <a:ext uri="{FF2B5EF4-FFF2-40B4-BE49-F238E27FC236}">
                <a16:creationId xmlns:a16="http://schemas.microsoft.com/office/drawing/2014/main" id="{D83A145F-3460-D19C-BE68-F5152BCB8C85}"/>
              </a:ext>
            </a:extLst>
          </p:cNvPr>
          <p:cNvGrpSpPr>
            <a:grpSpLocks noChangeAspect="1"/>
          </p:cNvGrpSpPr>
          <p:nvPr/>
        </p:nvGrpSpPr>
        <p:grpSpPr>
          <a:xfrm>
            <a:off x="7472657" y="5022167"/>
            <a:ext cx="332705" cy="311779"/>
            <a:chOff x="6302376" y="1846263"/>
            <a:chExt cx="479425" cy="479425"/>
          </a:xfrm>
          <a:solidFill>
            <a:schemeClr val="accent1"/>
          </a:solidFill>
        </p:grpSpPr>
        <p:sp>
          <p:nvSpPr>
            <p:cNvPr id="478" name="Rectangle 495">
              <a:extLst>
                <a:ext uri="{FF2B5EF4-FFF2-40B4-BE49-F238E27FC236}">
                  <a16:creationId xmlns:a16="http://schemas.microsoft.com/office/drawing/2014/main" id="{22012B9E-7BAD-60A9-6AA2-DF08D7A41E7E}"/>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9" name="Freeform 496">
              <a:extLst>
                <a:ext uri="{FF2B5EF4-FFF2-40B4-BE49-F238E27FC236}">
                  <a16:creationId xmlns:a16="http://schemas.microsoft.com/office/drawing/2014/main" id="{A0B378B5-2E15-D657-7877-C8FD761E79A4}"/>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0" name="Rectangle 497">
              <a:extLst>
                <a:ext uri="{FF2B5EF4-FFF2-40B4-BE49-F238E27FC236}">
                  <a16:creationId xmlns:a16="http://schemas.microsoft.com/office/drawing/2014/main" id="{994A182E-EE08-C9EB-28A0-9FF1E8C94B7F}"/>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1" name="Freeform 498">
              <a:extLst>
                <a:ext uri="{FF2B5EF4-FFF2-40B4-BE49-F238E27FC236}">
                  <a16:creationId xmlns:a16="http://schemas.microsoft.com/office/drawing/2014/main" id="{4CCA37A6-E1E9-C4ED-0A05-85B66CB623BE}"/>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2" name="Freeform 499">
              <a:extLst>
                <a:ext uri="{FF2B5EF4-FFF2-40B4-BE49-F238E27FC236}">
                  <a16:creationId xmlns:a16="http://schemas.microsoft.com/office/drawing/2014/main" id="{E1BB327C-1504-CC5C-F0FF-5019A710D16D}"/>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3" name="Freeform 500">
              <a:extLst>
                <a:ext uri="{FF2B5EF4-FFF2-40B4-BE49-F238E27FC236}">
                  <a16:creationId xmlns:a16="http://schemas.microsoft.com/office/drawing/2014/main" id="{7621125E-6568-DD31-B396-97C688496F5A}"/>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4" name="Freeform 501">
              <a:extLst>
                <a:ext uri="{FF2B5EF4-FFF2-40B4-BE49-F238E27FC236}">
                  <a16:creationId xmlns:a16="http://schemas.microsoft.com/office/drawing/2014/main" id="{7C12DF20-288A-2C8D-9696-F3430EEAB727}"/>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5" name="Freeform 502">
              <a:extLst>
                <a:ext uri="{FF2B5EF4-FFF2-40B4-BE49-F238E27FC236}">
                  <a16:creationId xmlns:a16="http://schemas.microsoft.com/office/drawing/2014/main" id="{3205EF30-CAF3-79C2-9F43-180594114F79}"/>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6" name="Freeform 503">
              <a:extLst>
                <a:ext uri="{FF2B5EF4-FFF2-40B4-BE49-F238E27FC236}">
                  <a16:creationId xmlns:a16="http://schemas.microsoft.com/office/drawing/2014/main" id="{81EC7BA6-E17E-2821-8FFE-DA48FB7D25C3}"/>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7" name="Freeform 504">
              <a:extLst>
                <a:ext uri="{FF2B5EF4-FFF2-40B4-BE49-F238E27FC236}">
                  <a16:creationId xmlns:a16="http://schemas.microsoft.com/office/drawing/2014/main" id="{27C38C3A-B40F-ACD8-9689-AE31DC077A00}"/>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8" name="Freeform 505">
              <a:extLst>
                <a:ext uri="{FF2B5EF4-FFF2-40B4-BE49-F238E27FC236}">
                  <a16:creationId xmlns:a16="http://schemas.microsoft.com/office/drawing/2014/main" id="{2CC1E00A-2DC1-96A7-5671-362E6D9EB736}"/>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9" name="Freeform 506">
              <a:extLst>
                <a:ext uri="{FF2B5EF4-FFF2-40B4-BE49-F238E27FC236}">
                  <a16:creationId xmlns:a16="http://schemas.microsoft.com/office/drawing/2014/main" id="{5E481F2F-1486-D22B-B2B9-26BFB56E3CD9}"/>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0" name="Freeform 507">
              <a:extLst>
                <a:ext uri="{FF2B5EF4-FFF2-40B4-BE49-F238E27FC236}">
                  <a16:creationId xmlns:a16="http://schemas.microsoft.com/office/drawing/2014/main" id="{EED53AA6-85FC-588F-7E68-4DB15A26834B}"/>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91" name="Presentation9" descr="{&quot;Key&quot;:&quot;POWER_USER_SHAPE_ICON&quot;,&quot;Value&quot;:&quot;POWER_USER_SHAPE_ICON_STYLE_1&quot;}">
            <a:extLst>
              <a:ext uri="{FF2B5EF4-FFF2-40B4-BE49-F238E27FC236}">
                <a16:creationId xmlns:a16="http://schemas.microsoft.com/office/drawing/2014/main" id="{C2CD6E59-0CF9-15D5-2AB1-69A61188D20C}"/>
              </a:ext>
            </a:extLst>
          </p:cNvPr>
          <p:cNvGrpSpPr>
            <a:grpSpLocks noChangeAspect="1"/>
          </p:cNvGrpSpPr>
          <p:nvPr>
            <p:custDataLst>
              <p:tags r:id="rId4"/>
            </p:custDataLst>
          </p:nvPr>
        </p:nvGrpSpPr>
        <p:grpSpPr>
          <a:xfrm>
            <a:off x="3660972" y="5109274"/>
            <a:ext cx="433996" cy="311779"/>
            <a:chOff x="6796088" y="1851026"/>
            <a:chExt cx="884238" cy="677862"/>
          </a:xfrm>
          <a:noFill/>
        </p:grpSpPr>
        <p:sp>
          <p:nvSpPr>
            <p:cNvPr id="492" name="Freeform 157">
              <a:extLst>
                <a:ext uri="{FF2B5EF4-FFF2-40B4-BE49-F238E27FC236}">
                  <a16:creationId xmlns:a16="http://schemas.microsoft.com/office/drawing/2014/main" id="{42647B48-86A1-3539-023D-A03ED6B4E914}"/>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3" name="Freeform 158">
              <a:extLst>
                <a:ext uri="{FF2B5EF4-FFF2-40B4-BE49-F238E27FC236}">
                  <a16:creationId xmlns:a16="http://schemas.microsoft.com/office/drawing/2014/main" id="{D2EBB919-8A7D-36AE-856A-E0E7C7DF6F09}"/>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4" name="Oval 159">
              <a:extLst>
                <a:ext uri="{FF2B5EF4-FFF2-40B4-BE49-F238E27FC236}">
                  <a16:creationId xmlns:a16="http://schemas.microsoft.com/office/drawing/2014/main" id="{E3878BA2-F33F-1225-2288-508B5E4559FE}"/>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5" name="Freeform 160">
              <a:extLst>
                <a:ext uri="{FF2B5EF4-FFF2-40B4-BE49-F238E27FC236}">
                  <a16:creationId xmlns:a16="http://schemas.microsoft.com/office/drawing/2014/main" id="{23615C53-31F8-9B53-6483-E66A79546B71}"/>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96" name="Rounded Rectangle 67">
            <a:extLst>
              <a:ext uri="{FF2B5EF4-FFF2-40B4-BE49-F238E27FC236}">
                <a16:creationId xmlns:a16="http://schemas.microsoft.com/office/drawing/2014/main" id="{D2CBF254-21B2-0BEA-B5D4-433AE427D352}"/>
              </a:ext>
            </a:extLst>
          </p:cNvPr>
          <p:cNvSpPr>
            <a:spLocks/>
          </p:cNvSpPr>
          <p:nvPr/>
        </p:nvSpPr>
        <p:spPr>
          <a:xfrm>
            <a:off x="5585624" y="1137552"/>
            <a:ext cx="4564512" cy="1071421"/>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97" name="TextBox 196">
            <a:extLst>
              <a:ext uri="{FF2B5EF4-FFF2-40B4-BE49-F238E27FC236}">
                <a16:creationId xmlns:a16="http://schemas.microsoft.com/office/drawing/2014/main" id="{BE19419A-2893-AF2E-052E-D69A0B722C0F}"/>
              </a:ext>
            </a:extLst>
          </p:cNvPr>
          <p:cNvSpPr txBox="1">
            <a:spLocks/>
          </p:cNvSpPr>
          <p:nvPr/>
        </p:nvSpPr>
        <p:spPr>
          <a:xfrm>
            <a:off x="5667813" y="1017324"/>
            <a:ext cx="1917715" cy="313624"/>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Output</a:t>
            </a:r>
            <a:endPar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grpSp>
        <p:nvGrpSpPr>
          <p:cNvPr id="516" name="Presentation9" descr="{&quot;Key&quot;:&quot;POWER_USER_SHAPE_ICON&quot;,&quot;Value&quot;:&quot;POWER_USER_SHAPE_ICON_STYLE_1&quot;}">
            <a:extLst>
              <a:ext uri="{FF2B5EF4-FFF2-40B4-BE49-F238E27FC236}">
                <a16:creationId xmlns:a16="http://schemas.microsoft.com/office/drawing/2014/main" id="{FE2F3296-7EF6-C4B1-A288-B50990DAA629}"/>
              </a:ext>
            </a:extLst>
          </p:cNvPr>
          <p:cNvGrpSpPr>
            <a:grpSpLocks noChangeAspect="1"/>
          </p:cNvGrpSpPr>
          <p:nvPr>
            <p:custDataLst>
              <p:tags r:id="rId5"/>
            </p:custDataLst>
          </p:nvPr>
        </p:nvGrpSpPr>
        <p:grpSpPr>
          <a:xfrm>
            <a:off x="5724525" y="871507"/>
            <a:ext cx="433996" cy="324000"/>
            <a:chOff x="6796088" y="1851026"/>
            <a:chExt cx="884238" cy="677862"/>
          </a:xfrm>
          <a:noFill/>
        </p:grpSpPr>
        <p:sp>
          <p:nvSpPr>
            <p:cNvPr id="517" name="Freeform 157">
              <a:extLst>
                <a:ext uri="{FF2B5EF4-FFF2-40B4-BE49-F238E27FC236}">
                  <a16:creationId xmlns:a16="http://schemas.microsoft.com/office/drawing/2014/main" id="{52E64A46-48DB-11EA-7D63-79D69FE4F51E}"/>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8" name="Freeform 158">
              <a:extLst>
                <a:ext uri="{FF2B5EF4-FFF2-40B4-BE49-F238E27FC236}">
                  <a16:creationId xmlns:a16="http://schemas.microsoft.com/office/drawing/2014/main" id="{BC693EDF-9E2A-3A09-87D3-AF8F9B3F987B}"/>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9" name="Oval 159">
              <a:extLst>
                <a:ext uri="{FF2B5EF4-FFF2-40B4-BE49-F238E27FC236}">
                  <a16:creationId xmlns:a16="http://schemas.microsoft.com/office/drawing/2014/main" id="{AB8561EE-E389-2441-8BB1-6C6C5BD2089D}"/>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0" name="Freeform 160">
              <a:extLst>
                <a:ext uri="{FF2B5EF4-FFF2-40B4-BE49-F238E27FC236}">
                  <a16:creationId xmlns:a16="http://schemas.microsoft.com/office/drawing/2014/main" id="{46BA6FF2-6B81-C10C-CD28-FE91255690D0}"/>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23" name="TextBox 522">
            <a:extLst>
              <a:ext uri="{FF2B5EF4-FFF2-40B4-BE49-F238E27FC236}">
                <a16:creationId xmlns:a16="http://schemas.microsoft.com/office/drawing/2014/main" id="{4CA824D3-7B47-CE0F-4C3C-913D6B15A89A}"/>
              </a:ext>
            </a:extLst>
          </p:cNvPr>
          <p:cNvSpPr txBox="1"/>
          <p:nvPr/>
        </p:nvSpPr>
        <p:spPr>
          <a:xfrm>
            <a:off x="3526011" y="5532619"/>
            <a:ext cx="2082610" cy="1277273"/>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Context setting &amp; Facilitate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Gather Business Requirements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 business need for Sys change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Demo GW Application, Process flows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Identify areas of change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Identify dependencies &amp; impacted systems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Capture requirements;, Key decision, Actions &amp; Parking lot items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Own and close assigned actions in time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Send Workshop minutes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Create Feature mapping to User Stories</a:t>
            </a:r>
          </a:p>
        </p:txBody>
      </p:sp>
      <p:sp>
        <p:nvSpPr>
          <p:cNvPr id="531" name="TextBox 530">
            <a:extLst>
              <a:ext uri="{FF2B5EF4-FFF2-40B4-BE49-F238E27FC236}">
                <a16:creationId xmlns:a16="http://schemas.microsoft.com/office/drawing/2014/main" id="{7F4BC8BA-D2CD-1DF3-6078-FD0753F4BFEE}"/>
              </a:ext>
            </a:extLst>
          </p:cNvPr>
          <p:cNvSpPr txBox="1"/>
          <p:nvPr/>
        </p:nvSpPr>
        <p:spPr>
          <a:xfrm>
            <a:off x="8128632" y="5606438"/>
            <a:ext cx="2200174" cy="1061829"/>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Preparedness to Workshop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Active Participation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Provide Business Requirements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Elaborate Current State Process / rationale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Make decisions quickly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Own actions end to end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Close actions in time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80:20 rule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Adapt vs Adopt</a:t>
            </a:r>
          </a:p>
        </p:txBody>
      </p:sp>
      <p:sp>
        <p:nvSpPr>
          <p:cNvPr id="535" name="TextBox 534">
            <a:extLst>
              <a:ext uri="{FF2B5EF4-FFF2-40B4-BE49-F238E27FC236}">
                <a16:creationId xmlns:a16="http://schemas.microsoft.com/office/drawing/2014/main" id="{1C54E378-68EB-ED9B-E833-6A8354A23E3D}"/>
              </a:ext>
            </a:extLst>
          </p:cNvPr>
          <p:cNvSpPr txBox="1"/>
          <p:nvPr/>
        </p:nvSpPr>
        <p:spPr>
          <a:xfrm>
            <a:off x="5894428" y="5570707"/>
            <a:ext cx="2082610" cy="954107"/>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Moderate workshops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Bring in Right participants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Make decisions quickly</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Identify Owners to resolve dependencies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Own &amp;/or Assign actions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Drive actions to closure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Ensure workshop alignment with ‘Big Picture’</a:t>
            </a:r>
          </a:p>
        </p:txBody>
      </p:sp>
      <p:cxnSp>
        <p:nvCxnSpPr>
          <p:cNvPr id="537" name="Connector: Curved 536">
            <a:extLst>
              <a:ext uri="{FF2B5EF4-FFF2-40B4-BE49-F238E27FC236}">
                <a16:creationId xmlns:a16="http://schemas.microsoft.com/office/drawing/2014/main" id="{7350C6CF-0944-F831-FAF5-19B222F16971}"/>
              </a:ext>
            </a:extLst>
          </p:cNvPr>
          <p:cNvCxnSpPr>
            <a:stCxn id="336" idx="1"/>
            <a:endCxn id="443" idx="0"/>
          </p:cNvCxnSpPr>
          <p:nvPr/>
        </p:nvCxnSpPr>
        <p:spPr>
          <a:xfrm rot="10800000" flipV="1">
            <a:off x="4568709" y="4638770"/>
            <a:ext cx="1184283" cy="550604"/>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539" name="Connector: Curved 538">
            <a:extLst>
              <a:ext uri="{FF2B5EF4-FFF2-40B4-BE49-F238E27FC236}">
                <a16:creationId xmlns:a16="http://schemas.microsoft.com/office/drawing/2014/main" id="{377D292E-37A7-BAFA-F519-7CCC816832B3}"/>
              </a:ext>
            </a:extLst>
          </p:cNvPr>
          <p:cNvCxnSpPr>
            <a:cxnSpLocks/>
            <a:stCxn id="336" idx="3"/>
            <a:endCxn id="447" idx="0"/>
          </p:cNvCxnSpPr>
          <p:nvPr/>
        </p:nvCxnSpPr>
        <p:spPr>
          <a:xfrm>
            <a:off x="7081600" y="4638770"/>
            <a:ext cx="2093170" cy="624423"/>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543" name="Connector: Curved 542">
            <a:extLst>
              <a:ext uri="{FF2B5EF4-FFF2-40B4-BE49-F238E27FC236}">
                <a16:creationId xmlns:a16="http://schemas.microsoft.com/office/drawing/2014/main" id="{EDBC27EE-FAA4-304D-FEC5-C55130970246}"/>
              </a:ext>
            </a:extLst>
          </p:cNvPr>
          <p:cNvCxnSpPr>
            <a:stCxn id="336" idx="3"/>
            <a:endCxn id="445" idx="0"/>
          </p:cNvCxnSpPr>
          <p:nvPr/>
        </p:nvCxnSpPr>
        <p:spPr>
          <a:xfrm flipH="1">
            <a:off x="6942804" y="4638770"/>
            <a:ext cx="138796" cy="583104"/>
          </a:xfrm>
          <a:prstGeom prst="curvedConnector4">
            <a:avLst>
              <a:gd name="adj1" fmla="val -164702"/>
              <a:gd name="adj2" fmla="val 65245"/>
            </a:avLst>
          </a:prstGeom>
        </p:spPr>
        <p:style>
          <a:lnRef idx="1">
            <a:schemeClr val="accent1"/>
          </a:lnRef>
          <a:fillRef idx="0">
            <a:schemeClr val="accent1"/>
          </a:fillRef>
          <a:effectRef idx="0">
            <a:schemeClr val="accent1"/>
          </a:effectRef>
          <a:fontRef idx="minor">
            <a:schemeClr val="tx1"/>
          </a:fontRef>
        </p:style>
      </p:cxnSp>
      <p:sp>
        <p:nvSpPr>
          <p:cNvPr id="547" name="TextBox 546">
            <a:extLst>
              <a:ext uri="{FF2B5EF4-FFF2-40B4-BE49-F238E27FC236}">
                <a16:creationId xmlns:a16="http://schemas.microsoft.com/office/drawing/2014/main" id="{51214C08-475B-7D48-90C6-AA991A3508E8}"/>
              </a:ext>
            </a:extLst>
          </p:cNvPr>
          <p:cNvSpPr txBox="1"/>
          <p:nvPr/>
        </p:nvSpPr>
        <p:spPr>
          <a:xfrm>
            <a:off x="5652446" y="1365363"/>
            <a:ext cx="4570610" cy="1277273"/>
          </a:xfrm>
          <a:prstGeom prst="rect">
            <a:avLst/>
          </a:prstGeom>
          <a:noFill/>
        </p:spPr>
        <p:txBody>
          <a:bodyPr wrap="square" numCol="2"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Signed off Product / Release Backlog with Epic-Feature-Story mappings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Product Rationalization – definition &amp; approach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Integration Inventory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Key Decisions, Pending Actions, Parked items Log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Future State process flows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Draft Sprint Plan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High level Designs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Architectural Decision log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Updated Dependencies Tracker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p:txBody>
      </p:sp>
      <p:sp>
        <p:nvSpPr>
          <p:cNvPr id="549" name="Freeform 402">
            <a:extLst>
              <a:ext uri="{FF2B5EF4-FFF2-40B4-BE49-F238E27FC236}">
                <a16:creationId xmlns:a16="http://schemas.microsoft.com/office/drawing/2014/main" id="{17D5E50A-5B7B-F5AA-C5B7-CF0B784B256C}"/>
              </a:ext>
            </a:extLst>
          </p:cNvPr>
          <p:cNvSpPr>
            <a:spLocks noEditPoints="1"/>
          </p:cNvSpPr>
          <p:nvPr/>
        </p:nvSpPr>
        <p:spPr bwMode="auto">
          <a:xfrm>
            <a:off x="10398288" y="831317"/>
            <a:ext cx="408938" cy="328738"/>
          </a:xfrm>
          <a:custGeom>
            <a:avLst/>
            <a:gdLst/>
            <a:ahLst/>
            <a:cxnLst>
              <a:cxn ang="0">
                <a:pos x="149" y="45"/>
              </a:cxn>
              <a:cxn ang="0">
                <a:pos x="169" y="94"/>
              </a:cxn>
              <a:cxn ang="0">
                <a:pos x="151" y="96"/>
              </a:cxn>
              <a:cxn ang="0">
                <a:pos x="176" y="48"/>
              </a:cxn>
              <a:cxn ang="0">
                <a:pos x="191" y="44"/>
              </a:cxn>
              <a:cxn ang="0">
                <a:pos x="179" y="29"/>
              </a:cxn>
              <a:cxn ang="0">
                <a:pos x="172" y="19"/>
              </a:cxn>
              <a:cxn ang="0">
                <a:pos x="164" y="0"/>
              </a:cxn>
              <a:cxn ang="0">
                <a:pos x="146" y="1"/>
              </a:cxn>
              <a:cxn ang="0">
                <a:pos x="139" y="20"/>
              </a:cxn>
              <a:cxn ang="0">
                <a:pos x="134" y="30"/>
              </a:cxn>
              <a:cxn ang="0">
                <a:pos x="122" y="46"/>
              </a:cxn>
              <a:cxn ang="0">
                <a:pos x="132" y="61"/>
              </a:cxn>
              <a:cxn ang="0">
                <a:pos x="151" y="58"/>
              </a:cxn>
              <a:cxn ang="0">
                <a:pos x="165" y="60"/>
              </a:cxn>
              <a:cxn ang="0">
                <a:pos x="177" y="76"/>
              </a:cxn>
              <a:cxn ang="0">
                <a:pos x="186" y="83"/>
              </a:cxn>
              <a:cxn ang="0">
                <a:pos x="204" y="92"/>
              </a:cxn>
              <a:cxn ang="0">
                <a:pos x="205" y="108"/>
              </a:cxn>
              <a:cxn ang="0">
                <a:pos x="189" y="120"/>
              </a:cxn>
              <a:cxn ang="0">
                <a:pos x="181" y="128"/>
              </a:cxn>
              <a:cxn ang="0">
                <a:pos x="173" y="146"/>
              </a:cxn>
              <a:cxn ang="0">
                <a:pos x="157" y="148"/>
              </a:cxn>
              <a:cxn ang="0">
                <a:pos x="145" y="132"/>
              </a:cxn>
              <a:cxn ang="0">
                <a:pos x="136" y="124"/>
              </a:cxn>
              <a:cxn ang="0">
                <a:pos x="118" y="115"/>
              </a:cxn>
              <a:cxn ang="0">
                <a:pos x="117" y="99"/>
              </a:cxn>
              <a:cxn ang="0">
                <a:pos x="132" y="86"/>
              </a:cxn>
              <a:cxn ang="0">
                <a:pos x="128" y="64"/>
              </a:cxn>
              <a:cxn ang="0">
                <a:pos x="105" y="47"/>
              </a:cxn>
              <a:cxn ang="0">
                <a:pos x="95" y="33"/>
              </a:cxn>
              <a:cxn ang="0">
                <a:pos x="82" y="7"/>
              </a:cxn>
              <a:cxn ang="0">
                <a:pos x="59" y="5"/>
              </a:cxn>
              <a:cxn ang="0">
                <a:pos x="42" y="28"/>
              </a:cxn>
              <a:cxn ang="0">
                <a:pos x="29" y="39"/>
              </a:cxn>
              <a:cxn ang="0">
                <a:pos x="2" y="51"/>
              </a:cxn>
              <a:cxn ang="0">
                <a:pos x="0" y="74"/>
              </a:cxn>
              <a:cxn ang="0">
                <a:pos x="23" y="91"/>
              </a:cxn>
              <a:cxn ang="0">
                <a:pos x="34" y="104"/>
              </a:cxn>
              <a:cxn ang="0">
                <a:pos x="46" y="131"/>
              </a:cxn>
              <a:cxn ang="0">
                <a:pos x="69" y="133"/>
              </a:cxn>
              <a:cxn ang="0">
                <a:pos x="87" y="110"/>
              </a:cxn>
              <a:cxn ang="0">
                <a:pos x="100" y="99"/>
              </a:cxn>
              <a:cxn ang="0">
                <a:pos x="61" y="51"/>
              </a:cxn>
            </a:cxnLst>
            <a:rect l="0" t="0" r="r" b="b"/>
            <a:pathLst>
              <a:path w="205" h="148">
                <a:moveTo>
                  <a:pt x="164" y="27"/>
                </a:moveTo>
                <a:cubicBezTo>
                  <a:pt x="169" y="31"/>
                  <a:pt x="169" y="38"/>
                  <a:pt x="165" y="43"/>
                </a:cubicBezTo>
                <a:cubicBezTo>
                  <a:pt x="161" y="48"/>
                  <a:pt x="154" y="49"/>
                  <a:pt x="149" y="45"/>
                </a:cubicBezTo>
                <a:cubicBezTo>
                  <a:pt x="144" y="41"/>
                  <a:pt x="143" y="33"/>
                  <a:pt x="147" y="28"/>
                </a:cubicBezTo>
                <a:cubicBezTo>
                  <a:pt x="152" y="23"/>
                  <a:pt x="159" y="23"/>
                  <a:pt x="164" y="27"/>
                </a:cubicBezTo>
                <a:close/>
                <a:moveTo>
                  <a:pt x="169" y="94"/>
                </a:moveTo>
                <a:cubicBezTo>
                  <a:pt x="174" y="98"/>
                  <a:pt x="175" y="106"/>
                  <a:pt x="171" y="112"/>
                </a:cubicBezTo>
                <a:cubicBezTo>
                  <a:pt x="166" y="117"/>
                  <a:pt x="158" y="118"/>
                  <a:pt x="153" y="113"/>
                </a:cubicBezTo>
                <a:cubicBezTo>
                  <a:pt x="147" y="109"/>
                  <a:pt x="147" y="101"/>
                  <a:pt x="151" y="96"/>
                </a:cubicBezTo>
                <a:cubicBezTo>
                  <a:pt x="156" y="90"/>
                  <a:pt x="164" y="89"/>
                  <a:pt x="169" y="94"/>
                </a:cubicBezTo>
                <a:close/>
                <a:moveTo>
                  <a:pt x="183" y="60"/>
                </a:moveTo>
                <a:cubicBezTo>
                  <a:pt x="176" y="48"/>
                  <a:pt x="176" y="48"/>
                  <a:pt x="176" y="48"/>
                </a:cubicBezTo>
                <a:cubicBezTo>
                  <a:pt x="176" y="48"/>
                  <a:pt x="177" y="47"/>
                  <a:pt x="177" y="46"/>
                </a:cubicBezTo>
                <a:cubicBezTo>
                  <a:pt x="178" y="46"/>
                  <a:pt x="178" y="45"/>
                  <a:pt x="178" y="44"/>
                </a:cubicBezTo>
                <a:cubicBezTo>
                  <a:pt x="191" y="44"/>
                  <a:pt x="191" y="44"/>
                  <a:pt x="191" y="44"/>
                </a:cubicBezTo>
                <a:cubicBezTo>
                  <a:pt x="192" y="37"/>
                  <a:pt x="192" y="37"/>
                  <a:pt x="192" y="37"/>
                </a:cubicBezTo>
                <a:cubicBezTo>
                  <a:pt x="180" y="33"/>
                  <a:pt x="180" y="33"/>
                  <a:pt x="180" y="33"/>
                </a:cubicBezTo>
                <a:cubicBezTo>
                  <a:pt x="180" y="31"/>
                  <a:pt x="179" y="30"/>
                  <a:pt x="179" y="29"/>
                </a:cubicBezTo>
                <a:cubicBezTo>
                  <a:pt x="189" y="20"/>
                  <a:pt x="189" y="20"/>
                  <a:pt x="189" y="20"/>
                </a:cubicBezTo>
                <a:cubicBezTo>
                  <a:pt x="185" y="14"/>
                  <a:pt x="185" y="14"/>
                  <a:pt x="185" y="14"/>
                </a:cubicBezTo>
                <a:cubicBezTo>
                  <a:pt x="172" y="19"/>
                  <a:pt x="172" y="19"/>
                  <a:pt x="172" y="19"/>
                </a:cubicBezTo>
                <a:cubicBezTo>
                  <a:pt x="171" y="18"/>
                  <a:pt x="170" y="17"/>
                  <a:pt x="169" y="16"/>
                </a:cubicBezTo>
                <a:cubicBezTo>
                  <a:pt x="171" y="3"/>
                  <a:pt x="171" y="3"/>
                  <a:pt x="171" y="3"/>
                </a:cubicBezTo>
                <a:cubicBezTo>
                  <a:pt x="164" y="0"/>
                  <a:pt x="164" y="0"/>
                  <a:pt x="164" y="0"/>
                </a:cubicBezTo>
                <a:cubicBezTo>
                  <a:pt x="158" y="12"/>
                  <a:pt x="158" y="12"/>
                  <a:pt x="158" y="12"/>
                </a:cubicBezTo>
                <a:cubicBezTo>
                  <a:pt x="156" y="12"/>
                  <a:pt x="155" y="12"/>
                  <a:pt x="153" y="12"/>
                </a:cubicBezTo>
                <a:cubicBezTo>
                  <a:pt x="146" y="1"/>
                  <a:pt x="146" y="1"/>
                  <a:pt x="146" y="1"/>
                </a:cubicBezTo>
                <a:cubicBezTo>
                  <a:pt x="140" y="4"/>
                  <a:pt x="140" y="4"/>
                  <a:pt x="140" y="4"/>
                </a:cubicBezTo>
                <a:cubicBezTo>
                  <a:pt x="142" y="17"/>
                  <a:pt x="142" y="17"/>
                  <a:pt x="142" y="17"/>
                </a:cubicBezTo>
                <a:cubicBezTo>
                  <a:pt x="141" y="18"/>
                  <a:pt x="140" y="19"/>
                  <a:pt x="139" y="20"/>
                </a:cubicBezTo>
                <a:cubicBezTo>
                  <a:pt x="127" y="16"/>
                  <a:pt x="127" y="16"/>
                  <a:pt x="127" y="16"/>
                </a:cubicBezTo>
                <a:cubicBezTo>
                  <a:pt x="123" y="22"/>
                  <a:pt x="123" y="22"/>
                  <a:pt x="123" y="22"/>
                </a:cubicBezTo>
                <a:cubicBezTo>
                  <a:pt x="134" y="30"/>
                  <a:pt x="134" y="30"/>
                  <a:pt x="134" y="30"/>
                </a:cubicBezTo>
                <a:cubicBezTo>
                  <a:pt x="133" y="32"/>
                  <a:pt x="133" y="33"/>
                  <a:pt x="133" y="34"/>
                </a:cubicBezTo>
                <a:cubicBezTo>
                  <a:pt x="121" y="39"/>
                  <a:pt x="121" y="39"/>
                  <a:pt x="121" y="39"/>
                </a:cubicBezTo>
                <a:cubicBezTo>
                  <a:pt x="122" y="46"/>
                  <a:pt x="122" y="46"/>
                  <a:pt x="122" y="46"/>
                </a:cubicBezTo>
                <a:cubicBezTo>
                  <a:pt x="136" y="46"/>
                  <a:pt x="136" y="46"/>
                  <a:pt x="136" y="46"/>
                </a:cubicBezTo>
                <a:cubicBezTo>
                  <a:pt x="136" y="47"/>
                  <a:pt x="137" y="49"/>
                  <a:pt x="138" y="50"/>
                </a:cubicBezTo>
                <a:cubicBezTo>
                  <a:pt x="132" y="61"/>
                  <a:pt x="132" y="61"/>
                  <a:pt x="132" y="61"/>
                </a:cubicBezTo>
                <a:cubicBezTo>
                  <a:pt x="137" y="66"/>
                  <a:pt x="137" y="66"/>
                  <a:pt x="137" y="66"/>
                </a:cubicBezTo>
                <a:cubicBezTo>
                  <a:pt x="147" y="57"/>
                  <a:pt x="147" y="57"/>
                  <a:pt x="147" y="57"/>
                </a:cubicBezTo>
                <a:cubicBezTo>
                  <a:pt x="149" y="58"/>
                  <a:pt x="150" y="58"/>
                  <a:pt x="151" y="58"/>
                </a:cubicBezTo>
                <a:cubicBezTo>
                  <a:pt x="155" y="71"/>
                  <a:pt x="155" y="71"/>
                  <a:pt x="155" y="71"/>
                </a:cubicBezTo>
                <a:cubicBezTo>
                  <a:pt x="161" y="72"/>
                  <a:pt x="161" y="72"/>
                  <a:pt x="161" y="72"/>
                </a:cubicBezTo>
                <a:cubicBezTo>
                  <a:pt x="165" y="60"/>
                  <a:pt x="165" y="60"/>
                  <a:pt x="165" y="60"/>
                </a:cubicBezTo>
                <a:cubicBezTo>
                  <a:pt x="172" y="61"/>
                  <a:pt x="172" y="61"/>
                  <a:pt x="172" y="61"/>
                </a:cubicBezTo>
                <a:cubicBezTo>
                  <a:pt x="172" y="74"/>
                  <a:pt x="172" y="74"/>
                  <a:pt x="172" y="74"/>
                </a:cubicBezTo>
                <a:cubicBezTo>
                  <a:pt x="174" y="74"/>
                  <a:pt x="175" y="75"/>
                  <a:pt x="177" y="76"/>
                </a:cubicBezTo>
                <a:cubicBezTo>
                  <a:pt x="187" y="68"/>
                  <a:pt x="187" y="68"/>
                  <a:pt x="187" y="68"/>
                </a:cubicBezTo>
                <a:cubicBezTo>
                  <a:pt x="192" y="72"/>
                  <a:pt x="192" y="72"/>
                  <a:pt x="192" y="72"/>
                </a:cubicBezTo>
                <a:cubicBezTo>
                  <a:pt x="186" y="83"/>
                  <a:pt x="186" y="83"/>
                  <a:pt x="186" y="83"/>
                </a:cubicBezTo>
                <a:cubicBezTo>
                  <a:pt x="187" y="85"/>
                  <a:pt x="188" y="86"/>
                  <a:pt x="189" y="87"/>
                </a:cubicBezTo>
                <a:cubicBezTo>
                  <a:pt x="201" y="85"/>
                  <a:pt x="201" y="85"/>
                  <a:pt x="201" y="85"/>
                </a:cubicBezTo>
                <a:cubicBezTo>
                  <a:pt x="204" y="92"/>
                  <a:pt x="204" y="92"/>
                  <a:pt x="204" y="92"/>
                </a:cubicBezTo>
                <a:cubicBezTo>
                  <a:pt x="193" y="98"/>
                  <a:pt x="193" y="98"/>
                  <a:pt x="193" y="98"/>
                </a:cubicBezTo>
                <a:cubicBezTo>
                  <a:pt x="193" y="100"/>
                  <a:pt x="193" y="102"/>
                  <a:pt x="193" y="103"/>
                </a:cubicBezTo>
                <a:cubicBezTo>
                  <a:pt x="205" y="108"/>
                  <a:pt x="205" y="108"/>
                  <a:pt x="205" y="108"/>
                </a:cubicBezTo>
                <a:cubicBezTo>
                  <a:pt x="204" y="115"/>
                  <a:pt x="204" y="115"/>
                  <a:pt x="204" y="115"/>
                </a:cubicBezTo>
                <a:cubicBezTo>
                  <a:pt x="191" y="115"/>
                  <a:pt x="191" y="115"/>
                  <a:pt x="191" y="115"/>
                </a:cubicBezTo>
                <a:cubicBezTo>
                  <a:pt x="190" y="117"/>
                  <a:pt x="190" y="118"/>
                  <a:pt x="189" y="120"/>
                </a:cubicBezTo>
                <a:cubicBezTo>
                  <a:pt x="197" y="129"/>
                  <a:pt x="197" y="129"/>
                  <a:pt x="197" y="129"/>
                </a:cubicBezTo>
                <a:cubicBezTo>
                  <a:pt x="192" y="135"/>
                  <a:pt x="192" y="135"/>
                  <a:pt x="192" y="135"/>
                </a:cubicBezTo>
                <a:cubicBezTo>
                  <a:pt x="181" y="128"/>
                  <a:pt x="181" y="128"/>
                  <a:pt x="181" y="128"/>
                </a:cubicBezTo>
                <a:cubicBezTo>
                  <a:pt x="180" y="130"/>
                  <a:pt x="179" y="131"/>
                  <a:pt x="177" y="131"/>
                </a:cubicBezTo>
                <a:cubicBezTo>
                  <a:pt x="179" y="144"/>
                  <a:pt x="179" y="144"/>
                  <a:pt x="179" y="144"/>
                </a:cubicBezTo>
                <a:cubicBezTo>
                  <a:pt x="173" y="146"/>
                  <a:pt x="173" y="146"/>
                  <a:pt x="173" y="146"/>
                </a:cubicBezTo>
                <a:cubicBezTo>
                  <a:pt x="166" y="135"/>
                  <a:pt x="166" y="135"/>
                  <a:pt x="166" y="135"/>
                </a:cubicBezTo>
                <a:cubicBezTo>
                  <a:pt x="165" y="136"/>
                  <a:pt x="163" y="136"/>
                  <a:pt x="161" y="136"/>
                </a:cubicBezTo>
                <a:cubicBezTo>
                  <a:pt x="157" y="148"/>
                  <a:pt x="157" y="148"/>
                  <a:pt x="157" y="148"/>
                </a:cubicBezTo>
                <a:cubicBezTo>
                  <a:pt x="150" y="147"/>
                  <a:pt x="150" y="147"/>
                  <a:pt x="150" y="147"/>
                </a:cubicBezTo>
                <a:cubicBezTo>
                  <a:pt x="150" y="134"/>
                  <a:pt x="150" y="134"/>
                  <a:pt x="150" y="134"/>
                </a:cubicBezTo>
                <a:cubicBezTo>
                  <a:pt x="148" y="133"/>
                  <a:pt x="147" y="132"/>
                  <a:pt x="145" y="132"/>
                </a:cubicBezTo>
                <a:cubicBezTo>
                  <a:pt x="135" y="140"/>
                  <a:pt x="135" y="140"/>
                  <a:pt x="135" y="140"/>
                </a:cubicBezTo>
                <a:cubicBezTo>
                  <a:pt x="130" y="135"/>
                  <a:pt x="130" y="135"/>
                  <a:pt x="130" y="135"/>
                </a:cubicBezTo>
                <a:cubicBezTo>
                  <a:pt x="136" y="124"/>
                  <a:pt x="136" y="124"/>
                  <a:pt x="136" y="124"/>
                </a:cubicBezTo>
                <a:cubicBezTo>
                  <a:pt x="135" y="123"/>
                  <a:pt x="134" y="121"/>
                  <a:pt x="133" y="120"/>
                </a:cubicBezTo>
                <a:cubicBezTo>
                  <a:pt x="121" y="122"/>
                  <a:pt x="121" y="122"/>
                  <a:pt x="121" y="122"/>
                </a:cubicBezTo>
                <a:cubicBezTo>
                  <a:pt x="118" y="115"/>
                  <a:pt x="118" y="115"/>
                  <a:pt x="118" y="115"/>
                </a:cubicBezTo>
                <a:cubicBezTo>
                  <a:pt x="129" y="109"/>
                  <a:pt x="129" y="109"/>
                  <a:pt x="129" y="109"/>
                </a:cubicBezTo>
                <a:cubicBezTo>
                  <a:pt x="129" y="107"/>
                  <a:pt x="129" y="106"/>
                  <a:pt x="129" y="104"/>
                </a:cubicBezTo>
                <a:cubicBezTo>
                  <a:pt x="117" y="99"/>
                  <a:pt x="117" y="99"/>
                  <a:pt x="117" y="99"/>
                </a:cubicBezTo>
                <a:cubicBezTo>
                  <a:pt x="118" y="92"/>
                  <a:pt x="118" y="92"/>
                  <a:pt x="118" y="92"/>
                </a:cubicBezTo>
                <a:cubicBezTo>
                  <a:pt x="131" y="92"/>
                  <a:pt x="131" y="92"/>
                  <a:pt x="131" y="92"/>
                </a:cubicBezTo>
                <a:cubicBezTo>
                  <a:pt x="131" y="91"/>
                  <a:pt x="131" y="88"/>
                  <a:pt x="132" y="86"/>
                </a:cubicBezTo>
                <a:cubicBezTo>
                  <a:pt x="111" y="81"/>
                  <a:pt x="111" y="81"/>
                  <a:pt x="111" y="81"/>
                </a:cubicBezTo>
                <a:cubicBezTo>
                  <a:pt x="111" y="81"/>
                  <a:pt x="111" y="73"/>
                  <a:pt x="111" y="70"/>
                </a:cubicBezTo>
                <a:cubicBezTo>
                  <a:pt x="128" y="64"/>
                  <a:pt x="128" y="64"/>
                  <a:pt x="128" y="64"/>
                </a:cubicBezTo>
                <a:cubicBezTo>
                  <a:pt x="127" y="54"/>
                  <a:pt x="127" y="54"/>
                  <a:pt x="127" y="54"/>
                </a:cubicBezTo>
                <a:cubicBezTo>
                  <a:pt x="108" y="53"/>
                  <a:pt x="108" y="53"/>
                  <a:pt x="108" y="53"/>
                </a:cubicBezTo>
                <a:cubicBezTo>
                  <a:pt x="107" y="51"/>
                  <a:pt x="106" y="49"/>
                  <a:pt x="105" y="47"/>
                </a:cubicBezTo>
                <a:cubicBezTo>
                  <a:pt x="117" y="33"/>
                  <a:pt x="117" y="33"/>
                  <a:pt x="117" y="33"/>
                </a:cubicBezTo>
                <a:cubicBezTo>
                  <a:pt x="111" y="25"/>
                  <a:pt x="111" y="25"/>
                  <a:pt x="111" y="25"/>
                </a:cubicBezTo>
                <a:cubicBezTo>
                  <a:pt x="95" y="33"/>
                  <a:pt x="95" y="33"/>
                  <a:pt x="95" y="33"/>
                </a:cubicBezTo>
                <a:cubicBezTo>
                  <a:pt x="93" y="32"/>
                  <a:pt x="91" y="30"/>
                  <a:pt x="89" y="29"/>
                </a:cubicBezTo>
                <a:cubicBezTo>
                  <a:pt x="92" y="11"/>
                  <a:pt x="92" y="11"/>
                  <a:pt x="92" y="11"/>
                </a:cubicBezTo>
                <a:cubicBezTo>
                  <a:pt x="82" y="7"/>
                  <a:pt x="82" y="7"/>
                  <a:pt x="82" y="7"/>
                </a:cubicBezTo>
                <a:cubicBezTo>
                  <a:pt x="73" y="23"/>
                  <a:pt x="73" y="23"/>
                  <a:pt x="73" y="23"/>
                </a:cubicBezTo>
                <a:cubicBezTo>
                  <a:pt x="70" y="23"/>
                  <a:pt x="68" y="22"/>
                  <a:pt x="65" y="22"/>
                </a:cubicBezTo>
                <a:cubicBezTo>
                  <a:pt x="59" y="5"/>
                  <a:pt x="59" y="5"/>
                  <a:pt x="59" y="5"/>
                </a:cubicBezTo>
                <a:cubicBezTo>
                  <a:pt x="49" y="6"/>
                  <a:pt x="49" y="6"/>
                  <a:pt x="49" y="6"/>
                </a:cubicBezTo>
                <a:cubicBezTo>
                  <a:pt x="49" y="25"/>
                  <a:pt x="49" y="25"/>
                  <a:pt x="49" y="25"/>
                </a:cubicBezTo>
                <a:cubicBezTo>
                  <a:pt x="46" y="26"/>
                  <a:pt x="44" y="27"/>
                  <a:pt x="42" y="28"/>
                </a:cubicBezTo>
                <a:cubicBezTo>
                  <a:pt x="28" y="16"/>
                  <a:pt x="28" y="16"/>
                  <a:pt x="28" y="16"/>
                </a:cubicBezTo>
                <a:cubicBezTo>
                  <a:pt x="20" y="22"/>
                  <a:pt x="20" y="22"/>
                  <a:pt x="20" y="22"/>
                </a:cubicBezTo>
                <a:cubicBezTo>
                  <a:pt x="29" y="39"/>
                  <a:pt x="29" y="39"/>
                  <a:pt x="29" y="39"/>
                </a:cubicBezTo>
                <a:cubicBezTo>
                  <a:pt x="27" y="40"/>
                  <a:pt x="26" y="42"/>
                  <a:pt x="24" y="44"/>
                </a:cubicBezTo>
                <a:cubicBezTo>
                  <a:pt x="6" y="41"/>
                  <a:pt x="6" y="41"/>
                  <a:pt x="6" y="41"/>
                </a:cubicBezTo>
                <a:cubicBezTo>
                  <a:pt x="2" y="51"/>
                  <a:pt x="2" y="51"/>
                  <a:pt x="2" y="51"/>
                </a:cubicBezTo>
                <a:cubicBezTo>
                  <a:pt x="18" y="60"/>
                  <a:pt x="18" y="60"/>
                  <a:pt x="18" y="60"/>
                </a:cubicBezTo>
                <a:cubicBezTo>
                  <a:pt x="18" y="63"/>
                  <a:pt x="18" y="65"/>
                  <a:pt x="18" y="68"/>
                </a:cubicBezTo>
                <a:cubicBezTo>
                  <a:pt x="0" y="74"/>
                  <a:pt x="0" y="74"/>
                  <a:pt x="0" y="74"/>
                </a:cubicBezTo>
                <a:cubicBezTo>
                  <a:pt x="2" y="84"/>
                  <a:pt x="2" y="84"/>
                  <a:pt x="2" y="84"/>
                </a:cubicBezTo>
                <a:cubicBezTo>
                  <a:pt x="20" y="84"/>
                  <a:pt x="20" y="84"/>
                  <a:pt x="20" y="84"/>
                </a:cubicBezTo>
                <a:cubicBezTo>
                  <a:pt x="21" y="87"/>
                  <a:pt x="22" y="89"/>
                  <a:pt x="23" y="91"/>
                </a:cubicBezTo>
                <a:cubicBezTo>
                  <a:pt x="11" y="105"/>
                  <a:pt x="11" y="105"/>
                  <a:pt x="11" y="105"/>
                </a:cubicBezTo>
                <a:cubicBezTo>
                  <a:pt x="18" y="113"/>
                  <a:pt x="18" y="113"/>
                  <a:pt x="18" y="113"/>
                </a:cubicBezTo>
                <a:cubicBezTo>
                  <a:pt x="34" y="104"/>
                  <a:pt x="34" y="104"/>
                  <a:pt x="34" y="104"/>
                </a:cubicBezTo>
                <a:cubicBezTo>
                  <a:pt x="36" y="106"/>
                  <a:pt x="38" y="107"/>
                  <a:pt x="40" y="109"/>
                </a:cubicBezTo>
                <a:cubicBezTo>
                  <a:pt x="36" y="127"/>
                  <a:pt x="36" y="127"/>
                  <a:pt x="36" y="127"/>
                </a:cubicBezTo>
                <a:cubicBezTo>
                  <a:pt x="46" y="131"/>
                  <a:pt x="46" y="131"/>
                  <a:pt x="46" y="131"/>
                </a:cubicBezTo>
                <a:cubicBezTo>
                  <a:pt x="56" y="115"/>
                  <a:pt x="56" y="115"/>
                  <a:pt x="56" y="115"/>
                </a:cubicBezTo>
                <a:cubicBezTo>
                  <a:pt x="58" y="115"/>
                  <a:pt x="61" y="115"/>
                  <a:pt x="63" y="115"/>
                </a:cubicBezTo>
                <a:cubicBezTo>
                  <a:pt x="69" y="133"/>
                  <a:pt x="69" y="133"/>
                  <a:pt x="69" y="133"/>
                </a:cubicBezTo>
                <a:cubicBezTo>
                  <a:pt x="79" y="131"/>
                  <a:pt x="79" y="131"/>
                  <a:pt x="79" y="131"/>
                </a:cubicBezTo>
                <a:cubicBezTo>
                  <a:pt x="80" y="113"/>
                  <a:pt x="80" y="113"/>
                  <a:pt x="80" y="113"/>
                </a:cubicBezTo>
                <a:cubicBezTo>
                  <a:pt x="82" y="112"/>
                  <a:pt x="84" y="111"/>
                  <a:pt x="87" y="110"/>
                </a:cubicBezTo>
                <a:cubicBezTo>
                  <a:pt x="101" y="122"/>
                  <a:pt x="101" y="122"/>
                  <a:pt x="101" y="122"/>
                </a:cubicBezTo>
                <a:cubicBezTo>
                  <a:pt x="109" y="116"/>
                  <a:pt x="109" y="116"/>
                  <a:pt x="109" y="116"/>
                </a:cubicBezTo>
                <a:cubicBezTo>
                  <a:pt x="100" y="99"/>
                  <a:pt x="100" y="99"/>
                  <a:pt x="100" y="99"/>
                </a:cubicBezTo>
                <a:moveTo>
                  <a:pt x="67" y="87"/>
                </a:moveTo>
                <a:cubicBezTo>
                  <a:pt x="57" y="89"/>
                  <a:pt x="48" y="82"/>
                  <a:pt x="46" y="72"/>
                </a:cubicBezTo>
                <a:cubicBezTo>
                  <a:pt x="44" y="62"/>
                  <a:pt x="51" y="52"/>
                  <a:pt x="61" y="51"/>
                </a:cubicBezTo>
                <a:cubicBezTo>
                  <a:pt x="71" y="49"/>
                  <a:pt x="81" y="56"/>
                  <a:pt x="82" y="66"/>
                </a:cubicBezTo>
                <a:cubicBezTo>
                  <a:pt x="84" y="76"/>
                  <a:pt x="77" y="85"/>
                  <a:pt x="67" y="87"/>
                </a:cubicBezTo>
                <a:close/>
              </a:path>
            </a:pathLst>
          </a:custGeom>
          <a:noFill/>
          <a:ln w="19050" cap="rnd">
            <a:solidFill>
              <a:schemeClr val="accent3">
                <a:lumMod val="75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prstClr val="black"/>
              </a:solidFill>
              <a:effectLst/>
              <a:uLnTx/>
              <a:uFillTx/>
              <a:latin typeface="Ubuntu Medium"/>
              <a:ea typeface="+mn-ea"/>
              <a:cs typeface="Arial" pitchFamily="34" charset="0"/>
            </a:endParaRPr>
          </a:p>
        </p:txBody>
      </p:sp>
      <p:sp>
        <p:nvSpPr>
          <p:cNvPr id="550" name="Rounded Rectangle 67">
            <a:extLst>
              <a:ext uri="{FF2B5EF4-FFF2-40B4-BE49-F238E27FC236}">
                <a16:creationId xmlns:a16="http://schemas.microsoft.com/office/drawing/2014/main" id="{7329D366-6BF8-1AF1-B394-54A75C6D8556}"/>
              </a:ext>
            </a:extLst>
          </p:cNvPr>
          <p:cNvSpPr>
            <a:spLocks/>
          </p:cNvSpPr>
          <p:nvPr/>
        </p:nvSpPr>
        <p:spPr>
          <a:xfrm>
            <a:off x="10448981" y="1147301"/>
            <a:ext cx="1618485" cy="1279891"/>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61" name="Gleichschenkliges Dreieck 2">
            <a:extLst>
              <a:ext uri="{FF2B5EF4-FFF2-40B4-BE49-F238E27FC236}">
                <a16:creationId xmlns:a16="http://schemas.microsoft.com/office/drawing/2014/main" id="{15A99339-EFE8-1129-A78E-BBC4B7B4B087}"/>
              </a:ext>
            </a:extLst>
          </p:cNvPr>
          <p:cNvSpPr/>
          <p:nvPr/>
        </p:nvSpPr>
        <p:spPr bwMode="auto">
          <a:xfrm>
            <a:off x="10823361" y="852548"/>
            <a:ext cx="1229237" cy="288000"/>
          </a:xfrm>
          <a:prstGeom prst="rect">
            <a:avLst/>
          </a:prstGeom>
          <a:solidFill>
            <a:srgbClr val="0041C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Accelerators / Tools</a:t>
            </a:r>
          </a:p>
        </p:txBody>
      </p:sp>
      <p:sp>
        <p:nvSpPr>
          <p:cNvPr id="562" name="TextBox 561">
            <a:extLst>
              <a:ext uri="{FF2B5EF4-FFF2-40B4-BE49-F238E27FC236}">
                <a16:creationId xmlns:a16="http://schemas.microsoft.com/office/drawing/2014/main" id="{0435C89F-1152-EA9D-CFFE-155AB3CA8520}"/>
              </a:ext>
            </a:extLst>
          </p:cNvPr>
          <p:cNvSpPr txBox="1"/>
          <p:nvPr/>
        </p:nvSpPr>
        <p:spPr>
          <a:xfrm>
            <a:off x="10439121" y="1187146"/>
            <a:ext cx="1588444" cy="1051570"/>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GW OOTB Feature Matrix</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Decision Log, Action Item tracker</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Query log</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Mind map</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Standards &amp; Best Practices guide</a:t>
            </a:r>
          </a:p>
        </p:txBody>
      </p:sp>
      <p:cxnSp>
        <p:nvCxnSpPr>
          <p:cNvPr id="567" name="Connector: Curved 566">
            <a:extLst>
              <a:ext uri="{FF2B5EF4-FFF2-40B4-BE49-F238E27FC236}">
                <a16:creationId xmlns:a16="http://schemas.microsoft.com/office/drawing/2014/main" id="{DF2CCA85-2990-239E-9A33-0DB69ECF1386}"/>
              </a:ext>
            </a:extLst>
          </p:cNvPr>
          <p:cNvCxnSpPr>
            <a:stCxn id="328" idx="3"/>
          </p:cNvCxnSpPr>
          <p:nvPr/>
        </p:nvCxnSpPr>
        <p:spPr>
          <a:xfrm flipH="1" flipV="1">
            <a:off x="7896060" y="2198476"/>
            <a:ext cx="995802" cy="1452282"/>
          </a:xfrm>
          <a:prstGeom prst="curvedConnector4">
            <a:avLst>
              <a:gd name="adj1" fmla="val -22956"/>
              <a:gd name="adj2" fmla="val 56121"/>
            </a:avLst>
          </a:prstGeom>
        </p:spPr>
        <p:style>
          <a:lnRef idx="1">
            <a:schemeClr val="accent1"/>
          </a:lnRef>
          <a:fillRef idx="0">
            <a:schemeClr val="accent1"/>
          </a:fillRef>
          <a:effectRef idx="0">
            <a:schemeClr val="accent1"/>
          </a:effectRef>
          <a:fontRef idx="minor">
            <a:schemeClr val="tx1"/>
          </a:fontRef>
        </p:style>
      </p:cxnSp>
      <p:sp>
        <p:nvSpPr>
          <p:cNvPr id="570" name="Rounded Rectangle 67">
            <a:extLst>
              <a:ext uri="{FF2B5EF4-FFF2-40B4-BE49-F238E27FC236}">
                <a16:creationId xmlns:a16="http://schemas.microsoft.com/office/drawing/2014/main" id="{0B089B8A-AAF6-D033-423E-C9FCA88A0A65}"/>
              </a:ext>
            </a:extLst>
          </p:cNvPr>
          <p:cNvSpPr>
            <a:spLocks/>
          </p:cNvSpPr>
          <p:nvPr/>
        </p:nvSpPr>
        <p:spPr>
          <a:xfrm>
            <a:off x="1262705"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71" name="TextBox 196">
            <a:extLst>
              <a:ext uri="{FF2B5EF4-FFF2-40B4-BE49-F238E27FC236}">
                <a16:creationId xmlns:a16="http://schemas.microsoft.com/office/drawing/2014/main" id="{000416FC-451A-3A40-9BCD-47A384C31766}"/>
              </a:ext>
            </a:extLst>
          </p:cNvPr>
          <p:cNvSpPr txBox="1">
            <a:spLocks/>
          </p:cNvSpPr>
          <p:nvPr/>
        </p:nvSpPr>
        <p:spPr>
          <a:xfrm>
            <a:off x="1344893" y="5194219"/>
            <a:ext cx="1917715" cy="301795"/>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77" name="TextBox 576">
            <a:extLst>
              <a:ext uri="{FF2B5EF4-FFF2-40B4-BE49-F238E27FC236}">
                <a16:creationId xmlns:a16="http://schemas.microsoft.com/office/drawing/2014/main" id="{AD1EFDB4-6B3E-9390-441D-0A8BCA7EAB02}"/>
              </a:ext>
            </a:extLst>
          </p:cNvPr>
          <p:cNvSpPr txBox="1"/>
          <p:nvPr/>
        </p:nvSpPr>
        <p:spPr>
          <a:xfrm>
            <a:off x="1261054" y="5537464"/>
            <a:ext cx="1978663" cy="84638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Architectural Solution  Design</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and recommendations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High level Integration Design</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Data Structure &amp; Data model</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Third Party Dependencies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endParaRPr kumimoji="0" lang="en-US"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endParaRPr kumimoji="0" lang="en-US" sz="700" b="0" i="0" u="none" strike="noStrike" kern="1200" cap="none" spc="0" normalizeH="0" baseline="0" noProof="0">
              <a:ln>
                <a:noFill/>
              </a:ln>
              <a:solidFill>
                <a:prstClr val="black"/>
              </a:solidFill>
              <a:effectLst/>
              <a:uLnTx/>
              <a:uFillTx/>
              <a:latin typeface="Ubuntu"/>
              <a:ea typeface="+mn-ea"/>
              <a:cs typeface="+mn-cs"/>
            </a:endParaRPr>
          </a:p>
        </p:txBody>
      </p:sp>
      <p:grpSp>
        <p:nvGrpSpPr>
          <p:cNvPr id="578" name="Plan5" descr="{&quot;Key&quot;:&quot;POWER_USER_SHAPE_ICON&quot;,&quot;Value&quot;:&quot;POWER_USER_SHAPE_ICON_STYLE_1&quot;}">
            <a:extLst>
              <a:ext uri="{FF2B5EF4-FFF2-40B4-BE49-F238E27FC236}">
                <a16:creationId xmlns:a16="http://schemas.microsoft.com/office/drawing/2014/main" id="{134B0E47-23B7-E6F1-1F90-B286E655C217}"/>
              </a:ext>
            </a:extLst>
          </p:cNvPr>
          <p:cNvGrpSpPr>
            <a:grpSpLocks noChangeAspect="1"/>
          </p:cNvGrpSpPr>
          <p:nvPr/>
        </p:nvGrpSpPr>
        <p:grpSpPr>
          <a:xfrm>
            <a:off x="1482090" y="5067764"/>
            <a:ext cx="324000" cy="340341"/>
            <a:chOff x="8462963" y="1682750"/>
            <a:chExt cx="706430" cy="762001"/>
          </a:xfrm>
        </p:grpSpPr>
        <p:sp>
          <p:nvSpPr>
            <p:cNvPr id="579" name="Freeform 55">
              <a:extLst>
                <a:ext uri="{FF2B5EF4-FFF2-40B4-BE49-F238E27FC236}">
                  <a16:creationId xmlns:a16="http://schemas.microsoft.com/office/drawing/2014/main" id="{D2C1A6DD-C47C-0AA0-AB7C-BE8E6B11DC60}"/>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0" name="Freeform 56">
              <a:extLst>
                <a:ext uri="{FF2B5EF4-FFF2-40B4-BE49-F238E27FC236}">
                  <a16:creationId xmlns:a16="http://schemas.microsoft.com/office/drawing/2014/main" id="{D5A52C1E-3E83-B7C6-54AD-E748533C0F8C}"/>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1" name="Line 57">
              <a:extLst>
                <a:ext uri="{FF2B5EF4-FFF2-40B4-BE49-F238E27FC236}">
                  <a16:creationId xmlns:a16="http://schemas.microsoft.com/office/drawing/2014/main" id="{D482EFE6-0B01-5EB8-E1A6-140F947E32B8}"/>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2" name="Freeform 58">
              <a:extLst>
                <a:ext uri="{FF2B5EF4-FFF2-40B4-BE49-F238E27FC236}">
                  <a16:creationId xmlns:a16="http://schemas.microsoft.com/office/drawing/2014/main" id="{1CD76B00-07CD-EC07-DC64-D80A7E963B51}"/>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3" name="Freeform 59">
              <a:extLst>
                <a:ext uri="{FF2B5EF4-FFF2-40B4-BE49-F238E27FC236}">
                  <a16:creationId xmlns:a16="http://schemas.microsoft.com/office/drawing/2014/main" id="{C4F53FBF-82E0-01B4-FF6B-C126472CFE7E}"/>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4" name="Line 60">
              <a:extLst>
                <a:ext uri="{FF2B5EF4-FFF2-40B4-BE49-F238E27FC236}">
                  <a16:creationId xmlns:a16="http://schemas.microsoft.com/office/drawing/2014/main" id="{F30BA62D-08E1-6F44-6990-47D098546B81}"/>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587" name="Connector: Curved 586">
            <a:extLst>
              <a:ext uri="{FF2B5EF4-FFF2-40B4-BE49-F238E27FC236}">
                <a16:creationId xmlns:a16="http://schemas.microsoft.com/office/drawing/2014/main" id="{BDF969E9-7948-3E63-1750-7EEBE825A567}"/>
              </a:ext>
            </a:extLst>
          </p:cNvPr>
          <p:cNvCxnSpPr>
            <a:stCxn id="336" idx="1"/>
            <a:endCxn id="571" idx="0"/>
          </p:cNvCxnSpPr>
          <p:nvPr/>
        </p:nvCxnSpPr>
        <p:spPr>
          <a:xfrm rot="10800000" flipV="1">
            <a:off x="2303751" y="4638769"/>
            <a:ext cx="3449240" cy="555449"/>
          </a:xfrm>
          <a:prstGeom prst="curvedConnector2">
            <a:avLst/>
          </a:prstGeom>
        </p:spPr>
        <p:style>
          <a:lnRef idx="1">
            <a:schemeClr val="accent1"/>
          </a:lnRef>
          <a:fillRef idx="0">
            <a:schemeClr val="accent1"/>
          </a:fillRef>
          <a:effectRef idx="0">
            <a:schemeClr val="accent1"/>
          </a:effectRef>
          <a:fontRef idx="minor">
            <a:schemeClr val="tx1"/>
          </a:fontRef>
        </p:style>
      </p:cxnSp>
      <p:sp>
        <p:nvSpPr>
          <p:cNvPr id="589" name="TextBox 588">
            <a:extLst>
              <a:ext uri="{FF2B5EF4-FFF2-40B4-BE49-F238E27FC236}">
                <a16:creationId xmlns:a16="http://schemas.microsoft.com/office/drawing/2014/main" id="{BB71CF6D-AF8F-4F48-CC29-82A7C3C71941}"/>
              </a:ext>
            </a:extLst>
          </p:cNvPr>
          <p:cNvSpPr txBox="1"/>
          <p:nvPr/>
        </p:nvSpPr>
        <p:spPr>
          <a:xfrm>
            <a:off x="1226720" y="1466390"/>
            <a:ext cx="2082610" cy="1061829"/>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Inception Plan</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Inception session Guardrails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Right Tools  –  High level Backlog, Functional accelerators </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Preparedness to Workshop topics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Guidewire OOTB Cloud Instance for demo</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Understanding Client’s Business process at high level</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As-is Process flows</a:t>
            </a:r>
          </a:p>
        </p:txBody>
      </p:sp>
      <p:grpSp>
        <p:nvGrpSpPr>
          <p:cNvPr id="591" name="Woman29" descr="{&quot;Key&quot;:&quot;POWER_USER_SHAPE_ICON&quot;,&quot;Value&quot;:&quot;POWER_USER_SHAPE_ICON_STYLE_1&quot;}">
            <a:extLst>
              <a:ext uri="{FF2B5EF4-FFF2-40B4-BE49-F238E27FC236}">
                <a16:creationId xmlns:a16="http://schemas.microsoft.com/office/drawing/2014/main" id="{D05122A3-CC1B-1DCF-345A-D0719D93D058}"/>
              </a:ext>
            </a:extLst>
          </p:cNvPr>
          <p:cNvGrpSpPr>
            <a:grpSpLocks noChangeAspect="1"/>
          </p:cNvGrpSpPr>
          <p:nvPr/>
        </p:nvGrpSpPr>
        <p:grpSpPr>
          <a:xfrm>
            <a:off x="2678212" y="2919141"/>
            <a:ext cx="288000" cy="346700"/>
            <a:chOff x="3049573" y="285562"/>
            <a:chExt cx="588025" cy="755384"/>
          </a:xfrm>
        </p:grpSpPr>
        <p:sp>
          <p:nvSpPr>
            <p:cNvPr id="592" name="Freeform: Shape 591">
              <a:extLst>
                <a:ext uri="{FF2B5EF4-FFF2-40B4-BE49-F238E27FC236}">
                  <a16:creationId xmlns:a16="http://schemas.microsoft.com/office/drawing/2014/main" id="{B0CA100C-E26B-288F-6238-D56402329088}"/>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3" name="Freeform: Shape 592">
              <a:extLst>
                <a:ext uri="{FF2B5EF4-FFF2-40B4-BE49-F238E27FC236}">
                  <a16:creationId xmlns:a16="http://schemas.microsoft.com/office/drawing/2014/main" id="{E66AB2DA-22DA-C8EE-7591-8E812208F7F4}"/>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4" name="Freeform: Shape 593">
              <a:extLst>
                <a:ext uri="{FF2B5EF4-FFF2-40B4-BE49-F238E27FC236}">
                  <a16:creationId xmlns:a16="http://schemas.microsoft.com/office/drawing/2014/main" id="{2FB95299-3E2B-61BF-8BE1-8028B7B6E924}"/>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5" name="Freeform: Shape 594">
              <a:extLst>
                <a:ext uri="{FF2B5EF4-FFF2-40B4-BE49-F238E27FC236}">
                  <a16:creationId xmlns:a16="http://schemas.microsoft.com/office/drawing/2014/main" id="{809E3699-73F8-0554-F17E-965BCD1EB598}"/>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6" name="Freeform: Shape 595">
              <a:extLst>
                <a:ext uri="{FF2B5EF4-FFF2-40B4-BE49-F238E27FC236}">
                  <a16:creationId xmlns:a16="http://schemas.microsoft.com/office/drawing/2014/main" id="{2EB1A45B-4984-7C56-134C-9989C0B9FD58}"/>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7" name="Freeform: Shape 596">
              <a:extLst>
                <a:ext uri="{FF2B5EF4-FFF2-40B4-BE49-F238E27FC236}">
                  <a16:creationId xmlns:a16="http://schemas.microsoft.com/office/drawing/2014/main" id="{CEB8D5D9-825F-2791-CCB2-B099E3078AEB}"/>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98" name="Employee6" descr="{&quot;Key&quot;:&quot;POWER_USER_SHAPE_ICON&quot;,&quot;Value&quot;:&quot;POWER_USER_SHAPE_ICON_STYLE_1&quot;}">
            <a:extLst>
              <a:ext uri="{FF2B5EF4-FFF2-40B4-BE49-F238E27FC236}">
                <a16:creationId xmlns:a16="http://schemas.microsoft.com/office/drawing/2014/main" id="{F7E2A569-5D94-4CD7-DA77-6A5A31593425}"/>
              </a:ext>
            </a:extLst>
          </p:cNvPr>
          <p:cNvGrpSpPr>
            <a:grpSpLocks noChangeAspect="1"/>
          </p:cNvGrpSpPr>
          <p:nvPr/>
        </p:nvGrpSpPr>
        <p:grpSpPr>
          <a:xfrm>
            <a:off x="2982516" y="2919312"/>
            <a:ext cx="288000" cy="342474"/>
            <a:chOff x="3584576" y="3348038"/>
            <a:chExt cx="230188" cy="292100"/>
          </a:xfrm>
          <a:solidFill>
            <a:schemeClr val="accent1"/>
          </a:solidFill>
        </p:grpSpPr>
        <p:sp>
          <p:nvSpPr>
            <p:cNvPr id="599" name="Freeform 1099">
              <a:extLst>
                <a:ext uri="{FF2B5EF4-FFF2-40B4-BE49-F238E27FC236}">
                  <a16:creationId xmlns:a16="http://schemas.microsoft.com/office/drawing/2014/main" id="{B137182B-B12F-E76B-7B3C-D5E24033B6D4}"/>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0" name="Freeform 1100">
              <a:extLst>
                <a:ext uri="{FF2B5EF4-FFF2-40B4-BE49-F238E27FC236}">
                  <a16:creationId xmlns:a16="http://schemas.microsoft.com/office/drawing/2014/main" id="{4FE45E9B-3FD5-29F3-F9F9-682F66A4795C}"/>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1" name="Freeform 1101">
              <a:extLst>
                <a:ext uri="{FF2B5EF4-FFF2-40B4-BE49-F238E27FC236}">
                  <a16:creationId xmlns:a16="http://schemas.microsoft.com/office/drawing/2014/main" id="{63615EB1-B6BF-480F-C62C-BA9140035AFA}"/>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2" name="Freeform 1102">
              <a:extLst>
                <a:ext uri="{FF2B5EF4-FFF2-40B4-BE49-F238E27FC236}">
                  <a16:creationId xmlns:a16="http://schemas.microsoft.com/office/drawing/2014/main" id="{62DF398A-1AB4-FCDE-FEF7-FBDDDD4A1982}"/>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3" name="Freeform 1103">
              <a:extLst>
                <a:ext uri="{FF2B5EF4-FFF2-40B4-BE49-F238E27FC236}">
                  <a16:creationId xmlns:a16="http://schemas.microsoft.com/office/drawing/2014/main" id="{6D52203E-78DF-1FBB-8996-6BDF997FE5BF}"/>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4" name="Freeform 1104">
              <a:extLst>
                <a:ext uri="{FF2B5EF4-FFF2-40B4-BE49-F238E27FC236}">
                  <a16:creationId xmlns:a16="http://schemas.microsoft.com/office/drawing/2014/main" id="{C190ABAB-0905-A884-79D2-D7F8636AAB95}"/>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5" name="Freeform 1105">
              <a:extLst>
                <a:ext uri="{FF2B5EF4-FFF2-40B4-BE49-F238E27FC236}">
                  <a16:creationId xmlns:a16="http://schemas.microsoft.com/office/drawing/2014/main" id="{7BF4FAC3-05A7-D81B-D01C-32AA6368571E}"/>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6" name="Freeform 1106">
              <a:extLst>
                <a:ext uri="{FF2B5EF4-FFF2-40B4-BE49-F238E27FC236}">
                  <a16:creationId xmlns:a16="http://schemas.microsoft.com/office/drawing/2014/main" id="{ACD8C4E7-19E5-A866-1ED2-714FF015A277}"/>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7" name="Freeform 1107">
              <a:extLst>
                <a:ext uri="{FF2B5EF4-FFF2-40B4-BE49-F238E27FC236}">
                  <a16:creationId xmlns:a16="http://schemas.microsoft.com/office/drawing/2014/main" id="{19ACBDF4-3269-2802-BDCB-536BDF954B51}"/>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8" name="Freeform 1108">
              <a:extLst>
                <a:ext uri="{FF2B5EF4-FFF2-40B4-BE49-F238E27FC236}">
                  <a16:creationId xmlns:a16="http://schemas.microsoft.com/office/drawing/2014/main" id="{5F87B64F-454F-9A5D-9D82-D95501B8CD09}"/>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9" name="Freeform 1109">
              <a:extLst>
                <a:ext uri="{FF2B5EF4-FFF2-40B4-BE49-F238E27FC236}">
                  <a16:creationId xmlns:a16="http://schemas.microsoft.com/office/drawing/2014/main" id="{6A924FB4-0F6D-1B14-316D-C8B2687C233F}"/>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0" name="Rectangle 1110">
              <a:extLst>
                <a:ext uri="{FF2B5EF4-FFF2-40B4-BE49-F238E27FC236}">
                  <a16:creationId xmlns:a16="http://schemas.microsoft.com/office/drawing/2014/main" id="{BB9B56F6-6A0A-228A-0EDA-11E23677EC52}"/>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1" name="Rectangle 1111">
              <a:extLst>
                <a:ext uri="{FF2B5EF4-FFF2-40B4-BE49-F238E27FC236}">
                  <a16:creationId xmlns:a16="http://schemas.microsoft.com/office/drawing/2014/main" id="{70DE412A-51E2-CF46-AED8-10F2A34DCB86}"/>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2" name="Rectangle 1112">
              <a:extLst>
                <a:ext uri="{FF2B5EF4-FFF2-40B4-BE49-F238E27FC236}">
                  <a16:creationId xmlns:a16="http://schemas.microsoft.com/office/drawing/2014/main" id="{4DB37F5D-A0C7-6D4F-01B1-5E60BE611CA8}"/>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3" name="Rectangle 1113">
              <a:extLst>
                <a:ext uri="{FF2B5EF4-FFF2-40B4-BE49-F238E27FC236}">
                  <a16:creationId xmlns:a16="http://schemas.microsoft.com/office/drawing/2014/main" id="{9AD3CFE6-8183-0910-A6CE-AAE31C7E3063}"/>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4" name="Rectangle 1114">
              <a:extLst>
                <a:ext uri="{FF2B5EF4-FFF2-40B4-BE49-F238E27FC236}">
                  <a16:creationId xmlns:a16="http://schemas.microsoft.com/office/drawing/2014/main" id="{27C4A39A-FAA6-982B-7142-8096F99E9495}"/>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5" name="Freeform 1115">
              <a:extLst>
                <a:ext uri="{FF2B5EF4-FFF2-40B4-BE49-F238E27FC236}">
                  <a16:creationId xmlns:a16="http://schemas.microsoft.com/office/drawing/2014/main" id="{B53C679C-5FA0-3980-317A-7CDE470A8290}"/>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6" name="Freeform 1116">
              <a:extLst>
                <a:ext uri="{FF2B5EF4-FFF2-40B4-BE49-F238E27FC236}">
                  <a16:creationId xmlns:a16="http://schemas.microsoft.com/office/drawing/2014/main" id="{FBAE2F84-3A15-73DF-B590-28C959C95524}"/>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7" name="Freeform 1117">
              <a:extLst>
                <a:ext uri="{FF2B5EF4-FFF2-40B4-BE49-F238E27FC236}">
                  <a16:creationId xmlns:a16="http://schemas.microsoft.com/office/drawing/2014/main" id="{B75FA920-8343-519A-8E80-9FCFE55D288E}"/>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8" name="Freeform 1118">
              <a:extLst>
                <a:ext uri="{FF2B5EF4-FFF2-40B4-BE49-F238E27FC236}">
                  <a16:creationId xmlns:a16="http://schemas.microsoft.com/office/drawing/2014/main" id="{92735659-87F8-E307-9550-AC106004C517}"/>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9" name="Freeform 1119">
              <a:extLst>
                <a:ext uri="{FF2B5EF4-FFF2-40B4-BE49-F238E27FC236}">
                  <a16:creationId xmlns:a16="http://schemas.microsoft.com/office/drawing/2014/main" id="{244CC1A0-0F14-B998-073A-ACA1410D116E}"/>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26" name="TextBox 625">
            <a:extLst>
              <a:ext uri="{FF2B5EF4-FFF2-40B4-BE49-F238E27FC236}">
                <a16:creationId xmlns:a16="http://schemas.microsoft.com/office/drawing/2014/main" id="{B361F17B-4725-2779-D8E4-DEE3E07FBFAB}"/>
              </a:ext>
            </a:extLst>
          </p:cNvPr>
          <p:cNvSpPr txBox="1"/>
          <p:nvPr/>
        </p:nvSpPr>
        <p:spPr>
          <a:xfrm>
            <a:off x="1260188" y="3473542"/>
            <a:ext cx="2082610" cy="1384995"/>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 Guidewire Product Capabilities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Undergo Product Training / Product demo</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 Ways of working, Program methodology etc</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 Program Scope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Understanding base Architecture (e.g. Headless architecture for PolicyCenter)</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Understanding UWWB Scope, capabilities and what has been built &amp; planned</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Enabling SMEs with authority to decide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Adapt Vs Adopt</a:t>
            </a:r>
          </a:p>
        </p:txBody>
      </p:sp>
      <p:sp>
        <p:nvSpPr>
          <p:cNvPr id="17" name="Scroll: Vertical 16">
            <a:extLst>
              <a:ext uri="{FF2B5EF4-FFF2-40B4-BE49-F238E27FC236}">
                <a16:creationId xmlns:a16="http://schemas.microsoft.com/office/drawing/2014/main" id="{27FD02A8-CA2D-CCE8-8180-335F21BAAD80}"/>
              </a:ext>
            </a:extLst>
          </p:cNvPr>
          <p:cNvSpPr/>
          <p:nvPr/>
        </p:nvSpPr>
        <p:spPr>
          <a:xfrm>
            <a:off x="3914962" y="1197099"/>
            <a:ext cx="1218288" cy="945888"/>
          </a:xfrm>
          <a:prstGeom prst="verticalScroll">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1" u="none" strike="noStrike" kern="1200" cap="none" spc="0" normalizeH="0" baseline="0" noProof="0">
                <a:ln>
                  <a:noFill/>
                </a:ln>
                <a:solidFill>
                  <a:prstClr val="black"/>
                </a:solidFill>
                <a:effectLst/>
                <a:uLnTx/>
                <a:uFillTx/>
                <a:latin typeface="Ubuntu"/>
                <a:ea typeface="+mn-ea"/>
                <a:cs typeface="+mn-cs"/>
              </a:rPr>
              <a:t>Inch-deep; Mile wide</a:t>
            </a:r>
            <a:endParaRPr kumimoji="0" lang="en-US" sz="1000" b="1" i="1" u="none" strike="noStrike" kern="1200" cap="none" spc="0" normalizeH="0" baseline="0" noProof="0" err="1">
              <a:ln>
                <a:noFill/>
              </a:ln>
              <a:solidFill>
                <a:prstClr val="black"/>
              </a:solidFill>
              <a:effectLst/>
              <a:uLnTx/>
              <a:uFillTx/>
              <a:latin typeface="Ubuntu"/>
              <a:ea typeface="+mn-ea"/>
              <a:cs typeface="+mn-cs"/>
            </a:endParaRPr>
          </a:p>
        </p:txBody>
      </p:sp>
      <p:sp>
        <p:nvSpPr>
          <p:cNvPr id="18" name="TextBox 17">
            <a:extLst>
              <a:ext uri="{FF2B5EF4-FFF2-40B4-BE49-F238E27FC236}">
                <a16:creationId xmlns:a16="http://schemas.microsoft.com/office/drawing/2014/main" id="{299B37C1-DABF-5AD9-7356-903ED6FD1F63}"/>
              </a:ext>
            </a:extLst>
          </p:cNvPr>
          <p:cNvSpPr txBox="1"/>
          <p:nvPr/>
        </p:nvSpPr>
        <p:spPr>
          <a:xfrm>
            <a:off x="4083986" y="964209"/>
            <a:ext cx="88240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Ubuntu"/>
                <a:ea typeface="+mn-ea"/>
                <a:cs typeface="+mn-cs"/>
              </a:rPr>
              <a:t>Inception</a:t>
            </a:r>
            <a:endParaRPr kumimoji="0" lang="en-US" sz="1800" b="1" i="0" u="none" strike="noStrike" kern="1200" cap="none" spc="0" normalizeH="0" baseline="0" noProof="0">
              <a:ln>
                <a:noFill/>
              </a:ln>
              <a:solidFill>
                <a:prstClr val="black"/>
              </a:solidFill>
              <a:effectLst/>
              <a:uLnTx/>
              <a:uFillTx/>
              <a:latin typeface="Ubuntu"/>
              <a:ea typeface="+mn-ea"/>
              <a:cs typeface="+mn-cs"/>
            </a:endParaRPr>
          </a:p>
        </p:txBody>
      </p:sp>
      <p:sp>
        <p:nvSpPr>
          <p:cNvPr id="19" name="Frame 18">
            <a:extLst>
              <a:ext uri="{FF2B5EF4-FFF2-40B4-BE49-F238E27FC236}">
                <a16:creationId xmlns:a16="http://schemas.microsoft.com/office/drawing/2014/main" id="{603CF9C2-266F-4918-EDFD-3678C83BBC2E}"/>
              </a:ext>
            </a:extLst>
          </p:cNvPr>
          <p:cNvSpPr/>
          <p:nvPr/>
        </p:nvSpPr>
        <p:spPr>
          <a:xfrm>
            <a:off x="3784785" y="940808"/>
            <a:ext cx="1494568" cy="1308008"/>
          </a:xfrm>
          <a:prstGeom prst="frame">
            <a:avLst>
              <a:gd name="adj1" fmla="val 3342"/>
            </a:avLst>
          </a:prstGeom>
          <a:solidFill>
            <a:schemeClr val="bg1">
              <a:lumMod val="9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black"/>
              </a:solidFill>
              <a:effectLst/>
              <a:uLnTx/>
              <a:uFillTx/>
              <a:latin typeface="Ubuntu"/>
              <a:ea typeface="+mn-ea"/>
              <a:cs typeface="+mn-cs"/>
            </a:endParaRPr>
          </a:p>
        </p:txBody>
      </p:sp>
      <p:grpSp>
        <p:nvGrpSpPr>
          <p:cNvPr id="14" name="Plan5" descr="{&quot;Key&quot;:&quot;POWER_USER_SHAPE_ICON&quot;,&quot;Value&quot;:&quot;POWER_USER_SHAPE_ICON_STYLE_1&quot;}">
            <a:extLst>
              <a:ext uri="{FF2B5EF4-FFF2-40B4-BE49-F238E27FC236}">
                <a16:creationId xmlns:a16="http://schemas.microsoft.com/office/drawing/2014/main" id="{1478B5E1-8DD4-894E-69CF-805D376340AC}"/>
              </a:ext>
            </a:extLst>
          </p:cNvPr>
          <p:cNvGrpSpPr>
            <a:grpSpLocks noChangeAspect="1"/>
          </p:cNvGrpSpPr>
          <p:nvPr/>
        </p:nvGrpSpPr>
        <p:grpSpPr>
          <a:xfrm>
            <a:off x="7121622" y="857322"/>
            <a:ext cx="324000" cy="340341"/>
            <a:chOff x="8462963" y="1682750"/>
            <a:chExt cx="706430" cy="762001"/>
          </a:xfrm>
        </p:grpSpPr>
        <p:sp>
          <p:nvSpPr>
            <p:cNvPr id="15" name="Freeform 55">
              <a:extLst>
                <a:ext uri="{FF2B5EF4-FFF2-40B4-BE49-F238E27FC236}">
                  <a16:creationId xmlns:a16="http://schemas.microsoft.com/office/drawing/2014/main" id="{F131B45E-684B-9C13-6837-F2FDA3655130}"/>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56">
              <a:extLst>
                <a:ext uri="{FF2B5EF4-FFF2-40B4-BE49-F238E27FC236}">
                  <a16:creationId xmlns:a16="http://schemas.microsoft.com/office/drawing/2014/main" id="{4CD7DC7D-43D5-80E7-28BB-272D7F7AD1A8}"/>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Line 57">
              <a:extLst>
                <a:ext uri="{FF2B5EF4-FFF2-40B4-BE49-F238E27FC236}">
                  <a16:creationId xmlns:a16="http://schemas.microsoft.com/office/drawing/2014/main" id="{E4E2F38D-BFC0-ECAA-BDE2-AD96D542A469}"/>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Freeform 58">
              <a:extLst>
                <a:ext uri="{FF2B5EF4-FFF2-40B4-BE49-F238E27FC236}">
                  <a16:creationId xmlns:a16="http://schemas.microsoft.com/office/drawing/2014/main" id="{69C8FDCC-02B9-30D4-4E6E-919350A72B6E}"/>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59">
              <a:extLst>
                <a:ext uri="{FF2B5EF4-FFF2-40B4-BE49-F238E27FC236}">
                  <a16:creationId xmlns:a16="http://schemas.microsoft.com/office/drawing/2014/main" id="{EFAC69DB-8D65-C4EE-6234-F2096B29861E}"/>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Line 60">
              <a:extLst>
                <a:ext uri="{FF2B5EF4-FFF2-40B4-BE49-F238E27FC236}">
                  <a16:creationId xmlns:a16="http://schemas.microsoft.com/office/drawing/2014/main" id="{AE7E11B0-BB4D-14A6-417B-9CD9D1FC2BE3}"/>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 name="TextBox 3">
            <a:extLst>
              <a:ext uri="{FF2B5EF4-FFF2-40B4-BE49-F238E27FC236}">
                <a16:creationId xmlns:a16="http://schemas.microsoft.com/office/drawing/2014/main" id="{D879A9D6-7B4C-D5EE-E5E5-E8ADEABCD447}"/>
              </a:ext>
            </a:extLst>
          </p:cNvPr>
          <p:cNvSpPr txBox="1"/>
          <p:nvPr/>
        </p:nvSpPr>
        <p:spPr>
          <a:xfrm>
            <a:off x="78374" y="30525"/>
            <a:ext cx="9245248"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prstClr val="black"/>
                </a:solidFill>
                <a:effectLst/>
                <a:uLnTx/>
                <a:uFillTx/>
                <a:latin typeface="Ubuntu Medium"/>
                <a:ea typeface="+mn-ea"/>
                <a:cs typeface="+mn-cs"/>
              </a:rPr>
              <a:t>A ‘DAY IN THE LIFE’ DURING </a:t>
            </a:r>
            <a:r>
              <a:rPr kumimoji="0" lang="en-US" sz="2600" b="0" i="0" u="none" strike="noStrike" kern="1200" cap="none" spc="0" normalizeH="0" baseline="0" noProof="0">
                <a:ln>
                  <a:noFill/>
                </a:ln>
                <a:solidFill>
                  <a:schemeClr val="accent3"/>
                </a:solidFill>
                <a:effectLst/>
                <a:uLnTx/>
                <a:uFillTx/>
                <a:latin typeface="Ubuntu Medium"/>
                <a:ea typeface="+mn-ea"/>
                <a:cs typeface="+mn-cs"/>
              </a:rPr>
              <a:t>INCEPTION</a:t>
            </a:r>
            <a:r>
              <a:rPr kumimoji="0" lang="en-US" sz="2600" b="0" i="0" u="none" strike="noStrike" kern="1200" cap="none" spc="0" normalizeH="0" baseline="0" noProof="0">
                <a:ln>
                  <a:noFill/>
                </a:ln>
                <a:solidFill>
                  <a:prstClr val="black"/>
                </a:solidFill>
                <a:effectLst/>
                <a:uLnTx/>
                <a:uFillTx/>
                <a:latin typeface="Ubuntu Medium"/>
                <a:ea typeface="+mn-ea"/>
                <a:cs typeface="+mn-cs"/>
              </a:rPr>
              <a:t> WORKSHOPS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a:ln>
                <a:noFill/>
              </a:ln>
              <a:solidFill>
                <a:prstClr val="black"/>
              </a:solidFill>
              <a:effectLst/>
              <a:uLnTx/>
              <a:uFillTx/>
              <a:latin typeface="Ubuntu Medium"/>
              <a:ea typeface="+mn-ea"/>
              <a:cs typeface="+mn-cs"/>
            </a:endParaRPr>
          </a:p>
        </p:txBody>
      </p:sp>
    </p:spTree>
    <p:extLst>
      <p:ext uri="{BB962C8B-B14F-4D97-AF65-F5344CB8AC3E}">
        <p14:creationId xmlns:p14="http://schemas.microsoft.com/office/powerpoint/2010/main" val="19438063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 name="Text Placeholder 20">
            <a:extLst>
              <a:ext uri="{FF2B5EF4-FFF2-40B4-BE49-F238E27FC236}">
                <a16:creationId xmlns:a16="http://schemas.microsoft.com/office/drawing/2014/main" id="{63AFAC24-AC01-F738-B736-C4C5742F2302}"/>
              </a:ext>
            </a:extLst>
          </p:cNvPr>
          <p:cNvSpPr txBox="1">
            <a:spLocks/>
          </p:cNvSpPr>
          <p:nvPr/>
        </p:nvSpPr>
        <p:spPr>
          <a:xfrm>
            <a:off x="78374" y="5014793"/>
            <a:ext cx="1043386" cy="1691828"/>
          </a:xfrm>
          <a:prstGeom prst="rect">
            <a:avLst/>
          </a:prstGeom>
          <a:solidFill>
            <a:schemeClr val="accent2">
              <a:lumMod val="20000"/>
              <a:lumOff val="80000"/>
            </a:schemeClr>
          </a:solidFill>
          <a:ln>
            <a:noFill/>
          </a:ln>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p:txBody>
      </p:sp>
      <p:sp>
        <p:nvSpPr>
          <p:cNvPr id="627" name="Text Placeholder 20">
            <a:extLst>
              <a:ext uri="{FF2B5EF4-FFF2-40B4-BE49-F238E27FC236}">
                <a16:creationId xmlns:a16="http://schemas.microsoft.com/office/drawing/2014/main" id="{78BB1F18-60A2-3691-0C96-DF06CA4A536C}"/>
              </a:ext>
            </a:extLst>
          </p:cNvPr>
          <p:cNvSpPr txBox="1">
            <a:spLocks/>
          </p:cNvSpPr>
          <p:nvPr/>
        </p:nvSpPr>
        <p:spPr>
          <a:xfrm>
            <a:off x="10382574" y="695359"/>
            <a:ext cx="1755746" cy="6006811"/>
          </a:xfrm>
          <a:prstGeom prst="rect">
            <a:avLst/>
          </a:prstGeom>
          <a:solidFill>
            <a:schemeClr val="accent2">
              <a:lumMod val="20000"/>
              <a:lumOff val="80000"/>
            </a:schemeClr>
          </a:solidFill>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p:txBody>
      </p:sp>
      <p:sp>
        <p:nvSpPr>
          <p:cNvPr id="418" name="Rounded Rectangle 67">
            <a:extLst>
              <a:ext uri="{FF2B5EF4-FFF2-40B4-BE49-F238E27FC236}">
                <a16:creationId xmlns:a16="http://schemas.microsoft.com/office/drawing/2014/main" id="{CF47D172-5A00-2222-9276-6B84393088EB}"/>
              </a:ext>
            </a:extLst>
          </p:cNvPr>
          <p:cNvSpPr>
            <a:spLocks/>
          </p:cNvSpPr>
          <p:nvPr/>
        </p:nvSpPr>
        <p:spPr>
          <a:xfrm>
            <a:off x="10474014" y="2861065"/>
            <a:ext cx="1618485" cy="2132527"/>
          </a:xfrm>
          <a:prstGeom prst="roundRect">
            <a:avLst>
              <a:gd name="adj" fmla="val 5380"/>
            </a:avLst>
          </a:prstGeom>
          <a:noFill/>
          <a:ln w="19050" cap="flat" cmpd="sng" algn="ctr">
            <a:solidFill>
              <a:schemeClr val="bg1">
                <a:lumMod val="8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2" name="Text Placeholder 20">
            <a:extLst>
              <a:ext uri="{FF2B5EF4-FFF2-40B4-BE49-F238E27FC236}">
                <a16:creationId xmlns:a16="http://schemas.microsoft.com/office/drawing/2014/main" id="{663BA533-BA0F-A7F6-69A7-64B8A27BECD9}"/>
              </a:ext>
            </a:extLst>
          </p:cNvPr>
          <p:cNvSpPr txBox="1">
            <a:spLocks/>
          </p:cNvSpPr>
          <p:nvPr/>
        </p:nvSpPr>
        <p:spPr>
          <a:xfrm>
            <a:off x="78374" y="695359"/>
            <a:ext cx="1043386" cy="4291871"/>
          </a:xfrm>
          <a:prstGeom prst="rect">
            <a:avLst/>
          </a:prstGeom>
          <a:solidFill>
            <a:schemeClr val="accent2">
              <a:lumMod val="20000"/>
              <a:lumOff val="80000"/>
            </a:schemeClr>
          </a:solidFill>
          <a:ln>
            <a:noFill/>
          </a:ln>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r>
              <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rPr>
              <a:t>Actors</a:t>
            </a:r>
          </a:p>
          <a:p>
            <a:pPr marL="0" marR="0" lvl="0" indent="0" algn="l"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11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Product Owner</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SMEs</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Solution Architect</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Team members</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Functional lead / BA</a:t>
            </a:r>
          </a:p>
        </p:txBody>
      </p:sp>
      <p:grpSp>
        <p:nvGrpSpPr>
          <p:cNvPr id="6" name="Teacher7" descr="{&quot;Key&quot;:&quot;POWER_USER_SHAPE_ICON&quot;,&quot;Value&quot;:&quot;POWER_USER_SHAPE_ICON_STYLE_1&quot;}">
            <a:extLst>
              <a:ext uri="{FF2B5EF4-FFF2-40B4-BE49-F238E27FC236}">
                <a16:creationId xmlns:a16="http://schemas.microsoft.com/office/drawing/2014/main" id="{91A7FC1A-F1FC-01B2-D8FE-0616F45E7859}"/>
              </a:ext>
            </a:extLst>
          </p:cNvPr>
          <p:cNvGrpSpPr>
            <a:grpSpLocks noChangeAspect="1"/>
          </p:cNvGrpSpPr>
          <p:nvPr/>
        </p:nvGrpSpPr>
        <p:grpSpPr>
          <a:xfrm>
            <a:off x="387747" y="1288661"/>
            <a:ext cx="360000" cy="350581"/>
            <a:chOff x="6302376" y="1846263"/>
            <a:chExt cx="479425" cy="479425"/>
          </a:xfrm>
          <a:solidFill>
            <a:schemeClr val="accent1"/>
          </a:solidFill>
        </p:grpSpPr>
        <p:sp>
          <p:nvSpPr>
            <p:cNvPr id="7" name="Rectangle 495">
              <a:extLst>
                <a:ext uri="{FF2B5EF4-FFF2-40B4-BE49-F238E27FC236}">
                  <a16:creationId xmlns:a16="http://schemas.microsoft.com/office/drawing/2014/main" id="{A4732C34-FE05-0482-5FA2-E673102B1A97}"/>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496">
              <a:extLst>
                <a:ext uri="{FF2B5EF4-FFF2-40B4-BE49-F238E27FC236}">
                  <a16:creationId xmlns:a16="http://schemas.microsoft.com/office/drawing/2014/main" id="{E688B714-0AF6-971B-750E-B2BBFB7029C6}"/>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Rectangle 497">
              <a:extLst>
                <a:ext uri="{FF2B5EF4-FFF2-40B4-BE49-F238E27FC236}">
                  <a16:creationId xmlns:a16="http://schemas.microsoft.com/office/drawing/2014/main" id="{A9B9C543-03A8-9D18-0383-91A8FF54E3ED}"/>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Freeform 498">
              <a:extLst>
                <a:ext uri="{FF2B5EF4-FFF2-40B4-BE49-F238E27FC236}">
                  <a16:creationId xmlns:a16="http://schemas.microsoft.com/office/drawing/2014/main" id="{EB28C401-7A57-83BD-4ED5-6642116876A1}"/>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Freeform 499">
              <a:extLst>
                <a:ext uri="{FF2B5EF4-FFF2-40B4-BE49-F238E27FC236}">
                  <a16:creationId xmlns:a16="http://schemas.microsoft.com/office/drawing/2014/main" id="{4965F401-6C7F-19BD-0C3B-ACE16CB20C94}"/>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Freeform 500">
              <a:extLst>
                <a:ext uri="{FF2B5EF4-FFF2-40B4-BE49-F238E27FC236}">
                  <a16:creationId xmlns:a16="http://schemas.microsoft.com/office/drawing/2014/main" id="{8BA61A3D-0AD7-11F3-675B-59F9169698FA}"/>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Freeform 501">
              <a:extLst>
                <a:ext uri="{FF2B5EF4-FFF2-40B4-BE49-F238E27FC236}">
                  <a16:creationId xmlns:a16="http://schemas.microsoft.com/office/drawing/2014/main" id="{F670AEEF-1405-733F-98C1-19D16521597C}"/>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Freeform 502">
              <a:extLst>
                <a:ext uri="{FF2B5EF4-FFF2-40B4-BE49-F238E27FC236}">
                  <a16:creationId xmlns:a16="http://schemas.microsoft.com/office/drawing/2014/main" id="{C131AD56-618F-A940-AE7D-A89D9DDDDE33}"/>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Freeform 503">
              <a:extLst>
                <a:ext uri="{FF2B5EF4-FFF2-40B4-BE49-F238E27FC236}">
                  <a16:creationId xmlns:a16="http://schemas.microsoft.com/office/drawing/2014/main" id="{C6CC01A1-7014-5085-9CB1-733D692A200C}"/>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Freeform 504">
              <a:extLst>
                <a:ext uri="{FF2B5EF4-FFF2-40B4-BE49-F238E27FC236}">
                  <a16:creationId xmlns:a16="http://schemas.microsoft.com/office/drawing/2014/main" id="{6AB016DD-102D-B938-D983-01D270127481}"/>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Freeform 505">
              <a:extLst>
                <a:ext uri="{FF2B5EF4-FFF2-40B4-BE49-F238E27FC236}">
                  <a16:creationId xmlns:a16="http://schemas.microsoft.com/office/drawing/2014/main" id="{5F0D6ACB-26C1-847C-63AF-C50F6326C205}"/>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Freeform 506">
              <a:extLst>
                <a:ext uri="{FF2B5EF4-FFF2-40B4-BE49-F238E27FC236}">
                  <a16:creationId xmlns:a16="http://schemas.microsoft.com/office/drawing/2014/main" id="{13BE35C6-1F54-7A41-A7B1-4A048FE501E1}"/>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Freeform 507">
              <a:extLst>
                <a:ext uri="{FF2B5EF4-FFF2-40B4-BE49-F238E27FC236}">
                  <a16:creationId xmlns:a16="http://schemas.microsoft.com/office/drawing/2014/main" id="{CB49E3B1-0A9B-3F42-E643-224665078AE7}"/>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8" name="Woman29" descr="{&quot;Key&quot;:&quot;POWER_USER_SHAPE_ICON&quot;,&quot;Value&quot;:&quot;POWER_USER_SHAPE_ICON_STYLE_1&quot;}">
            <a:extLst>
              <a:ext uri="{FF2B5EF4-FFF2-40B4-BE49-F238E27FC236}">
                <a16:creationId xmlns:a16="http://schemas.microsoft.com/office/drawing/2014/main" id="{F2D9407E-4404-F3F1-16C3-CF6606C91059}"/>
              </a:ext>
            </a:extLst>
          </p:cNvPr>
          <p:cNvGrpSpPr>
            <a:grpSpLocks noChangeAspect="1"/>
          </p:cNvGrpSpPr>
          <p:nvPr/>
        </p:nvGrpSpPr>
        <p:grpSpPr>
          <a:xfrm>
            <a:off x="229405" y="2084506"/>
            <a:ext cx="324000" cy="405325"/>
            <a:chOff x="3049573" y="285562"/>
            <a:chExt cx="588025" cy="755384"/>
          </a:xfrm>
        </p:grpSpPr>
        <p:sp>
          <p:nvSpPr>
            <p:cNvPr id="99" name="Freeform: Shape 98">
              <a:extLst>
                <a:ext uri="{FF2B5EF4-FFF2-40B4-BE49-F238E27FC236}">
                  <a16:creationId xmlns:a16="http://schemas.microsoft.com/office/drawing/2014/main" id="{C2A35ED1-A758-5743-4AB1-D8D287410D20}"/>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Freeform: Shape 99">
              <a:extLst>
                <a:ext uri="{FF2B5EF4-FFF2-40B4-BE49-F238E27FC236}">
                  <a16:creationId xmlns:a16="http://schemas.microsoft.com/office/drawing/2014/main" id="{48DB9103-B8CC-0CD6-84DF-16209F0ED180}"/>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Freeform: Shape 100">
              <a:extLst>
                <a:ext uri="{FF2B5EF4-FFF2-40B4-BE49-F238E27FC236}">
                  <a16:creationId xmlns:a16="http://schemas.microsoft.com/office/drawing/2014/main" id="{3E09A0ED-D660-45BD-3387-B666DB203798}"/>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Freeform: Shape 238">
              <a:extLst>
                <a:ext uri="{FF2B5EF4-FFF2-40B4-BE49-F238E27FC236}">
                  <a16:creationId xmlns:a16="http://schemas.microsoft.com/office/drawing/2014/main" id="{9E2B672D-0583-FF56-3D9D-852EE995847D}"/>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Freeform: Shape 239">
              <a:extLst>
                <a:ext uri="{FF2B5EF4-FFF2-40B4-BE49-F238E27FC236}">
                  <a16:creationId xmlns:a16="http://schemas.microsoft.com/office/drawing/2014/main" id="{00CCE8FA-7965-4F16-602B-23BEB190084E}"/>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Freeform: Shape 240">
              <a:extLst>
                <a:ext uri="{FF2B5EF4-FFF2-40B4-BE49-F238E27FC236}">
                  <a16:creationId xmlns:a16="http://schemas.microsoft.com/office/drawing/2014/main" id="{04FF2E76-C9B2-B524-9AD1-2DDD5D343066}"/>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2" name="Plan5" descr="{&quot;Key&quot;:&quot;POWER_USER_SHAPE_ICON&quot;,&quot;Value&quot;:&quot;POWER_USER_SHAPE_ICON_STYLE_1&quot;}">
            <a:extLst>
              <a:ext uri="{FF2B5EF4-FFF2-40B4-BE49-F238E27FC236}">
                <a16:creationId xmlns:a16="http://schemas.microsoft.com/office/drawing/2014/main" id="{32EFF54D-6BCC-0A53-A0E9-DA44E9C6886A}"/>
              </a:ext>
            </a:extLst>
          </p:cNvPr>
          <p:cNvGrpSpPr>
            <a:grpSpLocks noChangeAspect="1"/>
          </p:cNvGrpSpPr>
          <p:nvPr/>
        </p:nvGrpSpPr>
        <p:grpSpPr>
          <a:xfrm>
            <a:off x="395731" y="3030132"/>
            <a:ext cx="359997" cy="378154"/>
            <a:chOff x="8462963" y="1682750"/>
            <a:chExt cx="706430" cy="762001"/>
          </a:xfrm>
        </p:grpSpPr>
        <p:sp>
          <p:nvSpPr>
            <p:cNvPr id="243" name="Freeform 55">
              <a:extLst>
                <a:ext uri="{FF2B5EF4-FFF2-40B4-BE49-F238E27FC236}">
                  <a16:creationId xmlns:a16="http://schemas.microsoft.com/office/drawing/2014/main" id="{165E0868-55DF-20E4-C356-7A8A9985CFEC}"/>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Freeform 56">
              <a:extLst>
                <a:ext uri="{FF2B5EF4-FFF2-40B4-BE49-F238E27FC236}">
                  <a16:creationId xmlns:a16="http://schemas.microsoft.com/office/drawing/2014/main" id="{C276BE4F-F40D-737E-B358-56E94D8519BB}"/>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Line 57">
              <a:extLst>
                <a:ext uri="{FF2B5EF4-FFF2-40B4-BE49-F238E27FC236}">
                  <a16:creationId xmlns:a16="http://schemas.microsoft.com/office/drawing/2014/main" id="{7ACC0F0E-BD4D-6262-BEC2-38795008FAA3}"/>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Freeform 58">
              <a:extLst>
                <a:ext uri="{FF2B5EF4-FFF2-40B4-BE49-F238E27FC236}">
                  <a16:creationId xmlns:a16="http://schemas.microsoft.com/office/drawing/2014/main" id="{9DDB805D-8CD2-442A-664B-9F16262903CE}"/>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Freeform 59">
              <a:extLst>
                <a:ext uri="{FF2B5EF4-FFF2-40B4-BE49-F238E27FC236}">
                  <a16:creationId xmlns:a16="http://schemas.microsoft.com/office/drawing/2014/main" id="{FEE054F8-2019-8796-D382-D242FEBB367E}"/>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Line 60">
              <a:extLst>
                <a:ext uri="{FF2B5EF4-FFF2-40B4-BE49-F238E27FC236}">
                  <a16:creationId xmlns:a16="http://schemas.microsoft.com/office/drawing/2014/main" id="{87038BAA-FE3F-A0A1-6007-B7AA0E53F890}"/>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9" name="Employee6" descr="{&quot;Key&quot;:&quot;POWER_USER_SHAPE_ICON&quot;,&quot;Value&quot;:&quot;POWER_USER_SHAPE_ICON_STYLE_1&quot;}">
            <a:extLst>
              <a:ext uri="{FF2B5EF4-FFF2-40B4-BE49-F238E27FC236}">
                <a16:creationId xmlns:a16="http://schemas.microsoft.com/office/drawing/2014/main" id="{8DE154C1-65D7-DB1F-A2BB-E28F6A653780}"/>
              </a:ext>
            </a:extLst>
          </p:cNvPr>
          <p:cNvGrpSpPr>
            <a:grpSpLocks noChangeAspect="1"/>
          </p:cNvGrpSpPr>
          <p:nvPr/>
        </p:nvGrpSpPr>
        <p:grpSpPr>
          <a:xfrm>
            <a:off x="607604" y="2087499"/>
            <a:ext cx="324000" cy="400385"/>
            <a:chOff x="3584576" y="3348038"/>
            <a:chExt cx="230188" cy="292100"/>
          </a:xfrm>
          <a:solidFill>
            <a:schemeClr val="accent1"/>
          </a:solidFill>
        </p:grpSpPr>
        <p:sp>
          <p:nvSpPr>
            <p:cNvPr id="250" name="Freeform 1099">
              <a:extLst>
                <a:ext uri="{FF2B5EF4-FFF2-40B4-BE49-F238E27FC236}">
                  <a16:creationId xmlns:a16="http://schemas.microsoft.com/office/drawing/2014/main" id="{AB335945-7DCD-2A8A-8AD4-69A251CE1EB4}"/>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Freeform 1100">
              <a:extLst>
                <a:ext uri="{FF2B5EF4-FFF2-40B4-BE49-F238E27FC236}">
                  <a16:creationId xmlns:a16="http://schemas.microsoft.com/office/drawing/2014/main" id="{FFAC8785-0A9E-8979-85C7-65405CBD8A89}"/>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2" name="Freeform 1101">
              <a:extLst>
                <a:ext uri="{FF2B5EF4-FFF2-40B4-BE49-F238E27FC236}">
                  <a16:creationId xmlns:a16="http://schemas.microsoft.com/office/drawing/2014/main" id="{6D3093C9-77A6-A4E0-E091-2E15499AE052}"/>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3" name="Freeform 1102">
              <a:extLst>
                <a:ext uri="{FF2B5EF4-FFF2-40B4-BE49-F238E27FC236}">
                  <a16:creationId xmlns:a16="http://schemas.microsoft.com/office/drawing/2014/main" id="{B1BF493F-5AEB-3C2B-EEEF-8919D5457DB6}"/>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4" name="Freeform 1103">
              <a:extLst>
                <a:ext uri="{FF2B5EF4-FFF2-40B4-BE49-F238E27FC236}">
                  <a16:creationId xmlns:a16="http://schemas.microsoft.com/office/drawing/2014/main" id="{58AEA87A-78F5-0CE2-2533-1CC9EE63507D}"/>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Freeform 1104">
              <a:extLst>
                <a:ext uri="{FF2B5EF4-FFF2-40B4-BE49-F238E27FC236}">
                  <a16:creationId xmlns:a16="http://schemas.microsoft.com/office/drawing/2014/main" id="{77460D04-06FC-0C40-54AE-EBAEAA0B116A}"/>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Freeform 1105">
              <a:extLst>
                <a:ext uri="{FF2B5EF4-FFF2-40B4-BE49-F238E27FC236}">
                  <a16:creationId xmlns:a16="http://schemas.microsoft.com/office/drawing/2014/main" id="{3071960A-8351-5C5A-D801-4E6CCB1DF61B}"/>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Freeform 1106">
              <a:extLst>
                <a:ext uri="{FF2B5EF4-FFF2-40B4-BE49-F238E27FC236}">
                  <a16:creationId xmlns:a16="http://schemas.microsoft.com/office/drawing/2014/main" id="{0DAC9698-093C-C6AD-2F6C-2FF22047AB7E}"/>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Freeform 1107">
              <a:extLst>
                <a:ext uri="{FF2B5EF4-FFF2-40B4-BE49-F238E27FC236}">
                  <a16:creationId xmlns:a16="http://schemas.microsoft.com/office/drawing/2014/main" id="{BE14BDDB-2B01-C529-F453-60EB8F3F0ADB}"/>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Freeform 1108">
              <a:extLst>
                <a:ext uri="{FF2B5EF4-FFF2-40B4-BE49-F238E27FC236}">
                  <a16:creationId xmlns:a16="http://schemas.microsoft.com/office/drawing/2014/main" id="{6254270F-3A35-8899-F67E-BF07C02FCDD6}"/>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0" name="Freeform 1109">
              <a:extLst>
                <a:ext uri="{FF2B5EF4-FFF2-40B4-BE49-F238E27FC236}">
                  <a16:creationId xmlns:a16="http://schemas.microsoft.com/office/drawing/2014/main" id="{D6D77B48-C81F-B87C-223E-00F16C7FB06F}"/>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1" name="Rectangle 1110">
              <a:extLst>
                <a:ext uri="{FF2B5EF4-FFF2-40B4-BE49-F238E27FC236}">
                  <a16:creationId xmlns:a16="http://schemas.microsoft.com/office/drawing/2014/main" id="{6CB485FF-6BEF-6885-B274-0C1928F5CD4E}"/>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Rectangle 1111">
              <a:extLst>
                <a:ext uri="{FF2B5EF4-FFF2-40B4-BE49-F238E27FC236}">
                  <a16:creationId xmlns:a16="http://schemas.microsoft.com/office/drawing/2014/main" id="{E7698441-56D5-EF96-9F42-BA7FF60D5AF9}"/>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Rectangle 1112">
              <a:extLst>
                <a:ext uri="{FF2B5EF4-FFF2-40B4-BE49-F238E27FC236}">
                  <a16:creationId xmlns:a16="http://schemas.microsoft.com/office/drawing/2014/main" id="{AA054556-3163-87DC-2C43-83C2200725A7}"/>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Rectangle 1113">
              <a:extLst>
                <a:ext uri="{FF2B5EF4-FFF2-40B4-BE49-F238E27FC236}">
                  <a16:creationId xmlns:a16="http://schemas.microsoft.com/office/drawing/2014/main" id="{76BFBD87-2ADA-B6A0-C828-484C52991F2F}"/>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Rectangle 1114">
              <a:extLst>
                <a:ext uri="{FF2B5EF4-FFF2-40B4-BE49-F238E27FC236}">
                  <a16:creationId xmlns:a16="http://schemas.microsoft.com/office/drawing/2014/main" id="{83D247C3-D379-896F-7A66-18FE8B6C4AE0}"/>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1115">
              <a:extLst>
                <a:ext uri="{FF2B5EF4-FFF2-40B4-BE49-F238E27FC236}">
                  <a16:creationId xmlns:a16="http://schemas.microsoft.com/office/drawing/2014/main" id="{51D22A8D-28AE-33F9-87DA-7F341C2856D0}"/>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Freeform 1116">
              <a:extLst>
                <a:ext uri="{FF2B5EF4-FFF2-40B4-BE49-F238E27FC236}">
                  <a16:creationId xmlns:a16="http://schemas.microsoft.com/office/drawing/2014/main" id="{A3DEB0A6-DCAB-22A8-0EDF-FA21F3AC9209}"/>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8" name="Freeform 1117">
              <a:extLst>
                <a:ext uri="{FF2B5EF4-FFF2-40B4-BE49-F238E27FC236}">
                  <a16:creationId xmlns:a16="http://schemas.microsoft.com/office/drawing/2014/main" id="{F93CA25E-532E-FD7E-9287-82A53F51F1E1}"/>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Freeform 1118">
              <a:extLst>
                <a:ext uri="{FF2B5EF4-FFF2-40B4-BE49-F238E27FC236}">
                  <a16:creationId xmlns:a16="http://schemas.microsoft.com/office/drawing/2014/main" id="{E6E82DA7-7348-3041-B50A-AE051209F297}"/>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Freeform 1119">
              <a:extLst>
                <a:ext uri="{FF2B5EF4-FFF2-40B4-BE49-F238E27FC236}">
                  <a16:creationId xmlns:a16="http://schemas.microsoft.com/office/drawing/2014/main" id="{7A1618F0-9445-63FF-B182-BFB6C1A69464}"/>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1" name="Team14" descr="{&quot;Key&quot;:&quot;POWER_USER_SHAPE_ICON&quot;,&quot;Value&quot;:&quot;POWER_USER_SHAPE_ICON_STYLE_1&quot;}">
            <a:extLst>
              <a:ext uri="{FF2B5EF4-FFF2-40B4-BE49-F238E27FC236}">
                <a16:creationId xmlns:a16="http://schemas.microsoft.com/office/drawing/2014/main" id="{0FC3259C-09E9-1D3B-4E43-42EFA4A2B0EE}"/>
              </a:ext>
            </a:extLst>
          </p:cNvPr>
          <p:cNvGrpSpPr>
            <a:grpSpLocks noChangeAspect="1"/>
          </p:cNvGrpSpPr>
          <p:nvPr>
            <p:custDataLst>
              <p:tags r:id="rId1"/>
            </p:custDataLst>
          </p:nvPr>
        </p:nvGrpSpPr>
        <p:grpSpPr>
          <a:xfrm>
            <a:off x="392596" y="4115784"/>
            <a:ext cx="396000" cy="368297"/>
            <a:chOff x="8447088" y="3063875"/>
            <a:chExt cx="741362" cy="708025"/>
          </a:xfrm>
        </p:grpSpPr>
        <p:sp>
          <p:nvSpPr>
            <p:cNvPr id="272" name="Oval 87">
              <a:extLst>
                <a:ext uri="{FF2B5EF4-FFF2-40B4-BE49-F238E27FC236}">
                  <a16:creationId xmlns:a16="http://schemas.microsoft.com/office/drawing/2014/main" id="{DFF83773-3220-5E5C-72EF-01BCC95F0936}"/>
                </a:ext>
              </a:extLst>
            </p:cNvPr>
            <p:cNvSpPr>
              <a:spLocks noChangeArrowheads="1"/>
            </p:cNvSpPr>
            <p:nvPr/>
          </p:nvSpPr>
          <p:spPr bwMode="auto">
            <a:xfrm>
              <a:off x="8521700"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Oval 88">
              <a:extLst>
                <a:ext uri="{FF2B5EF4-FFF2-40B4-BE49-F238E27FC236}">
                  <a16:creationId xmlns:a16="http://schemas.microsoft.com/office/drawing/2014/main" id="{9A99A01F-5869-27B9-4D53-3D4D6F47CBFB}"/>
                </a:ext>
              </a:extLst>
            </p:cNvPr>
            <p:cNvSpPr>
              <a:spLocks noChangeArrowheads="1"/>
            </p:cNvSpPr>
            <p:nvPr/>
          </p:nvSpPr>
          <p:spPr bwMode="auto">
            <a:xfrm>
              <a:off x="8623300" y="3063875"/>
              <a:ext cx="146050"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Oval 89">
              <a:extLst>
                <a:ext uri="{FF2B5EF4-FFF2-40B4-BE49-F238E27FC236}">
                  <a16:creationId xmlns:a16="http://schemas.microsoft.com/office/drawing/2014/main" id="{6FFEB00E-3592-B826-723E-061061E3BDC5}"/>
                </a:ext>
              </a:extLst>
            </p:cNvPr>
            <p:cNvSpPr>
              <a:spLocks noChangeArrowheads="1"/>
            </p:cNvSpPr>
            <p:nvPr/>
          </p:nvSpPr>
          <p:spPr bwMode="auto">
            <a:xfrm>
              <a:off x="8874127" y="3063875"/>
              <a:ext cx="147638"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5" name="Freeform 90">
              <a:extLst>
                <a:ext uri="{FF2B5EF4-FFF2-40B4-BE49-F238E27FC236}">
                  <a16:creationId xmlns:a16="http://schemas.microsoft.com/office/drawing/2014/main" id="{B87482CE-32E0-F9E3-CBFF-EE65E2F778E4}"/>
                </a:ext>
              </a:extLst>
            </p:cNvPr>
            <p:cNvSpPr>
              <a:spLocks/>
            </p:cNvSpPr>
            <p:nvPr/>
          </p:nvSpPr>
          <p:spPr bwMode="auto">
            <a:xfrm>
              <a:off x="8447088" y="3392488"/>
              <a:ext cx="87313" cy="76200"/>
            </a:xfrm>
            <a:custGeom>
              <a:avLst/>
              <a:gdLst>
                <a:gd name="T0" fmla="*/ 17 w 116"/>
                <a:gd name="T1" fmla="*/ 82 h 102"/>
                <a:gd name="T2" fmla="*/ 59 w 116"/>
                <a:gd name="T3" fmla="*/ 102 h 102"/>
                <a:gd name="T4" fmla="*/ 82 w 116"/>
                <a:gd name="T5" fmla="*/ 97 h 102"/>
                <a:gd name="T6" fmla="*/ 107 w 116"/>
                <a:gd name="T7" fmla="*/ 26 h 102"/>
                <a:gd name="T8" fmla="*/ 82 w 116"/>
                <a:gd name="T9" fmla="*/ 0 h 102"/>
                <a:gd name="T10" fmla="*/ 44 w 116"/>
                <a:gd name="T11" fmla="*/ 13 h 102"/>
                <a:gd name="T12" fmla="*/ 10 w 116"/>
                <a:gd name="T13" fmla="*/ 64 h 102"/>
                <a:gd name="T14" fmla="*/ 17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17" y="82"/>
                  </a:moveTo>
                  <a:cubicBezTo>
                    <a:pt x="27" y="94"/>
                    <a:pt x="42" y="102"/>
                    <a:pt x="59" y="102"/>
                  </a:cubicBezTo>
                  <a:cubicBezTo>
                    <a:pt x="66" y="102"/>
                    <a:pt x="74" y="100"/>
                    <a:pt x="82" y="97"/>
                  </a:cubicBezTo>
                  <a:cubicBezTo>
                    <a:pt x="109" y="85"/>
                    <a:pt x="116" y="54"/>
                    <a:pt x="107" y="26"/>
                  </a:cubicBezTo>
                  <a:cubicBezTo>
                    <a:pt x="102" y="9"/>
                    <a:pt x="96" y="0"/>
                    <a:pt x="82" y="0"/>
                  </a:cubicBezTo>
                  <a:cubicBezTo>
                    <a:pt x="72" y="0"/>
                    <a:pt x="58" y="7"/>
                    <a:pt x="44" y="13"/>
                  </a:cubicBezTo>
                  <a:cubicBezTo>
                    <a:pt x="18" y="26"/>
                    <a:pt x="0" y="33"/>
                    <a:pt x="10" y="64"/>
                  </a:cubicBezTo>
                  <a:cubicBezTo>
                    <a:pt x="11" y="67"/>
                    <a:pt x="12" y="75"/>
                    <a:pt x="17"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6" name="Oval 91">
              <a:extLst>
                <a:ext uri="{FF2B5EF4-FFF2-40B4-BE49-F238E27FC236}">
                  <a16:creationId xmlns:a16="http://schemas.microsoft.com/office/drawing/2014/main" id="{E7CD26CC-3465-17D6-605F-E49259BB1D37}"/>
                </a:ext>
              </a:extLst>
            </p:cNvPr>
            <p:cNvSpPr>
              <a:spLocks noChangeArrowheads="1"/>
            </p:cNvSpPr>
            <p:nvPr/>
          </p:nvSpPr>
          <p:spPr bwMode="auto">
            <a:xfrm>
              <a:off x="8742363" y="3208338"/>
              <a:ext cx="152400" cy="15240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7" name="Freeform 92">
              <a:extLst>
                <a:ext uri="{FF2B5EF4-FFF2-40B4-BE49-F238E27FC236}">
                  <a16:creationId xmlns:a16="http://schemas.microsoft.com/office/drawing/2014/main" id="{B08E0536-978B-32DE-1B1D-3253B79F589E}"/>
                </a:ext>
              </a:extLst>
            </p:cNvPr>
            <p:cNvSpPr>
              <a:spLocks/>
            </p:cNvSpPr>
            <p:nvPr/>
          </p:nvSpPr>
          <p:spPr bwMode="auto">
            <a:xfrm>
              <a:off x="8702675" y="3296042"/>
              <a:ext cx="265627" cy="474270"/>
            </a:xfrm>
            <a:custGeom>
              <a:avLst/>
              <a:gdLst>
                <a:gd name="T0" fmla="*/ 268 w 307"/>
                <a:gd name="T1" fmla="*/ 503 h 503"/>
                <a:gd name="T2" fmla="*/ 269 w 307"/>
                <a:gd name="T3" fmla="*/ 130 h 503"/>
                <a:gd name="T4" fmla="*/ 307 w 307"/>
                <a:gd name="T5" fmla="*/ 24 h 503"/>
                <a:gd name="T6" fmla="*/ 212 w 307"/>
                <a:gd name="T7" fmla="*/ 0 h 503"/>
                <a:gd name="T8" fmla="*/ 153 w 307"/>
                <a:gd name="T9" fmla="*/ 59 h 503"/>
                <a:gd name="T10" fmla="*/ 95 w 307"/>
                <a:gd name="T11" fmla="*/ 0 h 503"/>
                <a:gd name="T12" fmla="*/ 0 w 307"/>
                <a:gd name="T13" fmla="*/ 24 h 503"/>
                <a:gd name="T14" fmla="*/ 38 w 307"/>
                <a:gd name="T15" fmla="*/ 130 h 503"/>
                <a:gd name="T16" fmla="*/ 39 w 307"/>
                <a:gd name="T17" fmla="*/ 503 h 503"/>
                <a:gd name="T18" fmla="*/ 268 w 307"/>
                <a:gd name="T19" fmla="*/ 503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7" h="503">
                  <a:moveTo>
                    <a:pt x="268" y="503"/>
                  </a:moveTo>
                  <a:lnTo>
                    <a:pt x="269" y="130"/>
                  </a:lnTo>
                  <a:cubicBezTo>
                    <a:pt x="269" y="75"/>
                    <a:pt x="293" y="44"/>
                    <a:pt x="307" y="24"/>
                  </a:cubicBezTo>
                  <a:cubicBezTo>
                    <a:pt x="284" y="5"/>
                    <a:pt x="255" y="1"/>
                    <a:pt x="212" y="0"/>
                  </a:cubicBezTo>
                  <a:lnTo>
                    <a:pt x="153" y="59"/>
                  </a:lnTo>
                  <a:lnTo>
                    <a:pt x="95" y="0"/>
                  </a:lnTo>
                  <a:cubicBezTo>
                    <a:pt x="52" y="1"/>
                    <a:pt x="22" y="5"/>
                    <a:pt x="0" y="24"/>
                  </a:cubicBezTo>
                  <a:cubicBezTo>
                    <a:pt x="0" y="24"/>
                    <a:pt x="38" y="65"/>
                    <a:pt x="38" y="130"/>
                  </a:cubicBezTo>
                  <a:cubicBezTo>
                    <a:pt x="38" y="267"/>
                    <a:pt x="39" y="503"/>
                    <a:pt x="39" y="503"/>
                  </a:cubicBezTo>
                  <a:lnTo>
                    <a:pt x="268" y="503"/>
                  </a:ln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Freeform 93">
              <a:extLst>
                <a:ext uri="{FF2B5EF4-FFF2-40B4-BE49-F238E27FC236}">
                  <a16:creationId xmlns:a16="http://schemas.microsoft.com/office/drawing/2014/main" id="{E636B5C3-B4C7-38CE-42FD-BA36B8125E35}"/>
                </a:ext>
              </a:extLst>
            </p:cNvPr>
            <p:cNvSpPr>
              <a:spLocks/>
            </p:cNvSpPr>
            <p:nvPr/>
          </p:nvSpPr>
          <p:spPr bwMode="auto">
            <a:xfrm>
              <a:off x="8528050" y="3409950"/>
              <a:ext cx="184150" cy="42863"/>
            </a:xfrm>
            <a:custGeom>
              <a:avLst/>
              <a:gdLst>
                <a:gd name="T0" fmla="*/ 0 w 246"/>
                <a:gd name="T1" fmla="*/ 6 h 56"/>
                <a:gd name="T2" fmla="*/ 38 w 246"/>
                <a:gd name="T3" fmla="*/ 0 h 56"/>
                <a:gd name="T4" fmla="*/ 93 w 246"/>
                <a:gd name="T5" fmla="*/ 56 h 56"/>
                <a:gd name="T6" fmla="*/ 149 w 246"/>
                <a:gd name="T7" fmla="*/ 0 h 56"/>
                <a:gd name="T8" fmla="*/ 246 w 246"/>
                <a:gd name="T9" fmla="*/ 17 h 56"/>
              </a:gdLst>
              <a:ahLst/>
              <a:cxnLst>
                <a:cxn ang="0">
                  <a:pos x="T0" y="T1"/>
                </a:cxn>
                <a:cxn ang="0">
                  <a:pos x="T2" y="T3"/>
                </a:cxn>
                <a:cxn ang="0">
                  <a:pos x="T4" y="T5"/>
                </a:cxn>
                <a:cxn ang="0">
                  <a:pos x="T6" y="T7"/>
                </a:cxn>
                <a:cxn ang="0">
                  <a:pos x="T8" y="T9"/>
                </a:cxn>
              </a:cxnLst>
              <a:rect l="0" t="0" r="r" b="b"/>
              <a:pathLst>
                <a:path w="246" h="56">
                  <a:moveTo>
                    <a:pt x="0" y="6"/>
                  </a:moveTo>
                  <a:cubicBezTo>
                    <a:pt x="12" y="2"/>
                    <a:pt x="24" y="0"/>
                    <a:pt x="38" y="0"/>
                  </a:cubicBezTo>
                  <a:lnTo>
                    <a:pt x="93" y="56"/>
                  </a:lnTo>
                  <a:lnTo>
                    <a:pt x="149" y="0"/>
                  </a:lnTo>
                  <a:cubicBezTo>
                    <a:pt x="186" y="0"/>
                    <a:pt x="228" y="3"/>
                    <a:pt x="246"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Freeform 94">
              <a:extLst>
                <a:ext uri="{FF2B5EF4-FFF2-40B4-BE49-F238E27FC236}">
                  <a16:creationId xmlns:a16="http://schemas.microsoft.com/office/drawing/2014/main" id="{AF04433E-F094-BB52-9E9F-60298FF2A397}"/>
                </a:ext>
              </a:extLst>
            </p:cNvPr>
            <p:cNvSpPr>
              <a:spLocks/>
            </p:cNvSpPr>
            <p:nvPr/>
          </p:nvSpPr>
          <p:spPr bwMode="auto">
            <a:xfrm>
              <a:off x="8462963" y="3463925"/>
              <a:ext cx="268288" cy="307975"/>
            </a:xfrm>
            <a:custGeom>
              <a:avLst/>
              <a:gdLst>
                <a:gd name="T0" fmla="*/ 12 w 358"/>
                <a:gd name="T1" fmla="*/ 0 h 409"/>
                <a:gd name="T2" fmla="*/ 6 w 358"/>
                <a:gd name="T3" fmla="*/ 17 h 409"/>
                <a:gd name="T4" fmla="*/ 0 w 358"/>
                <a:gd name="T5" fmla="*/ 62 h 409"/>
                <a:gd name="T6" fmla="*/ 1 w 358"/>
                <a:gd name="T7" fmla="*/ 258 h 409"/>
                <a:gd name="T8" fmla="*/ 60 w 358"/>
                <a:gd name="T9" fmla="*/ 311 h 409"/>
                <a:gd name="T10" fmla="*/ 60 w 358"/>
                <a:gd name="T11" fmla="*/ 409 h 409"/>
                <a:gd name="T12" fmla="*/ 290 w 358"/>
                <a:gd name="T13" fmla="*/ 408 h 409"/>
                <a:gd name="T14" fmla="*/ 291 w 358"/>
                <a:gd name="T15" fmla="*/ 77 h 409"/>
                <a:gd name="T16" fmla="*/ 358 w 358"/>
                <a:gd name="T17" fmla="*/ 95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12" y="0"/>
                  </a:moveTo>
                  <a:cubicBezTo>
                    <a:pt x="9" y="7"/>
                    <a:pt x="7" y="13"/>
                    <a:pt x="6" y="17"/>
                  </a:cubicBezTo>
                  <a:cubicBezTo>
                    <a:pt x="2" y="31"/>
                    <a:pt x="0" y="46"/>
                    <a:pt x="0" y="62"/>
                  </a:cubicBezTo>
                  <a:cubicBezTo>
                    <a:pt x="0" y="62"/>
                    <a:pt x="1" y="258"/>
                    <a:pt x="1" y="258"/>
                  </a:cubicBezTo>
                  <a:cubicBezTo>
                    <a:pt x="1" y="288"/>
                    <a:pt x="23" y="311"/>
                    <a:pt x="60" y="311"/>
                  </a:cubicBezTo>
                  <a:lnTo>
                    <a:pt x="60" y="409"/>
                  </a:lnTo>
                  <a:lnTo>
                    <a:pt x="290" y="408"/>
                  </a:lnTo>
                  <a:lnTo>
                    <a:pt x="291" y="77"/>
                  </a:lnTo>
                  <a:cubicBezTo>
                    <a:pt x="309" y="83"/>
                    <a:pt x="358" y="95"/>
                    <a:pt x="358" y="95"/>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0" name="Oval 95">
              <a:extLst>
                <a:ext uri="{FF2B5EF4-FFF2-40B4-BE49-F238E27FC236}">
                  <a16:creationId xmlns:a16="http://schemas.microsoft.com/office/drawing/2014/main" id="{578AAF30-70B1-42D4-913F-17FC54B3D778}"/>
                </a:ext>
              </a:extLst>
            </p:cNvPr>
            <p:cNvSpPr>
              <a:spLocks noChangeArrowheads="1"/>
            </p:cNvSpPr>
            <p:nvPr/>
          </p:nvSpPr>
          <p:spPr bwMode="auto">
            <a:xfrm>
              <a:off x="8961438"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1" name="Freeform 96">
              <a:extLst>
                <a:ext uri="{FF2B5EF4-FFF2-40B4-BE49-F238E27FC236}">
                  <a16:creationId xmlns:a16="http://schemas.microsoft.com/office/drawing/2014/main" id="{94F01846-6723-B39A-858F-227EDF0FFA40}"/>
                </a:ext>
              </a:extLst>
            </p:cNvPr>
            <p:cNvSpPr>
              <a:spLocks/>
            </p:cNvSpPr>
            <p:nvPr/>
          </p:nvSpPr>
          <p:spPr bwMode="auto">
            <a:xfrm>
              <a:off x="9102725" y="3392488"/>
              <a:ext cx="85725" cy="76200"/>
            </a:xfrm>
            <a:custGeom>
              <a:avLst/>
              <a:gdLst>
                <a:gd name="T0" fmla="*/ 99 w 116"/>
                <a:gd name="T1" fmla="*/ 82 h 102"/>
                <a:gd name="T2" fmla="*/ 57 w 116"/>
                <a:gd name="T3" fmla="*/ 102 h 102"/>
                <a:gd name="T4" fmla="*/ 34 w 116"/>
                <a:gd name="T5" fmla="*/ 97 h 102"/>
                <a:gd name="T6" fmla="*/ 9 w 116"/>
                <a:gd name="T7" fmla="*/ 26 h 102"/>
                <a:gd name="T8" fmla="*/ 34 w 116"/>
                <a:gd name="T9" fmla="*/ 0 h 102"/>
                <a:gd name="T10" fmla="*/ 72 w 116"/>
                <a:gd name="T11" fmla="*/ 13 h 102"/>
                <a:gd name="T12" fmla="*/ 106 w 116"/>
                <a:gd name="T13" fmla="*/ 64 h 102"/>
                <a:gd name="T14" fmla="*/ 99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99" y="82"/>
                  </a:moveTo>
                  <a:cubicBezTo>
                    <a:pt x="89" y="94"/>
                    <a:pt x="74" y="102"/>
                    <a:pt x="57" y="102"/>
                  </a:cubicBezTo>
                  <a:cubicBezTo>
                    <a:pt x="50" y="102"/>
                    <a:pt x="42" y="100"/>
                    <a:pt x="34" y="97"/>
                  </a:cubicBezTo>
                  <a:cubicBezTo>
                    <a:pt x="7" y="85"/>
                    <a:pt x="0" y="54"/>
                    <a:pt x="9" y="26"/>
                  </a:cubicBezTo>
                  <a:cubicBezTo>
                    <a:pt x="14" y="9"/>
                    <a:pt x="20" y="0"/>
                    <a:pt x="34" y="0"/>
                  </a:cubicBezTo>
                  <a:cubicBezTo>
                    <a:pt x="44" y="0"/>
                    <a:pt x="58" y="7"/>
                    <a:pt x="72" y="13"/>
                  </a:cubicBezTo>
                  <a:cubicBezTo>
                    <a:pt x="98" y="26"/>
                    <a:pt x="116" y="33"/>
                    <a:pt x="106" y="64"/>
                  </a:cubicBezTo>
                  <a:cubicBezTo>
                    <a:pt x="105" y="67"/>
                    <a:pt x="104" y="75"/>
                    <a:pt x="99"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2" name="Freeform 97">
              <a:extLst>
                <a:ext uri="{FF2B5EF4-FFF2-40B4-BE49-F238E27FC236}">
                  <a16:creationId xmlns:a16="http://schemas.microsoft.com/office/drawing/2014/main" id="{9FA1BA0C-50FE-F7C5-A447-B45FB4A33C59}"/>
                </a:ext>
              </a:extLst>
            </p:cNvPr>
            <p:cNvSpPr>
              <a:spLocks/>
            </p:cNvSpPr>
            <p:nvPr/>
          </p:nvSpPr>
          <p:spPr bwMode="auto">
            <a:xfrm>
              <a:off x="8923338" y="3409950"/>
              <a:ext cx="184150" cy="42863"/>
            </a:xfrm>
            <a:custGeom>
              <a:avLst/>
              <a:gdLst>
                <a:gd name="T0" fmla="*/ 246 w 246"/>
                <a:gd name="T1" fmla="*/ 6 h 56"/>
                <a:gd name="T2" fmla="*/ 208 w 246"/>
                <a:gd name="T3" fmla="*/ 0 h 56"/>
                <a:gd name="T4" fmla="*/ 153 w 246"/>
                <a:gd name="T5" fmla="*/ 56 h 56"/>
                <a:gd name="T6" fmla="*/ 97 w 246"/>
                <a:gd name="T7" fmla="*/ 0 h 56"/>
                <a:gd name="T8" fmla="*/ 0 w 246"/>
                <a:gd name="T9" fmla="*/ 17 h 56"/>
              </a:gdLst>
              <a:ahLst/>
              <a:cxnLst>
                <a:cxn ang="0">
                  <a:pos x="T0" y="T1"/>
                </a:cxn>
                <a:cxn ang="0">
                  <a:pos x="T2" y="T3"/>
                </a:cxn>
                <a:cxn ang="0">
                  <a:pos x="T4" y="T5"/>
                </a:cxn>
                <a:cxn ang="0">
                  <a:pos x="T6" y="T7"/>
                </a:cxn>
                <a:cxn ang="0">
                  <a:pos x="T8" y="T9"/>
                </a:cxn>
              </a:cxnLst>
              <a:rect l="0" t="0" r="r" b="b"/>
              <a:pathLst>
                <a:path w="246" h="56">
                  <a:moveTo>
                    <a:pt x="246" y="6"/>
                  </a:moveTo>
                  <a:cubicBezTo>
                    <a:pt x="234" y="2"/>
                    <a:pt x="222" y="0"/>
                    <a:pt x="208" y="0"/>
                  </a:cubicBezTo>
                  <a:lnTo>
                    <a:pt x="153" y="56"/>
                  </a:lnTo>
                  <a:lnTo>
                    <a:pt x="97" y="0"/>
                  </a:lnTo>
                  <a:cubicBezTo>
                    <a:pt x="61" y="0"/>
                    <a:pt x="18" y="3"/>
                    <a:pt x="0"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3" name="Freeform 98">
              <a:extLst>
                <a:ext uri="{FF2B5EF4-FFF2-40B4-BE49-F238E27FC236}">
                  <a16:creationId xmlns:a16="http://schemas.microsoft.com/office/drawing/2014/main" id="{11553C94-4416-8E7F-BD1E-DC3498861305}"/>
                </a:ext>
              </a:extLst>
            </p:cNvPr>
            <p:cNvSpPr>
              <a:spLocks/>
            </p:cNvSpPr>
            <p:nvPr/>
          </p:nvSpPr>
          <p:spPr bwMode="auto">
            <a:xfrm>
              <a:off x="8904288" y="3463925"/>
              <a:ext cx="269875" cy="307975"/>
            </a:xfrm>
            <a:custGeom>
              <a:avLst/>
              <a:gdLst>
                <a:gd name="T0" fmla="*/ 0 w 358"/>
                <a:gd name="T1" fmla="*/ 95 h 409"/>
                <a:gd name="T2" fmla="*/ 67 w 358"/>
                <a:gd name="T3" fmla="*/ 77 h 409"/>
                <a:gd name="T4" fmla="*/ 68 w 358"/>
                <a:gd name="T5" fmla="*/ 408 h 409"/>
                <a:gd name="T6" fmla="*/ 298 w 358"/>
                <a:gd name="T7" fmla="*/ 409 h 409"/>
                <a:gd name="T8" fmla="*/ 298 w 358"/>
                <a:gd name="T9" fmla="*/ 311 h 409"/>
                <a:gd name="T10" fmla="*/ 357 w 358"/>
                <a:gd name="T11" fmla="*/ 258 h 409"/>
                <a:gd name="T12" fmla="*/ 358 w 358"/>
                <a:gd name="T13" fmla="*/ 62 h 409"/>
                <a:gd name="T14" fmla="*/ 352 w 358"/>
                <a:gd name="T15" fmla="*/ 17 h 409"/>
                <a:gd name="T16" fmla="*/ 346 w 358"/>
                <a:gd name="T17" fmla="*/ 0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0" y="95"/>
                  </a:moveTo>
                  <a:cubicBezTo>
                    <a:pt x="0" y="95"/>
                    <a:pt x="49" y="83"/>
                    <a:pt x="67" y="77"/>
                  </a:cubicBezTo>
                  <a:lnTo>
                    <a:pt x="68" y="408"/>
                  </a:lnTo>
                  <a:lnTo>
                    <a:pt x="298" y="409"/>
                  </a:lnTo>
                  <a:lnTo>
                    <a:pt x="298" y="311"/>
                  </a:lnTo>
                  <a:cubicBezTo>
                    <a:pt x="335" y="311"/>
                    <a:pt x="357" y="288"/>
                    <a:pt x="357" y="258"/>
                  </a:cubicBezTo>
                  <a:cubicBezTo>
                    <a:pt x="357" y="258"/>
                    <a:pt x="358" y="62"/>
                    <a:pt x="358" y="62"/>
                  </a:cubicBezTo>
                  <a:cubicBezTo>
                    <a:pt x="358" y="46"/>
                    <a:pt x="356" y="31"/>
                    <a:pt x="352" y="17"/>
                  </a:cubicBezTo>
                  <a:cubicBezTo>
                    <a:pt x="351" y="13"/>
                    <a:pt x="349" y="7"/>
                    <a:pt x="346" y="0"/>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4" name="Presentation9" descr="{&quot;Key&quot;:&quot;POWER_USER_SHAPE_ICON&quot;,&quot;Value&quot;:&quot;POWER_USER_SHAPE_ICON_STYLE_1&quot;}">
            <a:extLst>
              <a:ext uri="{FF2B5EF4-FFF2-40B4-BE49-F238E27FC236}">
                <a16:creationId xmlns:a16="http://schemas.microsoft.com/office/drawing/2014/main" id="{9AC8C918-29CD-083F-7B6A-DFD24C9F44A3}"/>
              </a:ext>
            </a:extLst>
          </p:cNvPr>
          <p:cNvGrpSpPr>
            <a:grpSpLocks noChangeAspect="1"/>
          </p:cNvGrpSpPr>
          <p:nvPr>
            <p:custDataLst>
              <p:tags r:id="rId2"/>
            </p:custDataLst>
          </p:nvPr>
        </p:nvGrpSpPr>
        <p:grpSpPr>
          <a:xfrm>
            <a:off x="384964" y="5458621"/>
            <a:ext cx="396000" cy="295633"/>
            <a:chOff x="6796088" y="1851026"/>
            <a:chExt cx="884238" cy="677862"/>
          </a:xfrm>
          <a:noFill/>
        </p:grpSpPr>
        <p:sp>
          <p:nvSpPr>
            <p:cNvPr id="285" name="Freeform 157">
              <a:extLst>
                <a:ext uri="{FF2B5EF4-FFF2-40B4-BE49-F238E27FC236}">
                  <a16:creationId xmlns:a16="http://schemas.microsoft.com/office/drawing/2014/main" id="{01386BE5-1EA5-0BC7-24BD-EC784C63EAC6}"/>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6" name="Freeform 158">
              <a:extLst>
                <a:ext uri="{FF2B5EF4-FFF2-40B4-BE49-F238E27FC236}">
                  <a16:creationId xmlns:a16="http://schemas.microsoft.com/office/drawing/2014/main" id="{2209B064-CFC0-A46A-C432-AFB3AD25FAFC}"/>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7" name="Oval 159">
              <a:extLst>
                <a:ext uri="{FF2B5EF4-FFF2-40B4-BE49-F238E27FC236}">
                  <a16:creationId xmlns:a16="http://schemas.microsoft.com/office/drawing/2014/main" id="{C1B1D117-C9E7-6EFD-944C-74BE85E8128D}"/>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8" name="Freeform 160">
              <a:extLst>
                <a:ext uri="{FF2B5EF4-FFF2-40B4-BE49-F238E27FC236}">
                  <a16:creationId xmlns:a16="http://schemas.microsoft.com/office/drawing/2014/main" id="{E718AD22-5F2A-830A-2FDE-8ED7A977DE78}"/>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29" name="Arc 328">
            <a:extLst>
              <a:ext uri="{FF2B5EF4-FFF2-40B4-BE49-F238E27FC236}">
                <a16:creationId xmlns:a16="http://schemas.microsoft.com/office/drawing/2014/main" id="{4C5689E7-63E3-ED96-4367-C6C3BB1A43AE}"/>
              </a:ext>
            </a:extLst>
          </p:cNvPr>
          <p:cNvSpPr>
            <a:spLocks noChangeAspect="1"/>
          </p:cNvSpPr>
          <p:nvPr/>
        </p:nvSpPr>
        <p:spPr>
          <a:xfrm flipV="1">
            <a:off x="5213009" y="1597527"/>
            <a:ext cx="2326690" cy="2038792"/>
          </a:xfrm>
          <a:prstGeom prst="arc">
            <a:avLst>
              <a:gd name="adj1" fmla="val 10766083"/>
              <a:gd name="adj2" fmla="val 69372"/>
            </a:avLst>
          </a:prstGeom>
          <a:no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3" name="Oval 322">
            <a:extLst>
              <a:ext uri="{FF2B5EF4-FFF2-40B4-BE49-F238E27FC236}">
                <a16:creationId xmlns:a16="http://schemas.microsoft.com/office/drawing/2014/main" id="{70B3A99B-50E8-7180-BA91-14C6CE17FA8A}"/>
              </a:ext>
            </a:extLst>
          </p:cNvPr>
          <p:cNvSpPr>
            <a:spLocks noChangeAspect="1"/>
          </p:cNvSpPr>
          <p:nvPr/>
        </p:nvSpPr>
        <p:spPr>
          <a:xfrm>
            <a:off x="3924673" y="3076341"/>
            <a:ext cx="1080000" cy="1080000"/>
          </a:xfrm>
          <a:prstGeom prst="ellipse">
            <a:avLst/>
          </a:prstGeom>
          <a:solidFill>
            <a:schemeClr val="accent3">
              <a:lumMod val="20000"/>
              <a:lumOff val="80000"/>
            </a:schemeClr>
          </a:solidFill>
          <a:ln w="28575">
            <a:solidFill>
              <a:srgbClr val="D4E5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4" name="Oval 323">
            <a:extLst>
              <a:ext uri="{FF2B5EF4-FFF2-40B4-BE49-F238E27FC236}">
                <a16:creationId xmlns:a16="http://schemas.microsoft.com/office/drawing/2014/main" id="{3A9FFA87-861F-5255-B8B6-2F791D7765C8}"/>
              </a:ext>
            </a:extLst>
          </p:cNvPr>
          <p:cNvSpPr>
            <a:spLocks noChangeAspect="1"/>
          </p:cNvSpPr>
          <p:nvPr/>
        </p:nvSpPr>
        <p:spPr>
          <a:xfrm>
            <a:off x="5877296" y="4102137"/>
            <a:ext cx="1080000" cy="1080000"/>
          </a:xfrm>
          <a:prstGeom prst="ellipse">
            <a:avLst/>
          </a:prstGeom>
          <a:solidFill>
            <a:schemeClr val="accent3">
              <a:lumMod val="60000"/>
              <a:lumOff val="40000"/>
            </a:schemeClr>
          </a:solidFill>
          <a:ln w="28575">
            <a:solidFill>
              <a:srgbClr val="7EB2E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5" name="Oval 324">
            <a:extLst>
              <a:ext uri="{FF2B5EF4-FFF2-40B4-BE49-F238E27FC236}">
                <a16:creationId xmlns:a16="http://schemas.microsoft.com/office/drawing/2014/main" id="{36B84716-073E-00D0-BCA0-F63985B79840}"/>
              </a:ext>
            </a:extLst>
          </p:cNvPr>
          <p:cNvSpPr>
            <a:spLocks noChangeAspect="1"/>
          </p:cNvSpPr>
          <p:nvPr/>
        </p:nvSpPr>
        <p:spPr>
          <a:xfrm>
            <a:off x="7687557" y="3131945"/>
            <a:ext cx="1080000" cy="1080000"/>
          </a:xfrm>
          <a:prstGeom prst="ellipse">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8" name="TextBox 327">
            <a:extLst>
              <a:ext uri="{FF2B5EF4-FFF2-40B4-BE49-F238E27FC236}">
                <a16:creationId xmlns:a16="http://schemas.microsoft.com/office/drawing/2014/main" id="{8DBF1994-D330-C13E-D5E4-A6CF3C556AE1}"/>
              </a:ext>
            </a:extLst>
          </p:cNvPr>
          <p:cNvSpPr txBox="1"/>
          <p:nvPr/>
        </p:nvSpPr>
        <p:spPr>
          <a:xfrm>
            <a:off x="7563253" y="3472968"/>
            <a:ext cx="1328609" cy="35558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Ubuntu"/>
                <a:ea typeface="+mn-ea"/>
                <a:cs typeface="+mn-cs"/>
              </a:rPr>
              <a:t>3. Synthesize</a:t>
            </a:r>
          </a:p>
        </p:txBody>
      </p:sp>
      <p:sp>
        <p:nvSpPr>
          <p:cNvPr id="330" name="TextBox 329">
            <a:extLst>
              <a:ext uri="{FF2B5EF4-FFF2-40B4-BE49-F238E27FC236}">
                <a16:creationId xmlns:a16="http://schemas.microsoft.com/office/drawing/2014/main" id="{DE4FA4D3-47D5-4341-2423-E120A21EE408}"/>
              </a:ext>
            </a:extLst>
          </p:cNvPr>
          <p:cNvSpPr txBox="1"/>
          <p:nvPr/>
        </p:nvSpPr>
        <p:spPr>
          <a:xfrm>
            <a:off x="5279352" y="3147791"/>
            <a:ext cx="2207173" cy="25165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4A66AC"/>
                </a:solidFill>
                <a:effectLst/>
                <a:uLnTx/>
                <a:uFillTx/>
                <a:latin typeface="Ubuntu"/>
                <a:ea typeface="+mn-ea"/>
                <a:cs typeface="+mn-cs"/>
              </a:rPr>
              <a:t>Elaboration Workshops</a:t>
            </a:r>
          </a:p>
        </p:txBody>
      </p:sp>
      <p:sp>
        <p:nvSpPr>
          <p:cNvPr id="331" name="Arrow: Right 330">
            <a:extLst>
              <a:ext uri="{FF2B5EF4-FFF2-40B4-BE49-F238E27FC236}">
                <a16:creationId xmlns:a16="http://schemas.microsoft.com/office/drawing/2014/main" id="{03C7F44F-8A1C-6141-D195-151079C4C339}"/>
              </a:ext>
            </a:extLst>
          </p:cNvPr>
          <p:cNvSpPr/>
          <p:nvPr/>
        </p:nvSpPr>
        <p:spPr>
          <a:xfrm rot="16200000">
            <a:off x="6220523" y="3612400"/>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32" name="Arrow: Right 331">
            <a:extLst>
              <a:ext uri="{FF2B5EF4-FFF2-40B4-BE49-F238E27FC236}">
                <a16:creationId xmlns:a16="http://schemas.microsoft.com/office/drawing/2014/main" id="{559DB452-F403-FEC4-0AC2-6DBD97F0CA48}"/>
              </a:ext>
            </a:extLst>
          </p:cNvPr>
          <p:cNvSpPr/>
          <p:nvPr/>
        </p:nvSpPr>
        <p:spPr>
          <a:xfrm rot="19570833">
            <a:off x="4917527" y="2948732"/>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33" name="Arrow: Right 332">
            <a:extLst>
              <a:ext uri="{FF2B5EF4-FFF2-40B4-BE49-F238E27FC236}">
                <a16:creationId xmlns:a16="http://schemas.microsoft.com/office/drawing/2014/main" id="{375840BE-8910-D902-239D-5DA5012A246E}"/>
              </a:ext>
            </a:extLst>
          </p:cNvPr>
          <p:cNvSpPr/>
          <p:nvPr/>
        </p:nvSpPr>
        <p:spPr>
          <a:xfrm rot="2029167" flipH="1">
            <a:off x="7393304" y="2982400"/>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35" name="TextBox 334">
            <a:extLst>
              <a:ext uri="{FF2B5EF4-FFF2-40B4-BE49-F238E27FC236}">
                <a16:creationId xmlns:a16="http://schemas.microsoft.com/office/drawing/2014/main" id="{24D8C812-ECF2-E564-D2DA-475B093F3698}"/>
              </a:ext>
            </a:extLst>
          </p:cNvPr>
          <p:cNvSpPr txBox="1"/>
          <p:nvPr/>
        </p:nvSpPr>
        <p:spPr>
          <a:xfrm>
            <a:off x="3799680" y="3455664"/>
            <a:ext cx="1328609" cy="35558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Ubuntu"/>
                <a:ea typeface="+mn-ea"/>
                <a:cs typeface="+mn-cs"/>
              </a:rPr>
              <a:t>1. Strategize</a:t>
            </a:r>
          </a:p>
        </p:txBody>
      </p:sp>
      <p:sp>
        <p:nvSpPr>
          <p:cNvPr id="336" name="TextBox 335">
            <a:extLst>
              <a:ext uri="{FF2B5EF4-FFF2-40B4-BE49-F238E27FC236}">
                <a16:creationId xmlns:a16="http://schemas.microsoft.com/office/drawing/2014/main" id="{8577B840-CE4A-00F4-3DEA-BA1D2F95F771}"/>
              </a:ext>
            </a:extLst>
          </p:cNvPr>
          <p:cNvSpPr txBox="1"/>
          <p:nvPr/>
        </p:nvSpPr>
        <p:spPr>
          <a:xfrm>
            <a:off x="5752991" y="4460980"/>
            <a:ext cx="1328609" cy="35558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Ubuntu"/>
                <a:ea typeface="+mn-ea"/>
                <a:cs typeface="+mn-cs"/>
              </a:rPr>
              <a:t>2. Conduct</a:t>
            </a:r>
          </a:p>
        </p:txBody>
      </p:sp>
      <p:sp>
        <p:nvSpPr>
          <p:cNvPr id="339" name="Rounded Rectangle 67">
            <a:extLst>
              <a:ext uri="{FF2B5EF4-FFF2-40B4-BE49-F238E27FC236}">
                <a16:creationId xmlns:a16="http://schemas.microsoft.com/office/drawing/2014/main" id="{63ABD8B7-E904-DC47-FA71-09809D9033EA}"/>
              </a:ext>
            </a:extLst>
          </p:cNvPr>
          <p:cNvSpPr>
            <a:spLocks/>
          </p:cNvSpPr>
          <p:nvPr/>
        </p:nvSpPr>
        <p:spPr>
          <a:xfrm>
            <a:off x="1268765" y="1220267"/>
            <a:ext cx="2082609" cy="1508143"/>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340" name="TextBox 196">
            <a:extLst>
              <a:ext uri="{FF2B5EF4-FFF2-40B4-BE49-F238E27FC236}">
                <a16:creationId xmlns:a16="http://schemas.microsoft.com/office/drawing/2014/main" id="{9440A5D0-88DE-543E-EE7D-789416361ADE}"/>
              </a:ext>
            </a:extLst>
          </p:cNvPr>
          <p:cNvSpPr txBox="1">
            <a:spLocks/>
          </p:cNvSpPr>
          <p:nvPr/>
        </p:nvSpPr>
        <p:spPr>
          <a:xfrm>
            <a:off x="1350954" y="1102732"/>
            <a:ext cx="1917715" cy="313624"/>
          </a:xfrm>
          <a:prstGeom prst="roundRect">
            <a:avLst>
              <a:gd name="adj" fmla="val 50000"/>
            </a:avLst>
          </a:prstGeom>
          <a:solidFill>
            <a:srgbClr val="12ABDB"/>
          </a:solidFill>
          <a:ln w="25400" cap="flat" cmpd="sng" algn="ctr">
            <a:solidFill>
              <a:srgbClr val="12ABDB"/>
            </a:solid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Elaboration</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readiness</a:t>
            </a:r>
          </a:p>
        </p:txBody>
      </p:sp>
      <p:sp>
        <p:nvSpPr>
          <p:cNvPr id="381" name="Rounded Rectangle 67">
            <a:extLst>
              <a:ext uri="{FF2B5EF4-FFF2-40B4-BE49-F238E27FC236}">
                <a16:creationId xmlns:a16="http://schemas.microsoft.com/office/drawing/2014/main" id="{5AAC2F1D-F2C4-C46D-AC52-06A69CD27AF6}"/>
              </a:ext>
            </a:extLst>
          </p:cNvPr>
          <p:cNvSpPr>
            <a:spLocks/>
          </p:cNvSpPr>
          <p:nvPr/>
        </p:nvSpPr>
        <p:spPr>
          <a:xfrm>
            <a:off x="1275789" y="3234892"/>
            <a:ext cx="2082609" cy="158166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382" name="TextBox 196">
            <a:extLst>
              <a:ext uri="{FF2B5EF4-FFF2-40B4-BE49-F238E27FC236}">
                <a16:creationId xmlns:a16="http://schemas.microsoft.com/office/drawing/2014/main" id="{5CADE226-5DEC-D2C5-960A-FBD6E65F8497}"/>
              </a:ext>
            </a:extLst>
          </p:cNvPr>
          <p:cNvSpPr txBox="1">
            <a:spLocks/>
          </p:cNvSpPr>
          <p:nvPr/>
        </p:nvSpPr>
        <p:spPr>
          <a:xfrm>
            <a:off x="1357978" y="3117356"/>
            <a:ext cx="1917715" cy="313624"/>
          </a:xfrm>
          <a:prstGeom prst="roundRect">
            <a:avLst>
              <a:gd name="adj" fmla="val 50000"/>
            </a:avLst>
          </a:prstGeom>
          <a:solidFill>
            <a:srgbClr val="D763C6"/>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Elaboration</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readiness</a:t>
            </a:r>
            <a:endParaRPr kumimoji="0" lang="en-US"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endParaRPr>
          </a:p>
        </p:txBody>
      </p:sp>
      <p:cxnSp>
        <p:nvCxnSpPr>
          <p:cNvPr id="385" name="Connector: Curved 384">
            <a:extLst>
              <a:ext uri="{FF2B5EF4-FFF2-40B4-BE49-F238E27FC236}">
                <a16:creationId xmlns:a16="http://schemas.microsoft.com/office/drawing/2014/main" id="{92D2C73A-5352-D5AD-F201-E8C8533ECE20}"/>
              </a:ext>
            </a:extLst>
          </p:cNvPr>
          <p:cNvCxnSpPr>
            <a:cxnSpLocks/>
            <a:stCxn id="335" idx="1"/>
            <a:endCxn id="339" idx="3"/>
          </p:cNvCxnSpPr>
          <p:nvPr/>
        </p:nvCxnSpPr>
        <p:spPr>
          <a:xfrm rot="10800000">
            <a:off x="3351374" y="1974340"/>
            <a:ext cx="448306" cy="1659115"/>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87" name="Connector: Curved 386">
            <a:extLst>
              <a:ext uri="{FF2B5EF4-FFF2-40B4-BE49-F238E27FC236}">
                <a16:creationId xmlns:a16="http://schemas.microsoft.com/office/drawing/2014/main" id="{0E746434-3947-D3DF-B261-0A99A5BDFBCA}"/>
              </a:ext>
            </a:extLst>
          </p:cNvPr>
          <p:cNvCxnSpPr>
            <a:cxnSpLocks/>
            <a:stCxn id="335" idx="1"/>
            <a:endCxn id="381" idx="3"/>
          </p:cNvCxnSpPr>
          <p:nvPr/>
        </p:nvCxnSpPr>
        <p:spPr>
          <a:xfrm rot="10800000" flipV="1">
            <a:off x="3358398" y="3633454"/>
            <a:ext cx="441282" cy="392272"/>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grpSp>
        <p:nvGrpSpPr>
          <p:cNvPr id="388" name="Teacher7" descr="{&quot;Key&quot;:&quot;POWER_USER_SHAPE_ICON&quot;,&quot;Value&quot;:&quot;POWER_USER_SHAPE_ICON_STYLE_1&quot;}">
            <a:extLst>
              <a:ext uri="{FF2B5EF4-FFF2-40B4-BE49-F238E27FC236}">
                <a16:creationId xmlns:a16="http://schemas.microsoft.com/office/drawing/2014/main" id="{3E7A985F-435E-C47D-52F6-E6B068BD8F25}"/>
              </a:ext>
            </a:extLst>
          </p:cNvPr>
          <p:cNvGrpSpPr>
            <a:grpSpLocks noChangeAspect="1"/>
          </p:cNvGrpSpPr>
          <p:nvPr/>
        </p:nvGrpSpPr>
        <p:grpSpPr>
          <a:xfrm>
            <a:off x="1455643" y="2896880"/>
            <a:ext cx="332705" cy="324000"/>
            <a:chOff x="6302376" y="1846263"/>
            <a:chExt cx="479425" cy="479425"/>
          </a:xfrm>
          <a:solidFill>
            <a:schemeClr val="accent1"/>
          </a:solidFill>
        </p:grpSpPr>
        <p:sp>
          <p:nvSpPr>
            <p:cNvPr id="389" name="Rectangle 495">
              <a:extLst>
                <a:ext uri="{FF2B5EF4-FFF2-40B4-BE49-F238E27FC236}">
                  <a16:creationId xmlns:a16="http://schemas.microsoft.com/office/drawing/2014/main" id="{05F36F61-D705-1D34-D653-47D9334B23C8}"/>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0" name="Freeform 496">
              <a:extLst>
                <a:ext uri="{FF2B5EF4-FFF2-40B4-BE49-F238E27FC236}">
                  <a16:creationId xmlns:a16="http://schemas.microsoft.com/office/drawing/2014/main" id="{AAFBC98F-760A-9B9B-00DC-BFD2E3FE2FD9}"/>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1" name="Rectangle 497">
              <a:extLst>
                <a:ext uri="{FF2B5EF4-FFF2-40B4-BE49-F238E27FC236}">
                  <a16:creationId xmlns:a16="http://schemas.microsoft.com/office/drawing/2014/main" id="{BA952271-51CD-1001-BC77-1EE9B0CB479C}"/>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2" name="Freeform 498">
              <a:extLst>
                <a:ext uri="{FF2B5EF4-FFF2-40B4-BE49-F238E27FC236}">
                  <a16:creationId xmlns:a16="http://schemas.microsoft.com/office/drawing/2014/main" id="{086791D5-B121-935C-0747-B1926324C12C}"/>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3" name="Freeform 499">
              <a:extLst>
                <a:ext uri="{FF2B5EF4-FFF2-40B4-BE49-F238E27FC236}">
                  <a16:creationId xmlns:a16="http://schemas.microsoft.com/office/drawing/2014/main" id="{EB88F148-0359-0CEE-21C1-B8396D883435}"/>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4" name="Freeform 500">
              <a:extLst>
                <a:ext uri="{FF2B5EF4-FFF2-40B4-BE49-F238E27FC236}">
                  <a16:creationId xmlns:a16="http://schemas.microsoft.com/office/drawing/2014/main" id="{0FB9500B-4309-8FEF-C068-3926AFE04D91}"/>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5" name="Freeform 501">
              <a:extLst>
                <a:ext uri="{FF2B5EF4-FFF2-40B4-BE49-F238E27FC236}">
                  <a16:creationId xmlns:a16="http://schemas.microsoft.com/office/drawing/2014/main" id="{66B80A62-7E99-4E39-4D22-FA92B05C3609}"/>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6" name="Freeform 502">
              <a:extLst>
                <a:ext uri="{FF2B5EF4-FFF2-40B4-BE49-F238E27FC236}">
                  <a16:creationId xmlns:a16="http://schemas.microsoft.com/office/drawing/2014/main" id="{79AED08E-50FB-6CC5-1D47-0F6839CADBE5}"/>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7" name="Freeform 503">
              <a:extLst>
                <a:ext uri="{FF2B5EF4-FFF2-40B4-BE49-F238E27FC236}">
                  <a16:creationId xmlns:a16="http://schemas.microsoft.com/office/drawing/2014/main" id="{56A22040-9F9F-6835-5C57-E0E2B1780ED4}"/>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8" name="Freeform 504">
              <a:extLst>
                <a:ext uri="{FF2B5EF4-FFF2-40B4-BE49-F238E27FC236}">
                  <a16:creationId xmlns:a16="http://schemas.microsoft.com/office/drawing/2014/main" id="{7704F8A2-220F-7C43-4128-B199539299CD}"/>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9" name="Freeform 505">
              <a:extLst>
                <a:ext uri="{FF2B5EF4-FFF2-40B4-BE49-F238E27FC236}">
                  <a16:creationId xmlns:a16="http://schemas.microsoft.com/office/drawing/2014/main" id="{C2B0227C-7B01-2E3F-FD97-1CBA49892025}"/>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0" name="Freeform 506">
              <a:extLst>
                <a:ext uri="{FF2B5EF4-FFF2-40B4-BE49-F238E27FC236}">
                  <a16:creationId xmlns:a16="http://schemas.microsoft.com/office/drawing/2014/main" id="{B17DA233-C3A7-041A-724C-54488FEDF3D1}"/>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1" name="Freeform 507">
              <a:extLst>
                <a:ext uri="{FF2B5EF4-FFF2-40B4-BE49-F238E27FC236}">
                  <a16:creationId xmlns:a16="http://schemas.microsoft.com/office/drawing/2014/main" id="{5A505037-F4EF-05A4-5AEA-5202B320753F}"/>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02" name="Presentation9" descr="{&quot;Key&quot;:&quot;POWER_USER_SHAPE_ICON&quot;,&quot;Value&quot;:&quot;POWER_USER_SHAPE_ICON_STYLE_1&quot;}">
            <a:extLst>
              <a:ext uri="{FF2B5EF4-FFF2-40B4-BE49-F238E27FC236}">
                <a16:creationId xmlns:a16="http://schemas.microsoft.com/office/drawing/2014/main" id="{339AD63D-A32C-8050-4B6B-5A1AAA71414D}"/>
              </a:ext>
            </a:extLst>
          </p:cNvPr>
          <p:cNvGrpSpPr>
            <a:grpSpLocks noChangeAspect="1"/>
          </p:cNvGrpSpPr>
          <p:nvPr>
            <p:custDataLst>
              <p:tags r:id="rId3"/>
            </p:custDataLst>
          </p:nvPr>
        </p:nvGrpSpPr>
        <p:grpSpPr>
          <a:xfrm>
            <a:off x="1385738" y="1006600"/>
            <a:ext cx="433996" cy="324000"/>
            <a:chOff x="6796088" y="1851026"/>
            <a:chExt cx="884238" cy="677862"/>
          </a:xfrm>
          <a:noFill/>
        </p:grpSpPr>
        <p:sp>
          <p:nvSpPr>
            <p:cNvPr id="403" name="Freeform 157">
              <a:extLst>
                <a:ext uri="{FF2B5EF4-FFF2-40B4-BE49-F238E27FC236}">
                  <a16:creationId xmlns:a16="http://schemas.microsoft.com/office/drawing/2014/main" id="{BA18D2E2-2246-D2EB-A83D-8955236335C2}"/>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4" name="Freeform 158">
              <a:extLst>
                <a:ext uri="{FF2B5EF4-FFF2-40B4-BE49-F238E27FC236}">
                  <a16:creationId xmlns:a16="http://schemas.microsoft.com/office/drawing/2014/main" id="{89BCC149-0158-1E40-B222-2A5AFE09AFA7}"/>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5" name="Oval 159">
              <a:extLst>
                <a:ext uri="{FF2B5EF4-FFF2-40B4-BE49-F238E27FC236}">
                  <a16:creationId xmlns:a16="http://schemas.microsoft.com/office/drawing/2014/main" id="{E4E539A0-BCD1-BDB8-039D-4B8B02BF2787}"/>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6" name="Freeform 160">
              <a:extLst>
                <a:ext uri="{FF2B5EF4-FFF2-40B4-BE49-F238E27FC236}">
                  <a16:creationId xmlns:a16="http://schemas.microsoft.com/office/drawing/2014/main" id="{DE1BB796-2E12-B9DF-5203-24EBA99A6888}"/>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07" name="Groupe 303">
            <a:extLst>
              <a:ext uri="{FF2B5EF4-FFF2-40B4-BE49-F238E27FC236}">
                <a16:creationId xmlns:a16="http://schemas.microsoft.com/office/drawing/2014/main" id="{BFDF5E2C-2CA6-5DF7-3FDE-E6B7D4D1B7E5}"/>
              </a:ext>
            </a:extLst>
          </p:cNvPr>
          <p:cNvGrpSpPr>
            <a:grpSpLocks noChangeAspect="1"/>
          </p:cNvGrpSpPr>
          <p:nvPr/>
        </p:nvGrpSpPr>
        <p:grpSpPr>
          <a:xfrm>
            <a:off x="10519094" y="2584735"/>
            <a:ext cx="304203" cy="264784"/>
            <a:chOff x="5053013" y="5526088"/>
            <a:chExt cx="420688" cy="384176"/>
          </a:xfrm>
        </p:grpSpPr>
        <p:sp>
          <p:nvSpPr>
            <p:cNvPr id="408" name="Freeform 149">
              <a:extLst>
                <a:ext uri="{FF2B5EF4-FFF2-40B4-BE49-F238E27FC236}">
                  <a16:creationId xmlns:a16="http://schemas.microsoft.com/office/drawing/2014/main" id="{C7D07B8C-2989-8F5D-6111-BD1A2A36F681}"/>
                </a:ext>
              </a:extLst>
            </p:cNvPr>
            <p:cNvSpPr>
              <a:spLocks/>
            </p:cNvSpPr>
            <p:nvPr/>
          </p:nvSpPr>
          <p:spPr bwMode="auto">
            <a:xfrm>
              <a:off x="5429251" y="5526088"/>
              <a:ext cx="44450" cy="384175"/>
            </a:xfrm>
            <a:custGeom>
              <a:avLst/>
              <a:gdLst>
                <a:gd name="T0" fmla="*/ 12 w 12"/>
                <a:gd name="T1" fmla="*/ 102 h 102"/>
                <a:gd name="T2" fmla="*/ 0 w 12"/>
                <a:gd name="T3" fmla="*/ 102 h 102"/>
                <a:gd name="T4" fmla="*/ 0 w 12"/>
                <a:gd name="T5" fmla="*/ 0 h 102"/>
                <a:gd name="T6" fmla="*/ 9 w 12"/>
                <a:gd name="T7" fmla="*/ 0 h 102"/>
                <a:gd name="T8" fmla="*/ 12 w 12"/>
                <a:gd name="T9" fmla="*/ 4 h 102"/>
                <a:gd name="T10" fmla="*/ 12 w 12"/>
                <a:gd name="T11" fmla="*/ 102 h 102"/>
              </a:gdLst>
              <a:ahLst/>
              <a:cxnLst>
                <a:cxn ang="0">
                  <a:pos x="T0" y="T1"/>
                </a:cxn>
                <a:cxn ang="0">
                  <a:pos x="T2" y="T3"/>
                </a:cxn>
                <a:cxn ang="0">
                  <a:pos x="T4" y="T5"/>
                </a:cxn>
                <a:cxn ang="0">
                  <a:pos x="T6" y="T7"/>
                </a:cxn>
                <a:cxn ang="0">
                  <a:pos x="T8" y="T9"/>
                </a:cxn>
                <a:cxn ang="0">
                  <a:pos x="T10" y="T11"/>
                </a:cxn>
              </a:cxnLst>
              <a:rect l="0" t="0" r="r" b="b"/>
              <a:pathLst>
                <a:path w="12" h="102">
                  <a:moveTo>
                    <a:pt x="12" y="102"/>
                  </a:moveTo>
                  <a:cubicBezTo>
                    <a:pt x="0" y="102"/>
                    <a:pt x="0" y="102"/>
                    <a:pt x="0" y="102"/>
                  </a:cubicBezTo>
                  <a:cubicBezTo>
                    <a:pt x="0" y="102"/>
                    <a:pt x="0" y="20"/>
                    <a:pt x="0" y="0"/>
                  </a:cubicBezTo>
                  <a:cubicBezTo>
                    <a:pt x="1" y="1"/>
                    <a:pt x="9" y="0"/>
                    <a:pt x="9" y="0"/>
                  </a:cubicBezTo>
                  <a:cubicBezTo>
                    <a:pt x="10" y="0"/>
                    <a:pt x="12" y="2"/>
                    <a:pt x="12" y="4"/>
                  </a:cubicBezTo>
                  <a:lnTo>
                    <a:pt x="12" y="102"/>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09" name="Freeform 150">
              <a:extLst>
                <a:ext uri="{FF2B5EF4-FFF2-40B4-BE49-F238E27FC236}">
                  <a16:creationId xmlns:a16="http://schemas.microsoft.com/office/drawing/2014/main" id="{5BE55E81-37F9-7099-5ADF-949A6F8BE412}"/>
                </a:ext>
              </a:extLst>
            </p:cNvPr>
            <p:cNvSpPr>
              <a:spLocks/>
            </p:cNvSpPr>
            <p:nvPr/>
          </p:nvSpPr>
          <p:spPr bwMode="auto">
            <a:xfrm>
              <a:off x="5365751" y="5632451"/>
              <a:ext cx="44450" cy="277813"/>
            </a:xfrm>
            <a:custGeom>
              <a:avLst/>
              <a:gdLst>
                <a:gd name="T0" fmla="*/ 12 w 12"/>
                <a:gd name="T1" fmla="*/ 74 h 74"/>
                <a:gd name="T2" fmla="*/ 0 w 12"/>
                <a:gd name="T3" fmla="*/ 74 h 74"/>
                <a:gd name="T4" fmla="*/ 0 w 12"/>
                <a:gd name="T5" fmla="*/ 0 h 74"/>
                <a:gd name="T6" fmla="*/ 9 w 12"/>
                <a:gd name="T7" fmla="*/ 0 h 74"/>
                <a:gd name="T8" fmla="*/ 12 w 12"/>
                <a:gd name="T9" fmla="*/ 2 h 74"/>
                <a:gd name="T10" fmla="*/ 12 w 12"/>
                <a:gd name="T11" fmla="*/ 74 h 74"/>
              </a:gdLst>
              <a:ahLst/>
              <a:cxnLst>
                <a:cxn ang="0">
                  <a:pos x="T0" y="T1"/>
                </a:cxn>
                <a:cxn ang="0">
                  <a:pos x="T2" y="T3"/>
                </a:cxn>
                <a:cxn ang="0">
                  <a:pos x="T4" y="T5"/>
                </a:cxn>
                <a:cxn ang="0">
                  <a:pos x="T6" y="T7"/>
                </a:cxn>
                <a:cxn ang="0">
                  <a:pos x="T8" y="T9"/>
                </a:cxn>
                <a:cxn ang="0">
                  <a:pos x="T10" y="T11"/>
                </a:cxn>
              </a:cxnLst>
              <a:rect l="0" t="0" r="r" b="b"/>
              <a:pathLst>
                <a:path w="12" h="74">
                  <a:moveTo>
                    <a:pt x="12" y="74"/>
                  </a:moveTo>
                  <a:cubicBezTo>
                    <a:pt x="0" y="74"/>
                    <a:pt x="0" y="74"/>
                    <a:pt x="0" y="74"/>
                  </a:cubicBezTo>
                  <a:cubicBezTo>
                    <a:pt x="0" y="74"/>
                    <a:pt x="0" y="14"/>
                    <a:pt x="0" y="0"/>
                  </a:cubicBezTo>
                  <a:cubicBezTo>
                    <a:pt x="1" y="0"/>
                    <a:pt x="9" y="0"/>
                    <a:pt x="9" y="0"/>
                  </a:cubicBezTo>
                  <a:cubicBezTo>
                    <a:pt x="11" y="0"/>
                    <a:pt x="12" y="1"/>
                    <a:pt x="12" y="2"/>
                  </a:cubicBezTo>
                  <a:lnTo>
                    <a:pt x="12" y="74"/>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0" name="Freeform 151">
              <a:extLst>
                <a:ext uri="{FF2B5EF4-FFF2-40B4-BE49-F238E27FC236}">
                  <a16:creationId xmlns:a16="http://schemas.microsoft.com/office/drawing/2014/main" id="{E6778B4D-DF22-48BA-7F25-A4C246B52E99}"/>
                </a:ext>
              </a:extLst>
            </p:cNvPr>
            <p:cNvSpPr>
              <a:spLocks/>
            </p:cNvSpPr>
            <p:nvPr/>
          </p:nvSpPr>
          <p:spPr bwMode="auto">
            <a:xfrm>
              <a:off x="5300663" y="5688013"/>
              <a:ext cx="46038" cy="222250"/>
            </a:xfrm>
            <a:custGeom>
              <a:avLst/>
              <a:gdLst>
                <a:gd name="T0" fmla="*/ 12 w 12"/>
                <a:gd name="T1" fmla="*/ 59 h 59"/>
                <a:gd name="T2" fmla="*/ 0 w 12"/>
                <a:gd name="T3" fmla="*/ 59 h 59"/>
                <a:gd name="T4" fmla="*/ 0 w 12"/>
                <a:gd name="T5" fmla="*/ 0 h 59"/>
                <a:gd name="T6" fmla="*/ 9 w 12"/>
                <a:gd name="T7" fmla="*/ 0 h 59"/>
                <a:gd name="T8" fmla="*/ 12 w 12"/>
                <a:gd name="T9" fmla="*/ 2 h 59"/>
                <a:gd name="T10" fmla="*/ 12 w 12"/>
                <a:gd name="T11" fmla="*/ 59 h 59"/>
              </a:gdLst>
              <a:ahLst/>
              <a:cxnLst>
                <a:cxn ang="0">
                  <a:pos x="T0" y="T1"/>
                </a:cxn>
                <a:cxn ang="0">
                  <a:pos x="T2" y="T3"/>
                </a:cxn>
                <a:cxn ang="0">
                  <a:pos x="T4" y="T5"/>
                </a:cxn>
                <a:cxn ang="0">
                  <a:pos x="T6" y="T7"/>
                </a:cxn>
                <a:cxn ang="0">
                  <a:pos x="T8" y="T9"/>
                </a:cxn>
                <a:cxn ang="0">
                  <a:pos x="T10" y="T11"/>
                </a:cxn>
              </a:cxnLst>
              <a:rect l="0" t="0" r="r" b="b"/>
              <a:pathLst>
                <a:path w="12" h="59">
                  <a:moveTo>
                    <a:pt x="12" y="59"/>
                  </a:moveTo>
                  <a:cubicBezTo>
                    <a:pt x="0" y="59"/>
                    <a:pt x="0" y="59"/>
                    <a:pt x="0" y="59"/>
                  </a:cubicBezTo>
                  <a:cubicBezTo>
                    <a:pt x="0" y="59"/>
                    <a:pt x="0" y="11"/>
                    <a:pt x="0" y="0"/>
                  </a:cubicBezTo>
                  <a:cubicBezTo>
                    <a:pt x="2" y="0"/>
                    <a:pt x="9" y="0"/>
                    <a:pt x="9" y="0"/>
                  </a:cubicBezTo>
                  <a:cubicBezTo>
                    <a:pt x="11" y="0"/>
                    <a:pt x="12" y="1"/>
                    <a:pt x="12" y="2"/>
                  </a:cubicBezTo>
                  <a:lnTo>
                    <a:pt x="12" y="59"/>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1" name="Freeform 152">
              <a:extLst>
                <a:ext uri="{FF2B5EF4-FFF2-40B4-BE49-F238E27FC236}">
                  <a16:creationId xmlns:a16="http://schemas.microsoft.com/office/drawing/2014/main" id="{F23ECB59-52E6-2CD9-5234-145D3102BBDF}"/>
                </a:ext>
              </a:extLst>
            </p:cNvPr>
            <p:cNvSpPr>
              <a:spLocks/>
            </p:cNvSpPr>
            <p:nvPr/>
          </p:nvSpPr>
          <p:spPr bwMode="auto">
            <a:xfrm>
              <a:off x="5241926" y="5748338"/>
              <a:ext cx="44450" cy="161925"/>
            </a:xfrm>
            <a:custGeom>
              <a:avLst/>
              <a:gdLst>
                <a:gd name="T0" fmla="*/ 12 w 12"/>
                <a:gd name="T1" fmla="*/ 43 h 43"/>
                <a:gd name="T2" fmla="*/ 0 w 12"/>
                <a:gd name="T3" fmla="*/ 43 h 43"/>
                <a:gd name="T4" fmla="*/ 0 w 12"/>
                <a:gd name="T5" fmla="*/ 0 h 43"/>
                <a:gd name="T6" fmla="*/ 9 w 12"/>
                <a:gd name="T7" fmla="*/ 0 h 43"/>
                <a:gd name="T8" fmla="*/ 12 w 12"/>
                <a:gd name="T9" fmla="*/ 2 h 43"/>
                <a:gd name="T10" fmla="*/ 12 w 12"/>
                <a:gd name="T11" fmla="*/ 43 h 43"/>
              </a:gdLst>
              <a:ahLst/>
              <a:cxnLst>
                <a:cxn ang="0">
                  <a:pos x="T0" y="T1"/>
                </a:cxn>
                <a:cxn ang="0">
                  <a:pos x="T2" y="T3"/>
                </a:cxn>
                <a:cxn ang="0">
                  <a:pos x="T4" y="T5"/>
                </a:cxn>
                <a:cxn ang="0">
                  <a:pos x="T6" y="T7"/>
                </a:cxn>
                <a:cxn ang="0">
                  <a:pos x="T8" y="T9"/>
                </a:cxn>
                <a:cxn ang="0">
                  <a:pos x="T10" y="T11"/>
                </a:cxn>
              </a:cxnLst>
              <a:rect l="0" t="0" r="r" b="b"/>
              <a:pathLst>
                <a:path w="12" h="43">
                  <a:moveTo>
                    <a:pt x="12" y="43"/>
                  </a:moveTo>
                  <a:cubicBezTo>
                    <a:pt x="0" y="43"/>
                    <a:pt x="0" y="43"/>
                    <a:pt x="0" y="43"/>
                  </a:cubicBezTo>
                  <a:cubicBezTo>
                    <a:pt x="0" y="43"/>
                    <a:pt x="0" y="11"/>
                    <a:pt x="0" y="0"/>
                  </a:cubicBezTo>
                  <a:cubicBezTo>
                    <a:pt x="1" y="0"/>
                    <a:pt x="9" y="0"/>
                    <a:pt x="9" y="0"/>
                  </a:cubicBezTo>
                  <a:cubicBezTo>
                    <a:pt x="11" y="0"/>
                    <a:pt x="12" y="1"/>
                    <a:pt x="12" y="2"/>
                  </a:cubicBezTo>
                  <a:lnTo>
                    <a:pt x="12" y="4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2" name="Freeform 153">
              <a:extLst>
                <a:ext uri="{FF2B5EF4-FFF2-40B4-BE49-F238E27FC236}">
                  <a16:creationId xmlns:a16="http://schemas.microsoft.com/office/drawing/2014/main" id="{EB346E18-3A4C-E0A2-BB3A-60ADFD386F88}"/>
                </a:ext>
              </a:extLst>
            </p:cNvPr>
            <p:cNvSpPr>
              <a:spLocks/>
            </p:cNvSpPr>
            <p:nvPr/>
          </p:nvSpPr>
          <p:spPr bwMode="auto">
            <a:xfrm>
              <a:off x="5181601" y="5792788"/>
              <a:ext cx="44450" cy="117475"/>
            </a:xfrm>
            <a:custGeom>
              <a:avLst/>
              <a:gdLst>
                <a:gd name="T0" fmla="*/ 12 w 12"/>
                <a:gd name="T1" fmla="*/ 31 h 31"/>
                <a:gd name="T2" fmla="*/ 0 w 12"/>
                <a:gd name="T3" fmla="*/ 31 h 31"/>
                <a:gd name="T4" fmla="*/ 0 w 12"/>
                <a:gd name="T5" fmla="*/ 0 h 31"/>
                <a:gd name="T6" fmla="*/ 9 w 12"/>
                <a:gd name="T7" fmla="*/ 0 h 31"/>
                <a:gd name="T8" fmla="*/ 12 w 12"/>
                <a:gd name="T9" fmla="*/ 2 h 31"/>
                <a:gd name="T10" fmla="*/ 12 w 12"/>
                <a:gd name="T11" fmla="*/ 31 h 31"/>
              </a:gdLst>
              <a:ahLst/>
              <a:cxnLst>
                <a:cxn ang="0">
                  <a:pos x="T0" y="T1"/>
                </a:cxn>
                <a:cxn ang="0">
                  <a:pos x="T2" y="T3"/>
                </a:cxn>
                <a:cxn ang="0">
                  <a:pos x="T4" y="T5"/>
                </a:cxn>
                <a:cxn ang="0">
                  <a:pos x="T6" y="T7"/>
                </a:cxn>
                <a:cxn ang="0">
                  <a:pos x="T8" y="T9"/>
                </a:cxn>
                <a:cxn ang="0">
                  <a:pos x="T10" y="T11"/>
                </a:cxn>
              </a:cxnLst>
              <a:rect l="0" t="0" r="r" b="b"/>
              <a:pathLst>
                <a:path w="12" h="31">
                  <a:moveTo>
                    <a:pt x="12" y="31"/>
                  </a:moveTo>
                  <a:cubicBezTo>
                    <a:pt x="0" y="31"/>
                    <a:pt x="0" y="31"/>
                    <a:pt x="0" y="31"/>
                  </a:cubicBezTo>
                  <a:cubicBezTo>
                    <a:pt x="0" y="31"/>
                    <a:pt x="0" y="12"/>
                    <a:pt x="0" y="0"/>
                  </a:cubicBezTo>
                  <a:cubicBezTo>
                    <a:pt x="1" y="1"/>
                    <a:pt x="9" y="0"/>
                    <a:pt x="9" y="0"/>
                  </a:cubicBezTo>
                  <a:cubicBezTo>
                    <a:pt x="11" y="0"/>
                    <a:pt x="12" y="1"/>
                    <a:pt x="12" y="2"/>
                  </a:cubicBezTo>
                  <a:lnTo>
                    <a:pt x="12" y="31"/>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3" name="Freeform 154">
              <a:extLst>
                <a:ext uri="{FF2B5EF4-FFF2-40B4-BE49-F238E27FC236}">
                  <a16:creationId xmlns:a16="http://schemas.microsoft.com/office/drawing/2014/main" id="{E5290AAF-C480-911E-1252-E1F60DAB4BFC}"/>
                </a:ext>
              </a:extLst>
            </p:cNvPr>
            <p:cNvSpPr>
              <a:spLocks/>
            </p:cNvSpPr>
            <p:nvPr/>
          </p:nvSpPr>
          <p:spPr bwMode="auto">
            <a:xfrm>
              <a:off x="5116513" y="5822951"/>
              <a:ext cx="46038" cy="87313"/>
            </a:xfrm>
            <a:custGeom>
              <a:avLst/>
              <a:gdLst>
                <a:gd name="T0" fmla="*/ 12 w 12"/>
                <a:gd name="T1" fmla="*/ 23 h 23"/>
                <a:gd name="T2" fmla="*/ 0 w 12"/>
                <a:gd name="T3" fmla="*/ 23 h 23"/>
                <a:gd name="T4" fmla="*/ 0 w 12"/>
                <a:gd name="T5" fmla="*/ 0 h 23"/>
                <a:gd name="T6" fmla="*/ 9 w 12"/>
                <a:gd name="T7" fmla="*/ 0 h 23"/>
                <a:gd name="T8" fmla="*/ 12 w 12"/>
                <a:gd name="T9" fmla="*/ 1 h 23"/>
                <a:gd name="T10" fmla="*/ 12 w 12"/>
                <a:gd name="T11" fmla="*/ 23 h 23"/>
              </a:gdLst>
              <a:ahLst/>
              <a:cxnLst>
                <a:cxn ang="0">
                  <a:pos x="T0" y="T1"/>
                </a:cxn>
                <a:cxn ang="0">
                  <a:pos x="T2" y="T3"/>
                </a:cxn>
                <a:cxn ang="0">
                  <a:pos x="T4" y="T5"/>
                </a:cxn>
                <a:cxn ang="0">
                  <a:pos x="T6" y="T7"/>
                </a:cxn>
                <a:cxn ang="0">
                  <a:pos x="T8" y="T9"/>
                </a:cxn>
                <a:cxn ang="0">
                  <a:pos x="T10" y="T11"/>
                </a:cxn>
              </a:cxnLst>
              <a:rect l="0" t="0" r="r" b="b"/>
              <a:pathLst>
                <a:path w="12" h="23">
                  <a:moveTo>
                    <a:pt x="12" y="23"/>
                  </a:moveTo>
                  <a:cubicBezTo>
                    <a:pt x="0" y="23"/>
                    <a:pt x="0" y="23"/>
                    <a:pt x="0" y="23"/>
                  </a:cubicBezTo>
                  <a:cubicBezTo>
                    <a:pt x="0" y="23"/>
                    <a:pt x="0" y="11"/>
                    <a:pt x="0" y="0"/>
                  </a:cubicBezTo>
                  <a:cubicBezTo>
                    <a:pt x="2" y="0"/>
                    <a:pt x="9" y="0"/>
                    <a:pt x="9" y="0"/>
                  </a:cubicBezTo>
                  <a:cubicBezTo>
                    <a:pt x="11" y="0"/>
                    <a:pt x="12" y="0"/>
                    <a:pt x="12" y="1"/>
                  </a:cubicBezTo>
                  <a:lnTo>
                    <a:pt x="12" y="2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4" name="Freeform 155">
              <a:extLst>
                <a:ext uri="{FF2B5EF4-FFF2-40B4-BE49-F238E27FC236}">
                  <a16:creationId xmlns:a16="http://schemas.microsoft.com/office/drawing/2014/main" id="{F06BDD9F-7FFB-7DAE-68AB-C178450CC267}"/>
                </a:ext>
              </a:extLst>
            </p:cNvPr>
            <p:cNvSpPr>
              <a:spLocks/>
            </p:cNvSpPr>
            <p:nvPr/>
          </p:nvSpPr>
          <p:spPr bwMode="auto">
            <a:xfrm>
              <a:off x="5053013" y="5853113"/>
              <a:ext cx="46038" cy="57150"/>
            </a:xfrm>
            <a:custGeom>
              <a:avLst/>
              <a:gdLst>
                <a:gd name="T0" fmla="*/ 12 w 12"/>
                <a:gd name="T1" fmla="*/ 15 h 15"/>
                <a:gd name="T2" fmla="*/ 0 w 12"/>
                <a:gd name="T3" fmla="*/ 15 h 15"/>
                <a:gd name="T4" fmla="*/ 0 w 12"/>
                <a:gd name="T5" fmla="*/ 0 h 15"/>
                <a:gd name="T6" fmla="*/ 9 w 12"/>
                <a:gd name="T7" fmla="*/ 0 h 15"/>
                <a:gd name="T8" fmla="*/ 12 w 12"/>
                <a:gd name="T9" fmla="*/ 1 h 15"/>
                <a:gd name="T10" fmla="*/ 12 w 12"/>
                <a:gd name="T11" fmla="*/ 15 h 15"/>
              </a:gdLst>
              <a:ahLst/>
              <a:cxnLst>
                <a:cxn ang="0">
                  <a:pos x="T0" y="T1"/>
                </a:cxn>
                <a:cxn ang="0">
                  <a:pos x="T2" y="T3"/>
                </a:cxn>
                <a:cxn ang="0">
                  <a:pos x="T4" y="T5"/>
                </a:cxn>
                <a:cxn ang="0">
                  <a:pos x="T6" y="T7"/>
                </a:cxn>
                <a:cxn ang="0">
                  <a:pos x="T8" y="T9"/>
                </a:cxn>
                <a:cxn ang="0">
                  <a:pos x="T10" y="T11"/>
                </a:cxn>
              </a:cxnLst>
              <a:rect l="0" t="0" r="r" b="b"/>
              <a:pathLst>
                <a:path w="12" h="15">
                  <a:moveTo>
                    <a:pt x="12" y="15"/>
                  </a:moveTo>
                  <a:cubicBezTo>
                    <a:pt x="0" y="15"/>
                    <a:pt x="0" y="15"/>
                    <a:pt x="0" y="15"/>
                  </a:cubicBezTo>
                  <a:cubicBezTo>
                    <a:pt x="0" y="15"/>
                    <a:pt x="0" y="11"/>
                    <a:pt x="0" y="0"/>
                  </a:cubicBezTo>
                  <a:cubicBezTo>
                    <a:pt x="1" y="0"/>
                    <a:pt x="9" y="0"/>
                    <a:pt x="9" y="0"/>
                  </a:cubicBezTo>
                  <a:cubicBezTo>
                    <a:pt x="11" y="0"/>
                    <a:pt x="12" y="0"/>
                    <a:pt x="12" y="1"/>
                  </a:cubicBezTo>
                  <a:lnTo>
                    <a:pt x="12" y="15"/>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5" name="Freeform 156">
              <a:extLst>
                <a:ext uri="{FF2B5EF4-FFF2-40B4-BE49-F238E27FC236}">
                  <a16:creationId xmlns:a16="http://schemas.microsoft.com/office/drawing/2014/main" id="{43592698-AA1A-D5DC-B0E2-86720D42D3E4}"/>
                </a:ext>
              </a:extLst>
            </p:cNvPr>
            <p:cNvSpPr>
              <a:spLocks/>
            </p:cNvSpPr>
            <p:nvPr/>
          </p:nvSpPr>
          <p:spPr bwMode="auto">
            <a:xfrm>
              <a:off x="5099051" y="5575301"/>
              <a:ext cx="160338" cy="236538"/>
            </a:xfrm>
            <a:custGeom>
              <a:avLst/>
              <a:gdLst>
                <a:gd name="T0" fmla="*/ 6 w 43"/>
                <a:gd name="T1" fmla="*/ 63 h 63"/>
                <a:gd name="T2" fmla="*/ 11 w 43"/>
                <a:gd name="T3" fmla="*/ 63 h 63"/>
                <a:gd name="T4" fmla="*/ 14 w 43"/>
                <a:gd name="T5" fmla="*/ 46 h 63"/>
                <a:gd name="T6" fmla="*/ 12 w 43"/>
                <a:gd name="T7" fmla="*/ 33 h 63"/>
                <a:gd name="T8" fmla="*/ 24 w 43"/>
                <a:gd name="T9" fmla="*/ 36 h 63"/>
                <a:gd name="T10" fmla="*/ 28 w 43"/>
                <a:gd name="T11" fmla="*/ 54 h 63"/>
                <a:gd name="T12" fmla="*/ 34 w 43"/>
                <a:gd name="T13" fmla="*/ 54 h 63"/>
                <a:gd name="T14" fmla="*/ 32 w 43"/>
                <a:gd name="T15" fmla="*/ 35 h 63"/>
                <a:gd name="T16" fmla="*/ 27 w 43"/>
                <a:gd name="T17" fmla="*/ 30 h 63"/>
                <a:gd name="T18" fmla="*/ 15 w 43"/>
                <a:gd name="T19" fmla="*/ 26 h 63"/>
                <a:gd name="T20" fmla="*/ 19 w 43"/>
                <a:gd name="T21" fmla="*/ 17 h 63"/>
                <a:gd name="T22" fmla="*/ 26 w 43"/>
                <a:gd name="T23" fmla="*/ 22 h 63"/>
                <a:gd name="T24" fmla="*/ 43 w 43"/>
                <a:gd name="T25" fmla="*/ 26 h 63"/>
                <a:gd name="T26" fmla="*/ 43 w 43"/>
                <a:gd name="T27" fmla="*/ 22 h 63"/>
                <a:gd name="T28" fmla="*/ 29 w 43"/>
                <a:gd name="T29" fmla="*/ 18 h 63"/>
                <a:gd name="T30" fmla="*/ 22 w 43"/>
                <a:gd name="T31" fmla="*/ 9 h 63"/>
                <a:gd name="T32" fmla="*/ 5 w 43"/>
                <a:gd name="T33" fmla="*/ 7 h 63"/>
                <a:gd name="T34" fmla="*/ 2 w 43"/>
                <a:gd name="T35" fmla="*/ 21 h 63"/>
                <a:gd name="T36" fmla="*/ 1 w 43"/>
                <a:gd name="T37" fmla="*/ 31 h 63"/>
                <a:gd name="T38" fmla="*/ 6 w 43"/>
                <a:gd name="T39" fmla="*/ 45 h 63"/>
                <a:gd name="T40" fmla="*/ 6 w 43"/>
                <a:gd name="T41" fmla="*/ 6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 h="63">
                  <a:moveTo>
                    <a:pt x="6" y="63"/>
                  </a:moveTo>
                  <a:cubicBezTo>
                    <a:pt x="11" y="63"/>
                    <a:pt x="11" y="63"/>
                    <a:pt x="11" y="63"/>
                  </a:cubicBezTo>
                  <a:cubicBezTo>
                    <a:pt x="14" y="46"/>
                    <a:pt x="14" y="46"/>
                    <a:pt x="14" y="46"/>
                  </a:cubicBezTo>
                  <a:cubicBezTo>
                    <a:pt x="12" y="33"/>
                    <a:pt x="12" y="33"/>
                    <a:pt x="12" y="33"/>
                  </a:cubicBezTo>
                  <a:cubicBezTo>
                    <a:pt x="24" y="36"/>
                    <a:pt x="24" y="36"/>
                    <a:pt x="24" y="36"/>
                  </a:cubicBezTo>
                  <a:cubicBezTo>
                    <a:pt x="28" y="54"/>
                    <a:pt x="28" y="54"/>
                    <a:pt x="28" y="54"/>
                  </a:cubicBezTo>
                  <a:cubicBezTo>
                    <a:pt x="34" y="54"/>
                    <a:pt x="34" y="54"/>
                    <a:pt x="34" y="54"/>
                  </a:cubicBezTo>
                  <a:cubicBezTo>
                    <a:pt x="32" y="35"/>
                    <a:pt x="32" y="35"/>
                    <a:pt x="32" y="35"/>
                  </a:cubicBezTo>
                  <a:cubicBezTo>
                    <a:pt x="32" y="32"/>
                    <a:pt x="28" y="31"/>
                    <a:pt x="27" y="30"/>
                  </a:cubicBezTo>
                  <a:cubicBezTo>
                    <a:pt x="15" y="26"/>
                    <a:pt x="15" y="26"/>
                    <a:pt x="15" y="26"/>
                  </a:cubicBezTo>
                  <a:cubicBezTo>
                    <a:pt x="19" y="17"/>
                    <a:pt x="19" y="17"/>
                    <a:pt x="19" y="17"/>
                  </a:cubicBezTo>
                  <a:cubicBezTo>
                    <a:pt x="26" y="22"/>
                    <a:pt x="26" y="22"/>
                    <a:pt x="26" y="22"/>
                  </a:cubicBezTo>
                  <a:cubicBezTo>
                    <a:pt x="43" y="26"/>
                    <a:pt x="43" y="26"/>
                    <a:pt x="43" y="26"/>
                  </a:cubicBezTo>
                  <a:cubicBezTo>
                    <a:pt x="43" y="22"/>
                    <a:pt x="43" y="22"/>
                    <a:pt x="43" y="22"/>
                  </a:cubicBezTo>
                  <a:cubicBezTo>
                    <a:pt x="29" y="18"/>
                    <a:pt x="29" y="18"/>
                    <a:pt x="29" y="18"/>
                  </a:cubicBezTo>
                  <a:cubicBezTo>
                    <a:pt x="22" y="9"/>
                    <a:pt x="22" y="9"/>
                    <a:pt x="22" y="9"/>
                  </a:cubicBezTo>
                  <a:cubicBezTo>
                    <a:pt x="19" y="6"/>
                    <a:pt x="7" y="0"/>
                    <a:pt x="5" y="7"/>
                  </a:cubicBezTo>
                  <a:cubicBezTo>
                    <a:pt x="2" y="21"/>
                    <a:pt x="2" y="21"/>
                    <a:pt x="2" y="21"/>
                  </a:cubicBezTo>
                  <a:cubicBezTo>
                    <a:pt x="1" y="25"/>
                    <a:pt x="0" y="28"/>
                    <a:pt x="1" y="31"/>
                  </a:cubicBezTo>
                  <a:cubicBezTo>
                    <a:pt x="6" y="45"/>
                    <a:pt x="6" y="45"/>
                    <a:pt x="6" y="45"/>
                  </a:cubicBezTo>
                  <a:cubicBezTo>
                    <a:pt x="6" y="60"/>
                    <a:pt x="6" y="60"/>
                    <a:pt x="6" y="60"/>
                  </a:cubicBezTo>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6" name="Freeform 157">
              <a:extLst>
                <a:ext uri="{FF2B5EF4-FFF2-40B4-BE49-F238E27FC236}">
                  <a16:creationId xmlns:a16="http://schemas.microsoft.com/office/drawing/2014/main" id="{45E0303F-74AA-F323-D9D5-7BD0F3432DA2}"/>
                </a:ext>
              </a:extLst>
            </p:cNvPr>
            <p:cNvSpPr>
              <a:spLocks/>
            </p:cNvSpPr>
            <p:nvPr/>
          </p:nvSpPr>
          <p:spPr bwMode="auto">
            <a:xfrm>
              <a:off x="5124451" y="5545138"/>
              <a:ext cx="52388" cy="49213"/>
            </a:xfrm>
            <a:custGeom>
              <a:avLst/>
              <a:gdLst>
                <a:gd name="T0" fmla="*/ 1 w 14"/>
                <a:gd name="T1" fmla="*/ 5 h 13"/>
                <a:gd name="T2" fmla="*/ 9 w 14"/>
                <a:gd name="T3" fmla="*/ 1 h 13"/>
                <a:gd name="T4" fmla="*/ 9 w 14"/>
                <a:gd name="T5" fmla="*/ 1 h 13"/>
                <a:gd name="T6" fmla="*/ 9 w 14"/>
                <a:gd name="T7" fmla="*/ 1 h 13"/>
                <a:gd name="T8" fmla="*/ 13 w 14"/>
                <a:gd name="T9" fmla="*/ 8 h 13"/>
                <a:gd name="T10" fmla="*/ 13 w 14"/>
                <a:gd name="T11" fmla="*/ 8 h 13"/>
                <a:gd name="T12" fmla="*/ 13 w 14"/>
                <a:gd name="T13" fmla="*/ 8 h 13"/>
                <a:gd name="T14" fmla="*/ 5 w 14"/>
                <a:gd name="T15" fmla="*/ 12 h 13"/>
                <a:gd name="T16" fmla="*/ 5 w 14"/>
                <a:gd name="T17" fmla="*/ 12 h 13"/>
                <a:gd name="T18" fmla="*/ 5 w 14"/>
                <a:gd name="T19" fmla="*/ 12 h 13"/>
                <a:gd name="T20" fmla="*/ 1 w 14"/>
                <a:gd name="T21" fmla="*/ 5 h 13"/>
                <a:gd name="T22" fmla="*/ 1 w 14"/>
                <a:gd name="T23"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3">
                  <a:moveTo>
                    <a:pt x="1" y="5"/>
                  </a:moveTo>
                  <a:cubicBezTo>
                    <a:pt x="2" y="2"/>
                    <a:pt x="5" y="0"/>
                    <a:pt x="9" y="1"/>
                  </a:cubicBezTo>
                  <a:cubicBezTo>
                    <a:pt x="9" y="1"/>
                    <a:pt x="9" y="1"/>
                    <a:pt x="9" y="1"/>
                  </a:cubicBezTo>
                  <a:cubicBezTo>
                    <a:pt x="9" y="1"/>
                    <a:pt x="9" y="1"/>
                    <a:pt x="9" y="1"/>
                  </a:cubicBezTo>
                  <a:cubicBezTo>
                    <a:pt x="12" y="1"/>
                    <a:pt x="14" y="5"/>
                    <a:pt x="13" y="8"/>
                  </a:cubicBezTo>
                  <a:cubicBezTo>
                    <a:pt x="13" y="8"/>
                    <a:pt x="13" y="8"/>
                    <a:pt x="13" y="8"/>
                  </a:cubicBezTo>
                  <a:cubicBezTo>
                    <a:pt x="13" y="8"/>
                    <a:pt x="13" y="8"/>
                    <a:pt x="13" y="8"/>
                  </a:cubicBezTo>
                  <a:cubicBezTo>
                    <a:pt x="12" y="11"/>
                    <a:pt x="9" y="13"/>
                    <a:pt x="5" y="12"/>
                  </a:cubicBezTo>
                  <a:cubicBezTo>
                    <a:pt x="5" y="12"/>
                    <a:pt x="5" y="12"/>
                    <a:pt x="5" y="12"/>
                  </a:cubicBezTo>
                  <a:cubicBezTo>
                    <a:pt x="5" y="12"/>
                    <a:pt x="5" y="12"/>
                    <a:pt x="5" y="12"/>
                  </a:cubicBezTo>
                  <a:cubicBezTo>
                    <a:pt x="2" y="11"/>
                    <a:pt x="0" y="8"/>
                    <a:pt x="1" y="5"/>
                  </a:cubicBezTo>
                  <a:cubicBezTo>
                    <a:pt x="1" y="5"/>
                    <a:pt x="1" y="5"/>
                    <a:pt x="1" y="5"/>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17" name="Gleichschenkliges Dreieck 2">
            <a:extLst>
              <a:ext uri="{FF2B5EF4-FFF2-40B4-BE49-F238E27FC236}">
                <a16:creationId xmlns:a16="http://schemas.microsoft.com/office/drawing/2014/main" id="{4983DF9E-3A76-8C69-EDF0-EB85CC91C525}"/>
              </a:ext>
            </a:extLst>
          </p:cNvPr>
          <p:cNvSpPr/>
          <p:nvPr/>
        </p:nvSpPr>
        <p:spPr bwMode="auto">
          <a:xfrm>
            <a:off x="10863262" y="2597636"/>
            <a:ext cx="1229237" cy="252000"/>
          </a:xfrm>
          <a:prstGeom prst="rect">
            <a:avLst/>
          </a:prstGeom>
          <a:solidFill>
            <a:srgbClr val="00B05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Best Practices</a:t>
            </a:r>
          </a:p>
        </p:txBody>
      </p:sp>
      <p:sp>
        <p:nvSpPr>
          <p:cNvPr id="419" name="TextBox 418">
            <a:extLst>
              <a:ext uri="{FF2B5EF4-FFF2-40B4-BE49-F238E27FC236}">
                <a16:creationId xmlns:a16="http://schemas.microsoft.com/office/drawing/2014/main" id="{AD693A82-66F6-B7D4-4838-F4F945283413}"/>
              </a:ext>
            </a:extLst>
          </p:cNvPr>
          <p:cNvSpPr txBox="1"/>
          <p:nvPr/>
        </p:nvSpPr>
        <p:spPr>
          <a:xfrm>
            <a:off x="10464154" y="2880193"/>
            <a:ext cx="1588444" cy="2164695"/>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Maximize Product Value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Demonstrate OOTB capabilities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Use wireframes or mock-ups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Leverage Workshop tools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Storyboarding</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Build incrementally</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Think holistically (‘Big Picture’)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Bring on board all relevant Workstreams to the sessions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80:20 rule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One Team approach </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Seamless communication</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Follow Agile Ceremonies</a:t>
            </a:r>
          </a:p>
        </p:txBody>
      </p:sp>
      <p:sp>
        <p:nvSpPr>
          <p:cNvPr id="424" name="Rounded Rectangle 67">
            <a:extLst>
              <a:ext uri="{FF2B5EF4-FFF2-40B4-BE49-F238E27FC236}">
                <a16:creationId xmlns:a16="http://schemas.microsoft.com/office/drawing/2014/main" id="{56E6359D-9E16-71FC-DAAF-6DC4F95B2C6E}"/>
              </a:ext>
            </a:extLst>
          </p:cNvPr>
          <p:cNvSpPr>
            <a:spLocks/>
          </p:cNvSpPr>
          <p:nvPr/>
        </p:nvSpPr>
        <p:spPr>
          <a:xfrm>
            <a:off x="10477580" y="5385273"/>
            <a:ext cx="1614920" cy="1116135"/>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35" name="Gleichschenkliges Dreieck 2">
            <a:extLst>
              <a:ext uri="{FF2B5EF4-FFF2-40B4-BE49-F238E27FC236}">
                <a16:creationId xmlns:a16="http://schemas.microsoft.com/office/drawing/2014/main" id="{E0797AE8-F805-4867-6293-45B2BB4993B3}"/>
              </a:ext>
            </a:extLst>
          </p:cNvPr>
          <p:cNvSpPr/>
          <p:nvPr/>
        </p:nvSpPr>
        <p:spPr bwMode="auto">
          <a:xfrm>
            <a:off x="10866827" y="5132351"/>
            <a:ext cx="1225672" cy="252000"/>
          </a:xfrm>
          <a:prstGeom prst="rect">
            <a:avLst/>
          </a:prstGeom>
          <a:solidFill>
            <a:srgbClr val="FFC00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Challenges</a:t>
            </a:r>
          </a:p>
        </p:txBody>
      </p:sp>
      <p:pic>
        <p:nvPicPr>
          <p:cNvPr id="436" name="Picture 2" descr="Image result for requirement workshop icon">
            <a:extLst>
              <a:ext uri="{FF2B5EF4-FFF2-40B4-BE49-F238E27FC236}">
                <a16:creationId xmlns:a16="http://schemas.microsoft.com/office/drawing/2014/main" id="{58E836BE-ACB2-B48F-BDBF-8B43AEB1EDF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795655" y="2568352"/>
            <a:ext cx="1224717" cy="597831"/>
          </a:xfrm>
          <a:prstGeom prst="rect">
            <a:avLst/>
          </a:prstGeom>
          <a:noFill/>
          <a:extLst>
            <a:ext uri="{909E8E84-426E-40DD-AFC4-6F175D3DCCD1}">
              <a14:hiddenFill xmlns:a14="http://schemas.microsoft.com/office/drawing/2010/main">
                <a:solidFill>
                  <a:srgbClr val="FFFFFF"/>
                </a:solidFill>
              </a14:hiddenFill>
            </a:ext>
          </a:extLst>
        </p:spPr>
      </p:pic>
      <p:grpSp>
        <p:nvGrpSpPr>
          <p:cNvPr id="437" name="Group 436">
            <a:extLst>
              <a:ext uri="{FF2B5EF4-FFF2-40B4-BE49-F238E27FC236}">
                <a16:creationId xmlns:a16="http://schemas.microsoft.com/office/drawing/2014/main" id="{FC5E9492-D418-987F-2704-450445C0C317}"/>
              </a:ext>
            </a:extLst>
          </p:cNvPr>
          <p:cNvGrpSpPr>
            <a:grpSpLocks noChangeAspect="1"/>
          </p:cNvGrpSpPr>
          <p:nvPr/>
        </p:nvGrpSpPr>
        <p:grpSpPr>
          <a:xfrm>
            <a:off x="10541512" y="5087781"/>
            <a:ext cx="280916" cy="303133"/>
            <a:chOff x="9910960" y="2281694"/>
            <a:chExt cx="590557" cy="558400"/>
          </a:xfrm>
        </p:grpSpPr>
        <p:sp>
          <p:nvSpPr>
            <p:cNvPr id="438" name="Freeform 39">
              <a:extLst>
                <a:ext uri="{FF2B5EF4-FFF2-40B4-BE49-F238E27FC236}">
                  <a16:creationId xmlns:a16="http://schemas.microsoft.com/office/drawing/2014/main" id="{69732489-D9F2-F6A8-78D2-15E08E060E51}"/>
                </a:ext>
              </a:extLst>
            </p:cNvPr>
            <p:cNvSpPr>
              <a:spLocks noEditPoints="1"/>
            </p:cNvSpPr>
            <p:nvPr/>
          </p:nvSpPr>
          <p:spPr bwMode="auto">
            <a:xfrm>
              <a:off x="9910960" y="2397747"/>
              <a:ext cx="445479" cy="378434"/>
            </a:xfrm>
            <a:custGeom>
              <a:avLst/>
              <a:gdLst>
                <a:gd name="T0" fmla="*/ 102 w 110"/>
                <a:gd name="T1" fmla="*/ 30 h 95"/>
                <a:gd name="T2" fmla="*/ 101 w 110"/>
                <a:gd name="T3" fmla="*/ 29 h 95"/>
                <a:gd name="T4" fmla="*/ 81 w 110"/>
                <a:gd name="T5" fmla="*/ 15 h 95"/>
                <a:gd name="T6" fmla="*/ 32 w 110"/>
                <a:gd name="T7" fmla="*/ 1 h 95"/>
                <a:gd name="T8" fmla="*/ 29 w 110"/>
                <a:gd name="T9" fmla="*/ 0 h 95"/>
                <a:gd name="T10" fmla="*/ 0 w 110"/>
                <a:gd name="T11" fmla="*/ 34 h 95"/>
                <a:gd name="T12" fmla="*/ 16 w 110"/>
                <a:gd name="T13" fmla="*/ 50 h 95"/>
                <a:gd name="T14" fmla="*/ 55 w 110"/>
                <a:gd name="T15" fmla="*/ 95 h 95"/>
                <a:gd name="T16" fmla="*/ 66 w 110"/>
                <a:gd name="T17" fmla="*/ 89 h 95"/>
                <a:gd name="T18" fmla="*/ 87 w 110"/>
                <a:gd name="T19" fmla="*/ 76 h 95"/>
                <a:gd name="T20" fmla="*/ 95 w 110"/>
                <a:gd name="T21" fmla="*/ 66 h 95"/>
                <a:gd name="T22" fmla="*/ 108 w 110"/>
                <a:gd name="T23" fmla="*/ 55 h 95"/>
                <a:gd name="T24" fmla="*/ 109 w 110"/>
                <a:gd name="T25" fmla="*/ 51 h 95"/>
                <a:gd name="T26" fmla="*/ 55 w 110"/>
                <a:gd name="T27" fmla="*/ 87 h 95"/>
                <a:gd name="T28" fmla="*/ 45 w 110"/>
                <a:gd name="T29" fmla="*/ 78 h 95"/>
                <a:gd name="T30" fmla="*/ 51 w 110"/>
                <a:gd name="T31" fmla="*/ 72 h 95"/>
                <a:gd name="T32" fmla="*/ 58 w 110"/>
                <a:gd name="T33" fmla="*/ 86 h 95"/>
                <a:gd name="T34" fmla="*/ 66 w 110"/>
                <a:gd name="T35" fmla="*/ 81 h 95"/>
                <a:gd name="T36" fmla="*/ 54 w 110"/>
                <a:gd name="T37" fmla="*/ 70 h 95"/>
                <a:gd name="T38" fmla="*/ 61 w 110"/>
                <a:gd name="T39" fmla="*/ 64 h 95"/>
                <a:gd name="T40" fmla="*/ 69 w 110"/>
                <a:gd name="T41" fmla="*/ 80 h 95"/>
                <a:gd name="T42" fmla="*/ 77 w 110"/>
                <a:gd name="T43" fmla="*/ 75 h 95"/>
                <a:gd name="T44" fmla="*/ 64 w 110"/>
                <a:gd name="T45" fmla="*/ 62 h 95"/>
                <a:gd name="T46" fmla="*/ 70 w 110"/>
                <a:gd name="T47" fmla="*/ 56 h 95"/>
                <a:gd name="T48" fmla="*/ 80 w 110"/>
                <a:gd name="T49" fmla="*/ 74 h 95"/>
                <a:gd name="T50" fmla="*/ 85 w 110"/>
                <a:gd name="T51" fmla="*/ 64 h 95"/>
                <a:gd name="T52" fmla="*/ 74 w 110"/>
                <a:gd name="T53" fmla="*/ 53 h 95"/>
                <a:gd name="T54" fmla="*/ 80 w 110"/>
                <a:gd name="T55" fmla="*/ 48 h 95"/>
                <a:gd name="T56" fmla="*/ 88 w 110"/>
                <a:gd name="T57" fmla="*/ 63 h 95"/>
                <a:gd name="T58" fmla="*/ 87 w 110"/>
                <a:gd name="T59" fmla="*/ 44 h 95"/>
                <a:gd name="T60" fmla="*/ 52 w 110"/>
                <a:gd name="T61" fmla="*/ 43 h 95"/>
                <a:gd name="T62" fmla="*/ 24 w 110"/>
                <a:gd name="T63" fmla="*/ 48 h 95"/>
                <a:gd name="T64" fmla="*/ 23 w 110"/>
                <a:gd name="T65" fmla="*/ 46 h 95"/>
                <a:gd name="T66" fmla="*/ 29 w 110"/>
                <a:gd name="T67" fmla="*/ 9 h 95"/>
                <a:gd name="T68" fmla="*/ 45 w 110"/>
                <a:gd name="T69" fmla="*/ 22 h 95"/>
                <a:gd name="T70" fmla="*/ 78 w 110"/>
                <a:gd name="T71" fmla="*/ 22 h 95"/>
                <a:gd name="T72" fmla="*/ 101 w 110"/>
                <a:gd name="T73"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0" h="95">
                  <a:moveTo>
                    <a:pt x="109" y="51"/>
                  </a:moveTo>
                  <a:cubicBezTo>
                    <a:pt x="108" y="46"/>
                    <a:pt x="104" y="34"/>
                    <a:pt x="102" y="30"/>
                  </a:cubicBezTo>
                  <a:cubicBezTo>
                    <a:pt x="101" y="29"/>
                    <a:pt x="101" y="29"/>
                    <a:pt x="101" y="29"/>
                  </a:cubicBezTo>
                  <a:cubicBezTo>
                    <a:pt x="101" y="29"/>
                    <a:pt x="101" y="29"/>
                    <a:pt x="101" y="29"/>
                  </a:cubicBezTo>
                  <a:cubicBezTo>
                    <a:pt x="96" y="25"/>
                    <a:pt x="84" y="16"/>
                    <a:pt x="82" y="15"/>
                  </a:cubicBezTo>
                  <a:cubicBezTo>
                    <a:pt x="81" y="15"/>
                    <a:pt x="81" y="15"/>
                    <a:pt x="81" y="15"/>
                  </a:cubicBezTo>
                  <a:cubicBezTo>
                    <a:pt x="70" y="12"/>
                    <a:pt x="59" y="11"/>
                    <a:pt x="47" y="13"/>
                  </a:cubicBezTo>
                  <a:cubicBezTo>
                    <a:pt x="43" y="10"/>
                    <a:pt x="37" y="6"/>
                    <a:pt x="32" y="1"/>
                  </a:cubicBezTo>
                  <a:cubicBezTo>
                    <a:pt x="30" y="0"/>
                    <a:pt x="30" y="0"/>
                    <a:pt x="30" y="0"/>
                  </a:cubicBezTo>
                  <a:cubicBezTo>
                    <a:pt x="29" y="0"/>
                    <a:pt x="29" y="0"/>
                    <a:pt x="29" y="0"/>
                  </a:cubicBezTo>
                  <a:cubicBezTo>
                    <a:pt x="21" y="2"/>
                    <a:pt x="3" y="16"/>
                    <a:pt x="1" y="32"/>
                  </a:cubicBezTo>
                  <a:cubicBezTo>
                    <a:pt x="0" y="34"/>
                    <a:pt x="0" y="34"/>
                    <a:pt x="0" y="34"/>
                  </a:cubicBezTo>
                  <a:cubicBezTo>
                    <a:pt x="2" y="36"/>
                    <a:pt x="2" y="36"/>
                    <a:pt x="2" y="36"/>
                  </a:cubicBezTo>
                  <a:cubicBezTo>
                    <a:pt x="6" y="39"/>
                    <a:pt x="13" y="46"/>
                    <a:pt x="16" y="50"/>
                  </a:cubicBezTo>
                  <a:cubicBezTo>
                    <a:pt x="17" y="56"/>
                    <a:pt x="20" y="66"/>
                    <a:pt x="31" y="77"/>
                  </a:cubicBezTo>
                  <a:cubicBezTo>
                    <a:pt x="43" y="89"/>
                    <a:pt x="49" y="95"/>
                    <a:pt x="55" y="95"/>
                  </a:cubicBezTo>
                  <a:cubicBezTo>
                    <a:pt x="56" y="95"/>
                    <a:pt x="57" y="94"/>
                    <a:pt x="58" y="94"/>
                  </a:cubicBezTo>
                  <a:cubicBezTo>
                    <a:pt x="62" y="93"/>
                    <a:pt x="65" y="91"/>
                    <a:pt x="66" y="89"/>
                  </a:cubicBezTo>
                  <a:cubicBezTo>
                    <a:pt x="70" y="88"/>
                    <a:pt x="74" y="86"/>
                    <a:pt x="76" y="82"/>
                  </a:cubicBezTo>
                  <a:cubicBezTo>
                    <a:pt x="80" y="81"/>
                    <a:pt x="84" y="79"/>
                    <a:pt x="87" y="76"/>
                  </a:cubicBezTo>
                  <a:cubicBezTo>
                    <a:pt x="88" y="75"/>
                    <a:pt x="89" y="73"/>
                    <a:pt x="89" y="72"/>
                  </a:cubicBezTo>
                  <a:cubicBezTo>
                    <a:pt x="92" y="71"/>
                    <a:pt x="94" y="69"/>
                    <a:pt x="95" y="66"/>
                  </a:cubicBezTo>
                  <a:cubicBezTo>
                    <a:pt x="97" y="64"/>
                    <a:pt x="97" y="63"/>
                    <a:pt x="97" y="61"/>
                  </a:cubicBezTo>
                  <a:cubicBezTo>
                    <a:pt x="101" y="60"/>
                    <a:pt x="105" y="59"/>
                    <a:pt x="108" y="55"/>
                  </a:cubicBezTo>
                  <a:cubicBezTo>
                    <a:pt x="110" y="54"/>
                    <a:pt x="110" y="54"/>
                    <a:pt x="110" y="54"/>
                  </a:cubicBezTo>
                  <a:lnTo>
                    <a:pt x="109" y="51"/>
                  </a:lnTo>
                  <a:close/>
                  <a:moveTo>
                    <a:pt x="58" y="86"/>
                  </a:moveTo>
                  <a:cubicBezTo>
                    <a:pt x="57" y="87"/>
                    <a:pt x="56" y="87"/>
                    <a:pt x="55" y="87"/>
                  </a:cubicBezTo>
                  <a:cubicBezTo>
                    <a:pt x="54" y="87"/>
                    <a:pt x="52" y="87"/>
                    <a:pt x="52" y="86"/>
                  </a:cubicBezTo>
                  <a:cubicBezTo>
                    <a:pt x="45" y="78"/>
                    <a:pt x="45" y="78"/>
                    <a:pt x="45" y="78"/>
                  </a:cubicBezTo>
                  <a:cubicBezTo>
                    <a:pt x="44" y="76"/>
                    <a:pt x="44" y="73"/>
                    <a:pt x="46" y="72"/>
                  </a:cubicBezTo>
                  <a:cubicBezTo>
                    <a:pt x="47" y="70"/>
                    <a:pt x="50" y="71"/>
                    <a:pt x="51" y="72"/>
                  </a:cubicBezTo>
                  <a:cubicBezTo>
                    <a:pt x="58" y="80"/>
                    <a:pt x="58" y="80"/>
                    <a:pt x="58" y="80"/>
                  </a:cubicBezTo>
                  <a:cubicBezTo>
                    <a:pt x="60" y="82"/>
                    <a:pt x="59" y="85"/>
                    <a:pt x="58" y="86"/>
                  </a:cubicBezTo>
                  <a:close/>
                  <a:moveTo>
                    <a:pt x="69" y="80"/>
                  </a:moveTo>
                  <a:cubicBezTo>
                    <a:pt x="68" y="81"/>
                    <a:pt x="67" y="81"/>
                    <a:pt x="66" y="81"/>
                  </a:cubicBezTo>
                  <a:cubicBezTo>
                    <a:pt x="65" y="81"/>
                    <a:pt x="64" y="81"/>
                    <a:pt x="63" y="80"/>
                  </a:cubicBezTo>
                  <a:cubicBezTo>
                    <a:pt x="54" y="70"/>
                    <a:pt x="54" y="70"/>
                    <a:pt x="54" y="70"/>
                  </a:cubicBezTo>
                  <a:cubicBezTo>
                    <a:pt x="53" y="68"/>
                    <a:pt x="53" y="65"/>
                    <a:pt x="55" y="63"/>
                  </a:cubicBezTo>
                  <a:cubicBezTo>
                    <a:pt x="57" y="62"/>
                    <a:pt x="60" y="62"/>
                    <a:pt x="61" y="64"/>
                  </a:cubicBezTo>
                  <a:cubicBezTo>
                    <a:pt x="69" y="74"/>
                    <a:pt x="69" y="74"/>
                    <a:pt x="69" y="74"/>
                  </a:cubicBezTo>
                  <a:cubicBezTo>
                    <a:pt x="71" y="76"/>
                    <a:pt x="71" y="79"/>
                    <a:pt x="69" y="80"/>
                  </a:cubicBezTo>
                  <a:close/>
                  <a:moveTo>
                    <a:pt x="80" y="74"/>
                  </a:moveTo>
                  <a:cubicBezTo>
                    <a:pt x="79" y="75"/>
                    <a:pt x="78" y="75"/>
                    <a:pt x="77" y="75"/>
                  </a:cubicBezTo>
                  <a:cubicBezTo>
                    <a:pt x="76" y="75"/>
                    <a:pt x="74" y="75"/>
                    <a:pt x="73" y="74"/>
                  </a:cubicBezTo>
                  <a:cubicBezTo>
                    <a:pt x="64" y="62"/>
                    <a:pt x="64" y="62"/>
                    <a:pt x="64" y="62"/>
                  </a:cubicBezTo>
                  <a:cubicBezTo>
                    <a:pt x="62" y="60"/>
                    <a:pt x="62" y="57"/>
                    <a:pt x="64" y="56"/>
                  </a:cubicBezTo>
                  <a:cubicBezTo>
                    <a:pt x="66" y="54"/>
                    <a:pt x="69" y="55"/>
                    <a:pt x="70" y="56"/>
                  </a:cubicBezTo>
                  <a:cubicBezTo>
                    <a:pt x="80" y="68"/>
                    <a:pt x="80" y="68"/>
                    <a:pt x="80" y="68"/>
                  </a:cubicBezTo>
                  <a:cubicBezTo>
                    <a:pt x="82" y="70"/>
                    <a:pt x="82" y="73"/>
                    <a:pt x="80" y="74"/>
                  </a:cubicBezTo>
                  <a:close/>
                  <a:moveTo>
                    <a:pt x="88" y="63"/>
                  </a:moveTo>
                  <a:cubicBezTo>
                    <a:pt x="87" y="64"/>
                    <a:pt x="86" y="64"/>
                    <a:pt x="85" y="64"/>
                  </a:cubicBezTo>
                  <a:cubicBezTo>
                    <a:pt x="84" y="64"/>
                    <a:pt x="83" y="64"/>
                    <a:pt x="82" y="63"/>
                  </a:cubicBezTo>
                  <a:cubicBezTo>
                    <a:pt x="74" y="53"/>
                    <a:pt x="74" y="53"/>
                    <a:pt x="74" y="53"/>
                  </a:cubicBezTo>
                  <a:cubicBezTo>
                    <a:pt x="72" y="52"/>
                    <a:pt x="72" y="49"/>
                    <a:pt x="74" y="47"/>
                  </a:cubicBezTo>
                  <a:cubicBezTo>
                    <a:pt x="76" y="46"/>
                    <a:pt x="79" y="46"/>
                    <a:pt x="80" y="48"/>
                  </a:cubicBezTo>
                  <a:cubicBezTo>
                    <a:pt x="88" y="57"/>
                    <a:pt x="88" y="57"/>
                    <a:pt x="88" y="57"/>
                  </a:cubicBezTo>
                  <a:cubicBezTo>
                    <a:pt x="90" y="59"/>
                    <a:pt x="90" y="62"/>
                    <a:pt x="88" y="63"/>
                  </a:cubicBezTo>
                  <a:close/>
                  <a:moveTo>
                    <a:pt x="99" y="52"/>
                  </a:moveTo>
                  <a:cubicBezTo>
                    <a:pt x="94" y="53"/>
                    <a:pt x="89" y="50"/>
                    <a:pt x="87" y="44"/>
                  </a:cubicBezTo>
                  <a:cubicBezTo>
                    <a:pt x="84" y="44"/>
                    <a:pt x="79" y="42"/>
                    <a:pt x="76" y="38"/>
                  </a:cubicBezTo>
                  <a:cubicBezTo>
                    <a:pt x="71" y="40"/>
                    <a:pt x="62" y="45"/>
                    <a:pt x="52" y="43"/>
                  </a:cubicBezTo>
                  <a:cubicBezTo>
                    <a:pt x="31" y="65"/>
                    <a:pt x="31" y="65"/>
                    <a:pt x="31" y="65"/>
                  </a:cubicBezTo>
                  <a:cubicBezTo>
                    <a:pt x="25" y="57"/>
                    <a:pt x="24" y="51"/>
                    <a:pt x="24" y="48"/>
                  </a:cubicBezTo>
                  <a:cubicBezTo>
                    <a:pt x="24" y="47"/>
                    <a:pt x="24" y="47"/>
                    <a:pt x="24" y="47"/>
                  </a:cubicBezTo>
                  <a:cubicBezTo>
                    <a:pt x="23" y="46"/>
                    <a:pt x="23" y="46"/>
                    <a:pt x="23" y="46"/>
                  </a:cubicBezTo>
                  <a:cubicBezTo>
                    <a:pt x="21" y="43"/>
                    <a:pt x="14" y="36"/>
                    <a:pt x="9" y="31"/>
                  </a:cubicBezTo>
                  <a:cubicBezTo>
                    <a:pt x="12" y="21"/>
                    <a:pt x="23" y="11"/>
                    <a:pt x="29" y="9"/>
                  </a:cubicBezTo>
                  <a:cubicBezTo>
                    <a:pt x="34" y="13"/>
                    <a:pt x="39" y="17"/>
                    <a:pt x="44" y="21"/>
                  </a:cubicBezTo>
                  <a:cubicBezTo>
                    <a:pt x="45" y="22"/>
                    <a:pt x="45" y="22"/>
                    <a:pt x="45" y="22"/>
                  </a:cubicBezTo>
                  <a:cubicBezTo>
                    <a:pt x="47" y="21"/>
                    <a:pt x="47" y="21"/>
                    <a:pt x="47" y="21"/>
                  </a:cubicBezTo>
                  <a:cubicBezTo>
                    <a:pt x="57" y="19"/>
                    <a:pt x="68" y="19"/>
                    <a:pt x="78" y="22"/>
                  </a:cubicBezTo>
                  <a:cubicBezTo>
                    <a:pt x="81" y="24"/>
                    <a:pt x="91" y="31"/>
                    <a:pt x="95" y="34"/>
                  </a:cubicBezTo>
                  <a:cubicBezTo>
                    <a:pt x="96" y="38"/>
                    <a:pt x="99" y="46"/>
                    <a:pt x="101" y="51"/>
                  </a:cubicBezTo>
                  <a:cubicBezTo>
                    <a:pt x="100" y="52"/>
                    <a:pt x="100" y="52"/>
                    <a:pt x="99" y="52"/>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39" name="Freeform 40">
              <a:extLst>
                <a:ext uri="{FF2B5EF4-FFF2-40B4-BE49-F238E27FC236}">
                  <a16:creationId xmlns:a16="http://schemas.microsoft.com/office/drawing/2014/main" id="{25D8CBD0-2361-2AC6-D0D9-D965E8614888}"/>
                </a:ext>
              </a:extLst>
            </p:cNvPr>
            <p:cNvSpPr>
              <a:spLocks noEditPoints="1"/>
            </p:cNvSpPr>
            <p:nvPr/>
          </p:nvSpPr>
          <p:spPr bwMode="auto">
            <a:xfrm>
              <a:off x="9939975" y="2281694"/>
              <a:ext cx="561542" cy="558400"/>
            </a:xfrm>
            <a:custGeom>
              <a:avLst/>
              <a:gdLst>
                <a:gd name="T0" fmla="*/ 134 w 139"/>
                <a:gd name="T1" fmla="*/ 18 h 140"/>
                <a:gd name="T2" fmla="*/ 134 w 139"/>
                <a:gd name="T3" fmla="*/ 18 h 140"/>
                <a:gd name="T4" fmla="*/ 116 w 139"/>
                <a:gd name="T5" fmla="*/ 35 h 140"/>
                <a:gd name="T6" fmla="*/ 116 w 139"/>
                <a:gd name="T7" fmla="*/ 35 h 140"/>
                <a:gd name="T8" fmla="*/ 104 w 139"/>
                <a:gd name="T9" fmla="*/ 23 h 140"/>
                <a:gd name="T10" fmla="*/ 104 w 139"/>
                <a:gd name="T11" fmla="*/ 23 h 140"/>
                <a:gd name="T12" fmla="*/ 122 w 139"/>
                <a:gd name="T13" fmla="*/ 5 h 140"/>
                <a:gd name="T14" fmla="*/ 122 w 139"/>
                <a:gd name="T15" fmla="*/ 5 h 140"/>
                <a:gd name="T16" fmla="*/ 93 w 139"/>
                <a:gd name="T17" fmla="*/ 9 h 140"/>
                <a:gd name="T18" fmla="*/ 88 w 139"/>
                <a:gd name="T19" fmla="*/ 13 h 140"/>
                <a:gd name="T20" fmla="*/ 82 w 139"/>
                <a:gd name="T21" fmla="*/ 37 h 140"/>
                <a:gd name="T22" fmla="*/ 82 w 139"/>
                <a:gd name="T23" fmla="*/ 37 h 140"/>
                <a:gd name="T24" fmla="*/ 71 w 139"/>
                <a:gd name="T25" fmla="*/ 48 h 140"/>
                <a:gd name="T26" fmla="*/ 79 w 139"/>
                <a:gd name="T27" fmla="*/ 53 h 140"/>
                <a:gd name="T28" fmla="*/ 94 w 139"/>
                <a:gd name="T29" fmla="*/ 66 h 140"/>
                <a:gd name="T30" fmla="*/ 102 w 139"/>
                <a:gd name="T31" fmla="*/ 58 h 140"/>
                <a:gd name="T32" fmla="*/ 102 w 139"/>
                <a:gd name="T33" fmla="*/ 58 h 140"/>
                <a:gd name="T34" fmla="*/ 126 w 139"/>
                <a:gd name="T35" fmla="*/ 51 h 140"/>
                <a:gd name="T36" fmla="*/ 130 w 139"/>
                <a:gd name="T37" fmla="*/ 47 h 140"/>
                <a:gd name="T38" fmla="*/ 134 w 139"/>
                <a:gd name="T39" fmla="*/ 18 h 140"/>
                <a:gd name="T40" fmla="*/ 6 w 139"/>
                <a:gd name="T41" fmla="*/ 113 h 140"/>
                <a:gd name="T42" fmla="*/ 6 w 139"/>
                <a:gd name="T43" fmla="*/ 134 h 140"/>
                <a:gd name="T44" fmla="*/ 27 w 139"/>
                <a:gd name="T45" fmla="*/ 133 h 140"/>
                <a:gd name="T46" fmla="*/ 43 w 139"/>
                <a:gd name="T47" fmla="*/ 117 h 140"/>
                <a:gd name="T48" fmla="*/ 22 w 139"/>
                <a:gd name="T49" fmla="*/ 97 h 140"/>
                <a:gd name="T50" fmla="*/ 6 w 139"/>
                <a:gd name="T51" fmla="*/ 113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9" h="140">
                  <a:moveTo>
                    <a:pt x="134" y="18"/>
                  </a:moveTo>
                  <a:cubicBezTo>
                    <a:pt x="134" y="17"/>
                    <a:pt x="134" y="17"/>
                    <a:pt x="134" y="18"/>
                  </a:cubicBezTo>
                  <a:cubicBezTo>
                    <a:pt x="116" y="35"/>
                    <a:pt x="116" y="35"/>
                    <a:pt x="116" y="35"/>
                  </a:cubicBezTo>
                  <a:cubicBezTo>
                    <a:pt x="116" y="35"/>
                    <a:pt x="116" y="35"/>
                    <a:pt x="116" y="35"/>
                  </a:cubicBezTo>
                  <a:cubicBezTo>
                    <a:pt x="104" y="23"/>
                    <a:pt x="104" y="23"/>
                    <a:pt x="104" y="23"/>
                  </a:cubicBezTo>
                  <a:cubicBezTo>
                    <a:pt x="104" y="23"/>
                    <a:pt x="104" y="23"/>
                    <a:pt x="104" y="23"/>
                  </a:cubicBezTo>
                  <a:cubicBezTo>
                    <a:pt x="122" y="5"/>
                    <a:pt x="122" y="5"/>
                    <a:pt x="122" y="5"/>
                  </a:cubicBezTo>
                  <a:cubicBezTo>
                    <a:pt x="122" y="5"/>
                    <a:pt x="122" y="5"/>
                    <a:pt x="122" y="5"/>
                  </a:cubicBezTo>
                  <a:cubicBezTo>
                    <a:pt x="112" y="0"/>
                    <a:pt x="100" y="1"/>
                    <a:pt x="93" y="9"/>
                  </a:cubicBezTo>
                  <a:cubicBezTo>
                    <a:pt x="88" y="13"/>
                    <a:pt x="88" y="13"/>
                    <a:pt x="88" y="13"/>
                  </a:cubicBezTo>
                  <a:cubicBezTo>
                    <a:pt x="81" y="20"/>
                    <a:pt x="77" y="26"/>
                    <a:pt x="82" y="37"/>
                  </a:cubicBezTo>
                  <a:cubicBezTo>
                    <a:pt x="82" y="37"/>
                    <a:pt x="82" y="37"/>
                    <a:pt x="82" y="37"/>
                  </a:cubicBezTo>
                  <a:cubicBezTo>
                    <a:pt x="71" y="48"/>
                    <a:pt x="71" y="48"/>
                    <a:pt x="71" y="48"/>
                  </a:cubicBezTo>
                  <a:cubicBezTo>
                    <a:pt x="79" y="53"/>
                    <a:pt x="79" y="53"/>
                    <a:pt x="79" y="53"/>
                  </a:cubicBezTo>
                  <a:cubicBezTo>
                    <a:pt x="94" y="66"/>
                    <a:pt x="94" y="66"/>
                    <a:pt x="94" y="66"/>
                  </a:cubicBezTo>
                  <a:cubicBezTo>
                    <a:pt x="102" y="58"/>
                    <a:pt x="102" y="58"/>
                    <a:pt x="102" y="58"/>
                  </a:cubicBezTo>
                  <a:cubicBezTo>
                    <a:pt x="102" y="58"/>
                    <a:pt x="102" y="58"/>
                    <a:pt x="102" y="58"/>
                  </a:cubicBezTo>
                  <a:cubicBezTo>
                    <a:pt x="113" y="62"/>
                    <a:pt x="119" y="58"/>
                    <a:pt x="126" y="51"/>
                  </a:cubicBezTo>
                  <a:cubicBezTo>
                    <a:pt x="130" y="47"/>
                    <a:pt x="130" y="47"/>
                    <a:pt x="130" y="47"/>
                  </a:cubicBezTo>
                  <a:cubicBezTo>
                    <a:pt x="138" y="39"/>
                    <a:pt x="139" y="27"/>
                    <a:pt x="134" y="18"/>
                  </a:cubicBezTo>
                  <a:close/>
                  <a:moveTo>
                    <a:pt x="6" y="113"/>
                  </a:moveTo>
                  <a:cubicBezTo>
                    <a:pt x="0" y="119"/>
                    <a:pt x="0" y="129"/>
                    <a:pt x="6" y="134"/>
                  </a:cubicBezTo>
                  <a:cubicBezTo>
                    <a:pt x="12" y="140"/>
                    <a:pt x="21" y="139"/>
                    <a:pt x="27" y="133"/>
                  </a:cubicBezTo>
                  <a:cubicBezTo>
                    <a:pt x="43" y="117"/>
                    <a:pt x="43" y="117"/>
                    <a:pt x="43" y="117"/>
                  </a:cubicBezTo>
                  <a:cubicBezTo>
                    <a:pt x="22" y="97"/>
                    <a:pt x="22" y="97"/>
                    <a:pt x="22" y="97"/>
                  </a:cubicBezTo>
                  <a:lnTo>
                    <a:pt x="6" y="113"/>
                  </a:lnTo>
                  <a:close/>
                </a:path>
              </a:pathLst>
            </a:custGeom>
            <a:solidFill>
              <a:srgbClr val="4610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41" name="TextBox 440">
            <a:extLst>
              <a:ext uri="{FF2B5EF4-FFF2-40B4-BE49-F238E27FC236}">
                <a16:creationId xmlns:a16="http://schemas.microsoft.com/office/drawing/2014/main" id="{E2324D32-69C2-CF49-6472-731C1E718259}"/>
              </a:ext>
            </a:extLst>
          </p:cNvPr>
          <p:cNvSpPr txBox="1"/>
          <p:nvPr/>
        </p:nvSpPr>
        <p:spPr>
          <a:xfrm>
            <a:off x="10474014" y="5431971"/>
            <a:ext cx="1618485" cy="1051570"/>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Scope change on signed-off requirements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Thinking inside of Legacy box</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Trying to create Perfect Solution</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Over customization</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Procrastination &amp; indecisive</a:t>
            </a:r>
          </a:p>
        </p:txBody>
      </p:sp>
      <p:sp>
        <p:nvSpPr>
          <p:cNvPr id="442" name="Rounded Rectangle 67">
            <a:extLst>
              <a:ext uri="{FF2B5EF4-FFF2-40B4-BE49-F238E27FC236}">
                <a16:creationId xmlns:a16="http://schemas.microsoft.com/office/drawing/2014/main" id="{CC701B64-F701-644C-24EE-BCE48AF1DA76}"/>
              </a:ext>
            </a:extLst>
          </p:cNvPr>
          <p:cNvSpPr>
            <a:spLocks/>
          </p:cNvSpPr>
          <p:nvPr/>
        </p:nvSpPr>
        <p:spPr>
          <a:xfrm>
            <a:off x="3527662"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3" name="TextBox 196">
            <a:extLst>
              <a:ext uri="{FF2B5EF4-FFF2-40B4-BE49-F238E27FC236}">
                <a16:creationId xmlns:a16="http://schemas.microsoft.com/office/drawing/2014/main" id="{E6F33CAC-E7AA-7629-56E6-DD05FA9B9FC2}"/>
              </a:ext>
            </a:extLst>
          </p:cNvPr>
          <p:cNvSpPr txBox="1">
            <a:spLocks/>
          </p:cNvSpPr>
          <p:nvPr/>
        </p:nvSpPr>
        <p:spPr>
          <a:xfrm>
            <a:off x="3609850" y="5189374"/>
            <a:ext cx="1917715" cy="301795"/>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4" name="Rounded Rectangle 67">
            <a:extLst>
              <a:ext uri="{FF2B5EF4-FFF2-40B4-BE49-F238E27FC236}">
                <a16:creationId xmlns:a16="http://schemas.microsoft.com/office/drawing/2014/main" id="{99901A0F-332E-9DEC-BBB9-E919FCC074EC}"/>
              </a:ext>
            </a:extLst>
          </p:cNvPr>
          <p:cNvSpPr>
            <a:spLocks/>
          </p:cNvSpPr>
          <p:nvPr/>
        </p:nvSpPr>
        <p:spPr>
          <a:xfrm>
            <a:off x="5901758"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5" name="TextBox 196">
            <a:extLst>
              <a:ext uri="{FF2B5EF4-FFF2-40B4-BE49-F238E27FC236}">
                <a16:creationId xmlns:a16="http://schemas.microsoft.com/office/drawing/2014/main" id="{6795C9E9-1E1E-3C8F-0D79-29A571C2CD9C}"/>
              </a:ext>
            </a:extLst>
          </p:cNvPr>
          <p:cNvSpPr txBox="1">
            <a:spLocks/>
          </p:cNvSpPr>
          <p:nvPr/>
        </p:nvSpPr>
        <p:spPr>
          <a:xfrm>
            <a:off x="5983946" y="5221874"/>
            <a:ext cx="1917715" cy="301795"/>
          </a:xfrm>
          <a:prstGeom prst="roundRect">
            <a:avLst>
              <a:gd name="adj" fmla="val 50000"/>
            </a:avLst>
          </a:prstGeom>
          <a:solidFill>
            <a:srgbClr val="D763C6"/>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endParaRPr>
          </a:p>
        </p:txBody>
      </p:sp>
      <p:sp>
        <p:nvSpPr>
          <p:cNvPr id="446" name="Rounded Rectangle 67">
            <a:extLst>
              <a:ext uri="{FF2B5EF4-FFF2-40B4-BE49-F238E27FC236}">
                <a16:creationId xmlns:a16="http://schemas.microsoft.com/office/drawing/2014/main" id="{8736889A-8B07-E59F-F17A-D4731E51B2FC}"/>
              </a:ext>
            </a:extLst>
          </p:cNvPr>
          <p:cNvSpPr>
            <a:spLocks/>
          </p:cNvSpPr>
          <p:nvPr/>
        </p:nvSpPr>
        <p:spPr>
          <a:xfrm>
            <a:off x="8144234" y="5389889"/>
            <a:ext cx="2027860" cy="1333381"/>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7" name="TextBox 196">
            <a:extLst>
              <a:ext uri="{FF2B5EF4-FFF2-40B4-BE49-F238E27FC236}">
                <a16:creationId xmlns:a16="http://schemas.microsoft.com/office/drawing/2014/main" id="{D6FF5ECE-61E5-9B22-7AA9-38F6B3E8FCBB}"/>
              </a:ext>
            </a:extLst>
          </p:cNvPr>
          <p:cNvSpPr txBox="1">
            <a:spLocks/>
          </p:cNvSpPr>
          <p:nvPr/>
        </p:nvSpPr>
        <p:spPr>
          <a:xfrm>
            <a:off x="8215912" y="5263193"/>
            <a:ext cx="1917715" cy="301795"/>
          </a:xfrm>
          <a:prstGeom prst="roundRect">
            <a:avLst>
              <a:gd name="adj" fmla="val 50000"/>
            </a:avLst>
          </a:prstGeom>
          <a:solidFill>
            <a:srgbClr val="D763C6"/>
          </a:solidFill>
          <a:ln w="25400" cap="flat" cmpd="sng" algn="ctr">
            <a:solidFill>
              <a:schemeClr val="accent6">
                <a:lumMod val="40000"/>
                <a:lumOff val="60000"/>
              </a:schemeClr>
            </a:solid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endParaRPr>
          </a:p>
        </p:txBody>
      </p:sp>
      <p:grpSp>
        <p:nvGrpSpPr>
          <p:cNvPr id="448" name="Woman29" descr="{&quot;Key&quot;:&quot;POWER_USER_SHAPE_ICON&quot;,&quot;Value&quot;:&quot;POWER_USER_SHAPE_ICON_STYLE_1&quot;}">
            <a:extLst>
              <a:ext uri="{FF2B5EF4-FFF2-40B4-BE49-F238E27FC236}">
                <a16:creationId xmlns:a16="http://schemas.microsoft.com/office/drawing/2014/main" id="{790B3B70-2B16-BBBD-BF3B-C6828B9D671D}"/>
              </a:ext>
            </a:extLst>
          </p:cNvPr>
          <p:cNvGrpSpPr>
            <a:grpSpLocks noChangeAspect="1"/>
          </p:cNvGrpSpPr>
          <p:nvPr/>
        </p:nvGrpSpPr>
        <p:grpSpPr>
          <a:xfrm>
            <a:off x="8234678" y="5064585"/>
            <a:ext cx="288000" cy="346700"/>
            <a:chOff x="3049573" y="285562"/>
            <a:chExt cx="588025" cy="755384"/>
          </a:xfrm>
        </p:grpSpPr>
        <p:sp>
          <p:nvSpPr>
            <p:cNvPr id="449" name="Freeform: Shape 448">
              <a:extLst>
                <a:ext uri="{FF2B5EF4-FFF2-40B4-BE49-F238E27FC236}">
                  <a16:creationId xmlns:a16="http://schemas.microsoft.com/office/drawing/2014/main" id="{A5BD09C8-89CD-D9FD-C6D1-50E7D07F8D4C}"/>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0" name="Freeform: Shape 449">
              <a:extLst>
                <a:ext uri="{FF2B5EF4-FFF2-40B4-BE49-F238E27FC236}">
                  <a16:creationId xmlns:a16="http://schemas.microsoft.com/office/drawing/2014/main" id="{D2522697-345F-75A7-DB24-5F29FCE7E44E}"/>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1" name="Freeform: Shape 450">
              <a:extLst>
                <a:ext uri="{FF2B5EF4-FFF2-40B4-BE49-F238E27FC236}">
                  <a16:creationId xmlns:a16="http://schemas.microsoft.com/office/drawing/2014/main" id="{A68D4F8D-BF66-FB3E-E90D-AA90F2266310}"/>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2" name="Freeform: Shape 451">
              <a:extLst>
                <a:ext uri="{FF2B5EF4-FFF2-40B4-BE49-F238E27FC236}">
                  <a16:creationId xmlns:a16="http://schemas.microsoft.com/office/drawing/2014/main" id="{92091459-E29A-5791-E553-382F2158AF59}"/>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3" name="Freeform: Shape 452">
              <a:extLst>
                <a:ext uri="{FF2B5EF4-FFF2-40B4-BE49-F238E27FC236}">
                  <a16:creationId xmlns:a16="http://schemas.microsoft.com/office/drawing/2014/main" id="{1F55CAAF-97D0-13FF-B750-F3596BB82C35}"/>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4" name="Freeform: Shape 453">
              <a:extLst>
                <a:ext uri="{FF2B5EF4-FFF2-40B4-BE49-F238E27FC236}">
                  <a16:creationId xmlns:a16="http://schemas.microsoft.com/office/drawing/2014/main" id="{2AFB458A-E8A2-3D6C-5AF0-56D02B233E84}"/>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55" name="Employee6" descr="{&quot;Key&quot;:&quot;POWER_USER_SHAPE_ICON&quot;,&quot;Value&quot;:&quot;POWER_USER_SHAPE_ICON_STYLE_1&quot;}">
            <a:extLst>
              <a:ext uri="{FF2B5EF4-FFF2-40B4-BE49-F238E27FC236}">
                <a16:creationId xmlns:a16="http://schemas.microsoft.com/office/drawing/2014/main" id="{68DA5E2A-F19B-3161-CAF5-D60DEBD536EE}"/>
              </a:ext>
            </a:extLst>
          </p:cNvPr>
          <p:cNvGrpSpPr>
            <a:grpSpLocks noChangeAspect="1"/>
          </p:cNvGrpSpPr>
          <p:nvPr/>
        </p:nvGrpSpPr>
        <p:grpSpPr>
          <a:xfrm>
            <a:off x="8538982" y="5045163"/>
            <a:ext cx="288000" cy="342474"/>
            <a:chOff x="3584576" y="3348038"/>
            <a:chExt cx="230188" cy="292100"/>
          </a:xfrm>
          <a:solidFill>
            <a:schemeClr val="accent1"/>
          </a:solidFill>
        </p:grpSpPr>
        <p:sp>
          <p:nvSpPr>
            <p:cNvPr id="456" name="Freeform 1099">
              <a:extLst>
                <a:ext uri="{FF2B5EF4-FFF2-40B4-BE49-F238E27FC236}">
                  <a16:creationId xmlns:a16="http://schemas.microsoft.com/office/drawing/2014/main" id="{35661EA0-F875-25B8-7A42-BF50B4B1410D}"/>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7" name="Freeform 1100">
              <a:extLst>
                <a:ext uri="{FF2B5EF4-FFF2-40B4-BE49-F238E27FC236}">
                  <a16:creationId xmlns:a16="http://schemas.microsoft.com/office/drawing/2014/main" id="{7D7C623C-5CA1-E8BE-F6E9-4996376C74BB}"/>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8" name="Freeform 1101">
              <a:extLst>
                <a:ext uri="{FF2B5EF4-FFF2-40B4-BE49-F238E27FC236}">
                  <a16:creationId xmlns:a16="http://schemas.microsoft.com/office/drawing/2014/main" id="{15ADDA8A-D64A-5CFC-7D09-E7F267DB0210}"/>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9" name="Freeform 1102">
              <a:extLst>
                <a:ext uri="{FF2B5EF4-FFF2-40B4-BE49-F238E27FC236}">
                  <a16:creationId xmlns:a16="http://schemas.microsoft.com/office/drawing/2014/main" id="{4D47D768-1400-5780-417A-8B307726CCEE}"/>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0" name="Freeform 1103">
              <a:extLst>
                <a:ext uri="{FF2B5EF4-FFF2-40B4-BE49-F238E27FC236}">
                  <a16:creationId xmlns:a16="http://schemas.microsoft.com/office/drawing/2014/main" id="{A8CACD4F-3C2F-BC68-F5B1-85EE10A87078}"/>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1" name="Freeform 1104">
              <a:extLst>
                <a:ext uri="{FF2B5EF4-FFF2-40B4-BE49-F238E27FC236}">
                  <a16:creationId xmlns:a16="http://schemas.microsoft.com/office/drawing/2014/main" id="{434048A0-CD0C-16C2-330A-89E8AB125893}"/>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2" name="Freeform 1105">
              <a:extLst>
                <a:ext uri="{FF2B5EF4-FFF2-40B4-BE49-F238E27FC236}">
                  <a16:creationId xmlns:a16="http://schemas.microsoft.com/office/drawing/2014/main" id="{994D2B40-5BD0-34CE-8017-C5B574DE108B}"/>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3" name="Freeform 1106">
              <a:extLst>
                <a:ext uri="{FF2B5EF4-FFF2-40B4-BE49-F238E27FC236}">
                  <a16:creationId xmlns:a16="http://schemas.microsoft.com/office/drawing/2014/main" id="{6390EC1C-1201-A3DA-6239-705EA4976178}"/>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4" name="Freeform 1107">
              <a:extLst>
                <a:ext uri="{FF2B5EF4-FFF2-40B4-BE49-F238E27FC236}">
                  <a16:creationId xmlns:a16="http://schemas.microsoft.com/office/drawing/2014/main" id="{33B63D74-629C-00CD-FEAF-A5A8B78778D2}"/>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5" name="Freeform 1108">
              <a:extLst>
                <a:ext uri="{FF2B5EF4-FFF2-40B4-BE49-F238E27FC236}">
                  <a16:creationId xmlns:a16="http://schemas.microsoft.com/office/drawing/2014/main" id="{0055B111-D709-099D-A5DB-09D0A13F2E39}"/>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6" name="Freeform 1109">
              <a:extLst>
                <a:ext uri="{FF2B5EF4-FFF2-40B4-BE49-F238E27FC236}">
                  <a16:creationId xmlns:a16="http://schemas.microsoft.com/office/drawing/2014/main" id="{77867C94-7AA3-5CF3-A37C-B19DD860A2A7}"/>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7" name="Rectangle 1110">
              <a:extLst>
                <a:ext uri="{FF2B5EF4-FFF2-40B4-BE49-F238E27FC236}">
                  <a16:creationId xmlns:a16="http://schemas.microsoft.com/office/drawing/2014/main" id="{00E12FAF-88B5-A6E2-32EF-C34D55EF1E4E}"/>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8" name="Rectangle 1111">
              <a:extLst>
                <a:ext uri="{FF2B5EF4-FFF2-40B4-BE49-F238E27FC236}">
                  <a16:creationId xmlns:a16="http://schemas.microsoft.com/office/drawing/2014/main" id="{56AAB07B-C0DC-B262-7A6D-E147DEB69B8E}"/>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9" name="Rectangle 1112">
              <a:extLst>
                <a:ext uri="{FF2B5EF4-FFF2-40B4-BE49-F238E27FC236}">
                  <a16:creationId xmlns:a16="http://schemas.microsoft.com/office/drawing/2014/main" id="{A8349328-1592-E92D-0AE7-7E8536C9C870}"/>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0" name="Rectangle 1113">
              <a:extLst>
                <a:ext uri="{FF2B5EF4-FFF2-40B4-BE49-F238E27FC236}">
                  <a16:creationId xmlns:a16="http://schemas.microsoft.com/office/drawing/2014/main" id="{7BDAE77A-EB7E-21C7-A020-607DF5A412AF}"/>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1" name="Rectangle 1114">
              <a:extLst>
                <a:ext uri="{FF2B5EF4-FFF2-40B4-BE49-F238E27FC236}">
                  <a16:creationId xmlns:a16="http://schemas.microsoft.com/office/drawing/2014/main" id="{11930CF2-AB85-D9AD-B5F0-CF86ECAE8FF6}"/>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2" name="Freeform 1115">
              <a:extLst>
                <a:ext uri="{FF2B5EF4-FFF2-40B4-BE49-F238E27FC236}">
                  <a16:creationId xmlns:a16="http://schemas.microsoft.com/office/drawing/2014/main" id="{50434A05-9692-0FE4-D024-CB903C5E4352}"/>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3" name="Freeform 1116">
              <a:extLst>
                <a:ext uri="{FF2B5EF4-FFF2-40B4-BE49-F238E27FC236}">
                  <a16:creationId xmlns:a16="http://schemas.microsoft.com/office/drawing/2014/main" id="{11B800D1-4513-851B-70BD-9C29B6BA7345}"/>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4" name="Freeform 1117">
              <a:extLst>
                <a:ext uri="{FF2B5EF4-FFF2-40B4-BE49-F238E27FC236}">
                  <a16:creationId xmlns:a16="http://schemas.microsoft.com/office/drawing/2014/main" id="{0EDBD26E-1FD0-15A5-6406-9AC95F922B4D}"/>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5" name="Freeform 1118">
              <a:extLst>
                <a:ext uri="{FF2B5EF4-FFF2-40B4-BE49-F238E27FC236}">
                  <a16:creationId xmlns:a16="http://schemas.microsoft.com/office/drawing/2014/main" id="{F9EC5514-CA4B-4EF1-A0E7-3A969D1FD142}"/>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6" name="Freeform 1119">
              <a:extLst>
                <a:ext uri="{FF2B5EF4-FFF2-40B4-BE49-F238E27FC236}">
                  <a16:creationId xmlns:a16="http://schemas.microsoft.com/office/drawing/2014/main" id="{162D89FE-BFC3-D541-8BB6-32DC04DE601A}"/>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77" name="Teacher7" descr="{&quot;Key&quot;:&quot;POWER_USER_SHAPE_ICON&quot;,&quot;Value&quot;:&quot;POWER_USER_SHAPE_ICON_STYLE_1&quot;}">
            <a:extLst>
              <a:ext uri="{FF2B5EF4-FFF2-40B4-BE49-F238E27FC236}">
                <a16:creationId xmlns:a16="http://schemas.microsoft.com/office/drawing/2014/main" id="{D83A145F-3460-D19C-BE68-F5152BCB8C85}"/>
              </a:ext>
            </a:extLst>
          </p:cNvPr>
          <p:cNvGrpSpPr>
            <a:grpSpLocks noChangeAspect="1"/>
          </p:cNvGrpSpPr>
          <p:nvPr/>
        </p:nvGrpSpPr>
        <p:grpSpPr>
          <a:xfrm>
            <a:off x="7472657" y="5022167"/>
            <a:ext cx="332705" cy="311779"/>
            <a:chOff x="6302376" y="1846263"/>
            <a:chExt cx="479425" cy="479425"/>
          </a:xfrm>
          <a:solidFill>
            <a:schemeClr val="accent1"/>
          </a:solidFill>
        </p:grpSpPr>
        <p:sp>
          <p:nvSpPr>
            <p:cNvPr id="478" name="Rectangle 495">
              <a:extLst>
                <a:ext uri="{FF2B5EF4-FFF2-40B4-BE49-F238E27FC236}">
                  <a16:creationId xmlns:a16="http://schemas.microsoft.com/office/drawing/2014/main" id="{22012B9E-7BAD-60A9-6AA2-DF08D7A41E7E}"/>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9" name="Freeform 496">
              <a:extLst>
                <a:ext uri="{FF2B5EF4-FFF2-40B4-BE49-F238E27FC236}">
                  <a16:creationId xmlns:a16="http://schemas.microsoft.com/office/drawing/2014/main" id="{A0B378B5-2E15-D657-7877-C8FD761E79A4}"/>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0" name="Rectangle 497">
              <a:extLst>
                <a:ext uri="{FF2B5EF4-FFF2-40B4-BE49-F238E27FC236}">
                  <a16:creationId xmlns:a16="http://schemas.microsoft.com/office/drawing/2014/main" id="{994A182E-EE08-C9EB-28A0-9FF1E8C94B7F}"/>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1" name="Freeform 498">
              <a:extLst>
                <a:ext uri="{FF2B5EF4-FFF2-40B4-BE49-F238E27FC236}">
                  <a16:creationId xmlns:a16="http://schemas.microsoft.com/office/drawing/2014/main" id="{4CCA37A6-E1E9-C4ED-0A05-85B66CB623BE}"/>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2" name="Freeform 499">
              <a:extLst>
                <a:ext uri="{FF2B5EF4-FFF2-40B4-BE49-F238E27FC236}">
                  <a16:creationId xmlns:a16="http://schemas.microsoft.com/office/drawing/2014/main" id="{E1BB327C-1504-CC5C-F0FF-5019A710D16D}"/>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3" name="Freeform 500">
              <a:extLst>
                <a:ext uri="{FF2B5EF4-FFF2-40B4-BE49-F238E27FC236}">
                  <a16:creationId xmlns:a16="http://schemas.microsoft.com/office/drawing/2014/main" id="{7621125E-6568-DD31-B396-97C688496F5A}"/>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4" name="Freeform 501">
              <a:extLst>
                <a:ext uri="{FF2B5EF4-FFF2-40B4-BE49-F238E27FC236}">
                  <a16:creationId xmlns:a16="http://schemas.microsoft.com/office/drawing/2014/main" id="{7C12DF20-288A-2C8D-9696-F3430EEAB727}"/>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5" name="Freeform 502">
              <a:extLst>
                <a:ext uri="{FF2B5EF4-FFF2-40B4-BE49-F238E27FC236}">
                  <a16:creationId xmlns:a16="http://schemas.microsoft.com/office/drawing/2014/main" id="{3205EF30-CAF3-79C2-9F43-180594114F79}"/>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6" name="Freeform 503">
              <a:extLst>
                <a:ext uri="{FF2B5EF4-FFF2-40B4-BE49-F238E27FC236}">
                  <a16:creationId xmlns:a16="http://schemas.microsoft.com/office/drawing/2014/main" id="{81EC7BA6-E17E-2821-8FFE-DA48FB7D25C3}"/>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7" name="Freeform 504">
              <a:extLst>
                <a:ext uri="{FF2B5EF4-FFF2-40B4-BE49-F238E27FC236}">
                  <a16:creationId xmlns:a16="http://schemas.microsoft.com/office/drawing/2014/main" id="{27C38C3A-B40F-ACD8-9689-AE31DC077A00}"/>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8" name="Freeform 505">
              <a:extLst>
                <a:ext uri="{FF2B5EF4-FFF2-40B4-BE49-F238E27FC236}">
                  <a16:creationId xmlns:a16="http://schemas.microsoft.com/office/drawing/2014/main" id="{2CC1E00A-2DC1-96A7-5671-362E6D9EB736}"/>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9" name="Freeform 506">
              <a:extLst>
                <a:ext uri="{FF2B5EF4-FFF2-40B4-BE49-F238E27FC236}">
                  <a16:creationId xmlns:a16="http://schemas.microsoft.com/office/drawing/2014/main" id="{5E481F2F-1486-D22B-B2B9-26BFB56E3CD9}"/>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0" name="Freeform 507">
              <a:extLst>
                <a:ext uri="{FF2B5EF4-FFF2-40B4-BE49-F238E27FC236}">
                  <a16:creationId xmlns:a16="http://schemas.microsoft.com/office/drawing/2014/main" id="{EED53AA6-85FC-588F-7E68-4DB15A26834B}"/>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91" name="Presentation9" descr="{&quot;Key&quot;:&quot;POWER_USER_SHAPE_ICON&quot;,&quot;Value&quot;:&quot;POWER_USER_SHAPE_ICON_STYLE_1&quot;}">
            <a:extLst>
              <a:ext uri="{FF2B5EF4-FFF2-40B4-BE49-F238E27FC236}">
                <a16:creationId xmlns:a16="http://schemas.microsoft.com/office/drawing/2014/main" id="{C2CD6E59-0CF9-15D5-2AB1-69A61188D20C}"/>
              </a:ext>
            </a:extLst>
          </p:cNvPr>
          <p:cNvGrpSpPr>
            <a:grpSpLocks noChangeAspect="1"/>
          </p:cNvGrpSpPr>
          <p:nvPr>
            <p:custDataLst>
              <p:tags r:id="rId4"/>
            </p:custDataLst>
          </p:nvPr>
        </p:nvGrpSpPr>
        <p:grpSpPr>
          <a:xfrm>
            <a:off x="3660972" y="5109274"/>
            <a:ext cx="433996" cy="311779"/>
            <a:chOff x="6796088" y="1851026"/>
            <a:chExt cx="884238" cy="677862"/>
          </a:xfrm>
          <a:noFill/>
        </p:grpSpPr>
        <p:sp>
          <p:nvSpPr>
            <p:cNvPr id="492" name="Freeform 157">
              <a:extLst>
                <a:ext uri="{FF2B5EF4-FFF2-40B4-BE49-F238E27FC236}">
                  <a16:creationId xmlns:a16="http://schemas.microsoft.com/office/drawing/2014/main" id="{42647B48-86A1-3539-023D-A03ED6B4E914}"/>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3" name="Freeform 158">
              <a:extLst>
                <a:ext uri="{FF2B5EF4-FFF2-40B4-BE49-F238E27FC236}">
                  <a16:creationId xmlns:a16="http://schemas.microsoft.com/office/drawing/2014/main" id="{D2EBB919-8A7D-36AE-856A-E0E7C7DF6F09}"/>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4" name="Oval 159">
              <a:extLst>
                <a:ext uri="{FF2B5EF4-FFF2-40B4-BE49-F238E27FC236}">
                  <a16:creationId xmlns:a16="http://schemas.microsoft.com/office/drawing/2014/main" id="{E3878BA2-F33F-1225-2288-508B5E4559FE}"/>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5" name="Freeform 160">
              <a:extLst>
                <a:ext uri="{FF2B5EF4-FFF2-40B4-BE49-F238E27FC236}">
                  <a16:creationId xmlns:a16="http://schemas.microsoft.com/office/drawing/2014/main" id="{23615C53-31F8-9B53-6483-E66A79546B71}"/>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96" name="Rounded Rectangle 67">
            <a:extLst>
              <a:ext uri="{FF2B5EF4-FFF2-40B4-BE49-F238E27FC236}">
                <a16:creationId xmlns:a16="http://schemas.microsoft.com/office/drawing/2014/main" id="{D2CBF254-21B2-0BEA-B5D4-433AE427D352}"/>
              </a:ext>
            </a:extLst>
          </p:cNvPr>
          <p:cNvSpPr>
            <a:spLocks/>
          </p:cNvSpPr>
          <p:nvPr/>
        </p:nvSpPr>
        <p:spPr>
          <a:xfrm>
            <a:off x="5585624" y="1137552"/>
            <a:ext cx="4564512" cy="1071421"/>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97" name="TextBox 196">
            <a:extLst>
              <a:ext uri="{FF2B5EF4-FFF2-40B4-BE49-F238E27FC236}">
                <a16:creationId xmlns:a16="http://schemas.microsoft.com/office/drawing/2014/main" id="{BE19419A-2893-AF2E-052E-D69A0B722C0F}"/>
              </a:ext>
            </a:extLst>
          </p:cNvPr>
          <p:cNvSpPr txBox="1">
            <a:spLocks/>
          </p:cNvSpPr>
          <p:nvPr/>
        </p:nvSpPr>
        <p:spPr>
          <a:xfrm>
            <a:off x="5667813" y="1017324"/>
            <a:ext cx="1917715" cy="313624"/>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Output</a:t>
            </a:r>
            <a:endPar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grpSp>
        <p:nvGrpSpPr>
          <p:cNvPr id="516" name="Presentation9" descr="{&quot;Key&quot;:&quot;POWER_USER_SHAPE_ICON&quot;,&quot;Value&quot;:&quot;POWER_USER_SHAPE_ICON_STYLE_1&quot;}">
            <a:extLst>
              <a:ext uri="{FF2B5EF4-FFF2-40B4-BE49-F238E27FC236}">
                <a16:creationId xmlns:a16="http://schemas.microsoft.com/office/drawing/2014/main" id="{FE2F3296-7EF6-C4B1-A288-B50990DAA629}"/>
              </a:ext>
            </a:extLst>
          </p:cNvPr>
          <p:cNvGrpSpPr>
            <a:grpSpLocks noChangeAspect="1"/>
          </p:cNvGrpSpPr>
          <p:nvPr>
            <p:custDataLst>
              <p:tags r:id="rId5"/>
            </p:custDataLst>
          </p:nvPr>
        </p:nvGrpSpPr>
        <p:grpSpPr>
          <a:xfrm>
            <a:off x="5702791" y="859765"/>
            <a:ext cx="433996" cy="324000"/>
            <a:chOff x="6796088" y="1851026"/>
            <a:chExt cx="884238" cy="677862"/>
          </a:xfrm>
          <a:noFill/>
        </p:grpSpPr>
        <p:sp>
          <p:nvSpPr>
            <p:cNvPr id="517" name="Freeform 157">
              <a:extLst>
                <a:ext uri="{FF2B5EF4-FFF2-40B4-BE49-F238E27FC236}">
                  <a16:creationId xmlns:a16="http://schemas.microsoft.com/office/drawing/2014/main" id="{52E64A46-48DB-11EA-7D63-79D69FE4F51E}"/>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8" name="Freeform 158">
              <a:extLst>
                <a:ext uri="{FF2B5EF4-FFF2-40B4-BE49-F238E27FC236}">
                  <a16:creationId xmlns:a16="http://schemas.microsoft.com/office/drawing/2014/main" id="{BC693EDF-9E2A-3A09-87D3-AF8F9B3F987B}"/>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9" name="Oval 159">
              <a:extLst>
                <a:ext uri="{FF2B5EF4-FFF2-40B4-BE49-F238E27FC236}">
                  <a16:creationId xmlns:a16="http://schemas.microsoft.com/office/drawing/2014/main" id="{AB8561EE-E389-2441-8BB1-6C6C5BD2089D}"/>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0" name="Freeform 160">
              <a:extLst>
                <a:ext uri="{FF2B5EF4-FFF2-40B4-BE49-F238E27FC236}">
                  <a16:creationId xmlns:a16="http://schemas.microsoft.com/office/drawing/2014/main" id="{46BA6FF2-6B81-C10C-CD28-FE91255690D0}"/>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23" name="TextBox 522">
            <a:extLst>
              <a:ext uri="{FF2B5EF4-FFF2-40B4-BE49-F238E27FC236}">
                <a16:creationId xmlns:a16="http://schemas.microsoft.com/office/drawing/2014/main" id="{4CA824D3-7B47-CE0F-4C3C-913D6B15A89A}"/>
              </a:ext>
            </a:extLst>
          </p:cNvPr>
          <p:cNvSpPr txBox="1"/>
          <p:nvPr/>
        </p:nvSpPr>
        <p:spPr>
          <a:xfrm>
            <a:off x="3526011" y="5506495"/>
            <a:ext cx="2082610" cy="1277273"/>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Facilitate &amp; Deep-dive into Business Requirements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 detailed business process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Demonstrate OOTB functionality </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Identify areas of system change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Identify dependencies &amp; impacted systems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Capture requirements;, Key decision, Actions &amp; Parking lot items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Own and close assigned actions in time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Capture workshop notes, detailed requirements &amp; failover conditions</a:t>
            </a:r>
          </a:p>
        </p:txBody>
      </p:sp>
      <p:sp>
        <p:nvSpPr>
          <p:cNvPr id="531" name="TextBox 530">
            <a:extLst>
              <a:ext uri="{FF2B5EF4-FFF2-40B4-BE49-F238E27FC236}">
                <a16:creationId xmlns:a16="http://schemas.microsoft.com/office/drawing/2014/main" id="{7F4BC8BA-D2CD-1DF3-6078-FD0753F4BFEE}"/>
              </a:ext>
            </a:extLst>
          </p:cNvPr>
          <p:cNvSpPr txBox="1"/>
          <p:nvPr/>
        </p:nvSpPr>
        <p:spPr>
          <a:xfrm>
            <a:off x="8128632" y="5606438"/>
            <a:ext cx="2200174" cy="1061829"/>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Preparedness to Workshop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Active Participation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Provide detailed Business Requirements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Elaborate Current State Process / rationale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Make decisions quickly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Own actions end to end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Close actions in time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80:20 rule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Adapt vs Adopt</a:t>
            </a:r>
          </a:p>
        </p:txBody>
      </p:sp>
      <p:sp>
        <p:nvSpPr>
          <p:cNvPr id="535" name="TextBox 534">
            <a:extLst>
              <a:ext uri="{FF2B5EF4-FFF2-40B4-BE49-F238E27FC236}">
                <a16:creationId xmlns:a16="http://schemas.microsoft.com/office/drawing/2014/main" id="{1C54E378-68EB-ED9B-E833-6A8354A23E3D}"/>
              </a:ext>
            </a:extLst>
          </p:cNvPr>
          <p:cNvSpPr txBox="1"/>
          <p:nvPr/>
        </p:nvSpPr>
        <p:spPr>
          <a:xfrm>
            <a:off x="5894428" y="5570707"/>
            <a:ext cx="2082610" cy="116955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Moderate workshops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Bring in Right participants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Make decisions </a:t>
            </a:r>
            <a:r>
              <a:rPr kumimoji="0" lang="en-US" sz="700" b="0" i="0" u="none" strike="noStrike" kern="1200" cap="none" spc="0" normalizeH="0" baseline="0" noProof="0" err="1">
                <a:ln>
                  <a:noFill/>
                </a:ln>
                <a:solidFill>
                  <a:prstClr val="black"/>
                </a:solidFill>
                <a:effectLst/>
                <a:uLnTx/>
                <a:uFillTx/>
                <a:latin typeface="Ubuntu"/>
                <a:ea typeface="+mn-ea"/>
                <a:cs typeface="+mn-cs"/>
              </a:rPr>
              <a:t>quikcly</a:t>
            </a:r>
            <a:endParaRPr kumimoji="0" lang="en-US"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Encourage SMEs to make decisions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Identify action Owners &amp; resolve dependencies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Own &amp;/or Assign actions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Drive actions to closure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Ensure workshop alignment with ‘Big Picture’</a:t>
            </a:r>
          </a:p>
        </p:txBody>
      </p:sp>
      <p:cxnSp>
        <p:nvCxnSpPr>
          <p:cNvPr id="537" name="Connector: Curved 536">
            <a:extLst>
              <a:ext uri="{FF2B5EF4-FFF2-40B4-BE49-F238E27FC236}">
                <a16:creationId xmlns:a16="http://schemas.microsoft.com/office/drawing/2014/main" id="{7350C6CF-0944-F831-FAF5-19B222F16971}"/>
              </a:ext>
            </a:extLst>
          </p:cNvPr>
          <p:cNvCxnSpPr>
            <a:stCxn id="336" idx="1"/>
            <a:endCxn id="443" idx="0"/>
          </p:cNvCxnSpPr>
          <p:nvPr/>
        </p:nvCxnSpPr>
        <p:spPr>
          <a:xfrm rot="10800000" flipV="1">
            <a:off x="4568709" y="4638770"/>
            <a:ext cx="1184283" cy="550604"/>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539" name="Connector: Curved 538">
            <a:extLst>
              <a:ext uri="{FF2B5EF4-FFF2-40B4-BE49-F238E27FC236}">
                <a16:creationId xmlns:a16="http://schemas.microsoft.com/office/drawing/2014/main" id="{377D292E-37A7-BAFA-F519-7CCC816832B3}"/>
              </a:ext>
            </a:extLst>
          </p:cNvPr>
          <p:cNvCxnSpPr>
            <a:cxnSpLocks/>
            <a:stCxn id="336" idx="3"/>
            <a:endCxn id="447" idx="0"/>
          </p:cNvCxnSpPr>
          <p:nvPr/>
        </p:nvCxnSpPr>
        <p:spPr>
          <a:xfrm>
            <a:off x="7081600" y="4638770"/>
            <a:ext cx="2093170" cy="624423"/>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543" name="Connector: Curved 542">
            <a:extLst>
              <a:ext uri="{FF2B5EF4-FFF2-40B4-BE49-F238E27FC236}">
                <a16:creationId xmlns:a16="http://schemas.microsoft.com/office/drawing/2014/main" id="{EDBC27EE-FAA4-304D-FEC5-C55130970246}"/>
              </a:ext>
            </a:extLst>
          </p:cNvPr>
          <p:cNvCxnSpPr>
            <a:stCxn id="336" idx="3"/>
            <a:endCxn id="445" idx="0"/>
          </p:cNvCxnSpPr>
          <p:nvPr/>
        </p:nvCxnSpPr>
        <p:spPr>
          <a:xfrm flipH="1">
            <a:off x="6942804" y="4638770"/>
            <a:ext cx="138796" cy="583104"/>
          </a:xfrm>
          <a:prstGeom prst="curvedConnector4">
            <a:avLst>
              <a:gd name="adj1" fmla="val -164702"/>
              <a:gd name="adj2" fmla="val 65245"/>
            </a:avLst>
          </a:prstGeom>
        </p:spPr>
        <p:style>
          <a:lnRef idx="1">
            <a:schemeClr val="accent1"/>
          </a:lnRef>
          <a:fillRef idx="0">
            <a:schemeClr val="accent1"/>
          </a:fillRef>
          <a:effectRef idx="0">
            <a:schemeClr val="accent1"/>
          </a:effectRef>
          <a:fontRef idx="minor">
            <a:schemeClr val="tx1"/>
          </a:fontRef>
        </p:style>
      </p:cxnSp>
      <p:sp>
        <p:nvSpPr>
          <p:cNvPr id="547" name="TextBox 546">
            <a:extLst>
              <a:ext uri="{FF2B5EF4-FFF2-40B4-BE49-F238E27FC236}">
                <a16:creationId xmlns:a16="http://schemas.microsoft.com/office/drawing/2014/main" id="{51214C08-475B-7D48-90C6-AA991A3508E8}"/>
              </a:ext>
            </a:extLst>
          </p:cNvPr>
          <p:cNvSpPr txBox="1"/>
          <p:nvPr/>
        </p:nvSpPr>
        <p:spPr>
          <a:xfrm>
            <a:off x="5652446" y="1365363"/>
            <a:ext cx="4570610" cy="1600438"/>
          </a:xfrm>
          <a:prstGeom prst="rect">
            <a:avLst/>
          </a:prstGeom>
          <a:noFill/>
        </p:spPr>
        <p:txBody>
          <a:bodyPr wrap="square" numCol="2"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1" i="0" u="none" strike="noStrike" kern="1200" cap="none" spc="0" normalizeH="0" baseline="0" noProof="0">
                <a:ln>
                  <a:noFill/>
                </a:ln>
                <a:solidFill>
                  <a:prstClr val="black"/>
                </a:solidFill>
                <a:effectLst/>
                <a:uLnTx/>
                <a:uFillTx/>
                <a:latin typeface="Ubuntu"/>
                <a:ea typeface="+mn-ea"/>
                <a:cs typeface="+mn-cs"/>
              </a:rPr>
              <a:t>Playback sessions*</a:t>
            </a:r>
            <a:r>
              <a:rPr kumimoji="0" lang="en-GB" sz="700" b="0" i="0" u="none" strike="noStrike" kern="1200" cap="none" spc="0" normalizeH="0" baseline="0" noProof="0">
                <a:ln>
                  <a:noFill/>
                </a:ln>
                <a:solidFill>
                  <a:prstClr val="black"/>
                </a:solidFill>
                <a:effectLst/>
                <a:uLnTx/>
                <a:uFillTx/>
                <a:latin typeface="Ubuntu"/>
                <a:ea typeface="+mn-ea"/>
                <a:cs typeface="+mn-cs"/>
              </a:rPr>
              <a:t> to demonstrate Requirements captured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Signed-off User Stories including Business Rules, FLS and Acceptance criteria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Integration Inventory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Key Decisions, Pending Actions, Parked items Log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Updated Future State process flows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Low level Designs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Architectural Decision log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Updated Dependencies Tracker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Updated RAID log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User Stories handed over to Dev &amp; Test teams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p:txBody>
      </p:sp>
      <p:sp>
        <p:nvSpPr>
          <p:cNvPr id="549" name="Freeform 402">
            <a:extLst>
              <a:ext uri="{FF2B5EF4-FFF2-40B4-BE49-F238E27FC236}">
                <a16:creationId xmlns:a16="http://schemas.microsoft.com/office/drawing/2014/main" id="{17D5E50A-5B7B-F5AA-C5B7-CF0B784B256C}"/>
              </a:ext>
            </a:extLst>
          </p:cNvPr>
          <p:cNvSpPr>
            <a:spLocks noEditPoints="1"/>
          </p:cNvSpPr>
          <p:nvPr/>
        </p:nvSpPr>
        <p:spPr bwMode="auto">
          <a:xfrm>
            <a:off x="10398288" y="831317"/>
            <a:ext cx="408938" cy="328738"/>
          </a:xfrm>
          <a:custGeom>
            <a:avLst/>
            <a:gdLst/>
            <a:ahLst/>
            <a:cxnLst>
              <a:cxn ang="0">
                <a:pos x="149" y="45"/>
              </a:cxn>
              <a:cxn ang="0">
                <a:pos x="169" y="94"/>
              </a:cxn>
              <a:cxn ang="0">
                <a:pos x="151" y="96"/>
              </a:cxn>
              <a:cxn ang="0">
                <a:pos x="176" y="48"/>
              </a:cxn>
              <a:cxn ang="0">
                <a:pos x="191" y="44"/>
              </a:cxn>
              <a:cxn ang="0">
                <a:pos x="179" y="29"/>
              </a:cxn>
              <a:cxn ang="0">
                <a:pos x="172" y="19"/>
              </a:cxn>
              <a:cxn ang="0">
                <a:pos x="164" y="0"/>
              </a:cxn>
              <a:cxn ang="0">
                <a:pos x="146" y="1"/>
              </a:cxn>
              <a:cxn ang="0">
                <a:pos x="139" y="20"/>
              </a:cxn>
              <a:cxn ang="0">
                <a:pos x="134" y="30"/>
              </a:cxn>
              <a:cxn ang="0">
                <a:pos x="122" y="46"/>
              </a:cxn>
              <a:cxn ang="0">
                <a:pos x="132" y="61"/>
              </a:cxn>
              <a:cxn ang="0">
                <a:pos x="151" y="58"/>
              </a:cxn>
              <a:cxn ang="0">
                <a:pos x="165" y="60"/>
              </a:cxn>
              <a:cxn ang="0">
                <a:pos x="177" y="76"/>
              </a:cxn>
              <a:cxn ang="0">
                <a:pos x="186" y="83"/>
              </a:cxn>
              <a:cxn ang="0">
                <a:pos x="204" y="92"/>
              </a:cxn>
              <a:cxn ang="0">
                <a:pos x="205" y="108"/>
              </a:cxn>
              <a:cxn ang="0">
                <a:pos x="189" y="120"/>
              </a:cxn>
              <a:cxn ang="0">
                <a:pos x="181" y="128"/>
              </a:cxn>
              <a:cxn ang="0">
                <a:pos x="173" y="146"/>
              </a:cxn>
              <a:cxn ang="0">
                <a:pos x="157" y="148"/>
              </a:cxn>
              <a:cxn ang="0">
                <a:pos x="145" y="132"/>
              </a:cxn>
              <a:cxn ang="0">
                <a:pos x="136" y="124"/>
              </a:cxn>
              <a:cxn ang="0">
                <a:pos x="118" y="115"/>
              </a:cxn>
              <a:cxn ang="0">
                <a:pos x="117" y="99"/>
              </a:cxn>
              <a:cxn ang="0">
                <a:pos x="132" y="86"/>
              </a:cxn>
              <a:cxn ang="0">
                <a:pos x="128" y="64"/>
              </a:cxn>
              <a:cxn ang="0">
                <a:pos x="105" y="47"/>
              </a:cxn>
              <a:cxn ang="0">
                <a:pos x="95" y="33"/>
              </a:cxn>
              <a:cxn ang="0">
                <a:pos x="82" y="7"/>
              </a:cxn>
              <a:cxn ang="0">
                <a:pos x="59" y="5"/>
              </a:cxn>
              <a:cxn ang="0">
                <a:pos x="42" y="28"/>
              </a:cxn>
              <a:cxn ang="0">
                <a:pos x="29" y="39"/>
              </a:cxn>
              <a:cxn ang="0">
                <a:pos x="2" y="51"/>
              </a:cxn>
              <a:cxn ang="0">
                <a:pos x="0" y="74"/>
              </a:cxn>
              <a:cxn ang="0">
                <a:pos x="23" y="91"/>
              </a:cxn>
              <a:cxn ang="0">
                <a:pos x="34" y="104"/>
              </a:cxn>
              <a:cxn ang="0">
                <a:pos x="46" y="131"/>
              </a:cxn>
              <a:cxn ang="0">
                <a:pos x="69" y="133"/>
              </a:cxn>
              <a:cxn ang="0">
                <a:pos x="87" y="110"/>
              </a:cxn>
              <a:cxn ang="0">
                <a:pos x="100" y="99"/>
              </a:cxn>
              <a:cxn ang="0">
                <a:pos x="61" y="51"/>
              </a:cxn>
            </a:cxnLst>
            <a:rect l="0" t="0" r="r" b="b"/>
            <a:pathLst>
              <a:path w="205" h="148">
                <a:moveTo>
                  <a:pt x="164" y="27"/>
                </a:moveTo>
                <a:cubicBezTo>
                  <a:pt x="169" y="31"/>
                  <a:pt x="169" y="38"/>
                  <a:pt x="165" y="43"/>
                </a:cubicBezTo>
                <a:cubicBezTo>
                  <a:pt x="161" y="48"/>
                  <a:pt x="154" y="49"/>
                  <a:pt x="149" y="45"/>
                </a:cubicBezTo>
                <a:cubicBezTo>
                  <a:pt x="144" y="41"/>
                  <a:pt x="143" y="33"/>
                  <a:pt x="147" y="28"/>
                </a:cubicBezTo>
                <a:cubicBezTo>
                  <a:pt x="152" y="23"/>
                  <a:pt x="159" y="23"/>
                  <a:pt x="164" y="27"/>
                </a:cubicBezTo>
                <a:close/>
                <a:moveTo>
                  <a:pt x="169" y="94"/>
                </a:moveTo>
                <a:cubicBezTo>
                  <a:pt x="174" y="98"/>
                  <a:pt x="175" y="106"/>
                  <a:pt x="171" y="112"/>
                </a:cubicBezTo>
                <a:cubicBezTo>
                  <a:pt x="166" y="117"/>
                  <a:pt x="158" y="118"/>
                  <a:pt x="153" y="113"/>
                </a:cubicBezTo>
                <a:cubicBezTo>
                  <a:pt x="147" y="109"/>
                  <a:pt x="147" y="101"/>
                  <a:pt x="151" y="96"/>
                </a:cubicBezTo>
                <a:cubicBezTo>
                  <a:pt x="156" y="90"/>
                  <a:pt x="164" y="89"/>
                  <a:pt x="169" y="94"/>
                </a:cubicBezTo>
                <a:close/>
                <a:moveTo>
                  <a:pt x="183" y="60"/>
                </a:moveTo>
                <a:cubicBezTo>
                  <a:pt x="176" y="48"/>
                  <a:pt x="176" y="48"/>
                  <a:pt x="176" y="48"/>
                </a:cubicBezTo>
                <a:cubicBezTo>
                  <a:pt x="176" y="48"/>
                  <a:pt x="177" y="47"/>
                  <a:pt x="177" y="46"/>
                </a:cubicBezTo>
                <a:cubicBezTo>
                  <a:pt x="178" y="46"/>
                  <a:pt x="178" y="45"/>
                  <a:pt x="178" y="44"/>
                </a:cubicBezTo>
                <a:cubicBezTo>
                  <a:pt x="191" y="44"/>
                  <a:pt x="191" y="44"/>
                  <a:pt x="191" y="44"/>
                </a:cubicBezTo>
                <a:cubicBezTo>
                  <a:pt x="192" y="37"/>
                  <a:pt x="192" y="37"/>
                  <a:pt x="192" y="37"/>
                </a:cubicBezTo>
                <a:cubicBezTo>
                  <a:pt x="180" y="33"/>
                  <a:pt x="180" y="33"/>
                  <a:pt x="180" y="33"/>
                </a:cubicBezTo>
                <a:cubicBezTo>
                  <a:pt x="180" y="31"/>
                  <a:pt x="179" y="30"/>
                  <a:pt x="179" y="29"/>
                </a:cubicBezTo>
                <a:cubicBezTo>
                  <a:pt x="189" y="20"/>
                  <a:pt x="189" y="20"/>
                  <a:pt x="189" y="20"/>
                </a:cubicBezTo>
                <a:cubicBezTo>
                  <a:pt x="185" y="14"/>
                  <a:pt x="185" y="14"/>
                  <a:pt x="185" y="14"/>
                </a:cubicBezTo>
                <a:cubicBezTo>
                  <a:pt x="172" y="19"/>
                  <a:pt x="172" y="19"/>
                  <a:pt x="172" y="19"/>
                </a:cubicBezTo>
                <a:cubicBezTo>
                  <a:pt x="171" y="18"/>
                  <a:pt x="170" y="17"/>
                  <a:pt x="169" y="16"/>
                </a:cubicBezTo>
                <a:cubicBezTo>
                  <a:pt x="171" y="3"/>
                  <a:pt x="171" y="3"/>
                  <a:pt x="171" y="3"/>
                </a:cubicBezTo>
                <a:cubicBezTo>
                  <a:pt x="164" y="0"/>
                  <a:pt x="164" y="0"/>
                  <a:pt x="164" y="0"/>
                </a:cubicBezTo>
                <a:cubicBezTo>
                  <a:pt x="158" y="12"/>
                  <a:pt x="158" y="12"/>
                  <a:pt x="158" y="12"/>
                </a:cubicBezTo>
                <a:cubicBezTo>
                  <a:pt x="156" y="12"/>
                  <a:pt x="155" y="12"/>
                  <a:pt x="153" y="12"/>
                </a:cubicBezTo>
                <a:cubicBezTo>
                  <a:pt x="146" y="1"/>
                  <a:pt x="146" y="1"/>
                  <a:pt x="146" y="1"/>
                </a:cubicBezTo>
                <a:cubicBezTo>
                  <a:pt x="140" y="4"/>
                  <a:pt x="140" y="4"/>
                  <a:pt x="140" y="4"/>
                </a:cubicBezTo>
                <a:cubicBezTo>
                  <a:pt x="142" y="17"/>
                  <a:pt x="142" y="17"/>
                  <a:pt x="142" y="17"/>
                </a:cubicBezTo>
                <a:cubicBezTo>
                  <a:pt x="141" y="18"/>
                  <a:pt x="140" y="19"/>
                  <a:pt x="139" y="20"/>
                </a:cubicBezTo>
                <a:cubicBezTo>
                  <a:pt x="127" y="16"/>
                  <a:pt x="127" y="16"/>
                  <a:pt x="127" y="16"/>
                </a:cubicBezTo>
                <a:cubicBezTo>
                  <a:pt x="123" y="22"/>
                  <a:pt x="123" y="22"/>
                  <a:pt x="123" y="22"/>
                </a:cubicBezTo>
                <a:cubicBezTo>
                  <a:pt x="134" y="30"/>
                  <a:pt x="134" y="30"/>
                  <a:pt x="134" y="30"/>
                </a:cubicBezTo>
                <a:cubicBezTo>
                  <a:pt x="133" y="32"/>
                  <a:pt x="133" y="33"/>
                  <a:pt x="133" y="34"/>
                </a:cubicBezTo>
                <a:cubicBezTo>
                  <a:pt x="121" y="39"/>
                  <a:pt x="121" y="39"/>
                  <a:pt x="121" y="39"/>
                </a:cubicBezTo>
                <a:cubicBezTo>
                  <a:pt x="122" y="46"/>
                  <a:pt x="122" y="46"/>
                  <a:pt x="122" y="46"/>
                </a:cubicBezTo>
                <a:cubicBezTo>
                  <a:pt x="136" y="46"/>
                  <a:pt x="136" y="46"/>
                  <a:pt x="136" y="46"/>
                </a:cubicBezTo>
                <a:cubicBezTo>
                  <a:pt x="136" y="47"/>
                  <a:pt x="137" y="49"/>
                  <a:pt x="138" y="50"/>
                </a:cubicBezTo>
                <a:cubicBezTo>
                  <a:pt x="132" y="61"/>
                  <a:pt x="132" y="61"/>
                  <a:pt x="132" y="61"/>
                </a:cubicBezTo>
                <a:cubicBezTo>
                  <a:pt x="137" y="66"/>
                  <a:pt x="137" y="66"/>
                  <a:pt x="137" y="66"/>
                </a:cubicBezTo>
                <a:cubicBezTo>
                  <a:pt x="147" y="57"/>
                  <a:pt x="147" y="57"/>
                  <a:pt x="147" y="57"/>
                </a:cubicBezTo>
                <a:cubicBezTo>
                  <a:pt x="149" y="58"/>
                  <a:pt x="150" y="58"/>
                  <a:pt x="151" y="58"/>
                </a:cubicBezTo>
                <a:cubicBezTo>
                  <a:pt x="155" y="71"/>
                  <a:pt x="155" y="71"/>
                  <a:pt x="155" y="71"/>
                </a:cubicBezTo>
                <a:cubicBezTo>
                  <a:pt x="161" y="72"/>
                  <a:pt x="161" y="72"/>
                  <a:pt x="161" y="72"/>
                </a:cubicBezTo>
                <a:cubicBezTo>
                  <a:pt x="165" y="60"/>
                  <a:pt x="165" y="60"/>
                  <a:pt x="165" y="60"/>
                </a:cubicBezTo>
                <a:cubicBezTo>
                  <a:pt x="172" y="61"/>
                  <a:pt x="172" y="61"/>
                  <a:pt x="172" y="61"/>
                </a:cubicBezTo>
                <a:cubicBezTo>
                  <a:pt x="172" y="74"/>
                  <a:pt x="172" y="74"/>
                  <a:pt x="172" y="74"/>
                </a:cubicBezTo>
                <a:cubicBezTo>
                  <a:pt x="174" y="74"/>
                  <a:pt x="175" y="75"/>
                  <a:pt x="177" y="76"/>
                </a:cubicBezTo>
                <a:cubicBezTo>
                  <a:pt x="187" y="68"/>
                  <a:pt x="187" y="68"/>
                  <a:pt x="187" y="68"/>
                </a:cubicBezTo>
                <a:cubicBezTo>
                  <a:pt x="192" y="72"/>
                  <a:pt x="192" y="72"/>
                  <a:pt x="192" y="72"/>
                </a:cubicBezTo>
                <a:cubicBezTo>
                  <a:pt x="186" y="83"/>
                  <a:pt x="186" y="83"/>
                  <a:pt x="186" y="83"/>
                </a:cubicBezTo>
                <a:cubicBezTo>
                  <a:pt x="187" y="85"/>
                  <a:pt x="188" y="86"/>
                  <a:pt x="189" y="87"/>
                </a:cubicBezTo>
                <a:cubicBezTo>
                  <a:pt x="201" y="85"/>
                  <a:pt x="201" y="85"/>
                  <a:pt x="201" y="85"/>
                </a:cubicBezTo>
                <a:cubicBezTo>
                  <a:pt x="204" y="92"/>
                  <a:pt x="204" y="92"/>
                  <a:pt x="204" y="92"/>
                </a:cubicBezTo>
                <a:cubicBezTo>
                  <a:pt x="193" y="98"/>
                  <a:pt x="193" y="98"/>
                  <a:pt x="193" y="98"/>
                </a:cubicBezTo>
                <a:cubicBezTo>
                  <a:pt x="193" y="100"/>
                  <a:pt x="193" y="102"/>
                  <a:pt x="193" y="103"/>
                </a:cubicBezTo>
                <a:cubicBezTo>
                  <a:pt x="205" y="108"/>
                  <a:pt x="205" y="108"/>
                  <a:pt x="205" y="108"/>
                </a:cubicBezTo>
                <a:cubicBezTo>
                  <a:pt x="204" y="115"/>
                  <a:pt x="204" y="115"/>
                  <a:pt x="204" y="115"/>
                </a:cubicBezTo>
                <a:cubicBezTo>
                  <a:pt x="191" y="115"/>
                  <a:pt x="191" y="115"/>
                  <a:pt x="191" y="115"/>
                </a:cubicBezTo>
                <a:cubicBezTo>
                  <a:pt x="190" y="117"/>
                  <a:pt x="190" y="118"/>
                  <a:pt x="189" y="120"/>
                </a:cubicBezTo>
                <a:cubicBezTo>
                  <a:pt x="197" y="129"/>
                  <a:pt x="197" y="129"/>
                  <a:pt x="197" y="129"/>
                </a:cubicBezTo>
                <a:cubicBezTo>
                  <a:pt x="192" y="135"/>
                  <a:pt x="192" y="135"/>
                  <a:pt x="192" y="135"/>
                </a:cubicBezTo>
                <a:cubicBezTo>
                  <a:pt x="181" y="128"/>
                  <a:pt x="181" y="128"/>
                  <a:pt x="181" y="128"/>
                </a:cubicBezTo>
                <a:cubicBezTo>
                  <a:pt x="180" y="130"/>
                  <a:pt x="179" y="131"/>
                  <a:pt x="177" y="131"/>
                </a:cubicBezTo>
                <a:cubicBezTo>
                  <a:pt x="179" y="144"/>
                  <a:pt x="179" y="144"/>
                  <a:pt x="179" y="144"/>
                </a:cubicBezTo>
                <a:cubicBezTo>
                  <a:pt x="173" y="146"/>
                  <a:pt x="173" y="146"/>
                  <a:pt x="173" y="146"/>
                </a:cubicBezTo>
                <a:cubicBezTo>
                  <a:pt x="166" y="135"/>
                  <a:pt x="166" y="135"/>
                  <a:pt x="166" y="135"/>
                </a:cubicBezTo>
                <a:cubicBezTo>
                  <a:pt x="165" y="136"/>
                  <a:pt x="163" y="136"/>
                  <a:pt x="161" y="136"/>
                </a:cubicBezTo>
                <a:cubicBezTo>
                  <a:pt x="157" y="148"/>
                  <a:pt x="157" y="148"/>
                  <a:pt x="157" y="148"/>
                </a:cubicBezTo>
                <a:cubicBezTo>
                  <a:pt x="150" y="147"/>
                  <a:pt x="150" y="147"/>
                  <a:pt x="150" y="147"/>
                </a:cubicBezTo>
                <a:cubicBezTo>
                  <a:pt x="150" y="134"/>
                  <a:pt x="150" y="134"/>
                  <a:pt x="150" y="134"/>
                </a:cubicBezTo>
                <a:cubicBezTo>
                  <a:pt x="148" y="133"/>
                  <a:pt x="147" y="132"/>
                  <a:pt x="145" y="132"/>
                </a:cubicBezTo>
                <a:cubicBezTo>
                  <a:pt x="135" y="140"/>
                  <a:pt x="135" y="140"/>
                  <a:pt x="135" y="140"/>
                </a:cubicBezTo>
                <a:cubicBezTo>
                  <a:pt x="130" y="135"/>
                  <a:pt x="130" y="135"/>
                  <a:pt x="130" y="135"/>
                </a:cubicBezTo>
                <a:cubicBezTo>
                  <a:pt x="136" y="124"/>
                  <a:pt x="136" y="124"/>
                  <a:pt x="136" y="124"/>
                </a:cubicBezTo>
                <a:cubicBezTo>
                  <a:pt x="135" y="123"/>
                  <a:pt x="134" y="121"/>
                  <a:pt x="133" y="120"/>
                </a:cubicBezTo>
                <a:cubicBezTo>
                  <a:pt x="121" y="122"/>
                  <a:pt x="121" y="122"/>
                  <a:pt x="121" y="122"/>
                </a:cubicBezTo>
                <a:cubicBezTo>
                  <a:pt x="118" y="115"/>
                  <a:pt x="118" y="115"/>
                  <a:pt x="118" y="115"/>
                </a:cubicBezTo>
                <a:cubicBezTo>
                  <a:pt x="129" y="109"/>
                  <a:pt x="129" y="109"/>
                  <a:pt x="129" y="109"/>
                </a:cubicBezTo>
                <a:cubicBezTo>
                  <a:pt x="129" y="107"/>
                  <a:pt x="129" y="106"/>
                  <a:pt x="129" y="104"/>
                </a:cubicBezTo>
                <a:cubicBezTo>
                  <a:pt x="117" y="99"/>
                  <a:pt x="117" y="99"/>
                  <a:pt x="117" y="99"/>
                </a:cubicBezTo>
                <a:cubicBezTo>
                  <a:pt x="118" y="92"/>
                  <a:pt x="118" y="92"/>
                  <a:pt x="118" y="92"/>
                </a:cubicBezTo>
                <a:cubicBezTo>
                  <a:pt x="131" y="92"/>
                  <a:pt x="131" y="92"/>
                  <a:pt x="131" y="92"/>
                </a:cubicBezTo>
                <a:cubicBezTo>
                  <a:pt x="131" y="91"/>
                  <a:pt x="131" y="88"/>
                  <a:pt x="132" y="86"/>
                </a:cubicBezTo>
                <a:cubicBezTo>
                  <a:pt x="111" y="81"/>
                  <a:pt x="111" y="81"/>
                  <a:pt x="111" y="81"/>
                </a:cubicBezTo>
                <a:cubicBezTo>
                  <a:pt x="111" y="81"/>
                  <a:pt x="111" y="73"/>
                  <a:pt x="111" y="70"/>
                </a:cubicBezTo>
                <a:cubicBezTo>
                  <a:pt x="128" y="64"/>
                  <a:pt x="128" y="64"/>
                  <a:pt x="128" y="64"/>
                </a:cubicBezTo>
                <a:cubicBezTo>
                  <a:pt x="127" y="54"/>
                  <a:pt x="127" y="54"/>
                  <a:pt x="127" y="54"/>
                </a:cubicBezTo>
                <a:cubicBezTo>
                  <a:pt x="108" y="53"/>
                  <a:pt x="108" y="53"/>
                  <a:pt x="108" y="53"/>
                </a:cubicBezTo>
                <a:cubicBezTo>
                  <a:pt x="107" y="51"/>
                  <a:pt x="106" y="49"/>
                  <a:pt x="105" y="47"/>
                </a:cubicBezTo>
                <a:cubicBezTo>
                  <a:pt x="117" y="33"/>
                  <a:pt x="117" y="33"/>
                  <a:pt x="117" y="33"/>
                </a:cubicBezTo>
                <a:cubicBezTo>
                  <a:pt x="111" y="25"/>
                  <a:pt x="111" y="25"/>
                  <a:pt x="111" y="25"/>
                </a:cubicBezTo>
                <a:cubicBezTo>
                  <a:pt x="95" y="33"/>
                  <a:pt x="95" y="33"/>
                  <a:pt x="95" y="33"/>
                </a:cubicBezTo>
                <a:cubicBezTo>
                  <a:pt x="93" y="32"/>
                  <a:pt x="91" y="30"/>
                  <a:pt x="89" y="29"/>
                </a:cubicBezTo>
                <a:cubicBezTo>
                  <a:pt x="92" y="11"/>
                  <a:pt x="92" y="11"/>
                  <a:pt x="92" y="11"/>
                </a:cubicBezTo>
                <a:cubicBezTo>
                  <a:pt x="82" y="7"/>
                  <a:pt x="82" y="7"/>
                  <a:pt x="82" y="7"/>
                </a:cubicBezTo>
                <a:cubicBezTo>
                  <a:pt x="73" y="23"/>
                  <a:pt x="73" y="23"/>
                  <a:pt x="73" y="23"/>
                </a:cubicBezTo>
                <a:cubicBezTo>
                  <a:pt x="70" y="23"/>
                  <a:pt x="68" y="22"/>
                  <a:pt x="65" y="22"/>
                </a:cubicBezTo>
                <a:cubicBezTo>
                  <a:pt x="59" y="5"/>
                  <a:pt x="59" y="5"/>
                  <a:pt x="59" y="5"/>
                </a:cubicBezTo>
                <a:cubicBezTo>
                  <a:pt x="49" y="6"/>
                  <a:pt x="49" y="6"/>
                  <a:pt x="49" y="6"/>
                </a:cubicBezTo>
                <a:cubicBezTo>
                  <a:pt x="49" y="25"/>
                  <a:pt x="49" y="25"/>
                  <a:pt x="49" y="25"/>
                </a:cubicBezTo>
                <a:cubicBezTo>
                  <a:pt x="46" y="26"/>
                  <a:pt x="44" y="27"/>
                  <a:pt x="42" y="28"/>
                </a:cubicBezTo>
                <a:cubicBezTo>
                  <a:pt x="28" y="16"/>
                  <a:pt x="28" y="16"/>
                  <a:pt x="28" y="16"/>
                </a:cubicBezTo>
                <a:cubicBezTo>
                  <a:pt x="20" y="22"/>
                  <a:pt x="20" y="22"/>
                  <a:pt x="20" y="22"/>
                </a:cubicBezTo>
                <a:cubicBezTo>
                  <a:pt x="29" y="39"/>
                  <a:pt x="29" y="39"/>
                  <a:pt x="29" y="39"/>
                </a:cubicBezTo>
                <a:cubicBezTo>
                  <a:pt x="27" y="40"/>
                  <a:pt x="26" y="42"/>
                  <a:pt x="24" y="44"/>
                </a:cubicBezTo>
                <a:cubicBezTo>
                  <a:pt x="6" y="41"/>
                  <a:pt x="6" y="41"/>
                  <a:pt x="6" y="41"/>
                </a:cubicBezTo>
                <a:cubicBezTo>
                  <a:pt x="2" y="51"/>
                  <a:pt x="2" y="51"/>
                  <a:pt x="2" y="51"/>
                </a:cubicBezTo>
                <a:cubicBezTo>
                  <a:pt x="18" y="60"/>
                  <a:pt x="18" y="60"/>
                  <a:pt x="18" y="60"/>
                </a:cubicBezTo>
                <a:cubicBezTo>
                  <a:pt x="18" y="63"/>
                  <a:pt x="18" y="65"/>
                  <a:pt x="18" y="68"/>
                </a:cubicBezTo>
                <a:cubicBezTo>
                  <a:pt x="0" y="74"/>
                  <a:pt x="0" y="74"/>
                  <a:pt x="0" y="74"/>
                </a:cubicBezTo>
                <a:cubicBezTo>
                  <a:pt x="2" y="84"/>
                  <a:pt x="2" y="84"/>
                  <a:pt x="2" y="84"/>
                </a:cubicBezTo>
                <a:cubicBezTo>
                  <a:pt x="20" y="84"/>
                  <a:pt x="20" y="84"/>
                  <a:pt x="20" y="84"/>
                </a:cubicBezTo>
                <a:cubicBezTo>
                  <a:pt x="21" y="87"/>
                  <a:pt x="22" y="89"/>
                  <a:pt x="23" y="91"/>
                </a:cubicBezTo>
                <a:cubicBezTo>
                  <a:pt x="11" y="105"/>
                  <a:pt x="11" y="105"/>
                  <a:pt x="11" y="105"/>
                </a:cubicBezTo>
                <a:cubicBezTo>
                  <a:pt x="18" y="113"/>
                  <a:pt x="18" y="113"/>
                  <a:pt x="18" y="113"/>
                </a:cubicBezTo>
                <a:cubicBezTo>
                  <a:pt x="34" y="104"/>
                  <a:pt x="34" y="104"/>
                  <a:pt x="34" y="104"/>
                </a:cubicBezTo>
                <a:cubicBezTo>
                  <a:pt x="36" y="106"/>
                  <a:pt x="38" y="107"/>
                  <a:pt x="40" y="109"/>
                </a:cubicBezTo>
                <a:cubicBezTo>
                  <a:pt x="36" y="127"/>
                  <a:pt x="36" y="127"/>
                  <a:pt x="36" y="127"/>
                </a:cubicBezTo>
                <a:cubicBezTo>
                  <a:pt x="46" y="131"/>
                  <a:pt x="46" y="131"/>
                  <a:pt x="46" y="131"/>
                </a:cubicBezTo>
                <a:cubicBezTo>
                  <a:pt x="56" y="115"/>
                  <a:pt x="56" y="115"/>
                  <a:pt x="56" y="115"/>
                </a:cubicBezTo>
                <a:cubicBezTo>
                  <a:pt x="58" y="115"/>
                  <a:pt x="61" y="115"/>
                  <a:pt x="63" y="115"/>
                </a:cubicBezTo>
                <a:cubicBezTo>
                  <a:pt x="69" y="133"/>
                  <a:pt x="69" y="133"/>
                  <a:pt x="69" y="133"/>
                </a:cubicBezTo>
                <a:cubicBezTo>
                  <a:pt x="79" y="131"/>
                  <a:pt x="79" y="131"/>
                  <a:pt x="79" y="131"/>
                </a:cubicBezTo>
                <a:cubicBezTo>
                  <a:pt x="80" y="113"/>
                  <a:pt x="80" y="113"/>
                  <a:pt x="80" y="113"/>
                </a:cubicBezTo>
                <a:cubicBezTo>
                  <a:pt x="82" y="112"/>
                  <a:pt x="84" y="111"/>
                  <a:pt x="87" y="110"/>
                </a:cubicBezTo>
                <a:cubicBezTo>
                  <a:pt x="101" y="122"/>
                  <a:pt x="101" y="122"/>
                  <a:pt x="101" y="122"/>
                </a:cubicBezTo>
                <a:cubicBezTo>
                  <a:pt x="109" y="116"/>
                  <a:pt x="109" y="116"/>
                  <a:pt x="109" y="116"/>
                </a:cubicBezTo>
                <a:cubicBezTo>
                  <a:pt x="100" y="99"/>
                  <a:pt x="100" y="99"/>
                  <a:pt x="100" y="99"/>
                </a:cubicBezTo>
                <a:moveTo>
                  <a:pt x="67" y="87"/>
                </a:moveTo>
                <a:cubicBezTo>
                  <a:pt x="57" y="89"/>
                  <a:pt x="48" y="82"/>
                  <a:pt x="46" y="72"/>
                </a:cubicBezTo>
                <a:cubicBezTo>
                  <a:pt x="44" y="62"/>
                  <a:pt x="51" y="52"/>
                  <a:pt x="61" y="51"/>
                </a:cubicBezTo>
                <a:cubicBezTo>
                  <a:pt x="71" y="49"/>
                  <a:pt x="81" y="56"/>
                  <a:pt x="82" y="66"/>
                </a:cubicBezTo>
                <a:cubicBezTo>
                  <a:pt x="84" y="76"/>
                  <a:pt x="77" y="85"/>
                  <a:pt x="67" y="87"/>
                </a:cubicBezTo>
                <a:close/>
              </a:path>
            </a:pathLst>
          </a:custGeom>
          <a:noFill/>
          <a:ln w="19050" cap="rnd">
            <a:solidFill>
              <a:schemeClr val="accent3">
                <a:lumMod val="75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prstClr val="black"/>
              </a:solidFill>
              <a:effectLst/>
              <a:uLnTx/>
              <a:uFillTx/>
              <a:latin typeface="Ubuntu Medium"/>
              <a:ea typeface="+mn-ea"/>
              <a:cs typeface="Arial" pitchFamily="34" charset="0"/>
            </a:endParaRPr>
          </a:p>
        </p:txBody>
      </p:sp>
      <p:sp>
        <p:nvSpPr>
          <p:cNvPr id="550" name="Rounded Rectangle 67">
            <a:extLst>
              <a:ext uri="{FF2B5EF4-FFF2-40B4-BE49-F238E27FC236}">
                <a16:creationId xmlns:a16="http://schemas.microsoft.com/office/drawing/2014/main" id="{7329D366-6BF8-1AF1-B394-54A75C6D8556}"/>
              </a:ext>
            </a:extLst>
          </p:cNvPr>
          <p:cNvSpPr>
            <a:spLocks/>
          </p:cNvSpPr>
          <p:nvPr/>
        </p:nvSpPr>
        <p:spPr>
          <a:xfrm>
            <a:off x="10448981" y="1147301"/>
            <a:ext cx="1618485" cy="1332594"/>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61" name="Gleichschenkliges Dreieck 2">
            <a:extLst>
              <a:ext uri="{FF2B5EF4-FFF2-40B4-BE49-F238E27FC236}">
                <a16:creationId xmlns:a16="http://schemas.microsoft.com/office/drawing/2014/main" id="{15A99339-EFE8-1129-A78E-BBC4B7B4B087}"/>
              </a:ext>
            </a:extLst>
          </p:cNvPr>
          <p:cNvSpPr/>
          <p:nvPr/>
        </p:nvSpPr>
        <p:spPr bwMode="auto">
          <a:xfrm>
            <a:off x="10823361" y="852548"/>
            <a:ext cx="1229237" cy="288000"/>
          </a:xfrm>
          <a:prstGeom prst="rect">
            <a:avLst/>
          </a:prstGeom>
          <a:solidFill>
            <a:srgbClr val="0041C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Accelerators / Tools</a:t>
            </a:r>
          </a:p>
        </p:txBody>
      </p:sp>
      <p:sp>
        <p:nvSpPr>
          <p:cNvPr id="562" name="TextBox 561">
            <a:extLst>
              <a:ext uri="{FF2B5EF4-FFF2-40B4-BE49-F238E27FC236}">
                <a16:creationId xmlns:a16="http://schemas.microsoft.com/office/drawing/2014/main" id="{0435C89F-1152-EA9D-CFFE-155AB3CA8520}"/>
              </a:ext>
            </a:extLst>
          </p:cNvPr>
          <p:cNvSpPr txBox="1"/>
          <p:nvPr/>
        </p:nvSpPr>
        <p:spPr>
          <a:xfrm>
            <a:off x="10439121" y="1187146"/>
            <a:ext cx="1588444" cy="1318310"/>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Advanced Product Designer</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Mind map</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Feature matrix </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Business rules, FLS &amp; other templates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Decision Log, Action Item tracker, Query log</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Guidewire Accelerators (e.g. Co-insurance)</a:t>
            </a:r>
          </a:p>
        </p:txBody>
      </p:sp>
      <p:cxnSp>
        <p:nvCxnSpPr>
          <p:cNvPr id="567" name="Connector: Curved 566">
            <a:extLst>
              <a:ext uri="{FF2B5EF4-FFF2-40B4-BE49-F238E27FC236}">
                <a16:creationId xmlns:a16="http://schemas.microsoft.com/office/drawing/2014/main" id="{DF2CCA85-2990-239E-9A33-0DB69ECF1386}"/>
              </a:ext>
            </a:extLst>
          </p:cNvPr>
          <p:cNvCxnSpPr>
            <a:stCxn id="328" idx="3"/>
          </p:cNvCxnSpPr>
          <p:nvPr/>
        </p:nvCxnSpPr>
        <p:spPr>
          <a:xfrm flipH="1" flipV="1">
            <a:off x="7896060" y="2198476"/>
            <a:ext cx="995802" cy="1452282"/>
          </a:xfrm>
          <a:prstGeom prst="curvedConnector4">
            <a:avLst>
              <a:gd name="adj1" fmla="val -22956"/>
              <a:gd name="adj2" fmla="val 56121"/>
            </a:avLst>
          </a:prstGeom>
        </p:spPr>
        <p:style>
          <a:lnRef idx="1">
            <a:schemeClr val="accent1"/>
          </a:lnRef>
          <a:fillRef idx="0">
            <a:schemeClr val="accent1"/>
          </a:fillRef>
          <a:effectRef idx="0">
            <a:schemeClr val="accent1"/>
          </a:effectRef>
          <a:fontRef idx="minor">
            <a:schemeClr val="tx1"/>
          </a:fontRef>
        </p:style>
      </p:cxnSp>
      <p:sp>
        <p:nvSpPr>
          <p:cNvPr id="570" name="Rounded Rectangle 67">
            <a:extLst>
              <a:ext uri="{FF2B5EF4-FFF2-40B4-BE49-F238E27FC236}">
                <a16:creationId xmlns:a16="http://schemas.microsoft.com/office/drawing/2014/main" id="{0B089B8A-AAF6-D033-423E-C9FCA88A0A65}"/>
              </a:ext>
            </a:extLst>
          </p:cNvPr>
          <p:cNvSpPr>
            <a:spLocks/>
          </p:cNvSpPr>
          <p:nvPr/>
        </p:nvSpPr>
        <p:spPr>
          <a:xfrm>
            <a:off x="1262705"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71" name="TextBox 196">
            <a:extLst>
              <a:ext uri="{FF2B5EF4-FFF2-40B4-BE49-F238E27FC236}">
                <a16:creationId xmlns:a16="http://schemas.microsoft.com/office/drawing/2014/main" id="{000416FC-451A-3A40-9BCD-47A384C31766}"/>
              </a:ext>
            </a:extLst>
          </p:cNvPr>
          <p:cNvSpPr txBox="1">
            <a:spLocks/>
          </p:cNvSpPr>
          <p:nvPr/>
        </p:nvSpPr>
        <p:spPr>
          <a:xfrm>
            <a:off x="1344893" y="5194219"/>
            <a:ext cx="1917715" cy="301795"/>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77" name="TextBox 576">
            <a:extLst>
              <a:ext uri="{FF2B5EF4-FFF2-40B4-BE49-F238E27FC236}">
                <a16:creationId xmlns:a16="http://schemas.microsoft.com/office/drawing/2014/main" id="{AD1EFDB4-6B3E-9390-441D-0A8BCA7EAB02}"/>
              </a:ext>
            </a:extLst>
          </p:cNvPr>
          <p:cNvSpPr txBox="1"/>
          <p:nvPr/>
        </p:nvSpPr>
        <p:spPr>
          <a:xfrm>
            <a:off x="1261054" y="5537464"/>
            <a:ext cx="1978663" cy="84638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Architectural design and decisions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Low level Designs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Integration approach</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Migration Strategy</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Data mart or Data lake designs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Third Party Dependencies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Other Tooling required</a:t>
            </a:r>
          </a:p>
        </p:txBody>
      </p:sp>
      <p:grpSp>
        <p:nvGrpSpPr>
          <p:cNvPr id="578" name="Plan5" descr="{&quot;Key&quot;:&quot;POWER_USER_SHAPE_ICON&quot;,&quot;Value&quot;:&quot;POWER_USER_SHAPE_ICON_STYLE_1&quot;}">
            <a:extLst>
              <a:ext uri="{FF2B5EF4-FFF2-40B4-BE49-F238E27FC236}">
                <a16:creationId xmlns:a16="http://schemas.microsoft.com/office/drawing/2014/main" id="{134B0E47-23B7-E6F1-1F90-B286E655C217}"/>
              </a:ext>
            </a:extLst>
          </p:cNvPr>
          <p:cNvGrpSpPr>
            <a:grpSpLocks noChangeAspect="1"/>
          </p:cNvGrpSpPr>
          <p:nvPr/>
        </p:nvGrpSpPr>
        <p:grpSpPr>
          <a:xfrm>
            <a:off x="1482090" y="5067764"/>
            <a:ext cx="324000" cy="340341"/>
            <a:chOff x="8462963" y="1682750"/>
            <a:chExt cx="706430" cy="762001"/>
          </a:xfrm>
        </p:grpSpPr>
        <p:sp>
          <p:nvSpPr>
            <p:cNvPr id="579" name="Freeform 55">
              <a:extLst>
                <a:ext uri="{FF2B5EF4-FFF2-40B4-BE49-F238E27FC236}">
                  <a16:creationId xmlns:a16="http://schemas.microsoft.com/office/drawing/2014/main" id="{D2C1A6DD-C47C-0AA0-AB7C-BE8E6B11DC60}"/>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0" name="Freeform 56">
              <a:extLst>
                <a:ext uri="{FF2B5EF4-FFF2-40B4-BE49-F238E27FC236}">
                  <a16:creationId xmlns:a16="http://schemas.microsoft.com/office/drawing/2014/main" id="{D5A52C1E-3E83-B7C6-54AD-E748533C0F8C}"/>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1" name="Line 57">
              <a:extLst>
                <a:ext uri="{FF2B5EF4-FFF2-40B4-BE49-F238E27FC236}">
                  <a16:creationId xmlns:a16="http://schemas.microsoft.com/office/drawing/2014/main" id="{D482EFE6-0B01-5EB8-E1A6-140F947E32B8}"/>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2" name="Freeform 58">
              <a:extLst>
                <a:ext uri="{FF2B5EF4-FFF2-40B4-BE49-F238E27FC236}">
                  <a16:creationId xmlns:a16="http://schemas.microsoft.com/office/drawing/2014/main" id="{1CD76B00-07CD-EC07-DC64-D80A7E963B51}"/>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3" name="Freeform 59">
              <a:extLst>
                <a:ext uri="{FF2B5EF4-FFF2-40B4-BE49-F238E27FC236}">
                  <a16:creationId xmlns:a16="http://schemas.microsoft.com/office/drawing/2014/main" id="{C4F53FBF-82E0-01B4-FF6B-C126472CFE7E}"/>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4" name="Line 60">
              <a:extLst>
                <a:ext uri="{FF2B5EF4-FFF2-40B4-BE49-F238E27FC236}">
                  <a16:creationId xmlns:a16="http://schemas.microsoft.com/office/drawing/2014/main" id="{F30BA62D-08E1-6F44-6990-47D098546B81}"/>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587" name="Connector: Curved 586">
            <a:extLst>
              <a:ext uri="{FF2B5EF4-FFF2-40B4-BE49-F238E27FC236}">
                <a16:creationId xmlns:a16="http://schemas.microsoft.com/office/drawing/2014/main" id="{BDF969E9-7948-3E63-1750-7EEBE825A567}"/>
              </a:ext>
            </a:extLst>
          </p:cNvPr>
          <p:cNvCxnSpPr>
            <a:stCxn id="336" idx="1"/>
            <a:endCxn id="571" idx="0"/>
          </p:cNvCxnSpPr>
          <p:nvPr/>
        </p:nvCxnSpPr>
        <p:spPr>
          <a:xfrm rot="10800000" flipV="1">
            <a:off x="2303751" y="4638769"/>
            <a:ext cx="3449240" cy="555449"/>
          </a:xfrm>
          <a:prstGeom prst="curvedConnector2">
            <a:avLst/>
          </a:prstGeom>
        </p:spPr>
        <p:style>
          <a:lnRef idx="1">
            <a:schemeClr val="accent1"/>
          </a:lnRef>
          <a:fillRef idx="0">
            <a:schemeClr val="accent1"/>
          </a:fillRef>
          <a:effectRef idx="0">
            <a:schemeClr val="accent1"/>
          </a:effectRef>
          <a:fontRef idx="minor">
            <a:schemeClr val="tx1"/>
          </a:fontRef>
        </p:style>
      </p:cxnSp>
      <p:sp>
        <p:nvSpPr>
          <p:cNvPr id="589" name="TextBox 588">
            <a:extLst>
              <a:ext uri="{FF2B5EF4-FFF2-40B4-BE49-F238E27FC236}">
                <a16:creationId xmlns:a16="http://schemas.microsoft.com/office/drawing/2014/main" id="{BB71CF6D-AF8F-4F48-CC29-82A7C3C71941}"/>
              </a:ext>
            </a:extLst>
          </p:cNvPr>
          <p:cNvSpPr txBox="1"/>
          <p:nvPr/>
        </p:nvSpPr>
        <p:spPr>
          <a:xfrm>
            <a:off x="1226720" y="1466390"/>
            <a:ext cx="2082610" cy="1277273"/>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Updated Sprint Plan</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Elaboration session Guardrails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Right Tools  –  Signed-off Release Backlog from Inception, Functional accelerators </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Preparedness to Workshop topics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Guidewire OOTB Cloud Instance for demo</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Process during Implementation phase, Program Management Tools etc.</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As-is Business Process flows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HL Future State Business Process flows from Inception</a:t>
            </a:r>
          </a:p>
        </p:txBody>
      </p:sp>
      <p:grpSp>
        <p:nvGrpSpPr>
          <p:cNvPr id="591" name="Woman29" descr="{&quot;Key&quot;:&quot;POWER_USER_SHAPE_ICON&quot;,&quot;Value&quot;:&quot;POWER_USER_SHAPE_ICON_STYLE_1&quot;}">
            <a:extLst>
              <a:ext uri="{FF2B5EF4-FFF2-40B4-BE49-F238E27FC236}">
                <a16:creationId xmlns:a16="http://schemas.microsoft.com/office/drawing/2014/main" id="{D05122A3-CC1B-1DCF-345A-D0719D93D058}"/>
              </a:ext>
            </a:extLst>
          </p:cNvPr>
          <p:cNvGrpSpPr>
            <a:grpSpLocks noChangeAspect="1"/>
          </p:cNvGrpSpPr>
          <p:nvPr/>
        </p:nvGrpSpPr>
        <p:grpSpPr>
          <a:xfrm>
            <a:off x="2678212" y="2919141"/>
            <a:ext cx="288000" cy="346700"/>
            <a:chOff x="3049573" y="285562"/>
            <a:chExt cx="588025" cy="755384"/>
          </a:xfrm>
        </p:grpSpPr>
        <p:sp>
          <p:nvSpPr>
            <p:cNvPr id="592" name="Freeform: Shape 591">
              <a:extLst>
                <a:ext uri="{FF2B5EF4-FFF2-40B4-BE49-F238E27FC236}">
                  <a16:creationId xmlns:a16="http://schemas.microsoft.com/office/drawing/2014/main" id="{B0CA100C-E26B-288F-6238-D56402329088}"/>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3" name="Freeform: Shape 592">
              <a:extLst>
                <a:ext uri="{FF2B5EF4-FFF2-40B4-BE49-F238E27FC236}">
                  <a16:creationId xmlns:a16="http://schemas.microsoft.com/office/drawing/2014/main" id="{E66AB2DA-22DA-C8EE-7591-8E812208F7F4}"/>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4" name="Freeform: Shape 593">
              <a:extLst>
                <a:ext uri="{FF2B5EF4-FFF2-40B4-BE49-F238E27FC236}">
                  <a16:creationId xmlns:a16="http://schemas.microsoft.com/office/drawing/2014/main" id="{2FB95299-3E2B-61BF-8BE1-8028B7B6E924}"/>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5" name="Freeform: Shape 594">
              <a:extLst>
                <a:ext uri="{FF2B5EF4-FFF2-40B4-BE49-F238E27FC236}">
                  <a16:creationId xmlns:a16="http://schemas.microsoft.com/office/drawing/2014/main" id="{809E3699-73F8-0554-F17E-965BCD1EB598}"/>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6" name="Freeform: Shape 595">
              <a:extLst>
                <a:ext uri="{FF2B5EF4-FFF2-40B4-BE49-F238E27FC236}">
                  <a16:creationId xmlns:a16="http://schemas.microsoft.com/office/drawing/2014/main" id="{2EB1A45B-4984-7C56-134C-9989C0B9FD58}"/>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7" name="Freeform: Shape 596">
              <a:extLst>
                <a:ext uri="{FF2B5EF4-FFF2-40B4-BE49-F238E27FC236}">
                  <a16:creationId xmlns:a16="http://schemas.microsoft.com/office/drawing/2014/main" id="{CEB8D5D9-825F-2791-CCB2-B099E3078AEB}"/>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98" name="Employee6" descr="{&quot;Key&quot;:&quot;POWER_USER_SHAPE_ICON&quot;,&quot;Value&quot;:&quot;POWER_USER_SHAPE_ICON_STYLE_1&quot;}">
            <a:extLst>
              <a:ext uri="{FF2B5EF4-FFF2-40B4-BE49-F238E27FC236}">
                <a16:creationId xmlns:a16="http://schemas.microsoft.com/office/drawing/2014/main" id="{F7E2A569-5D94-4CD7-DA77-6A5A31593425}"/>
              </a:ext>
            </a:extLst>
          </p:cNvPr>
          <p:cNvGrpSpPr>
            <a:grpSpLocks noChangeAspect="1"/>
          </p:cNvGrpSpPr>
          <p:nvPr/>
        </p:nvGrpSpPr>
        <p:grpSpPr>
          <a:xfrm>
            <a:off x="2982516" y="2919312"/>
            <a:ext cx="288000" cy="342474"/>
            <a:chOff x="3584576" y="3348038"/>
            <a:chExt cx="230188" cy="292100"/>
          </a:xfrm>
          <a:solidFill>
            <a:schemeClr val="accent1"/>
          </a:solidFill>
        </p:grpSpPr>
        <p:sp>
          <p:nvSpPr>
            <p:cNvPr id="599" name="Freeform 1099">
              <a:extLst>
                <a:ext uri="{FF2B5EF4-FFF2-40B4-BE49-F238E27FC236}">
                  <a16:creationId xmlns:a16="http://schemas.microsoft.com/office/drawing/2014/main" id="{B137182B-B12F-E76B-7B3C-D5E24033B6D4}"/>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0" name="Freeform 1100">
              <a:extLst>
                <a:ext uri="{FF2B5EF4-FFF2-40B4-BE49-F238E27FC236}">
                  <a16:creationId xmlns:a16="http://schemas.microsoft.com/office/drawing/2014/main" id="{4FE45E9B-3FD5-29F3-F9F9-682F66A4795C}"/>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1" name="Freeform 1101">
              <a:extLst>
                <a:ext uri="{FF2B5EF4-FFF2-40B4-BE49-F238E27FC236}">
                  <a16:creationId xmlns:a16="http://schemas.microsoft.com/office/drawing/2014/main" id="{63615EB1-B6BF-480F-C62C-BA9140035AFA}"/>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2" name="Freeform 1102">
              <a:extLst>
                <a:ext uri="{FF2B5EF4-FFF2-40B4-BE49-F238E27FC236}">
                  <a16:creationId xmlns:a16="http://schemas.microsoft.com/office/drawing/2014/main" id="{62DF398A-1AB4-FCDE-FEF7-FBDDDD4A1982}"/>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3" name="Freeform 1103">
              <a:extLst>
                <a:ext uri="{FF2B5EF4-FFF2-40B4-BE49-F238E27FC236}">
                  <a16:creationId xmlns:a16="http://schemas.microsoft.com/office/drawing/2014/main" id="{6D52203E-78DF-1FBB-8996-6BDF997FE5BF}"/>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4" name="Freeform 1104">
              <a:extLst>
                <a:ext uri="{FF2B5EF4-FFF2-40B4-BE49-F238E27FC236}">
                  <a16:creationId xmlns:a16="http://schemas.microsoft.com/office/drawing/2014/main" id="{C190ABAB-0905-A884-79D2-D7F8636AAB95}"/>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5" name="Freeform 1105">
              <a:extLst>
                <a:ext uri="{FF2B5EF4-FFF2-40B4-BE49-F238E27FC236}">
                  <a16:creationId xmlns:a16="http://schemas.microsoft.com/office/drawing/2014/main" id="{7BF4FAC3-05A7-D81B-D01C-32AA6368571E}"/>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6" name="Freeform 1106">
              <a:extLst>
                <a:ext uri="{FF2B5EF4-FFF2-40B4-BE49-F238E27FC236}">
                  <a16:creationId xmlns:a16="http://schemas.microsoft.com/office/drawing/2014/main" id="{ACD8C4E7-19E5-A866-1ED2-714FF015A277}"/>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7" name="Freeform 1107">
              <a:extLst>
                <a:ext uri="{FF2B5EF4-FFF2-40B4-BE49-F238E27FC236}">
                  <a16:creationId xmlns:a16="http://schemas.microsoft.com/office/drawing/2014/main" id="{19ACBDF4-3269-2802-BDCB-536BDF954B51}"/>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8" name="Freeform 1108">
              <a:extLst>
                <a:ext uri="{FF2B5EF4-FFF2-40B4-BE49-F238E27FC236}">
                  <a16:creationId xmlns:a16="http://schemas.microsoft.com/office/drawing/2014/main" id="{5F87B64F-454F-9A5D-9D82-D95501B8CD09}"/>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9" name="Freeform 1109">
              <a:extLst>
                <a:ext uri="{FF2B5EF4-FFF2-40B4-BE49-F238E27FC236}">
                  <a16:creationId xmlns:a16="http://schemas.microsoft.com/office/drawing/2014/main" id="{6A924FB4-0F6D-1B14-316D-C8B2687C233F}"/>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0" name="Rectangle 1110">
              <a:extLst>
                <a:ext uri="{FF2B5EF4-FFF2-40B4-BE49-F238E27FC236}">
                  <a16:creationId xmlns:a16="http://schemas.microsoft.com/office/drawing/2014/main" id="{BB9B56F6-6A0A-228A-0EDA-11E23677EC52}"/>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1" name="Rectangle 1111">
              <a:extLst>
                <a:ext uri="{FF2B5EF4-FFF2-40B4-BE49-F238E27FC236}">
                  <a16:creationId xmlns:a16="http://schemas.microsoft.com/office/drawing/2014/main" id="{70DE412A-51E2-CF46-AED8-10F2A34DCB86}"/>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2" name="Rectangle 1112">
              <a:extLst>
                <a:ext uri="{FF2B5EF4-FFF2-40B4-BE49-F238E27FC236}">
                  <a16:creationId xmlns:a16="http://schemas.microsoft.com/office/drawing/2014/main" id="{4DB37F5D-A0C7-6D4F-01B1-5E60BE611CA8}"/>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3" name="Rectangle 1113">
              <a:extLst>
                <a:ext uri="{FF2B5EF4-FFF2-40B4-BE49-F238E27FC236}">
                  <a16:creationId xmlns:a16="http://schemas.microsoft.com/office/drawing/2014/main" id="{9AD3CFE6-8183-0910-A6CE-AAE31C7E3063}"/>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4" name="Rectangle 1114">
              <a:extLst>
                <a:ext uri="{FF2B5EF4-FFF2-40B4-BE49-F238E27FC236}">
                  <a16:creationId xmlns:a16="http://schemas.microsoft.com/office/drawing/2014/main" id="{27C4A39A-FAA6-982B-7142-8096F99E9495}"/>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5" name="Freeform 1115">
              <a:extLst>
                <a:ext uri="{FF2B5EF4-FFF2-40B4-BE49-F238E27FC236}">
                  <a16:creationId xmlns:a16="http://schemas.microsoft.com/office/drawing/2014/main" id="{B53C679C-5FA0-3980-317A-7CDE470A8290}"/>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6" name="Freeform 1116">
              <a:extLst>
                <a:ext uri="{FF2B5EF4-FFF2-40B4-BE49-F238E27FC236}">
                  <a16:creationId xmlns:a16="http://schemas.microsoft.com/office/drawing/2014/main" id="{FBAE2F84-3A15-73DF-B590-28C959C95524}"/>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7" name="Freeform 1117">
              <a:extLst>
                <a:ext uri="{FF2B5EF4-FFF2-40B4-BE49-F238E27FC236}">
                  <a16:creationId xmlns:a16="http://schemas.microsoft.com/office/drawing/2014/main" id="{B75FA920-8343-519A-8E80-9FCFE55D288E}"/>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8" name="Freeform 1118">
              <a:extLst>
                <a:ext uri="{FF2B5EF4-FFF2-40B4-BE49-F238E27FC236}">
                  <a16:creationId xmlns:a16="http://schemas.microsoft.com/office/drawing/2014/main" id="{92735659-87F8-E307-9550-AC106004C517}"/>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9" name="Freeform 1119">
              <a:extLst>
                <a:ext uri="{FF2B5EF4-FFF2-40B4-BE49-F238E27FC236}">
                  <a16:creationId xmlns:a16="http://schemas.microsoft.com/office/drawing/2014/main" id="{244CC1A0-0F14-B998-073A-ACA1410D116E}"/>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26" name="TextBox 625">
            <a:extLst>
              <a:ext uri="{FF2B5EF4-FFF2-40B4-BE49-F238E27FC236}">
                <a16:creationId xmlns:a16="http://schemas.microsoft.com/office/drawing/2014/main" id="{B361F17B-4725-2779-D8E4-DEE3E07FBFAB}"/>
              </a:ext>
            </a:extLst>
          </p:cNvPr>
          <p:cNvSpPr txBox="1"/>
          <p:nvPr/>
        </p:nvSpPr>
        <p:spPr>
          <a:xfrm>
            <a:off x="1260188" y="3473542"/>
            <a:ext cx="2082610" cy="1277273"/>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 Guidewire Product Capabilities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Deep-dive into Ways of working, Program methodology for Implementation phase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 Release Scope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Understanding base Architecture (e.g. Headless architecture for PolicyCenter)</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Understanding UWWB Scope, capabilities and what has been built &amp; planned</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Enabling SMEs with authority to decide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Adapt Vs Adopt</a:t>
            </a:r>
          </a:p>
        </p:txBody>
      </p:sp>
      <p:sp>
        <p:nvSpPr>
          <p:cNvPr id="4" name="Scroll: Vertical 3">
            <a:extLst>
              <a:ext uri="{FF2B5EF4-FFF2-40B4-BE49-F238E27FC236}">
                <a16:creationId xmlns:a16="http://schemas.microsoft.com/office/drawing/2014/main" id="{D813E4CE-E6DB-331A-F56C-5076FEEB61F5}"/>
              </a:ext>
            </a:extLst>
          </p:cNvPr>
          <p:cNvSpPr/>
          <p:nvPr/>
        </p:nvSpPr>
        <p:spPr>
          <a:xfrm>
            <a:off x="3922925" y="1197099"/>
            <a:ext cx="1218288" cy="945888"/>
          </a:xfrm>
          <a:prstGeom prst="verticalScroll">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1" u="none" strike="noStrike" kern="1200" cap="none" spc="0" normalizeH="0" baseline="0" noProof="0">
                <a:ln>
                  <a:noFill/>
                </a:ln>
                <a:solidFill>
                  <a:prstClr val="black"/>
                </a:solidFill>
                <a:effectLst/>
                <a:uLnTx/>
                <a:uFillTx/>
                <a:latin typeface="Ubuntu"/>
                <a:ea typeface="+mn-ea"/>
                <a:cs typeface="+mn-cs"/>
              </a:rPr>
              <a:t>Mile-deep; Inch wide</a:t>
            </a:r>
            <a:endParaRPr kumimoji="0" lang="en-US" sz="1000" b="1" i="1" u="none" strike="noStrike" kern="1200" cap="none" spc="0" normalizeH="0" baseline="0" noProof="0" err="1">
              <a:ln>
                <a:noFill/>
              </a:ln>
              <a:solidFill>
                <a:prstClr val="black"/>
              </a:solidFill>
              <a:effectLst/>
              <a:uLnTx/>
              <a:uFillTx/>
              <a:latin typeface="Ubuntu"/>
              <a:ea typeface="+mn-ea"/>
              <a:cs typeface="+mn-cs"/>
            </a:endParaRPr>
          </a:p>
        </p:txBody>
      </p:sp>
      <p:sp>
        <p:nvSpPr>
          <p:cNvPr id="5" name="TextBox 4">
            <a:extLst>
              <a:ext uri="{FF2B5EF4-FFF2-40B4-BE49-F238E27FC236}">
                <a16:creationId xmlns:a16="http://schemas.microsoft.com/office/drawing/2014/main" id="{C4DD32DC-7DF5-0AB7-200E-06AB3A0EE834}"/>
              </a:ext>
            </a:extLst>
          </p:cNvPr>
          <p:cNvSpPr txBox="1"/>
          <p:nvPr/>
        </p:nvSpPr>
        <p:spPr>
          <a:xfrm>
            <a:off x="4034193" y="964209"/>
            <a:ext cx="105810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Ubuntu"/>
                <a:ea typeface="+mn-ea"/>
                <a:cs typeface="+mn-cs"/>
              </a:rPr>
              <a:t>Elaboration</a:t>
            </a:r>
            <a:endParaRPr kumimoji="0" lang="en-US" sz="1800" b="1" i="0" u="none" strike="noStrike" kern="1200" cap="none" spc="0" normalizeH="0" baseline="0" noProof="0">
              <a:ln>
                <a:noFill/>
              </a:ln>
              <a:solidFill>
                <a:prstClr val="black"/>
              </a:solidFill>
              <a:effectLst/>
              <a:uLnTx/>
              <a:uFillTx/>
              <a:latin typeface="Ubuntu"/>
              <a:ea typeface="+mn-ea"/>
              <a:cs typeface="+mn-cs"/>
            </a:endParaRPr>
          </a:p>
        </p:txBody>
      </p:sp>
      <p:sp>
        <p:nvSpPr>
          <p:cNvPr id="9" name="Frame 8">
            <a:extLst>
              <a:ext uri="{FF2B5EF4-FFF2-40B4-BE49-F238E27FC236}">
                <a16:creationId xmlns:a16="http://schemas.microsoft.com/office/drawing/2014/main" id="{4B648C71-CB7B-F65F-8680-42E32EF389B4}"/>
              </a:ext>
            </a:extLst>
          </p:cNvPr>
          <p:cNvSpPr/>
          <p:nvPr/>
        </p:nvSpPr>
        <p:spPr>
          <a:xfrm>
            <a:off x="3784785" y="940808"/>
            <a:ext cx="1494568" cy="1308008"/>
          </a:xfrm>
          <a:prstGeom prst="frame">
            <a:avLst>
              <a:gd name="adj1" fmla="val 3342"/>
            </a:avLst>
          </a:prstGeom>
          <a:solidFill>
            <a:schemeClr val="bg1">
              <a:lumMod val="9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black"/>
              </a:solidFill>
              <a:effectLst/>
              <a:uLnTx/>
              <a:uFillTx/>
              <a:latin typeface="Ubuntu"/>
              <a:ea typeface="+mn-ea"/>
              <a:cs typeface="+mn-cs"/>
            </a:endParaRPr>
          </a:p>
        </p:txBody>
      </p:sp>
      <p:grpSp>
        <p:nvGrpSpPr>
          <p:cNvPr id="10" name="Plan5" descr="{&quot;Key&quot;:&quot;POWER_USER_SHAPE_ICON&quot;,&quot;Value&quot;:&quot;POWER_USER_SHAPE_ICON_STYLE_1&quot;}">
            <a:extLst>
              <a:ext uri="{FF2B5EF4-FFF2-40B4-BE49-F238E27FC236}">
                <a16:creationId xmlns:a16="http://schemas.microsoft.com/office/drawing/2014/main" id="{1DEAA072-56C8-2247-4D72-8B3BC571126E}"/>
              </a:ext>
            </a:extLst>
          </p:cNvPr>
          <p:cNvGrpSpPr>
            <a:grpSpLocks noChangeAspect="1"/>
          </p:cNvGrpSpPr>
          <p:nvPr/>
        </p:nvGrpSpPr>
        <p:grpSpPr>
          <a:xfrm>
            <a:off x="7078343" y="857322"/>
            <a:ext cx="324000" cy="340341"/>
            <a:chOff x="8462963" y="1682750"/>
            <a:chExt cx="706430" cy="762001"/>
          </a:xfrm>
        </p:grpSpPr>
        <p:sp>
          <p:nvSpPr>
            <p:cNvPr id="11" name="Freeform 55">
              <a:extLst>
                <a:ext uri="{FF2B5EF4-FFF2-40B4-BE49-F238E27FC236}">
                  <a16:creationId xmlns:a16="http://schemas.microsoft.com/office/drawing/2014/main" id="{6C033B0E-C89A-8410-1380-2F4E4ED211EF}"/>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56">
              <a:extLst>
                <a:ext uri="{FF2B5EF4-FFF2-40B4-BE49-F238E27FC236}">
                  <a16:creationId xmlns:a16="http://schemas.microsoft.com/office/drawing/2014/main" id="{A2751DBC-B20A-95E2-A1B9-B62E93C2AB97}"/>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Line 57">
              <a:extLst>
                <a:ext uri="{FF2B5EF4-FFF2-40B4-BE49-F238E27FC236}">
                  <a16:creationId xmlns:a16="http://schemas.microsoft.com/office/drawing/2014/main" id="{F698FC6E-2FB4-2314-8C8B-C57390821D51}"/>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58">
              <a:extLst>
                <a:ext uri="{FF2B5EF4-FFF2-40B4-BE49-F238E27FC236}">
                  <a16:creationId xmlns:a16="http://schemas.microsoft.com/office/drawing/2014/main" id="{A040A24D-0B26-EF9B-2598-CC955239BD0E}"/>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59">
              <a:extLst>
                <a:ext uri="{FF2B5EF4-FFF2-40B4-BE49-F238E27FC236}">
                  <a16:creationId xmlns:a16="http://schemas.microsoft.com/office/drawing/2014/main" id="{B77FEB7B-103A-6C9A-6463-7AD3AB580EA3}"/>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Line 60">
              <a:extLst>
                <a:ext uri="{FF2B5EF4-FFF2-40B4-BE49-F238E27FC236}">
                  <a16:creationId xmlns:a16="http://schemas.microsoft.com/office/drawing/2014/main" id="{A6DED229-83D8-6940-6B37-127348E70360}"/>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7" name="TextBox 16">
            <a:extLst>
              <a:ext uri="{FF2B5EF4-FFF2-40B4-BE49-F238E27FC236}">
                <a16:creationId xmlns:a16="http://schemas.microsoft.com/office/drawing/2014/main" id="{FF3C9A65-A3FE-B90E-4C14-304321A55880}"/>
              </a:ext>
            </a:extLst>
          </p:cNvPr>
          <p:cNvSpPr txBox="1"/>
          <p:nvPr/>
        </p:nvSpPr>
        <p:spPr>
          <a:xfrm>
            <a:off x="78374" y="30525"/>
            <a:ext cx="9245248"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prstClr val="black"/>
                </a:solidFill>
                <a:effectLst/>
                <a:uLnTx/>
                <a:uFillTx/>
                <a:latin typeface="Ubuntu Medium"/>
                <a:ea typeface="+mn-ea"/>
                <a:cs typeface="+mn-cs"/>
              </a:rPr>
              <a:t>A ‘DAY IN THE LIFE’ DURING </a:t>
            </a:r>
            <a:r>
              <a:rPr kumimoji="0" lang="en-US" sz="2600" b="0" i="0" u="none" strike="noStrike" kern="1200" cap="none" spc="0" normalizeH="0" baseline="0" noProof="0">
                <a:ln>
                  <a:noFill/>
                </a:ln>
                <a:solidFill>
                  <a:schemeClr val="accent3"/>
                </a:solidFill>
                <a:effectLst/>
                <a:uLnTx/>
                <a:uFillTx/>
                <a:latin typeface="Ubuntu Medium"/>
                <a:ea typeface="+mn-ea"/>
                <a:cs typeface="+mn-cs"/>
              </a:rPr>
              <a:t>ELABORATION</a:t>
            </a:r>
            <a:r>
              <a:rPr kumimoji="0" lang="en-US" sz="2600" b="0" i="0" u="none" strike="noStrike" kern="1200" cap="none" spc="0" normalizeH="0" baseline="0" noProof="0">
                <a:ln>
                  <a:noFill/>
                </a:ln>
                <a:solidFill>
                  <a:prstClr val="black"/>
                </a:solidFill>
                <a:effectLst/>
                <a:uLnTx/>
                <a:uFillTx/>
                <a:latin typeface="Ubuntu Medium"/>
                <a:ea typeface="+mn-ea"/>
                <a:cs typeface="+mn-cs"/>
              </a:rPr>
              <a:t> WORKSHOPS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a:ln>
                <a:noFill/>
              </a:ln>
              <a:solidFill>
                <a:prstClr val="black"/>
              </a:solidFill>
              <a:effectLst/>
              <a:uLnTx/>
              <a:uFillTx/>
              <a:latin typeface="Ubuntu Medium"/>
              <a:ea typeface="+mn-ea"/>
              <a:cs typeface="+mn-cs"/>
            </a:endParaRPr>
          </a:p>
        </p:txBody>
      </p:sp>
    </p:spTree>
    <p:extLst>
      <p:ext uri="{BB962C8B-B14F-4D97-AF65-F5344CB8AC3E}">
        <p14:creationId xmlns:p14="http://schemas.microsoft.com/office/powerpoint/2010/main" val="38098280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87D493C-01DF-AB5A-B606-FE01ED32D84B}"/>
              </a:ext>
            </a:extLst>
          </p:cNvPr>
          <p:cNvSpPr/>
          <p:nvPr/>
        </p:nvSpPr>
        <p:spPr>
          <a:xfrm>
            <a:off x="578069" y="1502978"/>
            <a:ext cx="5349765" cy="1080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Ability to search for an Account using following fields:</a:t>
            </a: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First and Last name</a:t>
            </a: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Phone number</a:t>
            </a: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Postcode, Country and first/last name</a:t>
            </a:r>
            <a:endParaRPr kumimoji="0" lang="en-US" sz="1000" b="0" i="0" u="none" strike="noStrike" kern="1200" cap="none" spc="0" normalizeH="0" baseline="0" noProof="0">
              <a:ln>
                <a:noFill/>
              </a:ln>
              <a:solidFill>
                <a:prstClr val="black"/>
              </a:solidFill>
              <a:effectLst/>
              <a:uLnTx/>
              <a:uFillTx/>
              <a:latin typeface="Calibri" pitchFamily="34" charset="0"/>
              <a:ea typeface="+mn-ea"/>
              <a:cs typeface="Calibri"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Ubuntu"/>
              <a:ea typeface="+mn-ea"/>
              <a:cs typeface="+mn-cs"/>
            </a:endParaRPr>
          </a:p>
        </p:txBody>
      </p:sp>
      <p:sp>
        <p:nvSpPr>
          <p:cNvPr id="7" name="Rectangle 6">
            <a:extLst>
              <a:ext uri="{FF2B5EF4-FFF2-40B4-BE49-F238E27FC236}">
                <a16:creationId xmlns:a16="http://schemas.microsoft.com/office/drawing/2014/main" id="{844979FC-F301-D6BF-E714-E2E6A5D2F8C4}"/>
              </a:ext>
            </a:extLst>
          </p:cNvPr>
          <p:cNvSpPr/>
          <p:nvPr/>
        </p:nvSpPr>
        <p:spPr>
          <a:xfrm>
            <a:off x="6264168" y="1502977"/>
            <a:ext cx="5349765" cy="108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Ubuntu"/>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Ability to search for an Account using the following fields: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First and Last Name  – </a:t>
            </a:r>
            <a:r>
              <a:rPr kumimoji="0" lang="en-US" sz="1000" b="1" i="0" u="none" strike="noStrike" kern="1200" cap="none" spc="0" normalizeH="0" baseline="0" noProof="0">
                <a:ln>
                  <a:noFill/>
                </a:ln>
                <a:solidFill>
                  <a:prstClr val="black"/>
                </a:solidFill>
                <a:effectLst/>
                <a:uLnTx/>
                <a:uFillTx/>
                <a:latin typeface="Ubuntu"/>
                <a:ea typeface="+mn-ea"/>
                <a:cs typeface="+mn-cs"/>
              </a:rPr>
              <a:t>Alphanumeric field 20 bytes long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Phone number – </a:t>
            </a:r>
            <a:r>
              <a:rPr kumimoji="0" lang="en-US" sz="1000" b="1" i="0" u="none" strike="noStrike" kern="1200" cap="none" spc="0" normalizeH="0" baseline="0" noProof="0">
                <a:ln>
                  <a:noFill/>
                </a:ln>
                <a:solidFill>
                  <a:prstClr val="black"/>
                </a:solidFill>
                <a:effectLst/>
                <a:uLnTx/>
                <a:uFillTx/>
                <a:latin typeface="Ubuntu"/>
                <a:ea typeface="+mn-ea"/>
                <a:cs typeface="+mn-cs"/>
              </a:rPr>
              <a:t>11 digits, no hyphens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Postcode, Country – </a:t>
            </a:r>
            <a:r>
              <a:rPr kumimoji="0" lang="en-US" sz="1000" b="1" i="0" u="none" strike="noStrike" kern="1200" cap="none" spc="0" normalizeH="0" baseline="0" noProof="0">
                <a:ln>
                  <a:noFill/>
                </a:ln>
                <a:solidFill>
                  <a:prstClr val="black"/>
                </a:solidFill>
                <a:effectLst/>
                <a:uLnTx/>
                <a:uFillTx/>
                <a:latin typeface="Ubuntu"/>
                <a:ea typeface="+mn-ea"/>
                <a:cs typeface="+mn-cs"/>
              </a:rPr>
              <a:t>should be able to handle outside UK location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Ubuntu"/>
              <a:ea typeface="+mn-ea"/>
              <a:cs typeface="+mn-cs"/>
            </a:endParaRPr>
          </a:p>
        </p:txBody>
      </p:sp>
      <p:sp>
        <p:nvSpPr>
          <p:cNvPr id="8" name="Rectangle 7">
            <a:extLst>
              <a:ext uri="{FF2B5EF4-FFF2-40B4-BE49-F238E27FC236}">
                <a16:creationId xmlns:a16="http://schemas.microsoft.com/office/drawing/2014/main" id="{A58FCA2C-8509-B1C3-118A-B91B7CACE837}"/>
              </a:ext>
            </a:extLst>
          </p:cNvPr>
          <p:cNvSpPr/>
          <p:nvPr/>
        </p:nvSpPr>
        <p:spPr>
          <a:xfrm>
            <a:off x="6264168" y="2779983"/>
            <a:ext cx="5349765" cy="1080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altLang="en-US" sz="1050" b="0" i="0" u="none" strike="noStrike" kern="1200" cap="none" spc="0" normalizeH="0" baseline="0" noProof="0">
              <a:ln>
                <a:noFill/>
              </a:ln>
              <a:solidFill>
                <a:prstClr val="black"/>
              </a:solidFill>
              <a:effectLst/>
              <a:uLnTx/>
              <a:uFillTx/>
              <a:latin typeface="Ubuntu"/>
              <a:ea typeface="+mn-ea"/>
              <a:cs typeface="+mn-cs"/>
            </a:endParaRPr>
          </a:p>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Ubuntu"/>
                <a:ea typeface="+mn-ea"/>
                <a:cs typeface="+mn-cs"/>
              </a:rPr>
              <a:t>Policy Number must </a:t>
            </a:r>
            <a:r>
              <a:rPr kumimoji="0" lang="en-US" altLang="en-US" sz="1050" b="1" i="0" u="none" strike="noStrike" kern="1200" cap="none" spc="0" normalizeH="0" baseline="0" noProof="0">
                <a:ln>
                  <a:noFill/>
                </a:ln>
                <a:solidFill>
                  <a:prstClr val="black"/>
                </a:solidFill>
                <a:effectLst/>
                <a:uLnTx/>
                <a:uFillTx/>
                <a:latin typeface="Ubuntu"/>
                <a:ea typeface="+mn-ea"/>
                <a:cs typeface="+mn-cs"/>
              </a:rPr>
              <a:t>be 10 digital alphanumeric field</a:t>
            </a:r>
          </a:p>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Ubuntu"/>
                <a:ea typeface="+mn-ea"/>
                <a:cs typeface="+mn-cs"/>
              </a:rPr>
              <a:t>Prefix with </a:t>
            </a:r>
            <a:r>
              <a:rPr kumimoji="0" lang="en-US" altLang="en-US" sz="1050" b="1" i="0" u="none" strike="noStrike" kern="1200" cap="none" spc="0" normalizeH="0" baseline="0" noProof="0">
                <a:ln>
                  <a:noFill/>
                </a:ln>
                <a:solidFill>
                  <a:prstClr val="black"/>
                </a:solidFill>
                <a:effectLst/>
                <a:uLnTx/>
                <a:uFillTx/>
                <a:latin typeface="Ubuntu"/>
                <a:ea typeface="+mn-ea"/>
                <a:cs typeface="+mn-cs"/>
              </a:rPr>
              <a:t>2 letter Country code </a:t>
            </a:r>
            <a:r>
              <a:rPr kumimoji="0" lang="en-US" altLang="en-US" sz="1050" b="0" i="0" u="none" strike="noStrike" kern="1200" cap="none" spc="0" normalizeH="0" baseline="0" noProof="0">
                <a:ln>
                  <a:noFill/>
                </a:ln>
                <a:solidFill>
                  <a:prstClr val="black"/>
                </a:solidFill>
                <a:effectLst/>
                <a:uLnTx/>
                <a:uFillTx/>
                <a:latin typeface="Ubuntu"/>
                <a:ea typeface="+mn-ea"/>
                <a:cs typeface="+mn-cs"/>
              </a:rPr>
              <a:t>( E.g. – GB for United Kingdom)</a:t>
            </a:r>
          </a:p>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Ubuntu"/>
                <a:ea typeface="+mn-ea"/>
                <a:cs typeface="+mn-cs"/>
              </a:rPr>
              <a:t>Format Must be 2 letter </a:t>
            </a:r>
            <a:r>
              <a:rPr kumimoji="0" lang="en-US" altLang="en-US" sz="1050" b="1" i="0" u="none" strike="noStrike" kern="1200" cap="none" spc="0" normalizeH="0" baseline="0" noProof="0">
                <a:ln>
                  <a:noFill/>
                </a:ln>
                <a:solidFill>
                  <a:prstClr val="black"/>
                </a:solidFill>
                <a:effectLst/>
                <a:uLnTx/>
                <a:uFillTx/>
                <a:latin typeface="Ubuntu"/>
                <a:ea typeface="+mn-ea"/>
                <a:cs typeface="+mn-cs"/>
              </a:rPr>
              <a:t>Country code</a:t>
            </a:r>
            <a:r>
              <a:rPr kumimoji="0" lang="en-US" altLang="en-US" sz="1050" b="0" i="0" u="none" strike="noStrike" kern="1200" cap="none" spc="0" normalizeH="0" baseline="0" noProof="0">
                <a:ln>
                  <a:noFill/>
                </a:ln>
                <a:solidFill>
                  <a:prstClr val="black"/>
                </a:solidFill>
                <a:effectLst/>
                <a:uLnTx/>
                <a:uFillTx/>
                <a:latin typeface="Ubuntu"/>
                <a:ea typeface="+mn-ea"/>
                <a:cs typeface="+mn-cs"/>
              </a:rPr>
              <a:t>, followed by </a:t>
            </a:r>
            <a:r>
              <a:rPr kumimoji="0" lang="en-US" altLang="en-US" sz="1050" b="1" i="0" u="none" strike="noStrike" kern="1200" cap="none" spc="0" normalizeH="0" baseline="0" noProof="0">
                <a:ln>
                  <a:noFill/>
                </a:ln>
                <a:solidFill>
                  <a:prstClr val="black"/>
                </a:solidFill>
                <a:effectLst/>
                <a:uLnTx/>
                <a:uFillTx/>
                <a:latin typeface="Ubuntu"/>
                <a:ea typeface="+mn-ea"/>
                <a:cs typeface="+mn-cs"/>
              </a:rPr>
              <a:t>2 letter for LOB code</a:t>
            </a:r>
            <a:r>
              <a:rPr kumimoji="0" lang="en-US" altLang="en-US" sz="1050" b="0" i="0" u="none" strike="noStrike" kern="1200" cap="none" spc="0" normalizeH="0" baseline="0" noProof="0">
                <a:ln>
                  <a:noFill/>
                </a:ln>
                <a:solidFill>
                  <a:prstClr val="black"/>
                </a:solidFill>
                <a:effectLst/>
                <a:uLnTx/>
                <a:uFillTx/>
                <a:latin typeface="Ubuntu"/>
                <a:ea typeface="+mn-ea"/>
                <a:cs typeface="+mn-cs"/>
              </a:rPr>
              <a:t>, followed by number 100000 for the 1</a:t>
            </a:r>
            <a:r>
              <a:rPr kumimoji="0" lang="en-US" altLang="en-US" sz="1050" b="0" i="0" u="none" strike="noStrike" kern="1200" cap="none" spc="0" normalizeH="0" baseline="30000" noProof="0">
                <a:ln>
                  <a:noFill/>
                </a:ln>
                <a:solidFill>
                  <a:prstClr val="black"/>
                </a:solidFill>
                <a:effectLst/>
                <a:uLnTx/>
                <a:uFillTx/>
                <a:latin typeface="Ubuntu"/>
                <a:ea typeface="+mn-ea"/>
                <a:cs typeface="+mn-cs"/>
              </a:rPr>
              <a:t>st</a:t>
            </a:r>
            <a:r>
              <a:rPr kumimoji="0" lang="en-US" altLang="en-US" sz="1050" b="0" i="0" u="none" strike="noStrike" kern="1200" cap="none" spc="0" normalizeH="0" baseline="0" noProof="0">
                <a:ln>
                  <a:noFill/>
                </a:ln>
                <a:solidFill>
                  <a:prstClr val="black"/>
                </a:solidFill>
                <a:effectLst/>
                <a:uLnTx/>
                <a:uFillTx/>
                <a:latin typeface="Ubuntu"/>
                <a:ea typeface="+mn-ea"/>
                <a:cs typeface="+mn-cs"/>
              </a:rPr>
              <a:t> policy. Subsequently increment by 1</a:t>
            </a:r>
            <a:r>
              <a:rPr kumimoji="0" lang="en-US" altLang="en-US" sz="1050" b="0" i="0" u="none" strike="noStrike" kern="1200" cap="none" spc="0" normalizeH="0" baseline="0" noProof="0">
                <a:ln>
                  <a:noFill/>
                </a:ln>
                <a:solidFill>
                  <a:prstClr val="white"/>
                </a:solidFill>
                <a:effectLst/>
                <a:uLnTx/>
                <a:uFillTx/>
                <a:latin typeface="Ubuntu"/>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Ubuntu"/>
              <a:ea typeface="+mn-ea"/>
              <a:cs typeface="+mn-cs"/>
            </a:endParaRPr>
          </a:p>
        </p:txBody>
      </p:sp>
      <p:sp>
        <p:nvSpPr>
          <p:cNvPr id="9" name="Rectangle 8">
            <a:extLst>
              <a:ext uri="{FF2B5EF4-FFF2-40B4-BE49-F238E27FC236}">
                <a16:creationId xmlns:a16="http://schemas.microsoft.com/office/drawing/2014/main" id="{9054568A-CC32-22A4-E843-64E52F58563F}"/>
              </a:ext>
            </a:extLst>
          </p:cNvPr>
          <p:cNvSpPr/>
          <p:nvPr/>
        </p:nvSpPr>
        <p:spPr>
          <a:xfrm>
            <a:off x="578066" y="3983416"/>
            <a:ext cx="5349765" cy="1080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Ubuntu"/>
                <a:ea typeface="+mn-ea"/>
                <a:cs typeface="+mn-cs"/>
              </a:rPr>
              <a:t>Ability to have multiple Payment plans to facilitate single Payment &amp; Installments</a:t>
            </a:r>
            <a:endParaRPr kumimoji="0" lang="en-US" sz="1050" b="0" i="0" u="none" strike="noStrike" kern="1200" cap="none" spc="0" normalizeH="0" baseline="0" noProof="0">
              <a:ln>
                <a:noFill/>
              </a:ln>
              <a:solidFill>
                <a:prstClr val="black"/>
              </a:solidFill>
              <a:effectLst/>
              <a:uLnTx/>
              <a:uFillTx/>
              <a:latin typeface="Ubuntu"/>
              <a:ea typeface="+mn-ea"/>
              <a:cs typeface="+mn-cs"/>
            </a:endParaRPr>
          </a:p>
        </p:txBody>
      </p:sp>
      <p:sp>
        <p:nvSpPr>
          <p:cNvPr id="10" name="Rectangle 9">
            <a:extLst>
              <a:ext uri="{FF2B5EF4-FFF2-40B4-BE49-F238E27FC236}">
                <a16:creationId xmlns:a16="http://schemas.microsoft.com/office/drawing/2014/main" id="{03EDA3D6-717E-59D1-203B-66B0E4466A1C}"/>
              </a:ext>
            </a:extLst>
          </p:cNvPr>
          <p:cNvSpPr/>
          <p:nvPr/>
        </p:nvSpPr>
        <p:spPr>
          <a:xfrm>
            <a:off x="578067" y="2779982"/>
            <a:ext cx="5349765" cy="108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Ability to generate a unique policy number at the end of policy issuance process</a:t>
            </a:r>
            <a:endPar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11" name="Rectangle 10">
            <a:extLst>
              <a:ext uri="{FF2B5EF4-FFF2-40B4-BE49-F238E27FC236}">
                <a16:creationId xmlns:a16="http://schemas.microsoft.com/office/drawing/2014/main" id="{9E6E854E-45CC-F867-124F-F3BDD5199926}"/>
              </a:ext>
            </a:extLst>
          </p:cNvPr>
          <p:cNvSpPr/>
          <p:nvPr/>
        </p:nvSpPr>
        <p:spPr>
          <a:xfrm>
            <a:off x="6264168" y="3983416"/>
            <a:ext cx="5349765" cy="108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Ubuntu"/>
                <a:ea typeface="+mn-ea"/>
                <a:cs typeface="+mn-cs"/>
              </a:rPr>
              <a:t>Ability to have 3 Payment Plan options</a:t>
            </a:r>
          </a:p>
          <a:p>
            <a:pPr marL="228600" marR="0" lvl="0" indent="-228600" algn="l" defTabSz="957756" rtl="0" eaLnBrk="1" fontAlgn="auto" latinLnBrk="0" hangingPunct="1">
              <a:lnSpc>
                <a:spcPct val="100000"/>
              </a:lnSpc>
              <a:spcBef>
                <a:spcPts val="0"/>
              </a:spcBef>
              <a:spcAft>
                <a:spcPts val="0"/>
              </a:spcAft>
              <a:buClrTx/>
              <a:buSzTx/>
              <a:buFontTx/>
              <a:buAutoNum type="arabicParenR"/>
              <a:tabLst/>
              <a:defRPr/>
            </a:pPr>
            <a:r>
              <a:rPr kumimoji="0" lang="en-US" altLang="en-US" sz="1050" b="1" i="0" u="none" strike="noStrike" kern="1200" cap="none" spc="0" normalizeH="0" baseline="0" noProof="0">
                <a:ln>
                  <a:noFill/>
                </a:ln>
                <a:solidFill>
                  <a:prstClr val="black"/>
                </a:solidFill>
                <a:effectLst/>
                <a:uLnTx/>
                <a:uFillTx/>
                <a:latin typeface="Ubuntu"/>
                <a:ea typeface="+mn-ea"/>
                <a:cs typeface="+mn-cs"/>
              </a:rPr>
              <a:t>Full Pay</a:t>
            </a:r>
            <a:r>
              <a:rPr kumimoji="0" lang="en-US" altLang="en-US" sz="1050" b="0" i="0" u="none" strike="noStrike" kern="1200" cap="none" spc="0" normalizeH="0" baseline="0" noProof="0">
                <a:ln>
                  <a:noFill/>
                </a:ln>
                <a:solidFill>
                  <a:prstClr val="black"/>
                </a:solidFill>
                <a:effectLst/>
                <a:uLnTx/>
                <a:uFillTx/>
                <a:latin typeface="Ubuntu"/>
                <a:ea typeface="+mn-ea"/>
                <a:cs typeface="+mn-cs"/>
              </a:rPr>
              <a:t> with no instalments</a:t>
            </a:r>
          </a:p>
          <a:p>
            <a:pPr marL="228600" marR="0" lvl="0" indent="-228600" algn="l" defTabSz="957756" rtl="0" eaLnBrk="1" fontAlgn="auto" latinLnBrk="0" hangingPunct="1">
              <a:lnSpc>
                <a:spcPct val="100000"/>
              </a:lnSpc>
              <a:spcBef>
                <a:spcPts val="0"/>
              </a:spcBef>
              <a:spcAft>
                <a:spcPts val="0"/>
              </a:spcAft>
              <a:buClrTx/>
              <a:buSzTx/>
              <a:buFontTx/>
              <a:buAutoNum type="arabicParenR"/>
              <a:tabLst/>
              <a:defRPr/>
            </a:pPr>
            <a:r>
              <a:rPr kumimoji="0" lang="en-US" altLang="en-US" sz="1050" b="1" i="0" u="none" strike="noStrike" kern="1200" cap="none" spc="0" normalizeH="0" baseline="0" noProof="0">
                <a:ln>
                  <a:noFill/>
                </a:ln>
                <a:solidFill>
                  <a:prstClr val="black"/>
                </a:solidFill>
                <a:effectLst/>
                <a:uLnTx/>
                <a:uFillTx/>
                <a:latin typeface="Ubuntu"/>
                <a:ea typeface="+mn-ea"/>
                <a:cs typeface="+mn-cs"/>
              </a:rPr>
              <a:t>Quarterly Plan </a:t>
            </a:r>
            <a:r>
              <a:rPr kumimoji="0" lang="en-US" altLang="en-US" sz="1050" b="0" i="0" u="none" strike="noStrike" kern="1200" cap="none" spc="0" normalizeH="0" baseline="0" noProof="0">
                <a:ln>
                  <a:noFill/>
                </a:ln>
                <a:solidFill>
                  <a:prstClr val="black"/>
                </a:solidFill>
                <a:effectLst/>
                <a:uLnTx/>
                <a:uFillTx/>
                <a:latin typeface="Ubuntu"/>
                <a:ea typeface="+mn-ea"/>
                <a:cs typeface="+mn-cs"/>
              </a:rPr>
              <a:t>with no Instalment fees</a:t>
            </a:r>
          </a:p>
          <a:p>
            <a:pPr marL="228600" marR="0" lvl="0" indent="-228600" algn="l" defTabSz="957756" rtl="0" eaLnBrk="1" fontAlgn="auto" latinLnBrk="0" hangingPunct="1">
              <a:lnSpc>
                <a:spcPct val="100000"/>
              </a:lnSpc>
              <a:spcBef>
                <a:spcPts val="0"/>
              </a:spcBef>
              <a:spcAft>
                <a:spcPts val="0"/>
              </a:spcAft>
              <a:buClrTx/>
              <a:buSzTx/>
              <a:buFontTx/>
              <a:buAutoNum type="arabicParenR"/>
              <a:tabLst/>
              <a:defRPr/>
            </a:pPr>
            <a:r>
              <a:rPr kumimoji="0" lang="en-US" altLang="en-US" sz="1050" b="1" i="0" u="none" strike="noStrike" kern="1200" cap="none" spc="0" normalizeH="0" baseline="0" noProof="0">
                <a:ln>
                  <a:noFill/>
                </a:ln>
                <a:solidFill>
                  <a:prstClr val="black"/>
                </a:solidFill>
                <a:effectLst/>
                <a:uLnTx/>
                <a:uFillTx/>
                <a:latin typeface="Ubuntu"/>
                <a:ea typeface="+mn-ea"/>
                <a:cs typeface="+mn-cs"/>
              </a:rPr>
              <a:t>Monthly Plan </a:t>
            </a:r>
            <a:r>
              <a:rPr kumimoji="0" lang="en-US" altLang="en-US" sz="1050" b="0" i="0" u="none" strike="noStrike" kern="1200" cap="none" spc="0" normalizeH="0" baseline="0" noProof="0">
                <a:ln>
                  <a:noFill/>
                </a:ln>
                <a:solidFill>
                  <a:prstClr val="black"/>
                </a:solidFill>
                <a:effectLst/>
                <a:uLnTx/>
                <a:uFillTx/>
                <a:latin typeface="Ubuntu"/>
                <a:ea typeface="+mn-ea"/>
                <a:cs typeface="+mn-cs"/>
              </a:rPr>
              <a:t>with £5 Installment fees on every Installment Invoice</a:t>
            </a:r>
            <a:endParaRPr kumimoji="0" lang="en-US" altLang="en-US" sz="1050" b="0" i="0" u="none" strike="noStrike" kern="1200" cap="none" spc="0" normalizeH="0" baseline="0" noProof="0">
              <a:ln>
                <a:noFill/>
              </a:ln>
              <a:solidFill>
                <a:prstClr val="white"/>
              </a:solidFill>
              <a:effectLst/>
              <a:uLnTx/>
              <a:uFillTx/>
              <a:latin typeface="Ubuntu"/>
              <a:ea typeface="+mn-ea"/>
              <a:cs typeface="+mn-cs"/>
            </a:endParaRPr>
          </a:p>
        </p:txBody>
      </p:sp>
      <p:sp>
        <p:nvSpPr>
          <p:cNvPr id="12" name="Rectangle 11">
            <a:extLst>
              <a:ext uri="{FF2B5EF4-FFF2-40B4-BE49-F238E27FC236}">
                <a16:creationId xmlns:a16="http://schemas.microsoft.com/office/drawing/2014/main" id="{90CB9AE2-42B4-B311-409E-DC69912483AC}"/>
              </a:ext>
            </a:extLst>
          </p:cNvPr>
          <p:cNvSpPr/>
          <p:nvPr/>
        </p:nvSpPr>
        <p:spPr>
          <a:xfrm>
            <a:off x="6264167" y="5186849"/>
            <a:ext cx="5349765" cy="1080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Ubuntu"/>
                <a:ea typeface="+mn-ea"/>
                <a:cs typeface="+mn-cs"/>
              </a:rPr>
              <a:t>Ability to automatically Write-off remaining balance when </a:t>
            </a:r>
          </a:p>
          <a:p>
            <a:pPr marL="228600" marR="0" lvl="0" indent="-228600" algn="l" defTabSz="957756" rtl="0" eaLnBrk="1" fontAlgn="auto" latinLnBrk="0" hangingPunct="1">
              <a:lnSpc>
                <a:spcPct val="100000"/>
              </a:lnSpc>
              <a:spcBef>
                <a:spcPts val="0"/>
              </a:spcBef>
              <a:spcAft>
                <a:spcPts val="0"/>
              </a:spcAft>
              <a:buClrTx/>
              <a:buSzTx/>
              <a:buFontTx/>
              <a:buAutoNum type="arabicParenR"/>
              <a:tabLst/>
              <a:defRPr/>
            </a:pPr>
            <a:r>
              <a:rPr kumimoji="0" lang="en-US" altLang="en-US" sz="1050" b="1" i="0" u="none" strike="noStrike" kern="1200" cap="none" spc="0" normalizeH="0" baseline="0" noProof="0">
                <a:ln>
                  <a:noFill/>
                </a:ln>
                <a:solidFill>
                  <a:prstClr val="black"/>
                </a:solidFill>
                <a:effectLst/>
                <a:uLnTx/>
                <a:uFillTx/>
                <a:latin typeface="Ubuntu"/>
                <a:ea typeface="+mn-ea"/>
                <a:cs typeface="+mn-cs"/>
              </a:rPr>
              <a:t>Overdue amount is &lt; £5</a:t>
            </a:r>
          </a:p>
          <a:p>
            <a:pPr marL="228600" marR="0" lvl="0" indent="-228600" algn="l" defTabSz="957756" rtl="0" eaLnBrk="1" fontAlgn="auto" latinLnBrk="0" hangingPunct="1">
              <a:lnSpc>
                <a:spcPct val="100000"/>
              </a:lnSpc>
              <a:spcBef>
                <a:spcPts val="0"/>
              </a:spcBef>
              <a:spcAft>
                <a:spcPts val="0"/>
              </a:spcAft>
              <a:buClrTx/>
              <a:buSzTx/>
              <a:buFontTx/>
              <a:buAutoNum type="arabicParenR"/>
              <a:tabLst/>
              <a:defRPr/>
            </a:pPr>
            <a:r>
              <a:rPr kumimoji="0" lang="en-US" altLang="en-US" sz="1050" b="1" i="0" u="none" strike="noStrike" kern="1200" cap="none" spc="0" normalizeH="0" baseline="0" noProof="0">
                <a:ln>
                  <a:noFill/>
                </a:ln>
                <a:solidFill>
                  <a:prstClr val="black"/>
                </a:solidFill>
                <a:effectLst/>
                <a:uLnTx/>
                <a:uFillTx/>
                <a:latin typeface="Ubuntu"/>
                <a:ea typeface="+mn-ea"/>
                <a:cs typeface="+mn-cs"/>
              </a:rPr>
              <a:t>Current date &lt; 1 day </a:t>
            </a:r>
            <a:r>
              <a:rPr kumimoji="0" lang="en-US" altLang="en-US" sz="1050" b="0" i="0" u="none" strike="noStrike" kern="1200" cap="none" spc="0" normalizeH="0" baseline="0" noProof="0">
                <a:ln>
                  <a:noFill/>
                </a:ln>
                <a:solidFill>
                  <a:prstClr val="black"/>
                </a:solidFill>
                <a:effectLst/>
                <a:uLnTx/>
                <a:uFillTx/>
                <a:latin typeface="Ubuntu"/>
                <a:ea typeface="+mn-ea"/>
                <a:cs typeface="+mn-cs"/>
              </a:rPr>
              <a:t>before 1</a:t>
            </a:r>
            <a:r>
              <a:rPr kumimoji="0" lang="en-US" altLang="en-US" sz="1050" b="0" i="0" u="none" strike="noStrike" kern="1200" cap="none" spc="0" normalizeH="0" baseline="30000" noProof="0">
                <a:ln>
                  <a:noFill/>
                </a:ln>
                <a:solidFill>
                  <a:prstClr val="black"/>
                </a:solidFill>
                <a:effectLst/>
                <a:uLnTx/>
                <a:uFillTx/>
                <a:latin typeface="Ubuntu"/>
                <a:ea typeface="+mn-ea"/>
                <a:cs typeface="+mn-cs"/>
              </a:rPr>
              <a:t>st</a:t>
            </a:r>
            <a:r>
              <a:rPr kumimoji="0" lang="en-US" altLang="en-US" sz="1050" b="0" i="0" u="none" strike="noStrike" kern="1200" cap="none" spc="0" normalizeH="0" baseline="0" noProof="0">
                <a:ln>
                  <a:noFill/>
                </a:ln>
                <a:solidFill>
                  <a:prstClr val="black"/>
                </a:solidFill>
                <a:effectLst/>
                <a:uLnTx/>
                <a:uFillTx/>
                <a:latin typeface="Ubuntu"/>
                <a:ea typeface="+mn-ea"/>
                <a:cs typeface="+mn-cs"/>
              </a:rPr>
              <a:t> Delinquency Event date</a:t>
            </a:r>
          </a:p>
        </p:txBody>
      </p:sp>
      <p:sp>
        <p:nvSpPr>
          <p:cNvPr id="13" name="Rectangle 12">
            <a:extLst>
              <a:ext uri="{FF2B5EF4-FFF2-40B4-BE49-F238E27FC236}">
                <a16:creationId xmlns:a16="http://schemas.microsoft.com/office/drawing/2014/main" id="{0E7ED399-0D2D-D848-1308-2DAAFFBB1AA1}"/>
              </a:ext>
            </a:extLst>
          </p:cNvPr>
          <p:cNvSpPr/>
          <p:nvPr/>
        </p:nvSpPr>
        <p:spPr>
          <a:xfrm>
            <a:off x="578066" y="5186848"/>
            <a:ext cx="5349765" cy="108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rPr>
              <a:t>Ability to automatically Write off when Overdue amount is &lt; £5</a:t>
            </a:r>
            <a:endPar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14" name="Rectangle 13">
            <a:extLst>
              <a:ext uri="{FF2B5EF4-FFF2-40B4-BE49-F238E27FC236}">
                <a16:creationId xmlns:a16="http://schemas.microsoft.com/office/drawing/2014/main" id="{F7346189-5A04-B309-E948-0DEF172010F9}"/>
              </a:ext>
            </a:extLst>
          </p:cNvPr>
          <p:cNvSpPr/>
          <p:nvPr/>
        </p:nvSpPr>
        <p:spPr>
          <a:xfrm>
            <a:off x="578068" y="1502979"/>
            <a:ext cx="5349765" cy="1080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rPr>
              <a:t>Ability to search for an Account using following fields:</a:t>
            </a: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rPr>
              <a:t>First and Last name</a:t>
            </a: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rPr>
              <a:t>Phone number</a:t>
            </a: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rPr>
              <a:t>Postcode, Country and first/last name</a:t>
            </a:r>
            <a:endParaRPr kumimoji="0" lang="en-US" sz="1050" b="0" i="0" u="none" strike="noStrike" kern="1200" cap="none" spc="0" normalizeH="0" baseline="0" noProof="0">
              <a:ln>
                <a:noFill/>
              </a:ln>
              <a:solidFill>
                <a:prstClr val="black"/>
              </a:solidFill>
              <a:effectLst/>
              <a:uLnTx/>
              <a:uFillTx/>
              <a:latin typeface="Calibri" pitchFamily="34" charset="0"/>
              <a:ea typeface="+mn-ea"/>
              <a:cs typeface="Calibri"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Ubuntu"/>
              <a:ea typeface="+mn-ea"/>
              <a:cs typeface="+mn-cs"/>
            </a:endParaRPr>
          </a:p>
        </p:txBody>
      </p:sp>
      <p:sp>
        <p:nvSpPr>
          <p:cNvPr id="15" name="Rectangle 14">
            <a:extLst>
              <a:ext uri="{FF2B5EF4-FFF2-40B4-BE49-F238E27FC236}">
                <a16:creationId xmlns:a16="http://schemas.microsoft.com/office/drawing/2014/main" id="{C139925D-145F-4EB6-F96D-20CA6A6670C8}"/>
              </a:ext>
            </a:extLst>
          </p:cNvPr>
          <p:cNvSpPr/>
          <p:nvPr/>
        </p:nvSpPr>
        <p:spPr>
          <a:xfrm>
            <a:off x="6264167" y="1502978"/>
            <a:ext cx="5349765" cy="108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Ability to search for an Account using the following fields: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First and Last Name  – </a:t>
            </a:r>
            <a:r>
              <a:rPr kumimoji="0" lang="en-US" sz="1050" b="1" i="0" u="none" strike="noStrike" kern="1200" cap="none" spc="0" normalizeH="0" baseline="0" noProof="0">
                <a:ln>
                  <a:noFill/>
                </a:ln>
                <a:solidFill>
                  <a:prstClr val="black"/>
                </a:solidFill>
                <a:effectLst/>
                <a:uLnTx/>
                <a:uFillTx/>
                <a:latin typeface="Ubuntu"/>
                <a:ea typeface="+mn-ea"/>
                <a:cs typeface="+mn-cs"/>
              </a:rPr>
              <a:t>Alphanumeric field 20 bytes long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Phone number – </a:t>
            </a:r>
            <a:r>
              <a:rPr kumimoji="0" lang="en-US" sz="1050" b="1" i="0" u="none" strike="noStrike" kern="1200" cap="none" spc="0" normalizeH="0" baseline="0" noProof="0">
                <a:ln>
                  <a:noFill/>
                </a:ln>
                <a:solidFill>
                  <a:prstClr val="black"/>
                </a:solidFill>
                <a:effectLst/>
                <a:uLnTx/>
                <a:uFillTx/>
                <a:latin typeface="Ubuntu"/>
                <a:ea typeface="+mn-ea"/>
                <a:cs typeface="+mn-cs"/>
              </a:rPr>
              <a:t>11 digits, no hyphens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Postcode, Country – </a:t>
            </a:r>
            <a:r>
              <a:rPr kumimoji="0" lang="en-US" sz="1050" b="1" i="0" u="none" strike="noStrike" kern="1200" cap="none" spc="0" normalizeH="0" baseline="0" noProof="0">
                <a:ln>
                  <a:noFill/>
                </a:ln>
                <a:solidFill>
                  <a:prstClr val="black"/>
                </a:solidFill>
                <a:effectLst/>
                <a:uLnTx/>
                <a:uFillTx/>
                <a:latin typeface="Ubuntu"/>
                <a:ea typeface="+mn-ea"/>
                <a:cs typeface="+mn-cs"/>
              </a:rPr>
              <a:t>should be able to handle outside UK location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2D0036AF-FD9B-815C-4360-663EA90B378C}"/>
              </a:ext>
            </a:extLst>
          </p:cNvPr>
          <p:cNvSpPr/>
          <p:nvPr/>
        </p:nvSpPr>
        <p:spPr>
          <a:xfrm>
            <a:off x="578066" y="2779983"/>
            <a:ext cx="5349765" cy="108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rPr>
              <a:t>Ability to generate a unique policy number at the end of policy issuance process</a:t>
            </a:r>
            <a:endPar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17" name="TextBox 16">
            <a:extLst>
              <a:ext uri="{FF2B5EF4-FFF2-40B4-BE49-F238E27FC236}">
                <a16:creationId xmlns:a16="http://schemas.microsoft.com/office/drawing/2014/main" id="{34D60510-21DE-D402-6109-2A4792ADBE08}"/>
              </a:ext>
            </a:extLst>
          </p:cNvPr>
          <p:cNvSpPr txBox="1"/>
          <p:nvPr/>
        </p:nvSpPr>
        <p:spPr>
          <a:xfrm>
            <a:off x="2233447" y="1073527"/>
            <a:ext cx="203900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Ubuntu"/>
                <a:ea typeface="+mn-ea"/>
                <a:cs typeface="+mn-cs"/>
              </a:rPr>
              <a:t>Inception Phase</a:t>
            </a:r>
            <a:endParaRPr kumimoji="0" lang="en-US" sz="1800" b="1" i="0" u="none" strike="noStrike" kern="1200" cap="none" spc="0" normalizeH="0" baseline="0" noProof="0">
              <a:ln>
                <a:noFill/>
              </a:ln>
              <a:solidFill>
                <a:prstClr val="black"/>
              </a:solidFill>
              <a:effectLst/>
              <a:uLnTx/>
              <a:uFillTx/>
              <a:latin typeface="Ubuntu"/>
              <a:ea typeface="+mn-ea"/>
              <a:cs typeface="+mn-cs"/>
            </a:endParaRPr>
          </a:p>
        </p:txBody>
      </p:sp>
      <p:sp>
        <p:nvSpPr>
          <p:cNvPr id="21" name="TextBox 20">
            <a:extLst>
              <a:ext uri="{FF2B5EF4-FFF2-40B4-BE49-F238E27FC236}">
                <a16:creationId xmlns:a16="http://schemas.microsoft.com/office/drawing/2014/main" id="{A61F1B10-563C-C32F-6FBF-5DFEE9D7028F}"/>
              </a:ext>
            </a:extLst>
          </p:cNvPr>
          <p:cNvSpPr txBox="1"/>
          <p:nvPr/>
        </p:nvSpPr>
        <p:spPr>
          <a:xfrm>
            <a:off x="7796048" y="1073527"/>
            <a:ext cx="228600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Ubuntu"/>
                <a:ea typeface="+mn-ea"/>
                <a:cs typeface="+mn-cs"/>
              </a:rPr>
              <a:t>Elaboration Phase</a:t>
            </a:r>
            <a:endParaRPr kumimoji="0" lang="en-US" sz="1800" b="1" i="0" u="none" strike="noStrike" kern="1200" cap="none" spc="0" normalizeH="0" baseline="0" noProof="0">
              <a:ln>
                <a:noFill/>
              </a:ln>
              <a:solidFill>
                <a:prstClr val="black"/>
              </a:solidFill>
              <a:effectLst/>
              <a:uLnTx/>
              <a:uFillTx/>
              <a:latin typeface="Ubuntu"/>
              <a:ea typeface="+mn-ea"/>
              <a:cs typeface="+mn-cs"/>
            </a:endParaRPr>
          </a:p>
        </p:txBody>
      </p:sp>
      <p:pic>
        <p:nvPicPr>
          <p:cNvPr id="18" name="Picture 17">
            <a:extLst>
              <a:ext uri="{FF2B5EF4-FFF2-40B4-BE49-F238E27FC236}">
                <a16:creationId xmlns:a16="http://schemas.microsoft.com/office/drawing/2014/main" id="{3A7B15BE-D56D-5C61-3308-3B1CB6832C6E}"/>
              </a:ext>
            </a:extLst>
          </p:cNvPr>
          <p:cNvPicPr>
            <a:picLocks noChangeAspect="1"/>
          </p:cNvPicPr>
          <p:nvPr/>
        </p:nvPicPr>
        <p:blipFill>
          <a:blip r:embed="rId3"/>
          <a:stretch>
            <a:fillRect/>
          </a:stretch>
        </p:blipFill>
        <p:spPr>
          <a:xfrm>
            <a:off x="578066" y="855994"/>
            <a:ext cx="720000" cy="637871"/>
          </a:xfrm>
          <a:prstGeom prst="rect">
            <a:avLst/>
          </a:prstGeom>
        </p:spPr>
      </p:pic>
      <p:pic>
        <p:nvPicPr>
          <p:cNvPr id="19" name="Picture 18">
            <a:extLst>
              <a:ext uri="{FF2B5EF4-FFF2-40B4-BE49-F238E27FC236}">
                <a16:creationId xmlns:a16="http://schemas.microsoft.com/office/drawing/2014/main" id="{7DFA8B5A-0501-09BD-6ECC-3E067C544B23}"/>
              </a:ext>
            </a:extLst>
          </p:cNvPr>
          <p:cNvPicPr>
            <a:picLocks noChangeAspect="1"/>
          </p:cNvPicPr>
          <p:nvPr/>
        </p:nvPicPr>
        <p:blipFill>
          <a:blip r:embed="rId4"/>
          <a:stretch>
            <a:fillRect/>
          </a:stretch>
        </p:blipFill>
        <p:spPr>
          <a:xfrm>
            <a:off x="10893931" y="865105"/>
            <a:ext cx="720000" cy="637871"/>
          </a:xfrm>
          <a:prstGeom prst="rect">
            <a:avLst/>
          </a:prstGeom>
        </p:spPr>
      </p:pic>
      <p:sp>
        <p:nvSpPr>
          <p:cNvPr id="2" name="TextBox 1">
            <a:extLst>
              <a:ext uri="{FF2B5EF4-FFF2-40B4-BE49-F238E27FC236}">
                <a16:creationId xmlns:a16="http://schemas.microsoft.com/office/drawing/2014/main" id="{EC1D0B2E-B27A-324F-1416-7119A9739528}"/>
              </a:ext>
            </a:extLst>
          </p:cNvPr>
          <p:cNvSpPr txBox="1"/>
          <p:nvPr/>
        </p:nvSpPr>
        <p:spPr>
          <a:xfrm>
            <a:off x="93306" y="0"/>
            <a:ext cx="9988744" cy="129266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prstClr val="black"/>
                </a:solidFill>
                <a:effectLst/>
                <a:uLnTx/>
                <a:uFillTx/>
                <a:latin typeface="Ubuntu Medium"/>
                <a:ea typeface="+mn-ea"/>
                <a:cs typeface="+mn-cs"/>
              </a:rPr>
              <a:t>LEVEL OF REQUIREMENTS DISCUSSED DURING INCEPTION VS ELABORATION (ILLUSTRATIVE)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a:ln>
                <a:noFill/>
              </a:ln>
              <a:solidFill>
                <a:prstClr val="black"/>
              </a:solidFill>
              <a:effectLst/>
              <a:uLnTx/>
              <a:uFillTx/>
              <a:latin typeface="Ubuntu Medium"/>
              <a:ea typeface="+mn-ea"/>
              <a:cs typeface="+mn-cs"/>
            </a:endParaRPr>
          </a:p>
        </p:txBody>
      </p:sp>
    </p:spTree>
    <p:extLst>
      <p:ext uri="{BB962C8B-B14F-4D97-AF65-F5344CB8AC3E}">
        <p14:creationId xmlns:p14="http://schemas.microsoft.com/office/powerpoint/2010/main" val="1355211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E15E4877-3659-433A-B187-6286B0463470}"/>
              </a:ext>
            </a:extLst>
          </p:cNvPr>
          <p:cNvSpPr/>
          <p:nvPr/>
        </p:nvSpPr>
        <p:spPr>
          <a:xfrm>
            <a:off x="0" y="645932"/>
            <a:ext cx="12192000" cy="276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aphicFrame>
        <p:nvGraphicFramePr>
          <p:cNvPr id="91" name="Content Placeholder 3">
            <a:extLst>
              <a:ext uri="{FF2B5EF4-FFF2-40B4-BE49-F238E27FC236}">
                <a16:creationId xmlns:a16="http://schemas.microsoft.com/office/drawing/2014/main" id="{9054FDD5-2488-465A-BD3E-08E7E0D90DB3}"/>
              </a:ext>
            </a:extLst>
          </p:cNvPr>
          <p:cNvGraphicFramePr>
            <a:graphicFrameLocks/>
          </p:cNvGraphicFramePr>
          <p:nvPr/>
        </p:nvGraphicFramePr>
        <p:xfrm>
          <a:off x="4259719" y="1189013"/>
          <a:ext cx="7349545" cy="4584593"/>
        </p:xfrm>
        <a:graphic>
          <a:graphicData uri="http://schemas.openxmlformats.org/drawingml/2006/table">
            <a:tbl>
              <a:tblPr firstRow="1" bandRow="1">
                <a:tableStyleId>{21E4AEA4-8DFA-4A89-87EB-49C32662AFE0}</a:tableStyleId>
              </a:tblPr>
              <a:tblGrid>
                <a:gridCol w="1110786">
                  <a:extLst>
                    <a:ext uri="{9D8B030D-6E8A-4147-A177-3AD203B41FA5}">
                      <a16:colId xmlns:a16="http://schemas.microsoft.com/office/drawing/2014/main" val="1024617167"/>
                    </a:ext>
                  </a:extLst>
                </a:gridCol>
                <a:gridCol w="1900938">
                  <a:extLst>
                    <a:ext uri="{9D8B030D-6E8A-4147-A177-3AD203B41FA5}">
                      <a16:colId xmlns:a16="http://schemas.microsoft.com/office/drawing/2014/main" val="3714036670"/>
                    </a:ext>
                  </a:extLst>
                </a:gridCol>
                <a:gridCol w="871865">
                  <a:extLst>
                    <a:ext uri="{9D8B030D-6E8A-4147-A177-3AD203B41FA5}">
                      <a16:colId xmlns:a16="http://schemas.microsoft.com/office/drawing/2014/main" val="4025692746"/>
                    </a:ext>
                  </a:extLst>
                </a:gridCol>
                <a:gridCol w="1102653">
                  <a:extLst>
                    <a:ext uri="{9D8B030D-6E8A-4147-A177-3AD203B41FA5}">
                      <a16:colId xmlns:a16="http://schemas.microsoft.com/office/drawing/2014/main" val="503760471"/>
                    </a:ext>
                  </a:extLst>
                </a:gridCol>
                <a:gridCol w="933301">
                  <a:extLst>
                    <a:ext uri="{9D8B030D-6E8A-4147-A177-3AD203B41FA5}">
                      <a16:colId xmlns:a16="http://schemas.microsoft.com/office/drawing/2014/main" val="1539092265"/>
                    </a:ext>
                  </a:extLst>
                </a:gridCol>
                <a:gridCol w="1430002">
                  <a:extLst>
                    <a:ext uri="{9D8B030D-6E8A-4147-A177-3AD203B41FA5}">
                      <a16:colId xmlns:a16="http://schemas.microsoft.com/office/drawing/2014/main" val="1606831626"/>
                    </a:ext>
                  </a:extLst>
                </a:gridCol>
              </a:tblGrid>
              <a:tr h="289445">
                <a:tc>
                  <a:txBody>
                    <a:bodyPr/>
                    <a:lstStyle/>
                    <a:p>
                      <a:r>
                        <a:rPr lang="en-GB" sz="1000"/>
                        <a:t>Activities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Overview</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Duration</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Roles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Inputs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kern="1200"/>
                        <a:t>Outputs</a:t>
                      </a:r>
                      <a:endParaRPr lang="en-GB" sz="1000" b="1" kern="1200">
                        <a:solidFill>
                          <a:schemeClr val="lt1"/>
                        </a:solidFill>
                        <a:latin typeface="Arial" panose="020B0604020202020204" pitchFamily="34" charset="0"/>
                        <a:ea typeface="+mn-ea"/>
                        <a:cs typeface="Arial" panose="020B0604020202020204" pitchFamily="34" charset="0"/>
                      </a:endParaRPr>
                    </a:p>
                  </a:txBody>
                  <a:tcPr>
                    <a:solidFill>
                      <a:srgbClr val="FF66CC"/>
                    </a:solidFill>
                  </a:tcPr>
                </a:tc>
                <a:extLst>
                  <a:ext uri="{0D108BD9-81ED-4DB2-BD59-A6C34878D82A}">
                    <a16:rowId xmlns:a16="http://schemas.microsoft.com/office/drawing/2014/main" val="3019638724"/>
                  </a:ext>
                </a:extLst>
              </a:tr>
              <a:tr h="1272383">
                <a:tc>
                  <a:txBody>
                    <a:bodyPr/>
                    <a:lstStyle/>
                    <a:p>
                      <a:r>
                        <a:rPr lang="en-GB" sz="1000"/>
                        <a:t>Sprint Planning</a:t>
                      </a:r>
                      <a:endParaRPr lang="en-GB" sz="1000">
                        <a:latin typeface="Arial" panose="020B0604020202020204" pitchFamily="34" charset="0"/>
                        <a:cs typeface="Arial" panose="020B0604020202020204" pitchFamily="34" charset="0"/>
                      </a:endParaRPr>
                    </a:p>
                  </a:txBody>
                  <a:tcPr anchor="ctr"/>
                </a:tc>
                <a:tc>
                  <a:txBody>
                    <a:bodyPr/>
                    <a:lstStyle/>
                    <a:p>
                      <a:r>
                        <a:rPr lang="en-US" sz="1000"/>
                        <a:t>Sprint planning to review all the items in the backlog,  identify all dependencies and any pre-requisites for the Sprint. The opportunity to share the vision and agree the Sprint Goal</a:t>
                      </a:r>
                      <a:endParaRPr lang="en-US" sz="1000">
                        <a:latin typeface="Arial" panose="020B0604020202020204" pitchFamily="34" charset="0"/>
                        <a:cs typeface="Arial" panose="020B0604020202020204" pitchFamily="34" charset="0"/>
                      </a:endParaRPr>
                    </a:p>
                  </a:txBody>
                  <a:tcPr anchor="ctr"/>
                </a:tc>
                <a:tc>
                  <a:txBody>
                    <a:bodyPr/>
                    <a:lstStyle/>
                    <a:p>
                      <a:r>
                        <a:rPr lang="en-GB" sz="1000" kern="1200"/>
                        <a:t>4 hours*</a:t>
                      </a:r>
                      <a:endParaRPr lang="en-GB" sz="1000" kern="1200">
                        <a:solidFill>
                          <a:schemeClr val="dk1"/>
                        </a:solidFill>
                        <a:latin typeface="Arial" panose="020B0604020202020204" pitchFamily="34" charset="0"/>
                        <a:ea typeface="+mn-ea"/>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 PO, BA, SME’s, Architect</a:t>
                      </a:r>
                    </a:p>
                    <a:p>
                      <a:r>
                        <a:rPr lang="en-GB" sz="1000" kern="1200"/>
                        <a:t>Dependent team Leads</a:t>
                      </a:r>
                      <a:endParaRPr lang="en-GB" sz="1000" kern="1200">
                        <a:solidFill>
                          <a:schemeClr val="dk1"/>
                        </a:solidFill>
                        <a:latin typeface="Arial" panose="020B0604020202020204" pitchFamily="34" charset="0"/>
                        <a:ea typeface="+mn-ea"/>
                        <a:cs typeface="Arial" panose="020B0604020202020204" pitchFamily="34" charset="0"/>
                      </a:endParaRPr>
                    </a:p>
                  </a:txBody>
                  <a:tcPr anchor="ctr"/>
                </a:tc>
                <a:tc>
                  <a:txBody>
                    <a:bodyPr/>
                    <a:lstStyle/>
                    <a:p>
                      <a:r>
                        <a:rPr lang="en-GB" sz="1000" kern="1200"/>
                        <a:t>Backlog</a:t>
                      </a:r>
                      <a:endParaRPr lang="en-GB" sz="1000" kern="1200">
                        <a:solidFill>
                          <a:schemeClr val="dk1"/>
                        </a:solidFill>
                        <a:latin typeface="Arial" panose="020B0604020202020204" pitchFamily="34" charset="0"/>
                        <a:ea typeface="+mn-ea"/>
                        <a:cs typeface="Arial" panose="020B0604020202020204" pitchFamily="34" charset="0"/>
                      </a:endParaRPr>
                    </a:p>
                  </a:txBody>
                  <a:tcPr anchor="ctr"/>
                </a:tc>
                <a:tc>
                  <a:txBody>
                    <a:bodyPr/>
                    <a:lstStyle/>
                    <a:p>
                      <a:pPr marL="0" lvl="0" indent="-279343" algn="l" fontAlgn="base">
                        <a:lnSpc>
                          <a:spcPct val="95000"/>
                        </a:lnSpc>
                        <a:spcBef>
                          <a:spcPct val="25000"/>
                        </a:spcBef>
                        <a:spcAft>
                          <a:spcPct val="0"/>
                        </a:spcAft>
                        <a:buFont typeface="Arial" panose="020B0604020202020204" pitchFamily="34" charset="0"/>
                        <a:buNone/>
                        <a:defRPr/>
                      </a:pPr>
                      <a:r>
                        <a:rPr lang="en-US" sz="1000" kern="1200"/>
                        <a:t>Sprint Backlog to be taken into the Design phase Workshops</a:t>
                      </a:r>
                      <a:endParaRPr lang="en-US" sz="1000" kern="1200">
                        <a:solidFill>
                          <a:schemeClr val="dk1"/>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422497327"/>
                  </a:ext>
                </a:extLst>
              </a:tr>
              <a:tr h="884938">
                <a:tc>
                  <a:txBody>
                    <a:bodyPr/>
                    <a:lstStyle/>
                    <a:p>
                      <a:r>
                        <a:rPr lang="en-GB" sz="1000"/>
                        <a:t>Stand-ups</a:t>
                      </a:r>
                      <a:endParaRPr lang="en-GB" sz="1000">
                        <a:latin typeface="Arial" panose="020B0604020202020204" pitchFamily="34" charset="0"/>
                        <a:cs typeface="Arial" panose="020B0604020202020204" pitchFamily="34" charset="0"/>
                      </a:endParaRPr>
                    </a:p>
                  </a:txBody>
                  <a:tcPr anchor="ctr"/>
                </a:tc>
                <a:tc>
                  <a:txBody>
                    <a:bodyPr/>
                    <a:lstStyle/>
                    <a:p>
                      <a:r>
                        <a:rPr lang="en-GB" sz="1000"/>
                        <a:t>Standup to track Sprint N readiness and plan Sprint N+1</a:t>
                      </a:r>
                      <a:endParaRPr lang="en-GB" sz="1000">
                        <a:latin typeface="Arial" panose="020B0604020202020204" pitchFamily="34" charset="0"/>
                        <a:cs typeface="Arial" panose="020B0604020202020204" pitchFamily="34" charset="0"/>
                      </a:endParaRPr>
                    </a:p>
                  </a:txBody>
                  <a:tcPr anchor="ctr"/>
                </a:tc>
                <a:tc>
                  <a:txBody>
                    <a:bodyPr/>
                    <a:lstStyle/>
                    <a:p>
                      <a:r>
                        <a:rPr lang="en-GB" sz="1000"/>
                        <a:t>Daily 30 minutes</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BA’s, SME, Architect, </a:t>
                      </a:r>
                      <a:endParaRPr lang="en-GB" sz="1000">
                        <a:latin typeface="Arial" panose="020B0604020202020204" pitchFamily="34" charset="0"/>
                        <a:cs typeface="Arial" panose="020B0604020202020204" pitchFamily="34" charset="0"/>
                      </a:endParaRPr>
                    </a:p>
                  </a:txBody>
                  <a:tcPr anchor="ctr"/>
                </a:tc>
                <a:tc>
                  <a:txBody>
                    <a:bodyPr/>
                    <a:lstStyle/>
                    <a:p>
                      <a:r>
                        <a:rPr lang="en-GB" sz="1000"/>
                        <a:t>Items on the board</a:t>
                      </a:r>
                      <a:endParaRPr lang="en-GB" sz="1000">
                        <a:latin typeface="Arial" panose="020B0604020202020204" pitchFamily="34" charset="0"/>
                        <a:cs typeface="Arial" panose="020B0604020202020204" pitchFamily="34" charset="0"/>
                      </a:endParaRPr>
                    </a:p>
                  </a:txBody>
                  <a:tcPr anchor="ctr"/>
                </a:tc>
                <a:tc>
                  <a:txBody>
                    <a:bodyPr/>
                    <a:lstStyle/>
                    <a:p>
                      <a:r>
                        <a:rPr lang="en-GB" sz="1000"/>
                        <a:t>Dependencies and blockers identified with accountable owner and target closure </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01728379"/>
                  </a:ext>
                </a:extLst>
              </a:tr>
              <a:tr h="726913">
                <a:tc>
                  <a:txBody>
                    <a:bodyPr/>
                    <a:lstStyle/>
                    <a:p>
                      <a:r>
                        <a:rPr lang="en-GB" sz="1000"/>
                        <a:t>Workshop</a:t>
                      </a:r>
                      <a:endParaRPr lang="en-GB" sz="1000">
                        <a:latin typeface="Arial" panose="020B0604020202020204" pitchFamily="34" charset="0"/>
                        <a:cs typeface="Arial" panose="020B0604020202020204" pitchFamily="34" charset="0"/>
                      </a:endParaRPr>
                    </a:p>
                  </a:txBody>
                  <a:tcPr anchor="ctr"/>
                </a:tc>
                <a:tc>
                  <a:txBody>
                    <a:bodyPr/>
                    <a:lstStyle/>
                    <a:p>
                      <a:r>
                        <a:rPr lang="en-GB" sz="1000"/>
                        <a:t>Detailed elaboration of requirement (Design Phase) and user stories</a:t>
                      </a:r>
                      <a:endParaRPr lang="en-GB" sz="1000">
                        <a:latin typeface="Arial" panose="020B0604020202020204" pitchFamily="34" charset="0"/>
                        <a:cs typeface="Arial" panose="020B0604020202020204" pitchFamily="34" charset="0"/>
                      </a:endParaRPr>
                    </a:p>
                  </a:txBody>
                  <a:tcPr anchor="ctr"/>
                </a:tc>
                <a:tc>
                  <a:txBody>
                    <a:bodyPr/>
                    <a:lstStyle/>
                    <a:p>
                      <a:r>
                        <a:rPr lang="en-GB" sz="1000"/>
                        <a:t>Daily 6 Hours max*</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 SME,</a:t>
                      </a:r>
                    </a:p>
                    <a:p>
                      <a:r>
                        <a:rPr lang="en-GB" sz="1000"/>
                        <a:t>Architect</a:t>
                      </a:r>
                    </a:p>
                    <a:p>
                      <a:endParaRPr lang="en-GB" sz="1000">
                        <a:latin typeface="Arial" panose="020B0604020202020204" pitchFamily="34" charset="0"/>
                        <a:cs typeface="Arial" panose="020B0604020202020204" pitchFamily="34" charset="0"/>
                      </a:endParaRPr>
                    </a:p>
                  </a:txBody>
                  <a:tcPr anchor="ctr"/>
                </a:tc>
                <a:tc>
                  <a:txBody>
                    <a:bodyPr/>
                    <a:lstStyle/>
                    <a:p>
                      <a:r>
                        <a:rPr lang="en-GB" sz="1000"/>
                        <a:t>Backlog</a:t>
                      </a:r>
                      <a:endParaRPr lang="en-GB" sz="1000">
                        <a:latin typeface="Arial" panose="020B0604020202020204" pitchFamily="34" charset="0"/>
                        <a:cs typeface="Arial" panose="020B0604020202020204" pitchFamily="34" charset="0"/>
                      </a:endParaRPr>
                    </a:p>
                  </a:txBody>
                  <a:tcPr anchor="ctr"/>
                </a:tc>
                <a:tc>
                  <a:txBody>
                    <a:bodyPr/>
                    <a:lstStyle/>
                    <a:p>
                      <a:r>
                        <a:rPr lang="en-GB" sz="1000"/>
                        <a:t>Design Phase deck and detailed user story</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249022075"/>
                  </a:ext>
                </a:extLst>
              </a:tr>
              <a:tr h="568889">
                <a:tc>
                  <a:txBody>
                    <a:bodyPr/>
                    <a:lstStyle/>
                    <a:p>
                      <a:r>
                        <a:rPr lang="en-GB" sz="1000"/>
                        <a:t>Review</a:t>
                      </a:r>
                      <a:endParaRPr lang="en-GB" sz="1000">
                        <a:latin typeface="Arial" panose="020B0604020202020204" pitchFamily="34" charset="0"/>
                        <a:cs typeface="Arial" panose="020B0604020202020204" pitchFamily="34" charset="0"/>
                      </a:endParaRPr>
                    </a:p>
                  </a:txBody>
                  <a:tcPr anchor="ctr"/>
                </a:tc>
                <a:tc>
                  <a:txBody>
                    <a:bodyPr/>
                    <a:lstStyle/>
                    <a:p>
                      <a:r>
                        <a:rPr lang="en-GB" sz="1000"/>
                        <a:t>Review user story for formal acceptance by PO</a:t>
                      </a:r>
                      <a:endParaRPr lang="en-GB" sz="1000">
                        <a:latin typeface="Arial" panose="020B0604020202020204" pitchFamily="34" charset="0"/>
                        <a:cs typeface="Arial" panose="020B0604020202020204" pitchFamily="34" charset="0"/>
                      </a:endParaRPr>
                    </a:p>
                  </a:txBody>
                  <a:tcPr anchor="ctr"/>
                </a:tc>
                <a:tc>
                  <a:txBody>
                    <a:bodyPr/>
                    <a:lstStyle/>
                    <a:p>
                      <a:r>
                        <a:rPr lang="en-GB" sz="1000"/>
                        <a:t>3 Hours*</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 SME,</a:t>
                      </a:r>
                    </a:p>
                    <a:p>
                      <a:r>
                        <a:rPr lang="en-GB" sz="1000"/>
                        <a:t>Architect</a:t>
                      </a:r>
                      <a:endParaRPr lang="en-GB" sz="1000">
                        <a:latin typeface="Arial" panose="020B0604020202020204" pitchFamily="34" charset="0"/>
                        <a:cs typeface="Arial" panose="020B0604020202020204" pitchFamily="34" charset="0"/>
                      </a:endParaRPr>
                    </a:p>
                  </a:txBody>
                  <a:tcPr anchor="ctr"/>
                </a:tc>
                <a:tc>
                  <a:txBody>
                    <a:bodyPr/>
                    <a:lstStyle/>
                    <a:p>
                      <a:r>
                        <a:rPr lang="en-GB" sz="1000"/>
                        <a:t>Backlog</a:t>
                      </a:r>
                      <a:endParaRPr lang="en-GB" sz="1000">
                        <a:latin typeface="Arial" panose="020B0604020202020204" pitchFamily="34" charset="0"/>
                        <a:cs typeface="Arial" panose="020B0604020202020204" pitchFamily="34" charset="0"/>
                      </a:endParaRPr>
                    </a:p>
                  </a:txBody>
                  <a:tcPr anchor="ctr"/>
                </a:tc>
                <a:tc>
                  <a:txBody>
                    <a:bodyPr/>
                    <a:lstStyle/>
                    <a:p>
                      <a:r>
                        <a:rPr lang="en-GB" sz="1000"/>
                        <a:t>Finalized Sprint Backlog</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17733744"/>
                  </a:ext>
                </a:extLst>
              </a:tr>
              <a:tr h="842025">
                <a:tc>
                  <a:txBody>
                    <a:bodyPr/>
                    <a:lstStyle/>
                    <a:p>
                      <a:r>
                        <a:rPr lang="en-GB" sz="1000"/>
                        <a:t>Retrospective</a:t>
                      </a:r>
                      <a:endParaRPr lang="en-GB" sz="1000">
                        <a:latin typeface="Arial" panose="020B0604020202020204" pitchFamily="34" charset="0"/>
                        <a:cs typeface="Arial" panose="020B0604020202020204" pitchFamily="34" charset="0"/>
                      </a:endParaRPr>
                    </a:p>
                  </a:txBody>
                  <a:tcPr anchor="ctr"/>
                </a:tc>
                <a:tc>
                  <a:txBody>
                    <a:bodyPr/>
                    <a:lstStyle/>
                    <a:p>
                      <a:r>
                        <a:rPr lang="en-GB" sz="1000"/>
                        <a:t>Part of the overall Sprint retrospective to provide feedback and suggest improvement</a:t>
                      </a:r>
                      <a:endParaRPr lang="en-GB" sz="1000">
                        <a:latin typeface="Arial" panose="020B0604020202020204" pitchFamily="34" charset="0"/>
                        <a:cs typeface="Arial" panose="020B0604020202020204" pitchFamily="34" charset="0"/>
                      </a:endParaRPr>
                    </a:p>
                  </a:txBody>
                  <a:tcPr anchor="ctr"/>
                </a:tc>
                <a:tc>
                  <a:txBody>
                    <a:bodyPr/>
                    <a:lstStyle/>
                    <a:p>
                      <a:r>
                        <a:rPr lang="en-GB" sz="1000"/>
                        <a:t>1 Hour</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 SME,</a:t>
                      </a:r>
                    </a:p>
                    <a:p>
                      <a:r>
                        <a:rPr lang="en-GB" sz="1000"/>
                        <a:t>Architect</a:t>
                      </a:r>
                      <a:endParaRPr lang="en-GB" sz="1000">
                        <a:latin typeface="Arial" panose="020B0604020202020204" pitchFamily="34" charset="0"/>
                        <a:cs typeface="Arial" panose="020B0604020202020204" pitchFamily="34" charset="0"/>
                      </a:endParaRPr>
                    </a:p>
                  </a:txBody>
                  <a:tcPr anchor="ctr"/>
                </a:tc>
                <a:tc>
                  <a:txBody>
                    <a:bodyPr/>
                    <a:lstStyle/>
                    <a:p>
                      <a:r>
                        <a:rPr lang="en-GB" sz="1000"/>
                        <a:t>Feedback</a:t>
                      </a:r>
                      <a:endParaRPr lang="en-GB" sz="1000">
                        <a:latin typeface="Arial" panose="020B0604020202020204" pitchFamily="34" charset="0"/>
                        <a:cs typeface="Arial" panose="020B0604020202020204" pitchFamily="34" charset="0"/>
                      </a:endParaRPr>
                    </a:p>
                  </a:txBody>
                  <a:tcPr anchor="ctr"/>
                </a:tc>
                <a:tc>
                  <a:txBody>
                    <a:bodyPr/>
                    <a:lstStyle/>
                    <a:p>
                      <a:r>
                        <a:rPr lang="en-GB" sz="1000"/>
                        <a:t>Recommendations</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321064403"/>
                  </a:ext>
                </a:extLst>
              </a:tr>
            </a:tbl>
          </a:graphicData>
        </a:graphic>
      </p:graphicFrame>
      <p:sp>
        <p:nvSpPr>
          <p:cNvPr id="93" name="Rectangle 92">
            <a:extLst>
              <a:ext uri="{FF2B5EF4-FFF2-40B4-BE49-F238E27FC236}">
                <a16:creationId xmlns:a16="http://schemas.microsoft.com/office/drawing/2014/main" id="{8FB2F3B1-A473-429B-B33E-45621EA72E01}"/>
              </a:ext>
            </a:extLst>
          </p:cNvPr>
          <p:cNvSpPr/>
          <p:nvPr/>
        </p:nvSpPr>
        <p:spPr>
          <a:xfrm>
            <a:off x="152971" y="932141"/>
            <a:ext cx="3942398" cy="4939814"/>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Ubuntu"/>
                <a:ea typeface="+mn-ea"/>
                <a:cs typeface="Arial" panose="020B0604020202020204" pitchFamily="34" charset="0"/>
              </a:rPr>
              <a:t>Key activities during Elaboration include</a:t>
            </a: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marR="0" lvl="1" indent="-168275"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Clear evaluation &amp; review of overall product &amp; release back-log to assess where programme stands compared to the Go-Live </a:t>
            </a:r>
          </a:p>
          <a:p>
            <a:pPr marL="228600" marR="0" lvl="1" indent="-168275"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a:p>
            <a:pPr marL="228600" marR="0" lvl="1" indent="-168275"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Where prep work is required, BAs will work with SMEs, POs and dependent teams to confirm what is needed in the elaboration workshops, based on the User Stories</a:t>
            </a:r>
          </a:p>
          <a:p>
            <a:pPr marL="228600" marR="0" lvl="1" indent="-168275"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a:p>
            <a:pPr marL="228600" marR="0" lvl="1" indent="-168275"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PO and BA will define or identify user stories from the Project (release) backlog for sprint planning</a:t>
            </a:r>
          </a:p>
          <a:p>
            <a:pPr marL="228600" marR="0" lvl="1" indent="-168275"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a:p>
            <a:pPr marL="228600" marR="0" lvl="1" indent="-168275"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At the start of each workshop, BAs will provide an overview of how to break down a User Story and what a good user story looks like</a:t>
            </a:r>
          </a:p>
          <a:p>
            <a:pPr marL="228600" marR="0" lvl="1" indent="-168275"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a:p>
            <a:pPr marL="228600" marR="0" lvl="1" indent="-168275"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User Stories will be elaborated as per Definition of Ready with agreed acceptance criteria</a:t>
            </a:r>
          </a:p>
          <a:p>
            <a:pPr marL="228600" marR="0" lvl="1" indent="-168275"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a:p>
            <a:pPr marL="228600" marR="0" lvl="1" indent="-168275"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Architect will review the User Stories to determine if there are any architectural considerations to be taken into the build</a:t>
            </a:r>
          </a:p>
          <a:p>
            <a:pPr marL="228600" marR="0" lvl="1" indent="-168275"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a:p>
            <a:pPr marL="228600" marR="0" lvl="1" indent="-168275"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Artefacts required for each User Story will be agreed between the Release train team, PO and Architect</a:t>
            </a:r>
          </a:p>
          <a:p>
            <a:pPr marL="228600" marR="0" lvl="1" indent="-168275"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a:p>
            <a:pPr marL="228600" marR="0" lvl="1" indent="-168275"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backlog and associated documentation is reviewed by PO and agreed to be ready to take into the Design Phase workshop</a:t>
            </a:r>
          </a:p>
          <a:p>
            <a:pPr marL="228600" marR="0" lvl="1" indent="-168275"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a:p>
            <a:pPr marL="228600" marR="0" lvl="1" indent="-168275"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Where Out Of The Box functionality is included in the sprint, the environment should be available for demo</a:t>
            </a:r>
          </a:p>
        </p:txBody>
      </p:sp>
      <p:sp>
        <p:nvSpPr>
          <p:cNvPr id="94" name="TextBox 93">
            <a:extLst>
              <a:ext uri="{FF2B5EF4-FFF2-40B4-BE49-F238E27FC236}">
                <a16:creationId xmlns:a16="http://schemas.microsoft.com/office/drawing/2014/main" id="{880CED63-F229-42E2-B50B-7696AD53DEA2}"/>
              </a:ext>
            </a:extLst>
          </p:cNvPr>
          <p:cNvSpPr txBox="1"/>
          <p:nvPr/>
        </p:nvSpPr>
        <p:spPr>
          <a:xfrm>
            <a:off x="4396879" y="5892181"/>
            <a:ext cx="734954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*Sprint planning, Workshop and Review frequency and duration will be at the discretion of PO, BA and Stream Lead</a:t>
            </a:r>
          </a:p>
        </p:txBody>
      </p:sp>
      <p:sp>
        <p:nvSpPr>
          <p:cNvPr id="95" name="TextBox 94">
            <a:extLst>
              <a:ext uri="{FF2B5EF4-FFF2-40B4-BE49-F238E27FC236}">
                <a16:creationId xmlns:a16="http://schemas.microsoft.com/office/drawing/2014/main" id="{57B9D2BE-6A64-466F-BBFE-761F35769F05}"/>
              </a:ext>
            </a:extLst>
          </p:cNvPr>
          <p:cNvSpPr txBox="1"/>
          <p:nvPr/>
        </p:nvSpPr>
        <p:spPr>
          <a:xfrm>
            <a:off x="227013" y="6022986"/>
            <a:ext cx="232416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prstClr val="black"/>
                </a:solidFill>
                <a:effectLst/>
                <a:uLnTx/>
                <a:uFillTx/>
                <a:latin typeface="Ubuntu"/>
                <a:ea typeface="+mn-ea"/>
                <a:cs typeface="+mn-cs"/>
              </a:rPr>
              <a:t> PO   – Product Owner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prstClr val="black"/>
                </a:solidFill>
                <a:effectLst/>
                <a:uLnTx/>
                <a:uFillTx/>
                <a:latin typeface="Ubuntu"/>
                <a:ea typeface="+mn-ea"/>
                <a:cs typeface="+mn-cs"/>
              </a:rPr>
              <a:t> BA    – Business Analyst (</a:t>
            </a:r>
            <a:r>
              <a:rPr kumimoji="0" lang="en-US" sz="900" b="0" i="1" u="none" strike="noStrike" kern="1200" cap="none" spc="0" normalizeH="0" baseline="0" noProof="0" err="1">
                <a:ln>
                  <a:noFill/>
                </a:ln>
                <a:solidFill>
                  <a:prstClr val="black"/>
                </a:solidFill>
                <a:effectLst/>
                <a:uLnTx/>
                <a:uFillTx/>
                <a:latin typeface="Ubuntu"/>
                <a:ea typeface="+mn-ea"/>
                <a:cs typeface="+mn-cs"/>
              </a:rPr>
              <a:t>Cap+Beazley</a:t>
            </a:r>
            <a:r>
              <a:rPr kumimoji="0" lang="en-US" sz="900" b="0" i="1" u="none" strike="noStrike" kern="1200" cap="none" spc="0" normalizeH="0" baseline="0" noProof="0">
                <a:ln>
                  <a:noFill/>
                </a:ln>
                <a:solidFill>
                  <a:prstClr val="black"/>
                </a:solidFill>
                <a:effectLst/>
                <a:uLnTx/>
                <a:uFillTx/>
                <a:latin typeface="Ubuntu"/>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prstClr val="black"/>
                </a:solidFill>
                <a:effectLst/>
                <a:uLnTx/>
                <a:uFillTx/>
                <a:latin typeface="Ubuntu"/>
                <a:ea typeface="+mn-ea"/>
                <a:cs typeface="+mn-cs"/>
              </a:rPr>
              <a:t> SME  – Subject Matter Expert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prstClr val="black"/>
                </a:solidFill>
                <a:effectLst/>
                <a:uLnTx/>
                <a:uFillTx/>
                <a:latin typeface="Ubuntu"/>
                <a:ea typeface="+mn-ea"/>
                <a:cs typeface="+mn-cs"/>
              </a:rPr>
              <a:t> </a:t>
            </a:r>
          </a:p>
        </p:txBody>
      </p:sp>
      <p:sp>
        <p:nvSpPr>
          <p:cNvPr id="96" name="TextBox 95">
            <a:extLst>
              <a:ext uri="{FF2B5EF4-FFF2-40B4-BE49-F238E27FC236}">
                <a16:creationId xmlns:a16="http://schemas.microsoft.com/office/drawing/2014/main" id="{0D7145B8-917E-4E6E-8C0F-E9C208221A73}"/>
              </a:ext>
            </a:extLst>
          </p:cNvPr>
          <p:cNvSpPr txBox="1"/>
          <p:nvPr/>
        </p:nvSpPr>
        <p:spPr>
          <a:xfrm>
            <a:off x="2439782" y="6058203"/>
            <a:ext cx="205719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Ubuntu"/>
                <a:ea typeface="+mn-ea"/>
                <a:cs typeface="+mn-cs"/>
              </a:rPr>
              <a:t>RT</a:t>
            </a:r>
            <a:r>
              <a:rPr kumimoji="0" lang="en-US" sz="900" b="0" i="1" u="none" strike="noStrike" kern="1200" cap="none" spc="0" normalizeH="0" baseline="0" noProof="0">
                <a:ln>
                  <a:noFill/>
                </a:ln>
                <a:solidFill>
                  <a:prstClr val="black"/>
                </a:solidFill>
                <a:effectLst/>
                <a:uLnTx/>
                <a:uFillTx/>
                <a:latin typeface="Ubuntu"/>
                <a:ea typeface="+mn-ea"/>
                <a:cs typeface="+mn-cs"/>
              </a:rPr>
              <a:t>   – Release train (</a:t>
            </a:r>
            <a:r>
              <a:rPr kumimoji="0" lang="en-US" sz="900" b="0" i="1" u="none" strike="noStrike" kern="1200" cap="none" spc="0" normalizeH="0" baseline="0" noProof="0" err="1">
                <a:ln>
                  <a:noFill/>
                </a:ln>
                <a:solidFill>
                  <a:prstClr val="black"/>
                </a:solidFill>
                <a:effectLst/>
                <a:uLnTx/>
                <a:uFillTx/>
                <a:latin typeface="Ubuntu"/>
                <a:ea typeface="+mn-ea"/>
                <a:cs typeface="+mn-cs"/>
              </a:rPr>
              <a:t>Cap+Beazley</a:t>
            </a:r>
            <a:r>
              <a:rPr kumimoji="0" lang="en-US" sz="900" b="0" i="1" u="none" strike="noStrike" kern="1200" cap="none" spc="0" normalizeH="0" baseline="0" noProof="0">
                <a:ln>
                  <a:noFill/>
                </a:ln>
                <a:solidFill>
                  <a:prstClr val="black"/>
                </a:solidFill>
                <a:effectLst/>
                <a:uLnTx/>
                <a:uFillTx/>
                <a:latin typeface="Ubuntu"/>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prstClr val="black"/>
                </a:solidFill>
                <a:effectLst/>
                <a:uLnTx/>
                <a:uFillTx/>
                <a:latin typeface="Ubuntu"/>
                <a:ea typeface="+mn-ea"/>
                <a:cs typeface="+mn-cs"/>
              </a:rPr>
              <a:t> </a:t>
            </a:r>
          </a:p>
        </p:txBody>
      </p:sp>
      <p:sp>
        <p:nvSpPr>
          <p:cNvPr id="10" name="TextBox 9">
            <a:extLst>
              <a:ext uri="{FF2B5EF4-FFF2-40B4-BE49-F238E27FC236}">
                <a16:creationId xmlns:a16="http://schemas.microsoft.com/office/drawing/2014/main" id="{2ED5614F-4F0E-4F7B-8EA1-03BBFAA9A1C6}"/>
              </a:ext>
            </a:extLst>
          </p:cNvPr>
          <p:cNvSpPr txBox="1"/>
          <p:nvPr/>
        </p:nvSpPr>
        <p:spPr>
          <a:xfrm>
            <a:off x="2439782" y="6296730"/>
            <a:ext cx="397472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prstClr val="black"/>
                </a:solidFill>
                <a:effectLst/>
                <a:uLnTx/>
                <a:uFillTx/>
                <a:latin typeface="Ubuntu"/>
                <a:ea typeface="+mn-ea"/>
                <a:cs typeface="+mn-cs"/>
              </a:rPr>
              <a:t>*Beazley here means Beazley other </a:t>
            </a:r>
            <a:r>
              <a:rPr kumimoji="0" lang="en-US" sz="800" b="1" i="1" u="none" strike="noStrike" kern="1200" cap="none" spc="0" normalizeH="0" baseline="0" noProof="0" err="1">
                <a:ln>
                  <a:noFill/>
                </a:ln>
                <a:solidFill>
                  <a:prstClr val="black"/>
                </a:solidFill>
                <a:effectLst/>
                <a:uLnTx/>
                <a:uFillTx/>
                <a:latin typeface="Ubuntu"/>
                <a:ea typeface="+mn-ea"/>
                <a:cs typeface="+mn-cs"/>
              </a:rPr>
              <a:t>programme</a:t>
            </a:r>
            <a:r>
              <a:rPr kumimoji="0" lang="en-US" sz="800" b="1" i="1" u="none" strike="noStrike" kern="1200" cap="none" spc="0" normalizeH="0" baseline="0" noProof="0">
                <a:ln>
                  <a:noFill/>
                </a:ln>
                <a:solidFill>
                  <a:prstClr val="black"/>
                </a:solidFill>
                <a:effectLst/>
                <a:uLnTx/>
                <a:uFillTx/>
                <a:latin typeface="Ubuntu"/>
                <a:ea typeface="+mn-ea"/>
                <a:cs typeface="+mn-cs"/>
              </a:rPr>
              <a:t> Release Trains that are required in the activity</a:t>
            </a:r>
          </a:p>
        </p:txBody>
      </p:sp>
      <p:sp>
        <p:nvSpPr>
          <p:cNvPr id="2" name="TextBox 1">
            <a:extLst>
              <a:ext uri="{FF2B5EF4-FFF2-40B4-BE49-F238E27FC236}">
                <a16:creationId xmlns:a16="http://schemas.microsoft.com/office/drawing/2014/main" id="{EFDD74A7-8331-097E-4563-FB349F8577F8}"/>
              </a:ext>
            </a:extLst>
          </p:cNvPr>
          <p:cNvSpPr txBox="1"/>
          <p:nvPr/>
        </p:nvSpPr>
        <p:spPr>
          <a:xfrm>
            <a:off x="152971" y="88712"/>
            <a:ext cx="9774800"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prstClr val="black"/>
                </a:solidFill>
                <a:effectLst/>
                <a:uLnTx/>
                <a:uFillTx/>
                <a:latin typeface="Ubuntu Medium"/>
                <a:ea typeface="+mn-ea"/>
                <a:cs typeface="+mn-cs"/>
              </a:rPr>
              <a:t>ELABORATION PHASE ACTIVITIES (ELABORATION &amp; DESIGN)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a:ln>
                <a:noFill/>
              </a:ln>
              <a:solidFill>
                <a:prstClr val="black"/>
              </a:solidFill>
              <a:effectLst/>
              <a:uLnTx/>
              <a:uFillTx/>
              <a:latin typeface="Ubuntu Medium"/>
              <a:ea typeface="+mn-ea"/>
              <a:cs typeface="+mn-cs"/>
            </a:endParaRPr>
          </a:p>
        </p:txBody>
      </p:sp>
    </p:spTree>
    <p:extLst>
      <p:ext uri="{BB962C8B-B14F-4D97-AF65-F5344CB8AC3E}">
        <p14:creationId xmlns:p14="http://schemas.microsoft.com/office/powerpoint/2010/main" val="12366840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578F57F-433F-40CF-9899-10F07B39ADED}"/>
              </a:ext>
            </a:extLst>
          </p:cNvPr>
          <p:cNvSpPr/>
          <p:nvPr/>
        </p:nvSpPr>
        <p:spPr>
          <a:xfrm>
            <a:off x="19050" y="726135"/>
            <a:ext cx="12192000" cy="276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aphicFrame>
        <p:nvGraphicFramePr>
          <p:cNvPr id="4" name="Content Placeholder 3">
            <a:extLst>
              <a:ext uri="{FF2B5EF4-FFF2-40B4-BE49-F238E27FC236}">
                <a16:creationId xmlns:a16="http://schemas.microsoft.com/office/drawing/2014/main" id="{6EB7C3B9-542F-44E4-8EC3-CA871A2D464A}"/>
              </a:ext>
            </a:extLst>
          </p:cNvPr>
          <p:cNvGraphicFramePr>
            <a:graphicFrameLocks/>
          </p:cNvGraphicFramePr>
          <p:nvPr/>
        </p:nvGraphicFramePr>
        <p:xfrm>
          <a:off x="4791075" y="1172009"/>
          <a:ext cx="7238998" cy="4600187"/>
        </p:xfrm>
        <a:graphic>
          <a:graphicData uri="http://schemas.openxmlformats.org/drawingml/2006/table">
            <a:tbl>
              <a:tblPr firstRow="1" bandRow="1">
                <a:tableStyleId>{21E4AEA4-8DFA-4A89-87EB-49C32662AFE0}</a:tableStyleId>
              </a:tblPr>
              <a:tblGrid>
                <a:gridCol w="1144949">
                  <a:extLst>
                    <a:ext uri="{9D8B030D-6E8A-4147-A177-3AD203B41FA5}">
                      <a16:colId xmlns:a16="http://schemas.microsoft.com/office/drawing/2014/main" val="1024617167"/>
                    </a:ext>
                  </a:extLst>
                </a:gridCol>
                <a:gridCol w="1518046">
                  <a:extLst>
                    <a:ext uri="{9D8B030D-6E8A-4147-A177-3AD203B41FA5}">
                      <a16:colId xmlns:a16="http://schemas.microsoft.com/office/drawing/2014/main" val="3714036670"/>
                    </a:ext>
                  </a:extLst>
                </a:gridCol>
                <a:gridCol w="989113">
                  <a:extLst>
                    <a:ext uri="{9D8B030D-6E8A-4147-A177-3AD203B41FA5}">
                      <a16:colId xmlns:a16="http://schemas.microsoft.com/office/drawing/2014/main" val="4025692746"/>
                    </a:ext>
                  </a:extLst>
                </a:gridCol>
                <a:gridCol w="1108676">
                  <a:extLst>
                    <a:ext uri="{9D8B030D-6E8A-4147-A177-3AD203B41FA5}">
                      <a16:colId xmlns:a16="http://schemas.microsoft.com/office/drawing/2014/main" val="503760471"/>
                    </a:ext>
                  </a:extLst>
                </a:gridCol>
                <a:gridCol w="1058652">
                  <a:extLst>
                    <a:ext uri="{9D8B030D-6E8A-4147-A177-3AD203B41FA5}">
                      <a16:colId xmlns:a16="http://schemas.microsoft.com/office/drawing/2014/main" val="1539092265"/>
                    </a:ext>
                  </a:extLst>
                </a:gridCol>
                <a:gridCol w="1419562">
                  <a:extLst>
                    <a:ext uri="{9D8B030D-6E8A-4147-A177-3AD203B41FA5}">
                      <a16:colId xmlns:a16="http://schemas.microsoft.com/office/drawing/2014/main" val="1606831626"/>
                    </a:ext>
                  </a:extLst>
                </a:gridCol>
              </a:tblGrid>
              <a:tr h="332987">
                <a:tc>
                  <a:txBody>
                    <a:bodyPr/>
                    <a:lstStyle/>
                    <a:p>
                      <a:r>
                        <a:rPr lang="en-GB" sz="1000"/>
                        <a:t>Ceremonies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Overview</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Duration</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Roles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Inputs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kern="1200"/>
                        <a:t>Outputs</a:t>
                      </a:r>
                      <a:endParaRPr lang="en-GB" sz="1000" b="1" kern="1200">
                        <a:solidFill>
                          <a:schemeClr val="lt1"/>
                        </a:solidFill>
                        <a:latin typeface="Arial" panose="020B0604020202020204" pitchFamily="34" charset="0"/>
                        <a:ea typeface="+mn-ea"/>
                        <a:cs typeface="Arial" panose="020B0604020202020204" pitchFamily="34" charset="0"/>
                      </a:endParaRPr>
                    </a:p>
                  </a:txBody>
                  <a:tcPr>
                    <a:solidFill>
                      <a:srgbClr val="FF66CC"/>
                    </a:solidFill>
                  </a:tcPr>
                </a:tc>
                <a:extLst>
                  <a:ext uri="{0D108BD9-81ED-4DB2-BD59-A6C34878D82A}">
                    <a16:rowId xmlns:a16="http://schemas.microsoft.com/office/drawing/2014/main" val="3019638724"/>
                  </a:ext>
                </a:extLst>
              </a:tr>
              <a:tr h="657600">
                <a:tc>
                  <a:txBody>
                    <a:bodyPr/>
                    <a:lstStyle/>
                    <a:p>
                      <a:r>
                        <a:rPr lang="en-GB" sz="1000"/>
                        <a:t>Stand-up</a:t>
                      </a:r>
                      <a:endParaRPr lang="en-GB" sz="1000">
                        <a:latin typeface="Arial" panose="020B0604020202020204" pitchFamily="34" charset="0"/>
                        <a:cs typeface="Arial" panose="020B0604020202020204" pitchFamily="34" charset="0"/>
                      </a:endParaRPr>
                    </a:p>
                  </a:txBody>
                  <a:tcPr/>
                </a:tc>
                <a:tc>
                  <a:txBody>
                    <a:bodyPr/>
                    <a:lstStyle/>
                    <a:p>
                      <a:r>
                        <a:rPr lang="en-GB" sz="1000"/>
                        <a:t>Stand-up as part of the overall Sprint per Release train </a:t>
                      </a:r>
                      <a:endParaRPr lang="en-GB" sz="1000">
                        <a:latin typeface="Arial" panose="020B0604020202020204" pitchFamily="34" charset="0"/>
                        <a:cs typeface="Arial" panose="020B0604020202020204" pitchFamily="34" charset="0"/>
                      </a:endParaRPr>
                    </a:p>
                  </a:txBody>
                  <a:tcPr/>
                </a:tc>
                <a:tc>
                  <a:txBody>
                    <a:bodyPr/>
                    <a:lstStyle/>
                    <a:p>
                      <a:r>
                        <a:rPr lang="en-GB" sz="1000"/>
                        <a:t>Daily 30 mins</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Release train</a:t>
                      </a:r>
                      <a:endParaRPr lang="en-GB" sz="1000">
                        <a:latin typeface="Arial" panose="020B0604020202020204" pitchFamily="34" charset="0"/>
                        <a:cs typeface="Arial" panose="020B0604020202020204" pitchFamily="34" charset="0"/>
                      </a:endParaRPr>
                    </a:p>
                  </a:txBody>
                  <a:tcPr/>
                </a:tc>
                <a:tc>
                  <a:txBody>
                    <a:bodyPr/>
                    <a:lstStyle/>
                    <a:p>
                      <a:r>
                        <a:rPr lang="en-GB" sz="1000"/>
                        <a:t>Items on the board</a:t>
                      </a:r>
                      <a:endParaRPr lang="en-GB" sz="1000">
                        <a:latin typeface="Arial" panose="020B0604020202020204" pitchFamily="34" charset="0"/>
                        <a:cs typeface="Arial" panose="020B0604020202020204" pitchFamily="34" charset="0"/>
                      </a:endParaRPr>
                    </a:p>
                  </a:txBody>
                  <a:tcPr/>
                </a:tc>
                <a:tc>
                  <a:txBody>
                    <a:bodyPr/>
                    <a:lstStyle/>
                    <a:p>
                      <a:r>
                        <a:rPr lang="en-GB" sz="1000"/>
                        <a:t>Dependencies and blockers identified and tracked for target closure </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01728379"/>
                  </a:ext>
                </a:extLst>
              </a:tr>
              <a:tr h="657600">
                <a:tc>
                  <a:txBody>
                    <a:bodyPr/>
                    <a:lstStyle/>
                    <a:p>
                      <a:r>
                        <a:rPr lang="en-GB" sz="1000"/>
                        <a:t>Scrum of Scrum</a:t>
                      </a:r>
                      <a:endParaRPr lang="en-GB" sz="1000">
                        <a:latin typeface="Arial" panose="020B0604020202020204" pitchFamily="34" charset="0"/>
                        <a:cs typeface="Arial" panose="020B0604020202020204" pitchFamily="34" charset="0"/>
                      </a:endParaRPr>
                    </a:p>
                  </a:txBody>
                  <a:tcPr/>
                </a:tc>
                <a:tc>
                  <a:txBody>
                    <a:bodyPr/>
                    <a:lstStyle/>
                    <a:p>
                      <a:r>
                        <a:rPr lang="en-GB" sz="1000"/>
                        <a:t>Standup to track sprint dependencies and blockers across Release Trains </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273" rtl="0" eaLnBrk="1" fontAlgn="auto" latinLnBrk="0" hangingPunct="1">
                        <a:lnSpc>
                          <a:spcPct val="100000"/>
                        </a:lnSpc>
                        <a:spcBef>
                          <a:spcPts val="0"/>
                        </a:spcBef>
                        <a:spcAft>
                          <a:spcPts val="0"/>
                        </a:spcAft>
                        <a:buClrTx/>
                        <a:buSzTx/>
                        <a:buFontTx/>
                        <a:buNone/>
                        <a:tabLst/>
                        <a:defRPr/>
                      </a:pPr>
                      <a:r>
                        <a:rPr lang="en-GB" sz="1000"/>
                        <a:t>Daily 30 mins</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RT Leads</a:t>
                      </a:r>
                      <a:endParaRPr lang="en-GB" sz="1000">
                        <a:latin typeface="Arial" panose="020B0604020202020204" pitchFamily="34" charset="0"/>
                        <a:cs typeface="Arial" panose="020B0604020202020204" pitchFamily="34" charset="0"/>
                      </a:endParaRPr>
                    </a:p>
                  </a:txBody>
                  <a:tcPr/>
                </a:tc>
                <a:tc>
                  <a:txBody>
                    <a:bodyPr/>
                    <a:lstStyle/>
                    <a:p>
                      <a:r>
                        <a:rPr lang="en-GB" sz="1000"/>
                        <a:t>Items on the board</a:t>
                      </a:r>
                      <a:endParaRPr lang="en-GB" sz="1000">
                        <a:latin typeface="Arial" panose="020B0604020202020204" pitchFamily="34" charset="0"/>
                        <a:cs typeface="Arial" panose="020B0604020202020204" pitchFamily="34" charset="0"/>
                      </a:endParaRPr>
                    </a:p>
                  </a:txBody>
                  <a:tcPr/>
                </a:tc>
                <a:tc>
                  <a:txBody>
                    <a:bodyPr/>
                    <a:lstStyle/>
                    <a:p>
                      <a:r>
                        <a:rPr lang="en-GB" sz="1000"/>
                        <a:t>Dependencies and blockers identified and tracked for target closure </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60292077"/>
                  </a:ext>
                </a:extLst>
              </a:tr>
              <a:tr h="800556">
                <a:tc>
                  <a:txBody>
                    <a:bodyPr/>
                    <a:lstStyle/>
                    <a:p>
                      <a:r>
                        <a:rPr lang="en-GB" sz="1000"/>
                        <a:t>Sprint Planning</a:t>
                      </a:r>
                      <a:endParaRPr lang="en-GB" sz="1000">
                        <a:latin typeface="Arial" panose="020B0604020202020204" pitchFamily="34" charset="0"/>
                        <a:cs typeface="Arial" panose="020B0604020202020204" pitchFamily="34" charset="0"/>
                      </a:endParaRPr>
                    </a:p>
                  </a:txBody>
                  <a:tcPr/>
                </a:tc>
                <a:tc>
                  <a:txBody>
                    <a:bodyPr/>
                    <a:lstStyle/>
                    <a:p>
                      <a:r>
                        <a:rPr lang="en-GB" sz="1000" b="1"/>
                        <a:t>Last day of Prev Sprint and First Day of current Sprint - </a:t>
                      </a:r>
                      <a:r>
                        <a:rPr lang="en-GB" sz="1000"/>
                        <a:t> Review readiness of stories identified for Sprint</a:t>
                      </a:r>
                      <a:endParaRPr lang="en-GB" sz="1000">
                        <a:latin typeface="Arial" panose="020B0604020202020204" pitchFamily="34" charset="0"/>
                        <a:cs typeface="Arial" panose="020B0604020202020204" pitchFamily="34" charset="0"/>
                      </a:endParaRPr>
                    </a:p>
                  </a:txBody>
                  <a:tcPr/>
                </a:tc>
                <a:tc>
                  <a:txBody>
                    <a:bodyPr/>
                    <a:lstStyle/>
                    <a:p>
                      <a:r>
                        <a:rPr lang="en-GB" sz="1000"/>
                        <a:t>2 Hours</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Scrum Team</a:t>
                      </a:r>
                      <a:endParaRPr lang="en-GB" sz="1000">
                        <a:latin typeface="Arial" panose="020B0604020202020204" pitchFamily="34" charset="0"/>
                        <a:cs typeface="Arial" panose="020B0604020202020204" pitchFamily="34" charset="0"/>
                      </a:endParaRPr>
                    </a:p>
                  </a:txBody>
                  <a:tcPr/>
                </a:tc>
                <a:tc>
                  <a:txBody>
                    <a:bodyPr/>
                    <a:lstStyle/>
                    <a:p>
                      <a:r>
                        <a:rPr lang="en-GB" sz="1000"/>
                        <a:t>User Stories</a:t>
                      </a:r>
                      <a:endParaRPr lang="en-GB" sz="1000">
                        <a:latin typeface="Arial" panose="020B0604020202020204" pitchFamily="34" charset="0"/>
                        <a:cs typeface="Arial" panose="020B0604020202020204" pitchFamily="34" charset="0"/>
                      </a:endParaRPr>
                    </a:p>
                  </a:txBody>
                  <a:tcPr/>
                </a:tc>
                <a:tc>
                  <a:txBody>
                    <a:bodyPr/>
                    <a:lstStyle/>
                    <a:p>
                      <a:r>
                        <a:rPr lang="en-GB" sz="1000"/>
                        <a:t>User stories ready for development</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17733744"/>
                  </a:ext>
                </a:extLst>
              </a:tr>
              <a:tr h="779311">
                <a:tc>
                  <a:txBody>
                    <a:bodyPr/>
                    <a:lstStyle/>
                    <a:p>
                      <a:r>
                        <a:rPr lang="en-GB" sz="1000"/>
                        <a:t>Demo</a:t>
                      </a:r>
                      <a:endParaRPr lang="en-GB" sz="1000">
                        <a:latin typeface="Arial" panose="020B0604020202020204" pitchFamily="34" charset="0"/>
                        <a:cs typeface="Arial" panose="020B0604020202020204" pitchFamily="34" charset="0"/>
                      </a:endParaRPr>
                    </a:p>
                  </a:txBody>
                  <a:tcPr/>
                </a:tc>
                <a:tc>
                  <a:txBody>
                    <a:bodyPr/>
                    <a:lstStyle/>
                    <a:p>
                      <a:r>
                        <a:rPr lang="en-GB" sz="1000" b="1"/>
                        <a:t>As soon as user story build is complete -</a:t>
                      </a:r>
                      <a:r>
                        <a:rPr lang="en-GB" sz="1000"/>
                        <a:t> Demo of completed User Story to PO/Business SME</a:t>
                      </a:r>
                      <a:endParaRPr lang="en-GB" sz="1000">
                        <a:latin typeface="Arial" panose="020B0604020202020204" pitchFamily="34" charset="0"/>
                        <a:cs typeface="Arial" panose="020B0604020202020204" pitchFamily="34" charset="0"/>
                      </a:endParaRPr>
                    </a:p>
                  </a:txBody>
                  <a:tcPr/>
                </a:tc>
                <a:tc>
                  <a:txBody>
                    <a:bodyPr/>
                    <a:lstStyle/>
                    <a:p>
                      <a:r>
                        <a:rPr lang="en-GB" sz="1000"/>
                        <a:t>1 Hour</a:t>
                      </a:r>
                      <a:endParaRPr lang="en-GB" sz="1000">
                        <a:latin typeface="Arial" panose="020B0604020202020204" pitchFamily="34" charset="0"/>
                        <a:cs typeface="Arial" panose="020B0604020202020204" pitchFamily="34" charset="0"/>
                      </a:endParaRPr>
                    </a:p>
                  </a:txBody>
                  <a:tcPr/>
                </a:tc>
                <a:tc>
                  <a:txBody>
                    <a:bodyPr/>
                    <a:lstStyle/>
                    <a:p>
                      <a:r>
                        <a:rPr lang="en-GB" sz="1000"/>
                        <a:t>PO, BA, Scrum Team</a:t>
                      </a:r>
                      <a:endParaRPr lang="en-GB" sz="1000">
                        <a:latin typeface="Arial" panose="020B0604020202020204" pitchFamily="34" charset="0"/>
                        <a:cs typeface="Arial" panose="020B0604020202020204" pitchFamily="34" charset="0"/>
                      </a:endParaRPr>
                    </a:p>
                  </a:txBody>
                  <a:tcPr/>
                </a:tc>
                <a:tc>
                  <a:txBody>
                    <a:bodyPr/>
                    <a:lstStyle/>
                    <a:p>
                      <a:r>
                        <a:rPr lang="en-GB" sz="1000"/>
                        <a:t>Product Increment</a:t>
                      </a:r>
                      <a:endParaRPr lang="en-GB" sz="1000">
                        <a:latin typeface="Arial" panose="020B0604020202020204" pitchFamily="34" charset="0"/>
                        <a:cs typeface="Arial" panose="020B0604020202020204" pitchFamily="34" charset="0"/>
                      </a:endParaRPr>
                    </a:p>
                  </a:txBody>
                  <a:tcPr/>
                </a:tc>
                <a:tc>
                  <a:txBody>
                    <a:bodyPr/>
                    <a:lstStyle/>
                    <a:p>
                      <a:r>
                        <a:rPr lang="en-GB" sz="1000"/>
                        <a:t>User story signed off by PO</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23100158"/>
                  </a:ext>
                </a:extLst>
              </a:tr>
              <a:tr h="677283">
                <a:tc>
                  <a:txBody>
                    <a:bodyPr/>
                    <a:lstStyle/>
                    <a:p>
                      <a:r>
                        <a:rPr lang="en-GB" sz="1000"/>
                        <a:t>Retrospective</a:t>
                      </a:r>
                      <a:endParaRPr lang="en-GB" sz="1000">
                        <a:latin typeface="Arial" panose="020B0604020202020204" pitchFamily="34" charset="0"/>
                        <a:cs typeface="Arial" panose="020B0604020202020204" pitchFamily="34" charset="0"/>
                      </a:endParaRPr>
                    </a:p>
                  </a:txBody>
                  <a:tcPr/>
                </a:tc>
                <a:tc>
                  <a:txBody>
                    <a:bodyPr/>
                    <a:lstStyle/>
                    <a:p>
                      <a:r>
                        <a:rPr lang="en-GB" sz="1000" b="1"/>
                        <a:t>After Sprint completion -</a:t>
                      </a:r>
                      <a:r>
                        <a:rPr lang="en-GB" sz="1000"/>
                        <a:t> Retrospective to provide feedback and suggest process improvements</a:t>
                      </a:r>
                      <a:endParaRPr lang="en-GB" sz="1000">
                        <a:latin typeface="Arial" panose="020B0604020202020204" pitchFamily="34" charset="0"/>
                        <a:cs typeface="Arial" panose="020B0604020202020204" pitchFamily="34" charset="0"/>
                      </a:endParaRPr>
                    </a:p>
                  </a:txBody>
                  <a:tcPr/>
                </a:tc>
                <a:tc>
                  <a:txBody>
                    <a:bodyPr/>
                    <a:lstStyle/>
                    <a:p>
                      <a:r>
                        <a:rPr lang="en-GB" sz="1000"/>
                        <a:t>1 Hour</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PO, BA, Scrum Team</a:t>
                      </a:r>
                      <a:endParaRPr lang="en-GB" sz="1000">
                        <a:latin typeface="Arial" panose="020B0604020202020204" pitchFamily="34" charset="0"/>
                        <a:cs typeface="Arial" panose="020B0604020202020204" pitchFamily="34" charset="0"/>
                      </a:endParaRPr>
                    </a:p>
                  </a:txBody>
                  <a:tcPr/>
                </a:tc>
                <a:tc>
                  <a:txBody>
                    <a:bodyPr/>
                    <a:lstStyle/>
                    <a:p>
                      <a:r>
                        <a:rPr lang="en-GB" sz="1000"/>
                        <a:t>Feedback</a:t>
                      </a:r>
                      <a:endParaRPr lang="en-GB" sz="1000">
                        <a:latin typeface="Arial" panose="020B0604020202020204" pitchFamily="34" charset="0"/>
                        <a:cs typeface="Arial" panose="020B0604020202020204" pitchFamily="34" charset="0"/>
                      </a:endParaRPr>
                    </a:p>
                  </a:txBody>
                  <a:tcPr/>
                </a:tc>
                <a:tc>
                  <a:txBody>
                    <a:bodyPr/>
                    <a:lstStyle/>
                    <a:p>
                      <a:r>
                        <a:rPr lang="en-GB" sz="1000"/>
                        <a:t>Recommendations</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21064403"/>
                  </a:ext>
                </a:extLst>
              </a:tr>
            </a:tbl>
          </a:graphicData>
        </a:graphic>
      </p:graphicFrame>
      <p:sp>
        <p:nvSpPr>
          <p:cNvPr id="5" name="Rectangle 4">
            <a:extLst>
              <a:ext uri="{FF2B5EF4-FFF2-40B4-BE49-F238E27FC236}">
                <a16:creationId xmlns:a16="http://schemas.microsoft.com/office/drawing/2014/main" id="{B22970E3-C81E-47FC-B12D-47D1E31656D3}"/>
              </a:ext>
            </a:extLst>
          </p:cNvPr>
          <p:cNvSpPr/>
          <p:nvPr/>
        </p:nvSpPr>
        <p:spPr>
          <a:xfrm>
            <a:off x="1629363" y="695357"/>
            <a:ext cx="9158501"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black"/>
                </a:solidFill>
                <a:effectLst/>
                <a:uLnTx/>
                <a:uFillTx/>
                <a:latin typeface="Ubuntu"/>
                <a:ea typeface="+mn-ea"/>
                <a:cs typeface="Arial" panose="020B0604020202020204" pitchFamily="34" charset="0"/>
              </a:rPr>
              <a:t>The objective of Build is to deliver user stories approved for the sprint</a:t>
            </a:r>
          </a:p>
        </p:txBody>
      </p:sp>
      <p:sp>
        <p:nvSpPr>
          <p:cNvPr id="6" name="Rectangle 5">
            <a:extLst>
              <a:ext uri="{FF2B5EF4-FFF2-40B4-BE49-F238E27FC236}">
                <a16:creationId xmlns:a16="http://schemas.microsoft.com/office/drawing/2014/main" id="{DBF12C14-EF12-4ED5-9B62-8D1F4F53C626}"/>
              </a:ext>
            </a:extLst>
          </p:cNvPr>
          <p:cNvSpPr/>
          <p:nvPr/>
        </p:nvSpPr>
        <p:spPr>
          <a:xfrm>
            <a:off x="84923" y="1125538"/>
            <a:ext cx="4587661" cy="4633576"/>
          </a:xfrm>
          <a:prstGeom prst="rect">
            <a:avLst/>
          </a:prstGeom>
          <a:ln>
            <a:noFill/>
          </a:ln>
        </p:spPr>
        <p:txBody>
          <a:bodyPr wrap="square">
            <a:spAutoFit/>
          </a:bodyPr>
          <a:lstStyle/>
          <a:p>
            <a:pPr marL="342900" marR="0" lvl="0" indent="-342900" algn="l" defTabSz="1097280" rtl="0" eaLnBrk="1" fontAlgn="base" latinLnBrk="0" hangingPunct="1">
              <a:lnSpc>
                <a:spcPct val="110000"/>
              </a:lnSpc>
              <a:spcBef>
                <a:spcPct val="25000"/>
              </a:spcBef>
              <a:spcAft>
                <a:spcPts val="600"/>
              </a:spcAft>
              <a:buClrTx/>
              <a:buSzTx/>
              <a:buFontTx/>
              <a:buNone/>
              <a:tabLst/>
              <a:defRPr/>
            </a:pPr>
            <a:r>
              <a:rPr kumimoji="0" lang="en-US" sz="1100" b="1" i="0" u="none" strike="noStrike" kern="1200" cap="none" spc="0" normalizeH="0" baseline="0" noProof="0">
                <a:ln>
                  <a:noFill/>
                </a:ln>
                <a:solidFill>
                  <a:prstClr val="black"/>
                </a:solidFill>
                <a:effectLst/>
                <a:uLnTx/>
                <a:uFillTx/>
                <a:latin typeface="Ubuntu"/>
                <a:ea typeface="+mn-ea"/>
                <a:cs typeface="Arial" panose="020B0604020202020204" pitchFamily="34" charset="0"/>
              </a:rPr>
              <a:t>Key activities during Build (Sprint Execution) include:</a:t>
            </a:r>
            <a:endParaRPr kumimoji="0" lang="en-GB" sz="1100" b="0" i="0" u="none" strike="noStrike" kern="1200" cap="none" spc="0" normalizeH="0" baseline="0" noProof="0">
              <a:ln>
                <a:noFill/>
              </a:ln>
              <a:solidFill>
                <a:prstClr val="black"/>
              </a:solidFill>
              <a:effectLst/>
              <a:uLnTx/>
              <a:uFillTx/>
              <a:latin typeface="Ubuntu"/>
              <a:ea typeface="+mn-ea"/>
              <a:cs typeface="Arial" panose="020B0604020202020204" pitchFamily="34" charset="0"/>
            </a:endParaRPr>
          </a:p>
          <a:p>
            <a:pPr marL="228600" marR="0" lvl="0" indent="-228600" algn="l" defTabSz="666723" rtl="0" eaLnBrk="1" fontAlgn="auto" latinLnBrk="0" hangingPunct="1">
              <a:lnSpc>
                <a:spcPct val="100000"/>
              </a:lnSpc>
              <a:spcBef>
                <a:spcPct val="0"/>
              </a:spcBef>
              <a:spcAft>
                <a:spcPts val="600"/>
              </a:spcAft>
              <a:buClr>
                <a:prstClr val="black"/>
              </a:buClr>
              <a:buSzTx/>
              <a:buFont typeface="+mj-lt"/>
              <a:buAutoNum type="arabicPeriod"/>
              <a:tabLst/>
              <a:defRPr/>
            </a:pPr>
            <a:r>
              <a:rPr kumimoji="0" lang="en-GB"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kick off in Jira provided Sprint definition of ready is met.</a:t>
            </a:r>
          </a:p>
          <a:p>
            <a:pPr marL="228600" marR="0" lvl="0" indent="-228600" algn="l" defTabSz="666723" rtl="0" eaLnBrk="1" fontAlgn="auto" latinLnBrk="0" hangingPunct="1">
              <a:lnSpc>
                <a:spcPct val="100000"/>
              </a:lnSpc>
              <a:spcBef>
                <a:spcPct val="0"/>
              </a:spcBef>
              <a:spcAft>
                <a:spcPts val="600"/>
              </a:spcAft>
              <a:buClr>
                <a:prstClr val="black"/>
              </a:buClr>
              <a:buSzTx/>
              <a:buFont typeface="+mj-lt"/>
              <a:buAutoNum type="arabicPeriod"/>
              <a:tabLst/>
              <a:defRPr/>
            </a:pPr>
            <a:r>
              <a:rPr kumimoji="0" lang="en-GB"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Dev team to manage sprint backlog during sprint execution and will prioritize user stories for build</a:t>
            </a:r>
          </a:p>
          <a:p>
            <a:pPr marL="228600" marR="0" lvl="0" indent="-228600" algn="l" defTabSz="666723" rtl="0" eaLnBrk="1" fontAlgn="auto" latinLnBrk="0" hangingPunct="1">
              <a:lnSpc>
                <a:spcPct val="100000"/>
              </a:lnSpc>
              <a:spcBef>
                <a:spcPct val="0"/>
              </a:spcBef>
              <a:spcAft>
                <a:spcPts val="600"/>
              </a:spcAft>
              <a:buClr>
                <a:prstClr val="black"/>
              </a:buClr>
              <a:buSzTx/>
              <a:buFont typeface="+mj-lt"/>
              <a:buAutoNum type="arabicPeriod"/>
              <a:tabLst/>
              <a:defRPr/>
            </a:pPr>
            <a:r>
              <a:rPr kumimoji="0" 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User stories in JIRA updated for remaining effort on frequent basis</a:t>
            </a:r>
          </a:p>
          <a:p>
            <a:pPr marL="228600" marR="0" lvl="0" indent="-228600" algn="l" defTabSz="666723" rtl="0" eaLnBrk="1" fontAlgn="auto" latinLnBrk="0" hangingPunct="1">
              <a:lnSpc>
                <a:spcPct val="100000"/>
              </a:lnSpc>
              <a:spcBef>
                <a:spcPct val="0"/>
              </a:spcBef>
              <a:spcAft>
                <a:spcPts val="600"/>
              </a:spcAft>
              <a:buClr>
                <a:prstClr val="black"/>
              </a:buClr>
              <a:buSzTx/>
              <a:buFont typeface="+mj-lt"/>
              <a:buAutoNum type="arabicPeriod"/>
              <a:tabLst/>
              <a:defRPr/>
            </a:pPr>
            <a:r>
              <a:rPr kumimoji="0" 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Update story status, comment and due date in Jira to reflect latest status for reporting build progress, test execution, blockers, defect and dependency</a:t>
            </a:r>
          </a:p>
          <a:p>
            <a:pPr marL="228600" marR="0" lvl="0" indent="-228600" algn="l" defTabSz="666723" rtl="0" eaLnBrk="1" fontAlgn="auto" latinLnBrk="0" hangingPunct="1">
              <a:lnSpc>
                <a:spcPct val="100000"/>
              </a:lnSpc>
              <a:spcBef>
                <a:spcPct val="0"/>
              </a:spcBef>
              <a:spcAft>
                <a:spcPts val="600"/>
              </a:spcAft>
              <a:buClr>
                <a:prstClr val="black"/>
              </a:buClr>
              <a:buSzTx/>
              <a:buFont typeface="+mj-lt"/>
              <a:buAutoNum type="arabicPeriod"/>
              <a:tabLst/>
              <a:defRPr/>
            </a:pPr>
            <a:r>
              <a:rPr kumimoji="0" lang="en-GB"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progress will be tracked daily via Jira dashboard(s)</a:t>
            </a:r>
          </a:p>
          <a:p>
            <a:pPr marL="228600" marR="0" lvl="0" indent="-228600" algn="l" defTabSz="666723" rtl="0" eaLnBrk="1" fontAlgn="auto" latinLnBrk="0" hangingPunct="1">
              <a:lnSpc>
                <a:spcPct val="100000"/>
              </a:lnSpc>
              <a:spcBef>
                <a:spcPct val="0"/>
              </a:spcBef>
              <a:spcAft>
                <a:spcPts val="600"/>
              </a:spcAft>
              <a:buClr>
                <a:prstClr val="black"/>
              </a:buClr>
              <a:buSzTx/>
              <a:buFont typeface="+mj-lt"/>
              <a:buAutoNum type="arabicPeriod"/>
              <a:tabLst/>
              <a:defRPr/>
            </a:pPr>
            <a:r>
              <a:rPr kumimoji="0" lang="en-GB"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Release Train Leads to monitor sprint execution progress on daily basis</a:t>
            </a:r>
          </a:p>
          <a:p>
            <a:pPr marL="228600" marR="0" lvl="0" indent="-228600" algn="l" defTabSz="666723" rtl="0" eaLnBrk="1" fontAlgn="auto" latinLnBrk="0" hangingPunct="1">
              <a:lnSpc>
                <a:spcPct val="100000"/>
              </a:lnSpc>
              <a:spcBef>
                <a:spcPct val="0"/>
              </a:spcBef>
              <a:spcAft>
                <a:spcPts val="600"/>
              </a:spcAft>
              <a:buClr>
                <a:prstClr val="black"/>
              </a:buClr>
              <a:buSzTx/>
              <a:buFont typeface="+mj-lt"/>
              <a:buAutoNum type="arabicPeriod"/>
              <a:tabLst/>
              <a:defRPr/>
            </a:pPr>
            <a:r>
              <a:rPr kumimoji="0" lang="en-GB"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User stories that meet Definition of Done will be demoed to the PO and , Business SME for sign off</a:t>
            </a:r>
          </a:p>
          <a:p>
            <a:pPr marL="228600" marR="0" lvl="0" indent="-228600" algn="l" defTabSz="666723" rtl="0" eaLnBrk="1" fontAlgn="auto" latinLnBrk="0" hangingPunct="1">
              <a:lnSpc>
                <a:spcPct val="100000"/>
              </a:lnSpc>
              <a:spcBef>
                <a:spcPct val="0"/>
              </a:spcBef>
              <a:spcAft>
                <a:spcPts val="600"/>
              </a:spcAft>
              <a:buClr>
                <a:prstClr val="black"/>
              </a:buClr>
              <a:buSzTx/>
              <a:buFont typeface="+mj-lt"/>
              <a:buAutoNum type="arabicPeriod"/>
              <a:tabLst/>
              <a:defRPr/>
            </a:pPr>
            <a:r>
              <a:rPr kumimoji="0" lang="en-GB"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Stories that do not meet sprint goal OR Definition of Done will return to the product backlog for further refinement and prioritisation</a:t>
            </a:r>
          </a:p>
          <a:p>
            <a:pPr marL="228600" marR="0" lvl="0" indent="-228600" algn="l" defTabSz="666723" rtl="0" eaLnBrk="1" fontAlgn="auto" latinLnBrk="0" hangingPunct="1">
              <a:lnSpc>
                <a:spcPct val="100000"/>
              </a:lnSpc>
              <a:spcBef>
                <a:spcPct val="0"/>
              </a:spcBef>
              <a:spcAft>
                <a:spcPts val="600"/>
              </a:spcAft>
              <a:buClr>
                <a:prstClr val="black"/>
              </a:buClr>
              <a:buSzTx/>
              <a:buFont typeface="+mj-lt"/>
              <a:buAutoNum type="arabicPeriod"/>
              <a:tabLst/>
              <a:defRPr/>
            </a:pPr>
            <a:r>
              <a:rPr kumimoji="0" lang="en-GB"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Code merge activities if applicable in parallel release development</a:t>
            </a:r>
          </a:p>
          <a:p>
            <a:pPr marL="228600" marR="0" lvl="0" indent="-228600" algn="l" defTabSz="666723" rtl="0" eaLnBrk="1" fontAlgn="auto" latinLnBrk="0" hangingPunct="1">
              <a:lnSpc>
                <a:spcPct val="100000"/>
              </a:lnSpc>
              <a:spcBef>
                <a:spcPct val="0"/>
              </a:spcBef>
              <a:spcAft>
                <a:spcPts val="600"/>
              </a:spcAft>
              <a:buClr>
                <a:prstClr val="black"/>
              </a:buClr>
              <a:buSzTx/>
              <a:buFont typeface="+mj-lt"/>
              <a:buAutoNum type="arabicPeriod"/>
              <a:tabLst/>
              <a:defRPr/>
            </a:pPr>
            <a:r>
              <a:rPr kumimoji="0" lang="en-GB"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The desired outcomes of the Sprint and reporting includes:</a:t>
            </a:r>
          </a:p>
          <a:p>
            <a:pPr marL="685800" marR="0" lvl="1" indent="-228600" algn="l" defTabSz="666723" rtl="0" eaLnBrk="1" fontAlgn="auto" latinLnBrk="0" hangingPunct="1">
              <a:lnSpc>
                <a:spcPct val="100000"/>
              </a:lnSpc>
              <a:spcBef>
                <a:spcPct val="0"/>
              </a:spcBef>
              <a:spcAft>
                <a:spcPts val="0"/>
              </a:spcAft>
              <a:buClr>
                <a:prstClr val="black"/>
              </a:buClr>
              <a:buSzTx/>
              <a:buFont typeface="+mj-lt"/>
              <a:buAutoNum type="arabicPeriod"/>
              <a:tabLst/>
              <a:defRPr/>
            </a:pPr>
            <a:r>
              <a:rPr kumimoji="0" lang="en-GB"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Unit Test Results</a:t>
            </a:r>
          </a:p>
          <a:p>
            <a:pPr marL="685800" marR="0" lvl="1" indent="-228600" algn="l" defTabSz="666723" rtl="0" eaLnBrk="1" fontAlgn="auto" latinLnBrk="0" hangingPunct="1">
              <a:lnSpc>
                <a:spcPct val="100000"/>
              </a:lnSpc>
              <a:spcBef>
                <a:spcPct val="0"/>
              </a:spcBef>
              <a:spcAft>
                <a:spcPts val="0"/>
              </a:spcAft>
              <a:buClr>
                <a:prstClr val="black"/>
              </a:buClr>
              <a:buSzTx/>
              <a:buFont typeface="+mj-lt"/>
              <a:buAutoNum type="arabicPeriod"/>
              <a:tabLst/>
              <a:defRPr/>
            </a:pPr>
            <a:r>
              <a:rPr kumimoji="0" lang="en-GB"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Code Review Results</a:t>
            </a:r>
          </a:p>
          <a:p>
            <a:pPr marL="685800" marR="0" lvl="1" indent="-228600" algn="l" defTabSz="666723" rtl="0" eaLnBrk="1" fontAlgn="auto" latinLnBrk="0" hangingPunct="1">
              <a:lnSpc>
                <a:spcPct val="100000"/>
              </a:lnSpc>
              <a:spcBef>
                <a:spcPct val="0"/>
              </a:spcBef>
              <a:spcAft>
                <a:spcPts val="0"/>
              </a:spcAft>
              <a:buClr>
                <a:prstClr val="black"/>
              </a:buClr>
              <a:buSzTx/>
              <a:buFont typeface="+mj-lt"/>
              <a:buAutoNum type="arabicPeriod"/>
              <a:tabLst/>
              <a:defRPr/>
            </a:pPr>
            <a:r>
              <a:rPr kumimoji="0" lang="en-GB"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QA sign off </a:t>
            </a:r>
          </a:p>
          <a:p>
            <a:pPr marL="685800" marR="0" lvl="1" indent="-228600" algn="l" defTabSz="666723" rtl="0" eaLnBrk="1" fontAlgn="auto" latinLnBrk="0" hangingPunct="1">
              <a:lnSpc>
                <a:spcPct val="100000"/>
              </a:lnSpc>
              <a:spcBef>
                <a:spcPct val="0"/>
              </a:spcBef>
              <a:spcAft>
                <a:spcPts val="0"/>
              </a:spcAft>
              <a:buClr>
                <a:prstClr val="black"/>
              </a:buClr>
              <a:buSzTx/>
              <a:buFont typeface="+mj-lt"/>
              <a:buAutoNum type="arabicPeriod"/>
              <a:tabLst/>
              <a:defRPr/>
            </a:pPr>
            <a:r>
              <a:rPr kumimoji="0" lang="en-GB"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Daily sprint progress report (Jira dashboard snapshot)</a:t>
            </a:r>
          </a:p>
          <a:p>
            <a:pPr marL="685800" marR="0" lvl="1" indent="-228600" algn="l" defTabSz="666723" rtl="0" eaLnBrk="1" fontAlgn="auto" latinLnBrk="0" hangingPunct="1">
              <a:lnSpc>
                <a:spcPct val="100000"/>
              </a:lnSpc>
              <a:spcBef>
                <a:spcPct val="0"/>
              </a:spcBef>
              <a:spcAft>
                <a:spcPts val="0"/>
              </a:spcAft>
              <a:buClr>
                <a:prstClr val="black"/>
              </a:buClr>
              <a:buSzTx/>
              <a:buFont typeface="+mj-lt"/>
              <a:buAutoNum type="arabicPeriod"/>
              <a:tabLst/>
              <a:defRPr/>
            </a:pPr>
            <a:r>
              <a:rPr kumimoji="0" lang="en-GB"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completion report </a:t>
            </a:r>
          </a:p>
          <a:p>
            <a:pPr marL="685800" marR="0" lvl="1" indent="-228600" algn="l" defTabSz="666723" rtl="0" eaLnBrk="1" fontAlgn="auto" latinLnBrk="0" hangingPunct="1">
              <a:lnSpc>
                <a:spcPct val="100000"/>
              </a:lnSpc>
              <a:spcBef>
                <a:spcPct val="0"/>
              </a:spcBef>
              <a:spcAft>
                <a:spcPts val="0"/>
              </a:spcAft>
              <a:buClr>
                <a:prstClr val="black"/>
              </a:buClr>
              <a:buSzTx/>
              <a:buFont typeface="+mj-lt"/>
              <a:buAutoNum type="arabicPeriod"/>
              <a:tabLst/>
              <a:defRPr/>
            </a:pPr>
            <a:r>
              <a:rPr kumimoji="0" lang="en-GB" sz="105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retrospective</a:t>
            </a:r>
          </a:p>
        </p:txBody>
      </p:sp>
      <p:sp>
        <p:nvSpPr>
          <p:cNvPr id="7" name="TextBox 6">
            <a:extLst>
              <a:ext uri="{FF2B5EF4-FFF2-40B4-BE49-F238E27FC236}">
                <a16:creationId xmlns:a16="http://schemas.microsoft.com/office/drawing/2014/main" id="{1762C123-3604-4350-AAAE-4AB17DF54D09}"/>
              </a:ext>
            </a:extLst>
          </p:cNvPr>
          <p:cNvSpPr txBox="1"/>
          <p:nvPr/>
        </p:nvSpPr>
        <p:spPr>
          <a:xfrm>
            <a:off x="4725593" y="5851045"/>
            <a:ext cx="6800045"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*Review and Demo frequency and duration will be at the discretion of PO, BA and Stream Lead</a:t>
            </a:r>
          </a:p>
        </p:txBody>
      </p:sp>
      <p:sp>
        <p:nvSpPr>
          <p:cNvPr id="8" name="TextBox 7">
            <a:extLst>
              <a:ext uri="{FF2B5EF4-FFF2-40B4-BE49-F238E27FC236}">
                <a16:creationId xmlns:a16="http://schemas.microsoft.com/office/drawing/2014/main" id="{67FC2665-4723-420E-8059-CA2735495D61}"/>
              </a:ext>
            </a:extLst>
          </p:cNvPr>
          <p:cNvSpPr txBox="1"/>
          <p:nvPr/>
        </p:nvSpPr>
        <p:spPr>
          <a:xfrm>
            <a:off x="4725593" y="6033051"/>
            <a:ext cx="205719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prstClr val="black"/>
                </a:solidFill>
                <a:effectLst/>
                <a:uLnTx/>
                <a:uFillTx/>
                <a:latin typeface="Ubuntu"/>
                <a:ea typeface="+mn-ea"/>
                <a:cs typeface="+mn-cs"/>
              </a:rPr>
              <a:t> PO   – Product Owner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prstClr val="black"/>
                </a:solidFill>
                <a:effectLst/>
                <a:uLnTx/>
                <a:uFillTx/>
                <a:latin typeface="Ubuntu"/>
                <a:ea typeface="+mn-ea"/>
                <a:cs typeface="+mn-cs"/>
              </a:rPr>
              <a:t> RT   – Release Train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prstClr val="black"/>
                </a:solidFill>
                <a:effectLst/>
                <a:uLnTx/>
                <a:uFillTx/>
                <a:latin typeface="Ubuntu"/>
                <a:ea typeface="+mn-ea"/>
                <a:cs typeface="+mn-cs"/>
              </a:rPr>
              <a:t> SME – Subject Matter Expert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prstClr val="black"/>
                </a:solidFill>
                <a:effectLst/>
                <a:uLnTx/>
                <a:uFillTx/>
                <a:latin typeface="Ubuntu"/>
                <a:ea typeface="+mn-ea"/>
                <a:cs typeface="+mn-cs"/>
              </a:rPr>
              <a:t> </a:t>
            </a:r>
          </a:p>
        </p:txBody>
      </p:sp>
      <p:sp>
        <p:nvSpPr>
          <p:cNvPr id="2" name="TextBox 1">
            <a:extLst>
              <a:ext uri="{FF2B5EF4-FFF2-40B4-BE49-F238E27FC236}">
                <a16:creationId xmlns:a16="http://schemas.microsoft.com/office/drawing/2014/main" id="{053C4B1A-B5C2-4414-F72D-60CD49C23DF3}"/>
              </a:ext>
            </a:extLst>
          </p:cNvPr>
          <p:cNvSpPr txBox="1"/>
          <p:nvPr/>
        </p:nvSpPr>
        <p:spPr>
          <a:xfrm>
            <a:off x="152971" y="88712"/>
            <a:ext cx="9774800"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prstClr val="black"/>
                </a:solidFill>
                <a:effectLst/>
                <a:uLnTx/>
                <a:uFillTx/>
                <a:latin typeface="Ubuntu Medium"/>
                <a:ea typeface="+mn-ea"/>
                <a:cs typeface="+mn-cs"/>
              </a:rPr>
              <a:t>BUILD ACTIVITIES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a:ln>
                <a:noFill/>
              </a:ln>
              <a:solidFill>
                <a:prstClr val="black"/>
              </a:solidFill>
              <a:effectLst/>
              <a:uLnTx/>
              <a:uFillTx/>
              <a:latin typeface="Ubuntu Medium"/>
              <a:ea typeface="+mn-ea"/>
              <a:cs typeface="+mn-cs"/>
            </a:endParaRPr>
          </a:p>
        </p:txBody>
      </p:sp>
    </p:spTree>
    <p:extLst>
      <p:ext uri="{BB962C8B-B14F-4D97-AF65-F5344CB8AC3E}">
        <p14:creationId xmlns:p14="http://schemas.microsoft.com/office/powerpoint/2010/main" val="24621438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DA2C8-C42A-C6BA-FA79-34FFEE4512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C9862-95F4-4969-7680-50DE4E7D65DF}"/>
              </a:ext>
            </a:extLst>
          </p:cNvPr>
          <p:cNvSpPr>
            <a:spLocks noGrp="1"/>
          </p:cNvSpPr>
          <p:nvPr>
            <p:ph type="ctrTitle"/>
          </p:nvPr>
        </p:nvSpPr>
        <p:spPr>
          <a:xfrm>
            <a:off x="183715" y="297331"/>
            <a:ext cx="9144000" cy="593703"/>
          </a:xfrm>
        </p:spPr>
        <p:txBody>
          <a:bodyPr>
            <a:noAutofit/>
          </a:bodyPr>
          <a:lstStyle/>
          <a:p>
            <a:pPr algn="l"/>
            <a:r>
              <a:rPr lang="en-GB" sz="4000"/>
              <a:t>Product Delivery - Summary</a:t>
            </a:r>
          </a:p>
        </p:txBody>
      </p:sp>
      <p:cxnSp>
        <p:nvCxnSpPr>
          <p:cNvPr id="5" name="Straight Connector 4">
            <a:extLst>
              <a:ext uri="{FF2B5EF4-FFF2-40B4-BE49-F238E27FC236}">
                <a16:creationId xmlns:a16="http://schemas.microsoft.com/office/drawing/2014/main" id="{6F9E31FA-AADA-6665-D02D-948B3253F907}"/>
              </a:ext>
            </a:extLst>
          </p:cNvPr>
          <p:cNvCxnSpPr/>
          <p:nvPr/>
        </p:nvCxnSpPr>
        <p:spPr>
          <a:xfrm>
            <a:off x="0" y="926926"/>
            <a:ext cx="12192000"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2" descr="Beazley launches new private equity liability insurance product -  Reinsurance News">
            <a:extLst>
              <a:ext uri="{FF2B5EF4-FFF2-40B4-BE49-F238E27FC236}">
                <a16:creationId xmlns:a16="http://schemas.microsoft.com/office/drawing/2014/main" id="{00AD9D3F-5EFA-CB09-5EC8-2D5787D162A5}"/>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274634" y="328517"/>
            <a:ext cx="1004626" cy="315346"/>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e 1">
            <a:extLst>
              <a:ext uri="{FF2B5EF4-FFF2-40B4-BE49-F238E27FC236}">
                <a16:creationId xmlns:a16="http://schemas.microsoft.com/office/drawing/2014/main" id="{825CE642-3034-3F74-17B8-8FE33411288D}"/>
              </a:ext>
            </a:extLst>
          </p:cNvPr>
          <p:cNvGrpSpPr>
            <a:grpSpLocks noChangeAspect="1"/>
          </p:cNvGrpSpPr>
          <p:nvPr/>
        </p:nvGrpSpPr>
        <p:grpSpPr>
          <a:xfrm>
            <a:off x="11426993" y="254875"/>
            <a:ext cx="419436" cy="388988"/>
            <a:chOff x="11501102" y="171573"/>
            <a:chExt cx="419436" cy="388988"/>
          </a:xfrm>
        </p:grpSpPr>
        <p:sp>
          <p:nvSpPr>
            <p:cNvPr id="8" name="Freeform 13">
              <a:extLst>
                <a:ext uri="{FF2B5EF4-FFF2-40B4-BE49-F238E27FC236}">
                  <a16:creationId xmlns:a16="http://schemas.microsoft.com/office/drawing/2014/main" id="{334AD33D-EE6C-719B-8B59-EFF0A09D13AB}"/>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 name="Freeform 14">
              <a:extLst>
                <a:ext uri="{FF2B5EF4-FFF2-40B4-BE49-F238E27FC236}">
                  <a16:creationId xmlns:a16="http://schemas.microsoft.com/office/drawing/2014/main" id="{E790769D-8403-D30B-1A59-14E815032853}"/>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cxnSp>
        <p:nvCxnSpPr>
          <p:cNvPr id="10" name="Straight Connector 9">
            <a:extLst>
              <a:ext uri="{FF2B5EF4-FFF2-40B4-BE49-F238E27FC236}">
                <a16:creationId xmlns:a16="http://schemas.microsoft.com/office/drawing/2014/main" id="{D1E02AF4-129C-28AC-449E-105C9B77B014}"/>
              </a:ext>
            </a:extLst>
          </p:cNvPr>
          <p:cNvCxnSpPr>
            <a:cxnSpLocks/>
          </p:cNvCxnSpPr>
          <p:nvPr/>
        </p:nvCxnSpPr>
        <p:spPr>
          <a:xfrm>
            <a:off x="11304834" y="205194"/>
            <a:ext cx="0" cy="388988"/>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1" name="Table 10">
            <a:extLst>
              <a:ext uri="{FF2B5EF4-FFF2-40B4-BE49-F238E27FC236}">
                <a16:creationId xmlns:a16="http://schemas.microsoft.com/office/drawing/2014/main" id="{9837C8F0-E56B-82B7-B80F-0DAFF882AE7B}"/>
              </a:ext>
            </a:extLst>
          </p:cNvPr>
          <p:cNvGraphicFramePr>
            <a:graphicFrameLocks noGrp="1"/>
          </p:cNvGraphicFramePr>
          <p:nvPr>
            <p:extLst>
              <p:ext uri="{D42A27DB-BD31-4B8C-83A1-F6EECF244321}">
                <p14:modId xmlns:p14="http://schemas.microsoft.com/office/powerpoint/2010/main" val="2084784602"/>
              </p:ext>
            </p:extLst>
          </p:nvPr>
        </p:nvGraphicFramePr>
        <p:xfrm>
          <a:off x="520645" y="1223778"/>
          <a:ext cx="7847766" cy="4351338"/>
        </p:xfrm>
        <a:graphic>
          <a:graphicData uri="http://schemas.openxmlformats.org/drawingml/2006/table">
            <a:tbl>
              <a:tblPr/>
              <a:tblGrid>
                <a:gridCol w="2955339">
                  <a:extLst>
                    <a:ext uri="{9D8B030D-6E8A-4147-A177-3AD203B41FA5}">
                      <a16:colId xmlns:a16="http://schemas.microsoft.com/office/drawing/2014/main" val="1375896094"/>
                    </a:ext>
                  </a:extLst>
                </a:gridCol>
                <a:gridCol w="72302">
                  <a:extLst>
                    <a:ext uri="{9D8B030D-6E8A-4147-A177-3AD203B41FA5}">
                      <a16:colId xmlns:a16="http://schemas.microsoft.com/office/drawing/2014/main" val="2408513857"/>
                    </a:ext>
                  </a:extLst>
                </a:gridCol>
                <a:gridCol w="964025">
                  <a:extLst>
                    <a:ext uri="{9D8B030D-6E8A-4147-A177-3AD203B41FA5}">
                      <a16:colId xmlns:a16="http://schemas.microsoft.com/office/drawing/2014/main" val="2394971862"/>
                    </a:ext>
                  </a:extLst>
                </a:gridCol>
                <a:gridCol w="964025">
                  <a:extLst>
                    <a:ext uri="{9D8B030D-6E8A-4147-A177-3AD203B41FA5}">
                      <a16:colId xmlns:a16="http://schemas.microsoft.com/office/drawing/2014/main" val="970619159"/>
                    </a:ext>
                  </a:extLst>
                </a:gridCol>
                <a:gridCol w="964025">
                  <a:extLst>
                    <a:ext uri="{9D8B030D-6E8A-4147-A177-3AD203B41FA5}">
                      <a16:colId xmlns:a16="http://schemas.microsoft.com/office/drawing/2014/main" val="1269285460"/>
                    </a:ext>
                  </a:extLst>
                </a:gridCol>
                <a:gridCol w="964025">
                  <a:extLst>
                    <a:ext uri="{9D8B030D-6E8A-4147-A177-3AD203B41FA5}">
                      <a16:colId xmlns:a16="http://schemas.microsoft.com/office/drawing/2014/main" val="2924439994"/>
                    </a:ext>
                  </a:extLst>
                </a:gridCol>
                <a:gridCol w="964025">
                  <a:extLst>
                    <a:ext uri="{9D8B030D-6E8A-4147-A177-3AD203B41FA5}">
                      <a16:colId xmlns:a16="http://schemas.microsoft.com/office/drawing/2014/main" val="1825211892"/>
                    </a:ext>
                  </a:extLst>
                </a:gridCol>
              </a:tblGrid>
              <a:tr h="255748">
                <a:tc>
                  <a:txBody>
                    <a:bodyPr/>
                    <a:lstStyle/>
                    <a:p>
                      <a:pPr algn="ctr" fontAlgn="ctr"/>
                      <a:endParaRPr lang="en-GB" sz="1300" b="1" i="0" u="none" strike="noStrike">
                        <a:solidFill>
                          <a:srgbClr val="000000"/>
                        </a:solidFill>
                        <a:effectLst/>
                        <a:latin typeface="Aptos Narrow" panose="020B0004020202020204" pitchFamily="34" charset="0"/>
                      </a:endParaRPr>
                    </a:p>
                  </a:txBody>
                  <a:tcPr marL="9069" marR="9069" marT="9069" marB="43532" anchor="ctr">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ctr"/>
                      <a:endParaRPr lang="en-GB" sz="1000" b="1" i="0" u="none" strike="noStrike">
                        <a:solidFill>
                          <a:srgbClr val="000000"/>
                        </a:solidFill>
                        <a:effectLst/>
                        <a:latin typeface="Aptos Narrow" panose="020B0004020202020204" pitchFamily="34" charset="0"/>
                      </a:endParaRPr>
                    </a:p>
                  </a:txBody>
                  <a:tcPr marL="9069" marR="9069" marT="9069" marB="435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gridSpan="5">
                  <a:txBody>
                    <a:bodyPr/>
                    <a:lstStyle/>
                    <a:p>
                      <a:pPr algn="ctr" fontAlgn="ctr"/>
                      <a:r>
                        <a:rPr lang="en-GB" sz="1000" b="1" i="0" u="none" strike="noStrike">
                          <a:solidFill>
                            <a:srgbClr val="000000"/>
                          </a:solidFill>
                          <a:effectLst/>
                          <a:latin typeface="Aptos Narrow" panose="020B0004020202020204" pitchFamily="34" charset="0"/>
                        </a:rPr>
                        <a:t>Product Options</a:t>
                      </a:r>
                    </a:p>
                  </a:txBody>
                  <a:tcPr marL="9069" marR="9069" marT="9069" marB="435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360242020"/>
                  </a:ext>
                </a:extLst>
              </a:tr>
              <a:tr h="526006">
                <a:tc>
                  <a:txBody>
                    <a:bodyPr/>
                    <a:lstStyle/>
                    <a:p>
                      <a:pPr algn="l" fontAlgn="b"/>
                      <a:r>
                        <a:rPr lang="en-GB" sz="1300" b="1" i="0" u="none" strike="noStrike">
                          <a:solidFill>
                            <a:srgbClr val="000000"/>
                          </a:solidFill>
                          <a:effectLst/>
                          <a:latin typeface="Aptos Narrow" panose="020B0004020202020204" pitchFamily="34" charset="0"/>
                        </a:rPr>
                        <a:t>Criteria</a:t>
                      </a:r>
                    </a:p>
                  </a:txBody>
                  <a:tcPr marL="9069" marR="9069" marT="9069" marB="43532"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l" fontAlgn="b"/>
                      <a:endParaRPr lang="en-GB" sz="1000" b="0" i="0" u="none" strike="noStrike">
                        <a:solidFill>
                          <a:srgbClr val="000000"/>
                        </a:solidFill>
                        <a:effectLst/>
                        <a:latin typeface="Aptos Narrow" panose="020B0004020202020204" pitchFamily="34" charset="0"/>
                      </a:endParaRPr>
                    </a:p>
                  </a:txBody>
                  <a:tcPr marL="9069" marR="9069" marT="9069" marB="43532"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GB" sz="1000" b="1" i="0" u="none" strike="noStrike">
                          <a:solidFill>
                            <a:srgbClr val="000000"/>
                          </a:solidFill>
                          <a:effectLst/>
                          <a:latin typeface="Aptos Narrow" panose="020B0004020202020204" pitchFamily="34" charset="0"/>
                        </a:rPr>
                        <a:t>1. D&amp;O US</a:t>
                      </a:r>
                    </a:p>
                  </a:txBody>
                  <a:tcPr marL="9069" marR="9069" marT="9069" marB="435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GB" sz="1000" b="1" i="0" u="none" strike="noStrike">
                          <a:solidFill>
                            <a:srgbClr val="000000"/>
                          </a:solidFill>
                          <a:effectLst/>
                          <a:latin typeface="Aptos Narrow" panose="020B0004020202020204" pitchFamily="34" charset="0"/>
                        </a:rPr>
                        <a:t>2. Cyber BIDAC</a:t>
                      </a:r>
                    </a:p>
                  </a:txBody>
                  <a:tcPr marL="9069" marR="9069" marT="9069" marB="435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GB" sz="1000" b="1" i="0" u="none" strike="noStrike">
                          <a:solidFill>
                            <a:srgbClr val="000000"/>
                          </a:solidFill>
                          <a:effectLst/>
                          <a:latin typeface="Aptos Narrow" panose="020B0004020202020204" pitchFamily="34" charset="0"/>
                        </a:rPr>
                        <a:t>3. Cyber US</a:t>
                      </a:r>
                    </a:p>
                  </a:txBody>
                  <a:tcPr marL="9069" marR="9069" marT="9069" marB="435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fr-FR" sz="1000" b="1" i="0" u="none" strike="noStrike">
                          <a:solidFill>
                            <a:srgbClr val="000000"/>
                          </a:solidFill>
                          <a:effectLst/>
                          <a:latin typeface="Aptos Narrow" panose="020B0004020202020204" pitchFamily="34" charset="0"/>
                        </a:rPr>
                        <a:t>4. FI &amp; ML (BIDAC) exc UK</a:t>
                      </a:r>
                    </a:p>
                  </a:txBody>
                  <a:tcPr marL="9069" marR="9069" marT="9069" marB="435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GB" sz="1000" b="1" i="0" u="none" strike="noStrike">
                          <a:solidFill>
                            <a:srgbClr val="000000"/>
                          </a:solidFill>
                          <a:effectLst/>
                          <a:latin typeface="Aptos Narrow" panose="020B0004020202020204" pitchFamily="34" charset="0"/>
                        </a:rPr>
                        <a:t>5. North America Property *</a:t>
                      </a:r>
                    </a:p>
                  </a:txBody>
                  <a:tcPr marL="9069" marR="9069" marT="9069" marB="435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531590929"/>
                  </a:ext>
                </a:extLst>
              </a:tr>
              <a:tr h="255748">
                <a:tc>
                  <a:txBody>
                    <a:bodyPr/>
                    <a:lstStyle/>
                    <a:p>
                      <a:pPr algn="l" fontAlgn="t"/>
                      <a:r>
                        <a:rPr lang="en-GB" sz="1300" b="1" i="0" u="none" strike="noStrike">
                          <a:solidFill>
                            <a:srgbClr val="000000"/>
                          </a:solidFill>
                          <a:effectLst/>
                          <a:latin typeface="Aptos Narrow" panose="020B0004020202020204" pitchFamily="34" charset="0"/>
                        </a:rPr>
                        <a:t>Buisiness Plan</a:t>
                      </a:r>
                    </a:p>
                  </a:txBody>
                  <a:tcPr marL="9069" marR="9069" marT="9069" marB="43532">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1" i="0" u="none" strike="noStrike">
                        <a:solidFill>
                          <a:srgbClr val="000000"/>
                        </a:solidFill>
                        <a:effectLst/>
                        <a:latin typeface="Aptos Narrow" panose="020B0004020202020204" pitchFamily="34" charset="0"/>
                      </a:endParaRPr>
                    </a:p>
                  </a:txBody>
                  <a:tcPr marL="9069" marR="9069" marT="9069" marB="43532">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t"/>
                      <a:endParaRPr lang="en-GB" sz="1000" b="1" i="0" u="none" strike="noStrike">
                        <a:solidFill>
                          <a:srgbClr val="000000"/>
                        </a:solidFill>
                        <a:effectLst/>
                        <a:latin typeface="Aptos Narrow" panose="020B0004020202020204" pitchFamily="34" charset="0"/>
                      </a:endParaRPr>
                    </a:p>
                  </a:txBody>
                  <a:tcPr marL="9069" marR="9069" marT="9069" marB="43532">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1" i="0" u="none" strike="noStrike">
                        <a:solidFill>
                          <a:srgbClr val="000000"/>
                        </a:solidFill>
                        <a:effectLst/>
                        <a:latin typeface="Aptos Narrow" panose="020B0004020202020204" pitchFamily="34" charset="0"/>
                      </a:endParaRPr>
                    </a:p>
                  </a:txBody>
                  <a:tcPr marL="9069" marR="9069" marT="9069" marB="43532">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1" i="0" u="none" strike="noStrike">
                        <a:solidFill>
                          <a:srgbClr val="000000"/>
                        </a:solidFill>
                        <a:effectLst/>
                        <a:latin typeface="Aptos Narrow" panose="020B0004020202020204" pitchFamily="34" charset="0"/>
                      </a:endParaRPr>
                    </a:p>
                  </a:txBody>
                  <a:tcPr marL="9069" marR="9069" marT="9069" marB="43532">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1" i="0" u="none" strike="noStrike">
                        <a:solidFill>
                          <a:srgbClr val="000000"/>
                        </a:solidFill>
                        <a:effectLst/>
                        <a:latin typeface="Aptos Narrow" panose="020B0004020202020204" pitchFamily="34" charset="0"/>
                      </a:endParaRPr>
                    </a:p>
                  </a:txBody>
                  <a:tcPr marL="9069" marR="9069" marT="9069" marB="43532">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1" i="0" u="none" strike="noStrike">
                        <a:solidFill>
                          <a:srgbClr val="000000"/>
                        </a:solidFill>
                        <a:effectLst/>
                        <a:latin typeface="Aptos Narrow" panose="020B0004020202020204" pitchFamily="34" charset="0"/>
                      </a:endParaRPr>
                    </a:p>
                  </a:txBody>
                  <a:tcPr marL="9069" marR="9069" marT="9069" marB="43532">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63404020"/>
                  </a:ext>
                </a:extLst>
              </a:tr>
              <a:tr h="212216">
                <a:tc>
                  <a:txBody>
                    <a:bodyPr/>
                    <a:lstStyle/>
                    <a:p>
                      <a:pPr algn="l" fontAlgn="ctr"/>
                      <a:r>
                        <a:rPr lang="en-GB" sz="1000" b="0" i="0" u="none" strike="noStrike">
                          <a:solidFill>
                            <a:srgbClr val="000000"/>
                          </a:solidFill>
                          <a:effectLst/>
                          <a:latin typeface="Aptos Narrow" panose="020B0004020202020204" pitchFamily="34" charset="0"/>
                        </a:rPr>
                        <a:t>Growth</a:t>
                      </a:r>
                    </a:p>
                  </a:txBody>
                  <a:tcPr marL="9069" marR="9069" marT="9069" marB="435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1000" b="1" i="0" u="none" strike="noStrike">
                          <a:solidFill>
                            <a:srgbClr val="FFFFFF"/>
                          </a:solidFill>
                          <a:effectLst/>
                          <a:latin typeface="Aptos Narrow" panose="020B0004020202020204" pitchFamily="34" charset="0"/>
                        </a:rPr>
                        <a:t>RED</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877736011"/>
                  </a:ext>
                </a:extLst>
              </a:tr>
              <a:tr h="212216">
                <a:tc>
                  <a:txBody>
                    <a:bodyPr/>
                    <a:lstStyle/>
                    <a:p>
                      <a:pPr algn="l" fontAlgn="ctr"/>
                      <a:r>
                        <a:rPr lang="en-GB" sz="1000" b="0" i="0" u="none" strike="noStrike">
                          <a:solidFill>
                            <a:srgbClr val="000000"/>
                          </a:solidFill>
                          <a:effectLst/>
                          <a:latin typeface="Aptos Narrow" panose="020B0004020202020204" pitchFamily="34" charset="0"/>
                        </a:rPr>
                        <a:t>Risk</a:t>
                      </a:r>
                    </a:p>
                  </a:txBody>
                  <a:tcPr marL="9069" marR="9069" marT="9069" marB="435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1000" b="1" i="0" u="none" strike="noStrike">
                          <a:solidFill>
                            <a:srgbClr val="FFFFFF"/>
                          </a:solidFill>
                          <a:effectLst/>
                          <a:latin typeface="Aptos Narrow" panose="020B0004020202020204" pitchFamily="34" charset="0"/>
                        </a:rPr>
                        <a:t>RED</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1000" b="1" i="0" u="none" strike="noStrike">
                          <a:solidFill>
                            <a:srgbClr val="FFFFFF"/>
                          </a:solidFill>
                          <a:effectLst/>
                          <a:latin typeface="Aptos Narrow" panose="020B0004020202020204" pitchFamily="34" charset="0"/>
                        </a:rPr>
                        <a:t>Green</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1000" b="1" i="0" u="none" strike="noStrike">
                          <a:solidFill>
                            <a:srgbClr val="FFFFFF"/>
                          </a:solidFill>
                          <a:effectLst/>
                          <a:latin typeface="Aptos Narrow" panose="020B0004020202020204" pitchFamily="34" charset="0"/>
                        </a:rPr>
                        <a:t>Green</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1000" b="1" i="0" u="none" strike="noStrike">
                          <a:solidFill>
                            <a:srgbClr val="FFFFFF"/>
                          </a:solidFill>
                          <a:effectLst/>
                          <a:latin typeface="Aptos Narrow" panose="020B0004020202020204" pitchFamily="34" charset="0"/>
                        </a:rPr>
                        <a:t>RED</a:t>
                      </a:r>
                    </a:p>
                  </a:txBody>
                  <a:tcPr marL="9069" marR="9069" marT="9069" marB="43532">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2910835125"/>
                  </a:ext>
                </a:extLst>
              </a:tr>
              <a:tr h="212216">
                <a:tc>
                  <a:txBody>
                    <a:bodyPr/>
                    <a:lstStyle/>
                    <a:p>
                      <a:pPr algn="l" fontAlgn="ctr"/>
                      <a:r>
                        <a:rPr lang="en-GB" sz="1000" b="0" i="0" u="none" strike="noStrike">
                          <a:solidFill>
                            <a:srgbClr val="000000"/>
                          </a:solidFill>
                          <a:effectLst/>
                          <a:latin typeface="Aptos Narrow" panose="020B0004020202020204" pitchFamily="34" charset="0"/>
                        </a:rPr>
                        <a:t>Efficiency</a:t>
                      </a:r>
                    </a:p>
                  </a:txBody>
                  <a:tcPr marL="9069" marR="9069" marT="9069" marB="435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1000" b="1" i="0" u="none" strike="noStrike">
                          <a:solidFill>
                            <a:srgbClr val="FFFFFF"/>
                          </a:solidFill>
                          <a:effectLst/>
                          <a:latin typeface="Aptos Narrow" panose="020B0004020202020204" pitchFamily="34" charset="0"/>
                        </a:rPr>
                        <a:t>RED</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000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C000"/>
                    </a:solidFill>
                  </a:tcPr>
                </a:tc>
                <a:tc>
                  <a:txBody>
                    <a:bodyPr/>
                    <a:lstStyle/>
                    <a:p>
                      <a:pPr algn="ctr" fontAlgn="t"/>
                      <a:r>
                        <a:rPr lang="en-GB" sz="1000" b="1" i="0" u="none" strike="noStrike">
                          <a:solidFill>
                            <a:srgbClr val="FFFFFF"/>
                          </a:solidFill>
                          <a:effectLst/>
                          <a:latin typeface="Aptos Narrow" panose="020B0004020202020204" pitchFamily="34" charset="0"/>
                        </a:rPr>
                        <a:t>RED</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0000"/>
                    </a:solidFill>
                  </a:tcPr>
                </a:tc>
                <a:tc>
                  <a:txBody>
                    <a:bodyPr/>
                    <a:lstStyle/>
                    <a:p>
                      <a:pPr algn="ctr" fontAlgn="t"/>
                      <a:r>
                        <a:rPr lang="en-GB" sz="1000" b="1" i="0" u="none" strike="noStrike">
                          <a:solidFill>
                            <a:srgbClr val="FFFFFF"/>
                          </a:solidFill>
                          <a:effectLst/>
                          <a:latin typeface="Aptos Narrow" panose="020B0004020202020204" pitchFamily="34" charset="0"/>
                        </a:rPr>
                        <a:t>Green</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C000"/>
                    </a:solidFill>
                  </a:tcPr>
                </a:tc>
                <a:extLst>
                  <a:ext uri="{0D108BD9-81ED-4DB2-BD59-A6C34878D82A}">
                    <a16:rowId xmlns:a16="http://schemas.microsoft.com/office/drawing/2014/main" val="263094813"/>
                  </a:ext>
                </a:extLst>
              </a:tr>
              <a:tr h="212216">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a:noFill/>
                    </a:lnB>
                    <a:solidFill>
                      <a:srgbClr val="FFFFFF"/>
                    </a:solidFill>
                  </a:tcPr>
                </a:tc>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a:noFill/>
                    </a:lnB>
                    <a:solidFill>
                      <a:srgbClr val="FFFFFF"/>
                    </a:solidFill>
                  </a:tcPr>
                </a:tc>
                <a:tc>
                  <a:txBody>
                    <a:bodyPr/>
                    <a:lstStyle/>
                    <a:p>
                      <a:pPr algn="ctr"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a:noFill/>
                    </a:lnB>
                    <a:solidFill>
                      <a:srgbClr val="FFFFFF"/>
                    </a:solidFill>
                  </a:tcPr>
                </a:tc>
                <a:tc>
                  <a:txBody>
                    <a:bodyPr/>
                    <a:lstStyle/>
                    <a:p>
                      <a:pPr algn="ctr"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a:noFill/>
                    </a:lnB>
                    <a:solidFill>
                      <a:srgbClr val="FFFFFF"/>
                    </a:solidFill>
                  </a:tcPr>
                </a:tc>
                <a:tc>
                  <a:txBody>
                    <a:bodyPr/>
                    <a:lstStyle/>
                    <a:p>
                      <a:pPr algn="ctr"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a:noFill/>
                    </a:lnB>
                    <a:solidFill>
                      <a:srgbClr val="FFFFFF"/>
                    </a:solidFill>
                  </a:tcPr>
                </a:tc>
                <a:tc>
                  <a:txBody>
                    <a:bodyPr/>
                    <a:lstStyle/>
                    <a:p>
                      <a:pPr algn="ctr"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a:noFill/>
                    </a:lnB>
                    <a:solidFill>
                      <a:srgbClr val="FFFFFF"/>
                    </a:solidFill>
                  </a:tcPr>
                </a:tc>
                <a:tc>
                  <a:txBody>
                    <a:bodyPr/>
                    <a:lstStyle/>
                    <a:p>
                      <a:pPr algn="ctr"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a:noFill/>
                    </a:lnB>
                    <a:solidFill>
                      <a:srgbClr val="FFFFFF"/>
                    </a:solidFill>
                  </a:tcPr>
                </a:tc>
                <a:extLst>
                  <a:ext uri="{0D108BD9-81ED-4DB2-BD59-A6C34878D82A}">
                    <a16:rowId xmlns:a16="http://schemas.microsoft.com/office/drawing/2014/main" val="3827547331"/>
                  </a:ext>
                </a:extLst>
              </a:tr>
              <a:tr h="255748">
                <a:tc>
                  <a:txBody>
                    <a:bodyPr/>
                    <a:lstStyle/>
                    <a:p>
                      <a:pPr algn="l" fontAlgn="t"/>
                      <a:r>
                        <a:rPr lang="en-GB" sz="1300" b="1" i="0" u="none" strike="noStrike">
                          <a:solidFill>
                            <a:srgbClr val="000000"/>
                          </a:solidFill>
                          <a:effectLst/>
                          <a:latin typeface="Aptos Narrow" panose="020B0004020202020204" pitchFamily="34" charset="0"/>
                        </a:rPr>
                        <a:t>Do-ability</a:t>
                      </a:r>
                    </a:p>
                  </a:txBody>
                  <a:tcPr marL="9069" marR="9069" marT="9069" marB="43532">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1"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a:noFill/>
                    </a:lnB>
                    <a:solidFill>
                      <a:srgbClr val="FFFFFF"/>
                    </a:solidFill>
                  </a:tcPr>
                </a:tc>
                <a:tc>
                  <a:txBody>
                    <a:bodyPr/>
                    <a:lstStyle/>
                    <a:p>
                      <a:pPr algn="l" fontAlgn="t"/>
                      <a:endParaRPr lang="en-GB" sz="1000" b="1"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1"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1"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1"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1"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06093040"/>
                  </a:ext>
                </a:extLst>
              </a:tr>
              <a:tr h="212216">
                <a:tc>
                  <a:txBody>
                    <a:bodyPr/>
                    <a:lstStyle/>
                    <a:p>
                      <a:pPr algn="l" fontAlgn="ctr"/>
                      <a:r>
                        <a:rPr lang="en-GB" sz="1000" b="0" i="0" u="none" strike="noStrike">
                          <a:solidFill>
                            <a:srgbClr val="000000"/>
                          </a:solidFill>
                          <a:effectLst/>
                          <a:latin typeface="Aptos Narrow" panose="020B0004020202020204" pitchFamily="34" charset="0"/>
                        </a:rPr>
                        <a:t>Reusability</a:t>
                      </a:r>
                    </a:p>
                  </a:txBody>
                  <a:tcPr marL="9069" marR="9069" marT="9069" marB="435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1000" b="0" i="0" u="none" strike="noStrike">
                          <a:solidFill>
                            <a:srgbClr val="000000"/>
                          </a:solidFill>
                          <a:effectLst/>
                          <a:latin typeface="Aptos Narrow" panose="020B0004020202020204" pitchFamily="34" charset="0"/>
                        </a:rPr>
                        <a:t>Base</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1000" b="1" i="0" u="none" strike="noStrike">
                          <a:solidFill>
                            <a:srgbClr val="FFFFFF"/>
                          </a:solidFill>
                          <a:effectLst/>
                          <a:latin typeface="Aptos Narrow" panose="020B0004020202020204" pitchFamily="34" charset="0"/>
                        </a:rPr>
                        <a:t>RED</a:t>
                      </a:r>
                    </a:p>
                  </a:txBody>
                  <a:tcPr marL="9069" marR="9069" marT="9069" marB="43532">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52879405"/>
                  </a:ext>
                </a:extLst>
              </a:tr>
              <a:tr h="212216">
                <a:tc>
                  <a:txBody>
                    <a:bodyPr/>
                    <a:lstStyle/>
                    <a:p>
                      <a:pPr algn="l" fontAlgn="ctr"/>
                      <a:r>
                        <a:rPr lang="en-GB" sz="1000" b="0" i="0" u="none" strike="noStrike">
                          <a:solidFill>
                            <a:srgbClr val="000000"/>
                          </a:solidFill>
                          <a:effectLst/>
                          <a:latin typeface="Aptos Narrow" panose="020B0004020202020204" pitchFamily="34" charset="0"/>
                        </a:rPr>
                        <a:t>Product Rationalisation Ready</a:t>
                      </a:r>
                    </a:p>
                  </a:txBody>
                  <a:tcPr marL="9069" marR="9069" marT="9069" marB="435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1000" b="1" i="0" u="none" strike="noStrike">
                          <a:solidFill>
                            <a:srgbClr val="FFFFFF"/>
                          </a:solidFill>
                          <a:effectLst/>
                          <a:latin typeface="Aptos Narrow" panose="020B0004020202020204" pitchFamily="34" charset="0"/>
                        </a:rPr>
                        <a:t>Green</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1000" b="1" i="0" u="none" strike="noStrike">
                          <a:solidFill>
                            <a:srgbClr val="FFFFFF"/>
                          </a:solidFill>
                          <a:effectLst/>
                          <a:latin typeface="Aptos Narrow" panose="020B0004020202020204" pitchFamily="34" charset="0"/>
                        </a:rPr>
                        <a:t>RED</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19989573"/>
                  </a:ext>
                </a:extLst>
              </a:tr>
              <a:tr h="212216">
                <a:tc>
                  <a:txBody>
                    <a:bodyPr/>
                    <a:lstStyle/>
                    <a:p>
                      <a:pPr algn="l" fontAlgn="ctr"/>
                      <a:r>
                        <a:rPr lang="en-GB" sz="1000" b="0" i="0" u="none" strike="noStrike">
                          <a:solidFill>
                            <a:srgbClr val="000000"/>
                          </a:solidFill>
                          <a:effectLst/>
                          <a:latin typeface="Aptos Narrow" panose="020B0004020202020204" pitchFamily="34" charset="0"/>
                        </a:rPr>
                        <a:t>Implementation Duration</a:t>
                      </a:r>
                    </a:p>
                  </a:txBody>
                  <a:tcPr marL="9069" marR="9069" marT="9069" marB="435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1000" b="1" i="0" u="none" strike="noStrike">
                          <a:solidFill>
                            <a:srgbClr val="FFFFFF"/>
                          </a:solidFill>
                          <a:effectLst/>
                          <a:latin typeface="Aptos Narrow" panose="020B0004020202020204" pitchFamily="34" charset="0"/>
                        </a:rPr>
                        <a:t>RED</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915441569"/>
                  </a:ext>
                </a:extLst>
              </a:tr>
              <a:tr h="212216">
                <a:tc>
                  <a:txBody>
                    <a:bodyPr/>
                    <a:lstStyle/>
                    <a:p>
                      <a:pPr algn="l" fontAlgn="ctr"/>
                      <a:r>
                        <a:rPr lang="en-GB" sz="1000" b="0" i="0" u="none" strike="noStrike">
                          <a:solidFill>
                            <a:srgbClr val="000000"/>
                          </a:solidFill>
                          <a:effectLst/>
                          <a:latin typeface="Aptos Narrow" panose="020B0004020202020204" pitchFamily="34" charset="0"/>
                        </a:rPr>
                        <a:t>Resources</a:t>
                      </a:r>
                    </a:p>
                  </a:txBody>
                  <a:tcPr marL="9069" marR="9069" marT="9069" marB="435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1000" b="1" i="0" u="none" strike="noStrike">
                          <a:solidFill>
                            <a:srgbClr val="FFFFFF"/>
                          </a:solidFill>
                          <a:effectLst/>
                          <a:latin typeface="Aptos Narrow" panose="020B0004020202020204" pitchFamily="34" charset="0"/>
                        </a:rPr>
                        <a:t>Green</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1000" b="1" i="0" u="none" strike="noStrike">
                          <a:solidFill>
                            <a:srgbClr val="FFFFFF"/>
                          </a:solidFill>
                          <a:effectLst/>
                          <a:latin typeface="Aptos Narrow" panose="020B0004020202020204" pitchFamily="34" charset="0"/>
                        </a:rPr>
                        <a:t>RED</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1000" b="1" i="0" u="none" strike="noStrike">
                          <a:solidFill>
                            <a:srgbClr val="FFFFFF"/>
                          </a:solidFill>
                          <a:effectLst/>
                          <a:latin typeface="Aptos Narrow" panose="020B0004020202020204" pitchFamily="34" charset="0"/>
                        </a:rPr>
                        <a:t>RED</a:t>
                      </a:r>
                    </a:p>
                  </a:txBody>
                  <a:tcPr marL="9069" marR="9069" marT="9069" marB="43532">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475006629"/>
                  </a:ext>
                </a:extLst>
              </a:tr>
              <a:tr h="212216">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a:noFill/>
                    </a:lnB>
                    <a:solidFill>
                      <a:srgbClr val="FFFFFF"/>
                    </a:solidFill>
                  </a:tcPr>
                </a:tc>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a:noFill/>
                    </a:lnB>
                    <a:solidFill>
                      <a:srgbClr val="FFFFFF"/>
                    </a:solidFill>
                  </a:tcPr>
                </a:tc>
                <a:tc>
                  <a:txBody>
                    <a:bodyPr/>
                    <a:lstStyle/>
                    <a:p>
                      <a:pPr algn="ctr"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565023185"/>
                  </a:ext>
                </a:extLst>
              </a:tr>
              <a:tr h="255748">
                <a:tc>
                  <a:txBody>
                    <a:bodyPr/>
                    <a:lstStyle/>
                    <a:p>
                      <a:pPr algn="l" fontAlgn="t"/>
                      <a:r>
                        <a:rPr lang="en-GB" sz="1300" b="1" i="0" u="none" strike="noStrike">
                          <a:solidFill>
                            <a:srgbClr val="000000"/>
                          </a:solidFill>
                          <a:effectLst/>
                          <a:latin typeface="Aptos Narrow" panose="020B0004020202020204" pitchFamily="34" charset="0"/>
                        </a:rPr>
                        <a:t>Sponsorship Support</a:t>
                      </a:r>
                    </a:p>
                  </a:txBody>
                  <a:tcPr marL="9069" marR="9069" marT="9069" marB="43532">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a:noFill/>
                    </a:lnB>
                    <a:solidFill>
                      <a:srgbClr val="FFFFFF"/>
                    </a:solidFill>
                  </a:tcPr>
                </a:tc>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21013589"/>
                  </a:ext>
                </a:extLst>
              </a:tr>
              <a:tr h="212216">
                <a:tc>
                  <a:txBody>
                    <a:bodyPr/>
                    <a:lstStyle/>
                    <a:p>
                      <a:pPr algn="l" fontAlgn="ctr"/>
                      <a:r>
                        <a:rPr lang="en-GB" sz="1000" b="0" i="0" u="none" strike="noStrike">
                          <a:solidFill>
                            <a:srgbClr val="000000"/>
                          </a:solidFill>
                          <a:effectLst/>
                          <a:latin typeface="Aptos Narrow" panose="020B0004020202020204" pitchFamily="34" charset="0"/>
                        </a:rPr>
                        <a:t>Underwriting / Operations / Finance </a:t>
                      </a:r>
                    </a:p>
                  </a:txBody>
                  <a:tcPr marL="9069" marR="9069" marT="9069" marB="435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1000" b="1" i="0" u="none" strike="noStrike">
                          <a:solidFill>
                            <a:srgbClr val="FFFFFF"/>
                          </a:solidFill>
                          <a:effectLst/>
                          <a:latin typeface="Aptos Narrow" panose="020B0004020202020204" pitchFamily="34" charset="0"/>
                        </a:rPr>
                        <a:t>Green</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1000" b="1" i="0" u="none" strike="noStrike">
                          <a:solidFill>
                            <a:srgbClr val="FFFFFF"/>
                          </a:solidFill>
                          <a:effectLst/>
                          <a:latin typeface="Aptos Narrow" panose="020B0004020202020204" pitchFamily="34" charset="0"/>
                        </a:rPr>
                        <a:t>Green</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1000" b="1" i="0" u="none" strike="noStrike">
                          <a:solidFill>
                            <a:srgbClr val="FFFFFF"/>
                          </a:solidFill>
                          <a:effectLst/>
                          <a:latin typeface="Aptos Narrow" panose="020B0004020202020204" pitchFamily="34" charset="0"/>
                        </a:rPr>
                        <a:t>Green</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3391730"/>
                  </a:ext>
                </a:extLst>
              </a:tr>
              <a:tr h="212216">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a:noFill/>
                    </a:lnB>
                    <a:solidFill>
                      <a:srgbClr val="FFFFFF"/>
                    </a:solidFill>
                  </a:tcPr>
                </a:tc>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a:noFill/>
                    </a:lnB>
                    <a:solidFill>
                      <a:srgbClr val="FFFFFF"/>
                    </a:solidFill>
                  </a:tcPr>
                </a:tc>
                <a:tc>
                  <a:txBody>
                    <a:bodyPr/>
                    <a:lstStyle/>
                    <a:p>
                      <a:pPr algn="ctr"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t"/>
                      <a:endParaRPr lang="en-GB" sz="1000" b="0" i="0" u="none" strike="noStrike">
                        <a:solidFill>
                          <a:srgbClr val="000000"/>
                        </a:solidFill>
                        <a:effectLst/>
                        <a:latin typeface="Aptos Narrow" panose="020B0004020202020204" pitchFamily="34" charset="0"/>
                      </a:endParaRPr>
                    </a:p>
                  </a:txBody>
                  <a:tcPr marL="9069" marR="9069" marT="9069" marB="43532">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631540943"/>
                  </a:ext>
                </a:extLst>
              </a:tr>
              <a:tr h="255748">
                <a:tc>
                  <a:txBody>
                    <a:bodyPr/>
                    <a:lstStyle/>
                    <a:p>
                      <a:pPr algn="l" fontAlgn="t"/>
                      <a:r>
                        <a:rPr lang="en-GB" sz="1300" b="1" i="0" u="none" strike="noStrike">
                          <a:solidFill>
                            <a:srgbClr val="000000"/>
                          </a:solidFill>
                          <a:effectLst/>
                          <a:latin typeface="Aptos Narrow" panose="020B0004020202020204" pitchFamily="34" charset="0"/>
                        </a:rPr>
                        <a:t>Business Impact</a:t>
                      </a:r>
                    </a:p>
                  </a:txBody>
                  <a:tcPr marL="9069" marR="9069" marT="9069" marB="43532">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1"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a:noFill/>
                    </a:lnB>
                    <a:solidFill>
                      <a:srgbClr val="FFFFFF"/>
                    </a:solidFill>
                  </a:tcPr>
                </a:tc>
                <a:tc>
                  <a:txBody>
                    <a:bodyPr/>
                    <a:lstStyle/>
                    <a:p>
                      <a:pPr algn="l" fontAlgn="t"/>
                      <a:endParaRPr lang="en-GB" sz="1000" b="1"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1"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1"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1"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t"/>
                      <a:endParaRPr lang="en-GB" sz="1000" b="1" i="0" u="none" strike="noStrike">
                        <a:solidFill>
                          <a:srgbClr val="000000"/>
                        </a:solidFill>
                        <a:effectLst/>
                        <a:latin typeface="Aptos Narrow" panose="020B0004020202020204" pitchFamily="34" charset="0"/>
                      </a:endParaRPr>
                    </a:p>
                  </a:txBody>
                  <a:tcPr marL="9069" marR="9069" marT="9069" marB="43532">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74549284"/>
                  </a:ext>
                </a:extLst>
              </a:tr>
              <a:tr h="212216">
                <a:tc>
                  <a:txBody>
                    <a:bodyPr/>
                    <a:lstStyle/>
                    <a:p>
                      <a:pPr algn="l" fontAlgn="ctr"/>
                      <a:r>
                        <a:rPr lang="en-GB" sz="1000" b="0" i="0" u="none" strike="noStrike">
                          <a:solidFill>
                            <a:srgbClr val="000000"/>
                          </a:solidFill>
                          <a:effectLst/>
                          <a:latin typeface="Aptos Narrow" panose="020B0004020202020204" pitchFamily="34" charset="0"/>
                        </a:rPr>
                        <a:t>Adoption</a:t>
                      </a:r>
                    </a:p>
                  </a:txBody>
                  <a:tcPr marL="9069" marR="9069" marT="9069" marB="435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t"/>
                      <a:endParaRPr lang="en-GB" sz="1000" b="0" i="0" u="none" strike="noStrike">
                        <a:solidFill>
                          <a:srgbClr val="000000"/>
                        </a:solidFill>
                        <a:effectLst/>
                        <a:latin typeface="Aptos Narrow" panose="020B0004020202020204" pitchFamily="34" charset="0"/>
                      </a:endParaRP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GB" sz="1000" b="1" i="0" u="none" strike="noStrike">
                          <a:solidFill>
                            <a:srgbClr val="FFFFFF"/>
                          </a:solidFill>
                          <a:effectLst/>
                          <a:latin typeface="Aptos Narrow" panose="020B0004020202020204" pitchFamily="34" charset="0"/>
                        </a:rPr>
                        <a:t>Green</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1000" b="1" i="0" u="none" strike="noStrike">
                          <a:solidFill>
                            <a:srgbClr val="FFFFFF"/>
                          </a:solidFill>
                          <a:effectLst/>
                          <a:latin typeface="Aptos Narrow" panose="020B0004020202020204" pitchFamily="34" charset="0"/>
                        </a:rPr>
                        <a:t>Green</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1000" b="1" i="0" u="none" strike="noStrike">
                          <a:solidFill>
                            <a:srgbClr val="FFFFFF"/>
                          </a:solidFill>
                          <a:effectLst/>
                          <a:latin typeface="Aptos Narrow" panose="020B0004020202020204" pitchFamily="34" charset="0"/>
                        </a:rPr>
                        <a:t>Green</a:t>
                      </a:r>
                    </a:p>
                  </a:txBody>
                  <a:tcPr marL="9069" marR="9069" marT="9069" marB="43532">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t"/>
                      <a:r>
                        <a:rPr lang="en-GB" sz="1000" b="1" i="0" u="none" strike="noStrike">
                          <a:solidFill>
                            <a:srgbClr val="FFFFFF"/>
                          </a:solidFill>
                          <a:effectLst/>
                          <a:latin typeface="Aptos Narrow" panose="020B0004020202020204" pitchFamily="34" charset="0"/>
                        </a:rPr>
                        <a:t>Amber</a:t>
                      </a:r>
                    </a:p>
                  </a:txBody>
                  <a:tcPr marL="9069" marR="9069" marT="9069" marB="43532">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61363638"/>
                  </a:ext>
                </a:extLst>
              </a:tr>
            </a:tbl>
          </a:graphicData>
        </a:graphic>
      </p:graphicFrame>
    </p:spTree>
    <p:extLst>
      <p:ext uri="{BB962C8B-B14F-4D97-AF65-F5344CB8AC3E}">
        <p14:creationId xmlns:p14="http://schemas.microsoft.com/office/powerpoint/2010/main" val="3032770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9.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60.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61.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62.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63.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64.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65.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66.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67.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68.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3.xml><?xml version="1.0" encoding="utf-8"?>
<a:theme xmlns:a="http://schemas.openxmlformats.org/drawingml/2006/main" name="4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4.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5.xml><?xml version="1.0" encoding="utf-8"?>
<a:theme xmlns:a="http://schemas.openxmlformats.org/drawingml/2006/main" name="2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6.xml><?xml version="1.0" encoding="utf-8"?>
<a:theme xmlns:a="http://schemas.openxmlformats.org/drawingml/2006/main" name="3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Beazley GPAS_Template.pptx" id="{45315BDD-C896-4F43-9C50-F7AA4D126096}" vid="{0F0C604A-1E10-4AC8-A63F-ECA6DA3C3FD3}"/>
    </a:ext>
  </a:extLst>
</a:theme>
</file>

<file path=ppt/theme/theme7.xml><?xml version="1.0" encoding="utf-8"?>
<a:theme xmlns:a="http://schemas.openxmlformats.org/drawingml/2006/main" name="5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8.xml><?xml version="1.0" encoding="utf-8"?>
<a:theme xmlns:a="http://schemas.openxmlformats.org/drawingml/2006/main" name="6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Beazley GPAS_Template.pptx" id="{45315BDD-C896-4F43-9C50-F7AA4D126096}" vid="{0F0C604A-1E10-4AC8-A63F-ECA6DA3C3FD3}"/>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ppt/theme/themeOverride2.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ppt/theme/themeOverride3.xml><?xml version="1.0" encoding="utf-8"?>
<a:themeOverride xmlns:a="http://schemas.openxmlformats.org/drawingml/2006/main">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ppt/theme/themeOverride4.xml><?xml version="1.0" encoding="utf-8"?>
<a:themeOverride xmlns:a="http://schemas.openxmlformats.org/drawingml/2006/main">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d6d1f02ff7955b5a74455c81c0826e63">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e1ee9358fcf16fc9680f5c3c1684deb"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D8B98BA-36AB-4CA1-8E5A-78950DC840B1}">
  <ds:schemaRefs>
    <ds:schemaRef ds:uri="00baf874-4e50-4c50-a419-cdd86966933f"/>
    <ds:schemaRef ds:uri="25451079-45a7-4792-b6d4-984a90d42ae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1F5FAED-171A-495C-85EB-0D64BD26C702}">
  <ds:schemaRefs>
    <ds:schemaRef ds:uri="http://schemas.microsoft.com/sharepoint/v3/contenttype/forms"/>
  </ds:schemaRefs>
</ds:datastoreItem>
</file>

<file path=customXml/itemProps3.xml><?xml version="1.0" encoding="utf-8"?>
<ds:datastoreItem xmlns:ds="http://schemas.openxmlformats.org/officeDocument/2006/customXml" ds:itemID="{B11D17D0-42FE-4F6A-A689-AD1B406111E4}"/>
</file>

<file path=docMetadata/LabelInfo.xml><?xml version="1.0" encoding="utf-8"?>
<clbl:labelList xmlns:clbl="http://schemas.microsoft.com/office/2020/mipLabelMetadata">
  <clbl:label id="{76a2ae5a-9f00-4f6b-95ed-5d33d77c4d61}" enabled="0" method="" siteId="{76a2ae5a-9f00-4f6b-95ed-5d33d77c4d61}"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34</Slides>
  <Notes>10</Notes>
  <HiddenSlides>0</HiddenSlides>
  <ScaleCrop>false</ScaleCrop>
  <HeadingPairs>
    <vt:vector size="4" baseType="variant">
      <vt:variant>
        <vt:lpstr>Theme</vt:lpstr>
      </vt:variant>
      <vt:variant>
        <vt:i4>8</vt:i4>
      </vt:variant>
      <vt:variant>
        <vt:lpstr>Slide Titles</vt:lpstr>
      </vt:variant>
      <vt:variant>
        <vt:i4>34</vt:i4>
      </vt:variant>
    </vt:vector>
  </HeadingPairs>
  <TitlesOfParts>
    <vt:vector size="42" baseType="lpstr">
      <vt:lpstr>Office Theme</vt:lpstr>
      <vt:lpstr>Capgemini Master 2021</vt:lpstr>
      <vt:lpstr>4_Capgemini Master 2021</vt:lpstr>
      <vt:lpstr>1_Capgemini Master 2021</vt:lpstr>
      <vt:lpstr>2_Capgemini Master 2021</vt:lpstr>
      <vt:lpstr>3_Capgemini Master 2021</vt:lpstr>
      <vt:lpstr>5_Capgemini Master 2021</vt:lpstr>
      <vt:lpstr>6_Capgemini Master 2021</vt:lpstr>
      <vt:lpstr>Beazley  GPAS and Billing  Product Factory Rollout - Approach</vt:lpstr>
      <vt:lpstr>Scene setting</vt:lpstr>
      <vt:lpstr>Product Delivery - Summary</vt:lpstr>
      <vt:lpstr>Platform approach</vt:lpstr>
      <vt:lpstr>PowerPoint Presentation</vt:lpstr>
      <vt:lpstr>PowerPoint Presentation</vt:lpstr>
      <vt:lpstr>Product Delivery - Summary</vt:lpstr>
      <vt:lpstr>Appendices</vt:lpstr>
      <vt:lpstr>The Ask</vt:lpstr>
      <vt:lpstr>PowerPoint Presentation</vt:lpstr>
      <vt:lpstr>template/Folder Population (Critical) – Beazley Prep</vt:lpstr>
      <vt:lpstr>Read Me Document </vt:lpstr>
      <vt:lpstr>PowerPoint Presentation</vt:lpstr>
      <vt:lpstr> </vt:lpstr>
      <vt:lpstr> </vt:lpstr>
      <vt:lpstr>Next Product Candidate</vt:lpstr>
      <vt:lpstr>PowerPoint Presentation</vt:lpstr>
      <vt:lpstr>Suggested sequencing </vt:lpstr>
      <vt:lpstr>APPROACH AND ESTIMATES – Dependencies</vt:lpstr>
      <vt:lpstr>Product Model work Approach</vt:lpstr>
      <vt:lpstr>Beazley  GPAS and Billing  Delivery High Level Approach &amp; Draft Plan</vt:lpstr>
      <vt:lpstr>Repeatable process – E2E Product Factory</vt:lpstr>
      <vt:lpstr>Lessons learned</vt:lpstr>
      <vt:lpstr>Revised ROADMAP</vt:lpstr>
      <vt:lpstr>Beazley  GPAS and Billing  Delivery Approach – Inception, Elaboration, Sprints &amp; Cadence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Product Delivery -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Beazley  GPAS and Billing  Product Factory Rollout - Approach</dc:title>
  <dc:creator>Kavanagh, Sarah</dc:creator>
  <cp:revision>7</cp:revision>
  <dcterms:created xsi:type="dcterms:W3CDTF">2025-05-28T09:58:26Z</dcterms:created>
  <dcterms:modified xsi:type="dcterms:W3CDTF">2025-07-16T14:20:41Z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y fmtid="{D5CDD505-2E9C-101B-9397-08002B2CF9AE}" pid="3" name="MSIP_Label_ed91fd61-bc48-4588-8d11-80a491ed1fbf_Enabled">
    <vt:lpwstr>true</vt:lpwstr>
  </property>
  <property fmtid="{D5CDD505-2E9C-101B-9397-08002B2CF9AE}" pid="4" name="MSIP_Label_ed91fd61-bc48-4588-8d11-80a491ed1fbf_SetDate">
    <vt:lpwstr>2025-05-30T16:44:16Z</vt:lpwstr>
  </property>
  <property fmtid="{D5CDD505-2E9C-101B-9397-08002B2CF9AE}" pid="5" name="MSIP_Label_ed91fd61-bc48-4588-8d11-80a491ed1fbf_Method">
    <vt:lpwstr>Privileged</vt:lpwstr>
  </property>
  <property fmtid="{D5CDD505-2E9C-101B-9397-08002B2CF9AE}" pid="6" name="MSIP_Label_ed91fd61-bc48-4588-8d11-80a491ed1fbf_Name">
    <vt:lpwstr>Internal</vt:lpwstr>
  </property>
  <property fmtid="{D5CDD505-2E9C-101B-9397-08002B2CF9AE}" pid="7" name="MSIP_Label_ed91fd61-bc48-4588-8d11-80a491ed1fbf_SiteId">
    <vt:lpwstr>9a50eba8-7568-447a-bcb9-27a0d464aa80</vt:lpwstr>
  </property>
  <property fmtid="{D5CDD505-2E9C-101B-9397-08002B2CF9AE}" pid="8" name="MSIP_Label_ed91fd61-bc48-4588-8d11-80a491ed1fbf_ActionId">
    <vt:lpwstr>53e8e4ba-b99d-43d4-9d96-6860a53cbc7a</vt:lpwstr>
  </property>
  <property fmtid="{D5CDD505-2E9C-101B-9397-08002B2CF9AE}" pid="9" name="MSIP_Label_ed91fd61-bc48-4588-8d11-80a491ed1fbf_ContentBits">
    <vt:lpwstr>0</vt:lpwstr>
  </property>
  <property fmtid="{D5CDD505-2E9C-101B-9397-08002B2CF9AE}" pid="10" name="MSIP_Label_ed91fd61-bc48-4588-8d11-80a491ed1fbf_Tag">
    <vt:lpwstr>10, 0, 1, 1</vt:lpwstr>
  </property>
  <property fmtid="{D5CDD505-2E9C-101B-9397-08002B2CF9AE}" pid="11" name="MediaServiceImageTags">
    <vt:lpwstr/>
  </property>
</Properties>
</file>